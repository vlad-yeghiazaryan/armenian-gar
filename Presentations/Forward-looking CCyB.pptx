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rawings/drawing2.xml" ContentType="application/vnd.openxmlformats-officedocument.drawingml.chartshapes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3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60" r:id="rId1"/>
    <p:sldMasterId id="2147483761" r:id="rId2"/>
    <p:sldMasterId id="2147483762" r:id="rId3"/>
    <p:sldMasterId id="2147483763" r:id="rId4"/>
  </p:sldMasterIdLst>
  <p:notesMasterIdLst>
    <p:notesMasterId r:id="rId2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1" r:id="rId15"/>
    <p:sldId id="266" r:id="rId16"/>
    <p:sldId id="270" r:id="rId17"/>
    <p:sldId id="272" r:id="rId18"/>
    <p:sldId id="267" r:id="rId19"/>
    <p:sldId id="269" r:id="rId20"/>
    <p:sldId id="273" r:id="rId21"/>
    <p:sldId id="274" r:id="rId22"/>
    <p:sldId id="275" r:id="rId23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5"/>
    </p:embeddedFont>
    <p:embeddedFont>
      <p:font typeface="Catamaran Light" pitchFamily="2" charset="77"/>
      <p:regular r:id="rId26"/>
      <p:bold r:id="rId27"/>
    </p:embeddedFont>
    <p:embeddedFont>
      <p:font typeface="Fira Sans Extra Condensed Medium" panose="020B0603050000020004" pitchFamily="34" charset="0"/>
      <p:regular r:id="rId28"/>
      <p:bold r:id="rId29"/>
      <p:italic r:id="rId30"/>
      <p:boldItalic r:id="rId31"/>
    </p:embeddedFont>
    <p:embeddedFont>
      <p:font typeface="Hammersmith One" panose="02010703030501060504" pitchFamily="2" charset="77"/>
      <p:regular r:id="rId32"/>
    </p:embeddedFont>
    <p:embeddedFont>
      <p:font typeface="Inter" panose="02000503000000020004" pitchFamily="2" charset="0"/>
      <p:regular r:id="rId33"/>
      <p:bold r:id="rId34"/>
    </p:embeddedFont>
    <p:embeddedFont>
      <p:font typeface="League Spartan Medium" pitchFamily="2" charset="77"/>
      <p:regular r:id="rId35"/>
      <p:bold r:id="rId36"/>
    </p:embeddedFont>
    <p:embeddedFont>
      <p:font typeface="Livvic" pitchFamily="2" charset="77"/>
      <p:regular r:id="rId37"/>
      <p:bold r:id="rId38"/>
      <p:italic r:id="rId39"/>
      <p:boldItalic r:id="rId40"/>
    </p:embeddedFont>
    <p:embeddedFont>
      <p:font typeface="Manjari" panose="02000503000000000000" pitchFamily="2" charset="0"/>
      <p:regular r:id="rId41"/>
      <p:bold r:id="rId42"/>
    </p:embeddedFont>
    <p:embeddedFont>
      <p:font typeface="Montserrat SemiBold" panose="020F0502020204030204" pitchFamily="34" charset="0"/>
      <p:regular r:id="rId43"/>
      <p:bold r:id="rId44"/>
      <p:italic r:id="rId45"/>
      <p:boldItalic r:id="rId46"/>
    </p:embeddedFont>
    <p:embeddedFont>
      <p:font typeface="Nunito" pitchFamily="2" charset="77"/>
      <p:regular r:id="rId47"/>
      <p:bold r:id="rId48"/>
      <p:italic r:id="rId49"/>
      <p:boldItalic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  <p:embeddedFont>
      <p:font typeface="Poppins" pitchFamily="2" charset="77"/>
      <p:regular r:id="rId55"/>
      <p:bold r:id="rId56"/>
      <p:italic r:id="rId57"/>
      <p:boldItalic r:id="rId58"/>
    </p:embeddedFont>
    <p:embeddedFont>
      <p:font typeface="Roboto Condensed Light" panose="020F0302020204030204" pitchFamily="34" charset="0"/>
      <p:regular r:id="rId59"/>
      <p:italic r:id="rId60"/>
    </p:embeddedFont>
    <p:embeddedFont>
      <p:font typeface="Ubuntu" panose="020B0504030602030204" pitchFamily="34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  <a:srgbClr val="595959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0"/>
  </p:normalViewPr>
  <p:slideViewPr>
    <p:cSldViewPr snapToGrid="0">
      <p:cViewPr varScale="1">
        <p:scale>
          <a:sx n="134" d="100"/>
          <a:sy n="134" d="100"/>
        </p:scale>
        <p:origin x="100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47" Type="http://schemas.openxmlformats.org/officeDocument/2006/relationships/font" Target="fonts/font23.fntdata"/><Relationship Id="rId50" Type="http://schemas.openxmlformats.org/officeDocument/2006/relationships/font" Target="fonts/font26.fntdata"/><Relationship Id="rId55" Type="http://schemas.openxmlformats.org/officeDocument/2006/relationships/font" Target="fonts/font31.fntdata"/><Relationship Id="rId63" Type="http://schemas.openxmlformats.org/officeDocument/2006/relationships/font" Target="fonts/font39.fntdata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font" Target="fonts/font5.fntdata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45" Type="http://schemas.openxmlformats.org/officeDocument/2006/relationships/font" Target="fonts/font21.fntdata"/><Relationship Id="rId53" Type="http://schemas.openxmlformats.org/officeDocument/2006/relationships/font" Target="fonts/font29.fntdata"/><Relationship Id="rId58" Type="http://schemas.openxmlformats.org/officeDocument/2006/relationships/font" Target="fonts/font34.fntdata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37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Relationship Id="rId48" Type="http://schemas.openxmlformats.org/officeDocument/2006/relationships/font" Target="fonts/font24.fntdata"/><Relationship Id="rId56" Type="http://schemas.openxmlformats.org/officeDocument/2006/relationships/font" Target="fonts/font32.fntdata"/><Relationship Id="rId64" Type="http://schemas.openxmlformats.org/officeDocument/2006/relationships/font" Target="fonts/font40.fntdata"/><Relationship Id="rId8" Type="http://schemas.openxmlformats.org/officeDocument/2006/relationships/slide" Target="slides/slide4.xml"/><Relationship Id="rId51" Type="http://schemas.openxmlformats.org/officeDocument/2006/relationships/font" Target="fonts/font27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46" Type="http://schemas.openxmlformats.org/officeDocument/2006/relationships/font" Target="fonts/font22.fntdata"/><Relationship Id="rId59" Type="http://schemas.openxmlformats.org/officeDocument/2006/relationships/font" Target="fonts/font35.fntdata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7.fntdata"/><Relationship Id="rId54" Type="http://schemas.openxmlformats.org/officeDocument/2006/relationships/font" Target="fonts/font30.fntdata"/><Relationship Id="rId62" Type="http://schemas.openxmlformats.org/officeDocument/2006/relationships/font" Target="fonts/font3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49" Type="http://schemas.openxmlformats.org/officeDocument/2006/relationships/font" Target="fonts/font25.fntdata"/><Relationship Id="rId57" Type="http://schemas.openxmlformats.org/officeDocument/2006/relationships/font" Target="fonts/font33.fntdata"/><Relationship Id="rId10" Type="http://schemas.openxmlformats.org/officeDocument/2006/relationships/slide" Target="slides/slide6.xml"/><Relationship Id="rId31" Type="http://schemas.openxmlformats.org/officeDocument/2006/relationships/font" Target="fonts/font7.fntdata"/><Relationship Id="rId44" Type="http://schemas.openxmlformats.org/officeDocument/2006/relationships/font" Target="fonts/font20.fntdata"/><Relationship Id="rId52" Type="http://schemas.openxmlformats.org/officeDocument/2006/relationships/font" Target="fonts/font28.fntdata"/><Relationship Id="rId60" Type="http://schemas.openxmlformats.org/officeDocument/2006/relationships/font" Target="fonts/font36.fntdata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font" Target="fonts/font15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chartUserShapes" Target="../drawings/drawing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accent1"/>
                </a:solidFill>
                <a:latin typeface="GHEA Grapalat" panose="02000506050000020003" pitchFamily="50" charset="0"/>
                <a:ea typeface="+mn-ea"/>
                <a:cs typeface="+mn-cs"/>
              </a:defRPr>
            </a:pPr>
            <a:r>
              <a:rPr lang="en-US" sz="1000">
                <a:solidFill>
                  <a:schemeClr val="accent1"/>
                </a:solidFill>
                <a:latin typeface="GHEA Grapalat" panose="02000506050000020003" pitchFamily="50" charset="0"/>
              </a:rPr>
              <a:t>Figure</a:t>
            </a:r>
            <a:r>
              <a:rPr lang="hy-AM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 </a:t>
            </a:r>
            <a:r>
              <a:rPr lang="en-US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5.9: </a:t>
            </a:r>
            <a:r>
              <a:rPr lang="hy-AM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2005-2009</a:t>
            </a:r>
            <a:endParaRPr lang="en-US" sz="1000">
              <a:solidFill>
                <a:schemeClr val="accent1"/>
              </a:solidFill>
              <a:latin typeface="GHEA Grapalat" panose="02000506050000020003" pitchFamily="50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accent1"/>
              </a:solidFill>
              <a:latin typeface="GHEA Grapalat" panose="02000506050000020003" pitchFamily="50" charset="0"/>
              <a:ea typeface="+mn-ea"/>
              <a:cs typeface="+mn-cs"/>
            </a:defRPr>
          </a:pPr>
          <a:endParaRPr lang="en-AM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'Գրաֆիկ 5.9'!$B$1</c:f>
              <c:strCache>
                <c:ptCount val="1"/>
                <c:pt idx="0">
                  <c:v>FCI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'Գրաֆիկ 5.9'!$A$2:$A$18</c:f>
              <c:strCache>
                <c:ptCount val="17"/>
                <c:pt idx="0">
                  <c:v>IV 05</c:v>
                </c:pt>
                <c:pt idx="1">
                  <c:v>I 06</c:v>
                </c:pt>
                <c:pt idx="2">
                  <c:v>II</c:v>
                </c:pt>
                <c:pt idx="3">
                  <c:v>III</c:v>
                </c:pt>
                <c:pt idx="4">
                  <c:v>IV</c:v>
                </c:pt>
                <c:pt idx="5">
                  <c:v>I 07</c:v>
                </c:pt>
                <c:pt idx="6">
                  <c:v>II</c:v>
                </c:pt>
                <c:pt idx="7">
                  <c:v>III</c:v>
                </c:pt>
                <c:pt idx="8">
                  <c:v>IV</c:v>
                </c:pt>
                <c:pt idx="9">
                  <c:v>I 08</c:v>
                </c:pt>
                <c:pt idx="10">
                  <c:v>II</c:v>
                </c:pt>
                <c:pt idx="11">
                  <c:v>III</c:v>
                </c:pt>
                <c:pt idx="12">
                  <c:v>IV</c:v>
                </c:pt>
                <c:pt idx="13">
                  <c:v>I 09</c:v>
                </c:pt>
                <c:pt idx="14">
                  <c:v>II</c:v>
                </c:pt>
                <c:pt idx="15">
                  <c:v>III</c:v>
                </c:pt>
                <c:pt idx="16">
                  <c:v>IV</c:v>
                </c:pt>
              </c:strCache>
            </c:strRef>
          </c:cat>
          <c:val>
            <c:numRef>
              <c:f>'Գրաֆիկ 5.9'!$B$2:$B$18</c:f>
              <c:numCache>
                <c:formatCode>General</c:formatCode>
                <c:ptCount val="17"/>
                <c:pt idx="0">
                  <c:v>6.2699129489176206E-2</c:v>
                </c:pt>
                <c:pt idx="1">
                  <c:v>6.9256224693105897E-2</c:v>
                </c:pt>
                <c:pt idx="2">
                  <c:v>7.6961538655734005E-2</c:v>
                </c:pt>
                <c:pt idx="3">
                  <c:v>8.4668042118889494E-2</c:v>
                </c:pt>
                <c:pt idx="4">
                  <c:v>9.6612251367392099E-2</c:v>
                </c:pt>
                <c:pt idx="5">
                  <c:v>0.119599700920896</c:v>
                </c:pt>
                <c:pt idx="6">
                  <c:v>0.153207610529525</c:v>
                </c:pt>
                <c:pt idx="7">
                  <c:v>0.19738632903718301</c:v>
                </c:pt>
                <c:pt idx="8">
                  <c:v>0.24992758272849599</c:v>
                </c:pt>
                <c:pt idx="9">
                  <c:v>0.31165051494294299</c:v>
                </c:pt>
                <c:pt idx="10">
                  <c:v>0.36571902683642998</c:v>
                </c:pt>
                <c:pt idx="11">
                  <c:v>0.382846235881939</c:v>
                </c:pt>
                <c:pt idx="12">
                  <c:v>0.32903928937497101</c:v>
                </c:pt>
                <c:pt idx="13">
                  <c:v>0.217061555802885</c:v>
                </c:pt>
                <c:pt idx="14">
                  <c:v>0.10160770095096699</c:v>
                </c:pt>
                <c:pt idx="15">
                  <c:v>5.40273149337583E-2</c:v>
                </c:pt>
                <c:pt idx="16">
                  <c:v>5.0779325333520503E-2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16-0443-9864-32D1AF24B758}"/>
            </c:ext>
          </c:extLst>
        </c:ser>
        <c:ser>
          <c:idx val="1"/>
          <c:order val="1"/>
          <c:tx>
            <c:strRef>
              <c:f>'Գրաֆիկ 5.9'!$C$1</c:f>
              <c:strCache>
                <c:ptCount val="1"/>
                <c:pt idx="0">
                  <c:v>Median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'Գրաֆիկ 5.9'!$A$2:$A$18</c:f>
              <c:strCache>
                <c:ptCount val="17"/>
                <c:pt idx="0">
                  <c:v>IV 05</c:v>
                </c:pt>
                <c:pt idx="1">
                  <c:v>I 06</c:v>
                </c:pt>
                <c:pt idx="2">
                  <c:v>II</c:v>
                </c:pt>
                <c:pt idx="3">
                  <c:v>III</c:v>
                </c:pt>
                <c:pt idx="4">
                  <c:v>IV</c:v>
                </c:pt>
                <c:pt idx="5">
                  <c:v>I 07</c:v>
                </c:pt>
                <c:pt idx="6">
                  <c:v>II</c:v>
                </c:pt>
                <c:pt idx="7">
                  <c:v>III</c:v>
                </c:pt>
                <c:pt idx="8">
                  <c:v>IV</c:v>
                </c:pt>
                <c:pt idx="9">
                  <c:v>I 08</c:v>
                </c:pt>
                <c:pt idx="10">
                  <c:v>II</c:v>
                </c:pt>
                <c:pt idx="11">
                  <c:v>III</c:v>
                </c:pt>
                <c:pt idx="12">
                  <c:v>IV</c:v>
                </c:pt>
                <c:pt idx="13">
                  <c:v>I 09</c:v>
                </c:pt>
                <c:pt idx="14">
                  <c:v>II</c:v>
                </c:pt>
                <c:pt idx="15">
                  <c:v>III</c:v>
                </c:pt>
                <c:pt idx="16">
                  <c:v>IV</c:v>
                </c:pt>
              </c:strCache>
            </c:strRef>
          </c:cat>
          <c:val>
            <c:numRef>
              <c:f>'Գրաֆիկ 5.9'!$C$2:$C$18</c:f>
              <c:numCache>
                <c:formatCode>General</c:formatCode>
                <c:ptCount val="17"/>
                <c:pt idx="0">
                  <c:v>0.119599700920896</c:v>
                </c:pt>
                <c:pt idx="1">
                  <c:v>0.119599700920896</c:v>
                </c:pt>
                <c:pt idx="2">
                  <c:v>0.119599700920896</c:v>
                </c:pt>
                <c:pt idx="3">
                  <c:v>0.119599700920896</c:v>
                </c:pt>
                <c:pt idx="4">
                  <c:v>0.119599700920896</c:v>
                </c:pt>
                <c:pt idx="5">
                  <c:v>0.119599700920896</c:v>
                </c:pt>
                <c:pt idx="6">
                  <c:v>0.119599700920896</c:v>
                </c:pt>
                <c:pt idx="7">
                  <c:v>0.119599700920896</c:v>
                </c:pt>
                <c:pt idx="8">
                  <c:v>0.119599700920896</c:v>
                </c:pt>
                <c:pt idx="9">
                  <c:v>0.119599700920896</c:v>
                </c:pt>
                <c:pt idx="10">
                  <c:v>0.119599700920896</c:v>
                </c:pt>
                <c:pt idx="11">
                  <c:v>0.119599700920896</c:v>
                </c:pt>
                <c:pt idx="12">
                  <c:v>0.119599700920896</c:v>
                </c:pt>
                <c:pt idx="13">
                  <c:v>0.119599700920896</c:v>
                </c:pt>
                <c:pt idx="14">
                  <c:v>0.119599700920896</c:v>
                </c:pt>
                <c:pt idx="15">
                  <c:v>0.119599700920896</c:v>
                </c:pt>
                <c:pt idx="16">
                  <c:v>0.119599700920896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16-0443-9864-32D1AF24B758}"/>
            </c:ext>
          </c:extLst>
        </c:ser>
        <c:ser>
          <c:idx val="2"/>
          <c:order val="2"/>
          <c:tx>
            <c:strRef>
              <c:f>'Գրաֆիկ 5.9'!$D$1</c:f>
              <c:strCache>
                <c:ptCount val="1"/>
                <c:pt idx="0">
                  <c:v>Creation of buffer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'Գրաֆիկ 5.9'!$A$2:$A$18</c:f>
              <c:strCache>
                <c:ptCount val="17"/>
                <c:pt idx="0">
                  <c:v>IV 05</c:v>
                </c:pt>
                <c:pt idx="1">
                  <c:v>I 06</c:v>
                </c:pt>
                <c:pt idx="2">
                  <c:v>II</c:v>
                </c:pt>
                <c:pt idx="3">
                  <c:v>III</c:v>
                </c:pt>
                <c:pt idx="4">
                  <c:v>IV</c:v>
                </c:pt>
                <c:pt idx="5">
                  <c:v>I 07</c:v>
                </c:pt>
                <c:pt idx="6">
                  <c:v>II</c:v>
                </c:pt>
                <c:pt idx="7">
                  <c:v>III</c:v>
                </c:pt>
                <c:pt idx="8">
                  <c:v>IV</c:v>
                </c:pt>
                <c:pt idx="9">
                  <c:v>I 08</c:v>
                </c:pt>
                <c:pt idx="10">
                  <c:v>II</c:v>
                </c:pt>
                <c:pt idx="11">
                  <c:v>III</c:v>
                </c:pt>
                <c:pt idx="12">
                  <c:v>IV</c:v>
                </c:pt>
                <c:pt idx="13">
                  <c:v>I 09</c:v>
                </c:pt>
                <c:pt idx="14">
                  <c:v>II</c:v>
                </c:pt>
                <c:pt idx="15">
                  <c:v>III</c:v>
                </c:pt>
                <c:pt idx="16">
                  <c:v>IV</c:v>
                </c:pt>
              </c:strCache>
            </c:strRef>
          </c:cat>
          <c:val>
            <c:numRef>
              <c:f>'Գրաֆիկ 5.9'!$D$2:$D$18</c:f>
              <c:numCache>
                <c:formatCode>General</c:formatCode>
                <c:ptCount val="17"/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416-0443-9864-32D1AF24B758}"/>
            </c:ext>
          </c:extLst>
        </c:ser>
        <c:ser>
          <c:idx val="3"/>
          <c:order val="3"/>
          <c:tx>
            <c:strRef>
              <c:f>'Գրաֆիկ 5.9'!$E$1</c:f>
              <c:strCache>
                <c:ptCount val="1"/>
                <c:pt idx="0">
                  <c:v>Decision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square"/>
            <c:size val="5"/>
            <c:spPr>
              <a:solidFill>
                <a:srgbClr val="00B05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416-0443-9864-32D1AF24B75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416-0443-9864-32D1AF24B75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416-0443-9864-32D1AF24B75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416-0443-9864-32D1AF24B75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416-0443-9864-32D1AF24B75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416-0443-9864-32D1AF24B75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416-0443-9864-32D1AF24B758}"/>
                </c:ext>
              </c:extLst>
            </c:dLbl>
            <c:dLbl>
              <c:idx val="7"/>
              <c:tx>
                <c:strRef>
                  <c:f>'Գրաֆիկ 5.9'!$G$9</c:f>
                  <c:strCache>
                    <c:ptCount val="1"/>
                    <c:pt idx="0">
                      <c:v>0.25%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{13B0B506-72E1-AD40-9109-18C4792CA237}</c15:txfldGUID>
                      <c15:f>'Գրաֆիկ 5.9'!$G$9</c15:f>
                      <c15:dlblFieldTableCache>
                        <c:ptCount val="1"/>
                        <c:pt idx="0">
                          <c:v>0.25%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A-7416-0443-9864-32D1AF24B758}"/>
                </c:ext>
              </c:extLst>
            </c:dLbl>
            <c:dLbl>
              <c:idx val="8"/>
              <c:tx>
                <c:strRef>
                  <c:f>'Գրաֆիկ 5.9'!$G$10</c:f>
                  <c:strCache>
                    <c:ptCount val="1"/>
                    <c:pt idx="0">
                      <c:v>0.50%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{3F6A3EB5-26C8-8D41-BE38-8A92C2A59CCC}</c15:txfldGUID>
                      <c15:f>'Գրաֆիկ 5.9'!$G$10</c15:f>
                      <c15:dlblFieldTableCache>
                        <c:ptCount val="1"/>
                        <c:pt idx="0">
                          <c:v>0.50%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B-7416-0443-9864-32D1AF24B758}"/>
                </c:ext>
              </c:extLst>
            </c:dLbl>
            <c:dLbl>
              <c:idx val="9"/>
              <c:tx>
                <c:strRef>
                  <c:f>'Գրաֆիկ 5.9'!$G$11</c:f>
                  <c:strCache>
                    <c:ptCount val="1"/>
                    <c:pt idx="0">
                      <c:v>0.75%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{E46A4EB9-744C-0D42-8644-A3683EB5ACDB}</c15:txfldGUID>
                      <c15:f>'Գրաֆիկ 5.9'!$G$11</c15:f>
                      <c15:dlblFieldTableCache>
                        <c:ptCount val="1"/>
                        <c:pt idx="0">
                          <c:v>0.75%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C-7416-0443-9864-32D1AF24B758}"/>
                </c:ext>
              </c:extLst>
            </c:dLbl>
            <c:dLbl>
              <c:idx val="10"/>
              <c:layout>
                <c:manualLayout>
                  <c:x val="-1.4973453025052609E-16"/>
                  <c:y val="2.8154847225908251E-2"/>
                </c:manualLayout>
              </c:layout>
              <c:tx>
                <c:strRef>
                  <c:f>'Գրաֆիկ 5.9'!$G$12</c:f>
                  <c:strCache>
                    <c:ptCount val="1"/>
                    <c:pt idx="0">
                      <c:v>1.00%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{70C30527-3E8E-B247-A0FC-0667D952F9B5}</c15:txfldGUID>
                      <c15:f>'Գրաֆիկ 5.9'!$G$12</c15:f>
                      <c15:dlblFieldTableCache>
                        <c:ptCount val="1"/>
                        <c:pt idx="0">
                          <c:v>1.00%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D-7416-0443-9864-32D1AF24B758}"/>
                </c:ext>
              </c:extLst>
            </c:dLbl>
            <c:dLbl>
              <c:idx val="11"/>
              <c:layout>
                <c:manualLayout>
                  <c:x val="1.0209290454313425E-2"/>
                  <c:y val="0.13272999406499622"/>
                </c:manualLayout>
              </c:layout>
              <c:tx>
                <c:strRef>
                  <c:f>'Գրաֆիկ 5.9'!$G$13</c:f>
                  <c:strCache>
                    <c:ptCount val="1"/>
                    <c:pt idx="0">
                      <c:v>1.25%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{4C68942D-A902-DB4B-82E2-673A1C9D5F85}</c15:txfldGUID>
                      <c15:f>'Գրաֆիկ 5.9'!$G$13</c15:f>
                      <c15:dlblFieldTableCache>
                        <c:ptCount val="1"/>
                        <c:pt idx="0">
                          <c:v>1.25%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E-7416-0443-9864-32D1AF24B758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416-0443-9864-32D1AF24B758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7416-0443-9864-32D1AF24B758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7416-0443-9864-32D1AF24B758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7416-0443-9864-32D1AF24B758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7416-0443-9864-32D1AF24B7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M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'Գրաֆիկ 5.9'!$A$2:$A$18</c:f>
              <c:strCache>
                <c:ptCount val="17"/>
                <c:pt idx="0">
                  <c:v>IV 05</c:v>
                </c:pt>
                <c:pt idx="1">
                  <c:v>I 06</c:v>
                </c:pt>
                <c:pt idx="2">
                  <c:v>II</c:v>
                </c:pt>
                <c:pt idx="3">
                  <c:v>III</c:v>
                </c:pt>
                <c:pt idx="4">
                  <c:v>IV</c:v>
                </c:pt>
                <c:pt idx="5">
                  <c:v>I 07</c:v>
                </c:pt>
                <c:pt idx="6">
                  <c:v>II</c:v>
                </c:pt>
                <c:pt idx="7">
                  <c:v>III</c:v>
                </c:pt>
                <c:pt idx="8">
                  <c:v>IV</c:v>
                </c:pt>
                <c:pt idx="9">
                  <c:v>I 08</c:v>
                </c:pt>
                <c:pt idx="10">
                  <c:v>II</c:v>
                </c:pt>
                <c:pt idx="11">
                  <c:v>III</c:v>
                </c:pt>
                <c:pt idx="12">
                  <c:v>IV</c:v>
                </c:pt>
                <c:pt idx="13">
                  <c:v>I 09</c:v>
                </c:pt>
                <c:pt idx="14">
                  <c:v>II</c:v>
                </c:pt>
                <c:pt idx="15">
                  <c:v>III</c:v>
                </c:pt>
                <c:pt idx="16">
                  <c:v>IV</c:v>
                </c:pt>
              </c:strCache>
            </c:strRef>
          </c:cat>
          <c:val>
            <c:numRef>
              <c:f>'Գրաֆիկ 5.9'!$E$2:$E$18</c:f>
              <c:numCache>
                <c:formatCode>General</c:formatCode>
                <c:ptCount val="17"/>
                <c:pt idx="7">
                  <c:v>0.17764769613346471</c:v>
                </c:pt>
                <c:pt idx="8">
                  <c:v>0.22493482445564639</c:v>
                </c:pt>
                <c:pt idx="9">
                  <c:v>0.28048546344864866</c:v>
                </c:pt>
                <c:pt idx="10">
                  <c:v>0.32914712415278696</c:v>
                </c:pt>
                <c:pt idx="11">
                  <c:v>0.3445616122937451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'Գրաֆիկ 5.9'!$G$20:$G$24</c15:f>
                <c15:dlblRangeCache>
                  <c:ptCount val="5"/>
                </c15:dlblRangeCache>
              </c15:datalabelsRange>
            </c:ext>
            <c:ext xmlns:c16="http://schemas.microsoft.com/office/drawing/2014/chart" uri="{C3380CC4-5D6E-409C-BE32-E72D297353CC}">
              <c16:uniqueId val="{00000014-7416-0443-9864-32D1AF24B758}"/>
            </c:ext>
          </c:extLst>
        </c:ser>
        <c:ser>
          <c:idx val="4"/>
          <c:order val="4"/>
          <c:tx>
            <c:strRef>
              <c:f>'Գրաֆիկ 5.9'!$F$1</c:f>
              <c:strCache>
                <c:ptCount val="1"/>
                <c:pt idx="0">
                  <c:v>Enforced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8"/>
            <c:spPr>
              <a:solidFill>
                <a:srgbClr val="C0000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dLbl>
              <c:idx val="11"/>
              <c:tx>
                <c:strRef>
                  <c:f>'Գրաֆիկ 5.9'!$H$13</c:f>
                  <c:strCache>
                    <c:ptCount val="1"/>
                    <c:pt idx="0">
                      <c:v>0.25%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{A61B8253-5683-1D4E-BB89-5C3C10213097}</c15:txfldGUID>
                      <c15:f>'Գրաֆիկ 5.9'!$H$13</c15:f>
                      <c15:dlblFieldTableCache>
                        <c:ptCount val="1"/>
                        <c:pt idx="0">
                          <c:v>0.25%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5-7416-0443-9864-32D1AF24B75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M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'Գրաֆիկ 5.9'!$A$2:$A$18</c:f>
              <c:strCache>
                <c:ptCount val="17"/>
                <c:pt idx="0">
                  <c:v>IV 05</c:v>
                </c:pt>
                <c:pt idx="1">
                  <c:v>I 06</c:v>
                </c:pt>
                <c:pt idx="2">
                  <c:v>II</c:v>
                </c:pt>
                <c:pt idx="3">
                  <c:v>III</c:v>
                </c:pt>
                <c:pt idx="4">
                  <c:v>IV</c:v>
                </c:pt>
                <c:pt idx="5">
                  <c:v>I 07</c:v>
                </c:pt>
                <c:pt idx="6">
                  <c:v>II</c:v>
                </c:pt>
                <c:pt idx="7">
                  <c:v>III</c:v>
                </c:pt>
                <c:pt idx="8">
                  <c:v>IV</c:v>
                </c:pt>
                <c:pt idx="9">
                  <c:v>I 08</c:v>
                </c:pt>
                <c:pt idx="10">
                  <c:v>II</c:v>
                </c:pt>
                <c:pt idx="11">
                  <c:v>III</c:v>
                </c:pt>
                <c:pt idx="12">
                  <c:v>IV</c:v>
                </c:pt>
                <c:pt idx="13">
                  <c:v>I 09</c:v>
                </c:pt>
                <c:pt idx="14">
                  <c:v>II</c:v>
                </c:pt>
                <c:pt idx="15">
                  <c:v>III</c:v>
                </c:pt>
                <c:pt idx="16">
                  <c:v>IV</c:v>
                </c:pt>
              </c:strCache>
            </c:strRef>
          </c:cat>
          <c:val>
            <c:numRef>
              <c:f>'Գրաֆիկ 5.9'!$F$2:$F$18</c:f>
              <c:numCache>
                <c:formatCode>General</c:formatCode>
                <c:ptCount val="17"/>
                <c:pt idx="11">
                  <c:v>0.40836931827406825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7416-0443-9864-32D1AF24B7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1725600"/>
        <c:axId val="721734616"/>
      </c:lineChart>
      <c:catAx>
        <c:axId val="72172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M"/>
          </a:p>
        </c:txPr>
        <c:crossAx val="721734616"/>
        <c:crosses val="autoZero"/>
        <c:auto val="1"/>
        <c:lblAlgn val="ctr"/>
        <c:lblOffset val="100"/>
        <c:noMultiLvlLbl val="0"/>
      </c:catAx>
      <c:valAx>
        <c:axId val="721734616"/>
        <c:scaling>
          <c:orientation val="minMax"/>
          <c:max val="0.4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M"/>
          </a:p>
        </c:txPr>
        <c:crossAx val="7217256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M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M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accent1"/>
                </a:solidFill>
                <a:latin typeface="GHEA Grapalat" panose="02000506050000020003" pitchFamily="50" charset="0"/>
                <a:ea typeface="+mn-ea"/>
                <a:cs typeface="+mn-cs"/>
              </a:defRPr>
            </a:pPr>
            <a:r>
              <a:rPr lang="en-US" sz="1000">
                <a:solidFill>
                  <a:schemeClr val="accent1"/>
                </a:solidFill>
                <a:latin typeface="GHEA Grapalat" panose="02000506050000020003" pitchFamily="50" charset="0"/>
              </a:rPr>
              <a:t>Figure</a:t>
            </a:r>
            <a:r>
              <a:rPr lang="hy-AM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 </a:t>
            </a:r>
            <a:r>
              <a:rPr lang="en-US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5.10: </a:t>
            </a:r>
            <a:r>
              <a:rPr lang="hy-AM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20</a:t>
            </a:r>
            <a:r>
              <a:rPr lang="en-US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10</a:t>
            </a:r>
            <a:r>
              <a:rPr lang="hy-AM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-20</a:t>
            </a:r>
            <a:r>
              <a:rPr lang="en-US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14</a:t>
            </a:r>
            <a:endParaRPr lang="en-US" sz="1000">
              <a:solidFill>
                <a:schemeClr val="accent1"/>
              </a:solidFill>
              <a:latin typeface="GHEA Grapalat" panose="02000506050000020003" pitchFamily="50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accent1"/>
              </a:solidFill>
              <a:latin typeface="GHEA Grapalat" panose="02000506050000020003" pitchFamily="50" charset="0"/>
              <a:ea typeface="+mn-ea"/>
              <a:cs typeface="+mn-cs"/>
            </a:defRPr>
          </a:pPr>
          <a:endParaRPr lang="en-AM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'Գրաֆիկ 5.10.'!$B$1</c:f>
              <c:strCache>
                <c:ptCount val="1"/>
                <c:pt idx="0">
                  <c:v>FCI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'Գրաֆիկ 5.10.'!$A$2:$A$19</c:f>
              <c:strCache>
                <c:ptCount val="18"/>
                <c:pt idx="0">
                  <c:v>I 10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I 11</c:v>
                </c:pt>
                <c:pt idx="5">
                  <c:v>II</c:v>
                </c:pt>
                <c:pt idx="6">
                  <c:v>III</c:v>
                </c:pt>
                <c:pt idx="7">
                  <c:v>IV</c:v>
                </c:pt>
                <c:pt idx="8">
                  <c:v>I 12</c:v>
                </c:pt>
                <c:pt idx="9">
                  <c:v>II</c:v>
                </c:pt>
                <c:pt idx="10">
                  <c:v>III</c:v>
                </c:pt>
                <c:pt idx="11">
                  <c:v>IV</c:v>
                </c:pt>
                <c:pt idx="12">
                  <c:v>I 13</c:v>
                </c:pt>
                <c:pt idx="13">
                  <c:v>II</c:v>
                </c:pt>
                <c:pt idx="14">
                  <c:v>III</c:v>
                </c:pt>
                <c:pt idx="15">
                  <c:v>IV</c:v>
                </c:pt>
                <c:pt idx="16">
                  <c:v>I 14</c:v>
                </c:pt>
                <c:pt idx="17">
                  <c:v>II</c:v>
                </c:pt>
              </c:strCache>
            </c:strRef>
          </c:cat>
          <c:val>
            <c:numRef>
              <c:f>'Գրաֆիկ 5.10.'!$B$2:$B$19</c:f>
              <c:numCache>
                <c:formatCode>General</c:formatCode>
                <c:ptCount val="18"/>
                <c:pt idx="0">
                  <c:v>7.2650985014294095E-2</c:v>
                </c:pt>
                <c:pt idx="1">
                  <c:v>0.11047471407753</c:v>
                </c:pt>
                <c:pt idx="2">
                  <c:v>0.16421343017072099</c:v>
                </c:pt>
                <c:pt idx="3">
                  <c:v>0.21798158014893701</c:v>
                </c:pt>
                <c:pt idx="4">
                  <c:v>0.26167602578246701</c:v>
                </c:pt>
                <c:pt idx="5">
                  <c:v>0.29246641582252703</c:v>
                </c:pt>
                <c:pt idx="6">
                  <c:v>0.30364631050812502</c:v>
                </c:pt>
                <c:pt idx="7">
                  <c:v>0.281691943863011</c:v>
                </c:pt>
                <c:pt idx="8">
                  <c:v>0.26254265591798698</c:v>
                </c:pt>
                <c:pt idx="9">
                  <c:v>0.27331943949712101</c:v>
                </c:pt>
                <c:pt idx="10">
                  <c:v>0.29942275093843301</c:v>
                </c:pt>
                <c:pt idx="11">
                  <c:v>0.32789602255727002</c:v>
                </c:pt>
                <c:pt idx="12">
                  <c:v>0.32959598365239201</c:v>
                </c:pt>
                <c:pt idx="13">
                  <c:v>0.29199997200944</c:v>
                </c:pt>
                <c:pt idx="14">
                  <c:v>0.23257990523702601</c:v>
                </c:pt>
                <c:pt idx="15">
                  <c:v>0.168993366736398</c:v>
                </c:pt>
                <c:pt idx="16">
                  <c:v>0.115080084488054</c:v>
                </c:pt>
                <c:pt idx="17">
                  <c:v>0.11967134046389299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D07-3F4F-A6F1-1AE576AA8ED9}"/>
            </c:ext>
          </c:extLst>
        </c:ser>
        <c:ser>
          <c:idx val="1"/>
          <c:order val="1"/>
          <c:tx>
            <c:strRef>
              <c:f>'Գրաֆիկ 5.10.'!$C$1</c:f>
              <c:strCache>
                <c:ptCount val="1"/>
                <c:pt idx="0">
                  <c:v>Median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strRef>
              <c:f>'Գրաֆիկ 5.10.'!$A$2:$A$19</c:f>
              <c:strCache>
                <c:ptCount val="18"/>
                <c:pt idx="0">
                  <c:v>I 10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I 11</c:v>
                </c:pt>
                <c:pt idx="5">
                  <c:v>II</c:v>
                </c:pt>
                <c:pt idx="6">
                  <c:v>III</c:v>
                </c:pt>
                <c:pt idx="7">
                  <c:v>IV</c:v>
                </c:pt>
                <c:pt idx="8">
                  <c:v>I 12</c:v>
                </c:pt>
                <c:pt idx="9">
                  <c:v>II</c:v>
                </c:pt>
                <c:pt idx="10">
                  <c:v>III</c:v>
                </c:pt>
                <c:pt idx="11">
                  <c:v>IV</c:v>
                </c:pt>
                <c:pt idx="12">
                  <c:v>I 13</c:v>
                </c:pt>
                <c:pt idx="13">
                  <c:v>II</c:v>
                </c:pt>
                <c:pt idx="14">
                  <c:v>III</c:v>
                </c:pt>
                <c:pt idx="15">
                  <c:v>IV</c:v>
                </c:pt>
                <c:pt idx="16">
                  <c:v>I 14</c:v>
                </c:pt>
                <c:pt idx="17">
                  <c:v>II</c:v>
                </c:pt>
              </c:strCache>
            </c:strRef>
          </c:cat>
          <c:val>
            <c:numRef>
              <c:f>'Գրաֆիկ 5.10.'!$C$2:$C$19</c:f>
              <c:numCache>
                <c:formatCode>General</c:formatCode>
                <c:ptCount val="18"/>
                <c:pt idx="0">
                  <c:v>0.119599700920896</c:v>
                </c:pt>
                <c:pt idx="1">
                  <c:v>0.119599700920896</c:v>
                </c:pt>
                <c:pt idx="2">
                  <c:v>0.119599700920896</c:v>
                </c:pt>
                <c:pt idx="3">
                  <c:v>0.119599700920896</c:v>
                </c:pt>
                <c:pt idx="4">
                  <c:v>0.119599700920896</c:v>
                </c:pt>
                <c:pt idx="5">
                  <c:v>0.119599700920896</c:v>
                </c:pt>
                <c:pt idx="6">
                  <c:v>0.119599700920896</c:v>
                </c:pt>
                <c:pt idx="7">
                  <c:v>0.119599700920896</c:v>
                </c:pt>
                <c:pt idx="8">
                  <c:v>0.119599700920896</c:v>
                </c:pt>
                <c:pt idx="9">
                  <c:v>0.119599700920896</c:v>
                </c:pt>
                <c:pt idx="10">
                  <c:v>0.119599700920896</c:v>
                </c:pt>
                <c:pt idx="11">
                  <c:v>0.119599700920896</c:v>
                </c:pt>
                <c:pt idx="12">
                  <c:v>0.119599700920896</c:v>
                </c:pt>
                <c:pt idx="13">
                  <c:v>0.119599700920896</c:v>
                </c:pt>
                <c:pt idx="14">
                  <c:v>0.119599700920896</c:v>
                </c:pt>
                <c:pt idx="15">
                  <c:v>0.119599700920896</c:v>
                </c:pt>
                <c:pt idx="16">
                  <c:v>0.119599700920896</c:v>
                </c:pt>
                <c:pt idx="17">
                  <c:v>0.119599700920896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D07-3F4F-A6F1-1AE576AA8ED9}"/>
            </c:ext>
          </c:extLst>
        </c:ser>
        <c:ser>
          <c:idx val="2"/>
          <c:order val="2"/>
          <c:tx>
            <c:strRef>
              <c:f>'Գրաֆիկ 5.10.'!$D$1</c:f>
              <c:strCache>
                <c:ptCount val="1"/>
                <c:pt idx="0">
                  <c:v>Creation of buffer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'Գրաֆիկ 5.10.'!$A$2:$A$19</c:f>
              <c:strCache>
                <c:ptCount val="18"/>
                <c:pt idx="0">
                  <c:v>I 10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I 11</c:v>
                </c:pt>
                <c:pt idx="5">
                  <c:v>II</c:v>
                </c:pt>
                <c:pt idx="6">
                  <c:v>III</c:v>
                </c:pt>
                <c:pt idx="7">
                  <c:v>IV</c:v>
                </c:pt>
                <c:pt idx="8">
                  <c:v>I 12</c:v>
                </c:pt>
                <c:pt idx="9">
                  <c:v>II</c:v>
                </c:pt>
                <c:pt idx="10">
                  <c:v>III</c:v>
                </c:pt>
                <c:pt idx="11">
                  <c:v>IV</c:v>
                </c:pt>
                <c:pt idx="12">
                  <c:v>I 13</c:v>
                </c:pt>
                <c:pt idx="13">
                  <c:v>II</c:v>
                </c:pt>
                <c:pt idx="14">
                  <c:v>III</c:v>
                </c:pt>
                <c:pt idx="15">
                  <c:v>IV</c:v>
                </c:pt>
                <c:pt idx="16">
                  <c:v>I 14</c:v>
                </c:pt>
                <c:pt idx="17">
                  <c:v>II</c:v>
                </c:pt>
              </c:strCache>
            </c:strRef>
          </c:cat>
          <c:val>
            <c:numRef>
              <c:f>'Գրաֆիկ 5.10.'!$D$2:$D$19</c:f>
              <c:numCache>
                <c:formatCode>General</c:formatCode>
                <c:ptCount val="18"/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D07-3F4F-A6F1-1AE576AA8ED9}"/>
            </c:ext>
          </c:extLst>
        </c:ser>
        <c:ser>
          <c:idx val="3"/>
          <c:order val="3"/>
          <c:tx>
            <c:strRef>
              <c:f>'Գրաֆիկ 5.10.'!$E$1</c:f>
              <c:strCache>
                <c:ptCount val="1"/>
                <c:pt idx="0">
                  <c:v>Decision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square"/>
            <c:size val="5"/>
            <c:spPr>
              <a:solidFill>
                <a:srgbClr val="00B05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D07-3F4F-A6F1-1AE576AA8ED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D07-3F4F-A6F1-1AE576AA8ED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D07-3F4F-A6F1-1AE576AA8ED9}"/>
                </c:ext>
              </c:extLst>
            </c:dLbl>
            <c:dLbl>
              <c:idx val="3"/>
              <c:tx>
                <c:strRef>
                  <c:f>'Գրաֆիկ 5.10.'!$G$5</c:f>
                  <c:strCache>
                    <c:ptCount val="1"/>
                    <c:pt idx="0">
                      <c:v>0.25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{E6D2DF6F-3585-9B41-ACE5-3908A0767423}</c15:txfldGUID>
                      <c15:f>'Գրաֆիկ 5.10.'!$G$5</c15:f>
                      <c15:dlblFieldTableCache>
                        <c:ptCount val="1"/>
                        <c:pt idx="0">
                          <c:v>0.25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6-2D07-3F4F-A6F1-1AE576AA8ED9}"/>
                </c:ext>
              </c:extLst>
            </c:dLbl>
            <c:dLbl>
              <c:idx val="4"/>
              <c:tx>
                <c:strRef>
                  <c:f>'Գրաֆիկ 5.10.'!$G$6</c:f>
                  <c:strCache>
                    <c:ptCount val="1"/>
                    <c:pt idx="0">
                      <c:v>0.5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{B17D6BB9-C52E-0446-8072-EA5C7B256F9E}</c15:txfldGUID>
                      <c15:f>'Գրաֆիկ 5.10.'!$G$6</c15:f>
                      <c15:dlblFieldTableCache>
                        <c:ptCount val="1"/>
                        <c:pt idx="0">
                          <c:v>0.5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7-2D07-3F4F-A6F1-1AE576AA8ED9}"/>
                </c:ext>
              </c:extLst>
            </c:dLbl>
            <c:dLbl>
              <c:idx val="5"/>
              <c:layout>
                <c:manualLayout>
                  <c:x val="4.3964311956335593E-17"/>
                  <c:y val="3.8591419273891814E-2"/>
                </c:manualLayout>
              </c:layout>
              <c:tx>
                <c:strRef>
                  <c:f>'Գրաֆիկ 5.10.'!$G$7</c:f>
                  <c:strCache>
                    <c:ptCount val="1"/>
                    <c:pt idx="0">
                      <c:v>0.75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{99FE98A4-E8EE-4E41-8BB6-838C4E4322E4}</c15:txfldGUID>
                      <c15:f>'Գրաֆիկ 5.10.'!$G$7</c15:f>
                      <c15:dlblFieldTableCache>
                        <c:ptCount val="1"/>
                        <c:pt idx="0">
                          <c:v>0.75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8-2D07-3F4F-A6F1-1AE576AA8ED9}"/>
                </c:ext>
              </c:extLst>
            </c:dLbl>
            <c:dLbl>
              <c:idx val="6"/>
              <c:tx>
                <c:strRef>
                  <c:f>'Գրաֆիկ 5.10.'!$G$8</c:f>
                  <c:strCache>
                    <c:ptCount val="1"/>
                    <c:pt idx="0">
                      <c:v>1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{B59D3967-1978-D14B-9E06-60A43C8C2EF7}</c15:txfldGUID>
                      <c15:f>'Գրաֆիկ 5.10.'!$G$8</c15:f>
                      <c15:dlblFieldTableCache>
                        <c:ptCount val="1"/>
                        <c:pt idx="0">
                          <c:v>1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9-2D07-3F4F-A6F1-1AE576AA8ED9}"/>
                </c:ext>
              </c:extLst>
            </c:dLbl>
            <c:dLbl>
              <c:idx val="7"/>
              <c:layout>
                <c:manualLayout>
                  <c:x val="-3.836929731126025E-2"/>
                  <c:y val="5.4027986983448538E-2"/>
                </c:manualLayout>
              </c:layout>
              <c:tx>
                <c:strRef>
                  <c:f>'Գրաֆիկ 5.10.'!$G$9</c:f>
                  <c:strCache>
                    <c:ptCount val="1"/>
                    <c:pt idx="0">
                      <c:v>1.25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{3B6922E9-F869-1445-92F4-0177A2D8BF7A}</c15:txfldGUID>
                      <c15:f>'Գրաֆիկ 5.10.'!$G$9</c15:f>
                      <c15:dlblFieldTableCache>
                        <c:ptCount val="1"/>
                        <c:pt idx="0">
                          <c:v>1.25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A-2D07-3F4F-A6F1-1AE576AA8ED9}"/>
                </c:ext>
              </c:extLst>
            </c:dLbl>
            <c:dLbl>
              <c:idx val="8"/>
              <c:layout>
                <c:manualLayout>
                  <c:x val="-1.918464865563017E-2"/>
                  <c:y val="4.245056120128099E-2"/>
                </c:manualLayout>
              </c:layout>
              <c:tx>
                <c:strRef>
                  <c:f>'Գրաֆիկ 5.10.'!$G$10</c:f>
                  <c:strCache>
                    <c:ptCount val="1"/>
                    <c:pt idx="0">
                      <c:v>1.5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{4212EB5C-B762-DA49-A4E5-0EE81C204BF1}</c15:txfldGUID>
                      <c15:f>'Գրաֆիկ 5.10.'!$G$10</c15:f>
                      <c15:dlblFieldTableCache>
                        <c:ptCount val="1"/>
                        <c:pt idx="0">
                          <c:v>1.5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B-2D07-3F4F-A6F1-1AE576AA8ED9}"/>
                </c:ext>
              </c:extLst>
            </c:dLbl>
            <c:dLbl>
              <c:idx val="9"/>
              <c:layout>
                <c:manualLayout>
                  <c:x val="-9.5923243278151285E-3"/>
                  <c:y val="4.6309703128670172E-2"/>
                </c:manualLayout>
              </c:layout>
              <c:tx>
                <c:strRef>
                  <c:f>'Գրաֆիկ 5.10.'!$G$11</c:f>
                  <c:strCache>
                    <c:ptCount val="1"/>
                    <c:pt idx="0">
                      <c:v>1.75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{2B1917D0-2F1A-8147-90C9-4B6018F22D00}</c15:txfldGUID>
                      <c15:f>'Գրաֆիկ 5.10.'!$G$11</c15:f>
                      <c15:dlblFieldTableCache>
                        <c:ptCount val="1"/>
                        <c:pt idx="0">
                          <c:v>1.75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C-2D07-3F4F-A6F1-1AE576AA8ED9}"/>
                </c:ext>
              </c:extLst>
            </c:dLbl>
            <c:dLbl>
              <c:idx val="10"/>
              <c:layout>
                <c:manualLayout>
                  <c:x val="-1.4973453025052609E-16"/>
                  <c:y val="2.8154847225908251E-2"/>
                </c:manualLayout>
              </c:layout>
              <c:tx>
                <c:strRef>
                  <c:f>'Գրաֆիկ 5.10.'!$G$12</c:f>
                  <c:strCache>
                    <c:ptCount val="1"/>
                    <c:pt idx="0">
                      <c:v>2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{BD89B6B8-4516-7846-9DE8-F3FB00E088A0}</c15:txfldGUID>
                      <c15:f>'Գրաֆիկ 5.10.'!$G$12</c15:f>
                      <c15:dlblFieldTableCache>
                        <c:ptCount val="1"/>
                        <c:pt idx="0">
                          <c:v>2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D-2D07-3F4F-A6F1-1AE576AA8ED9}"/>
                </c:ext>
              </c:extLst>
            </c:dLbl>
            <c:dLbl>
              <c:idx val="11"/>
              <c:layout>
                <c:manualLayout>
                  <c:x val="-1.1373513213332437E-2"/>
                  <c:y val="5.9406172256902166E-2"/>
                </c:manualLayout>
              </c:layout>
              <c:tx>
                <c:strRef>
                  <c:f>'Գրաֆիկ 5.10.'!$G$13</c:f>
                  <c:strCache>
                    <c:ptCount val="1"/>
                    <c:pt idx="0">
                      <c:v>2.25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{8A32C3C0-15F9-814D-BABC-708991921E09}</c15:txfldGUID>
                      <c15:f>'Գրաֆիկ 5.10.'!$G$13</c15:f>
                      <c15:dlblFieldTableCache>
                        <c:ptCount val="1"/>
                        <c:pt idx="0">
                          <c:v>2.25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E-2D07-3F4F-A6F1-1AE576AA8ED9}"/>
                </c:ext>
              </c:extLst>
            </c:dLbl>
            <c:dLbl>
              <c:idx val="12"/>
              <c:layout>
                <c:manualLayout>
                  <c:x val="1.19904054097688E-2"/>
                  <c:y val="6.5605412765616003E-2"/>
                </c:manualLayout>
              </c:layout>
              <c:tx>
                <c:strRef>
                  <c:f>'Գրաֆիկ 5.10.'!$G$14</c:f>
                  <c:strCache>
                    <c:ptCount val="1"/>
                    <c:pt idx="0">
                      <c:v>2.5</c:v>
                    </c:pt>
                  </c:strCache>
                </c:strRef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{28BC941B-337B-B84D-8F64-472033104F77}</c15:txfldGUID>
                      <c15:f>'Գրաֆիկ 5.10.'!$G$14</c15:f>
                      <c15:dlblFieldTableCache>
                        <c:ptCount val="1"/>
                        <c:pt idx="0">
                          <c:v>2.5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F-2D07-3F4F-A6F1-1AE576AA8ED9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2D07-3F4F-A6F1-1AE576AA8ED9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2D07-3F4F-A6F1-1AE576AA8ED9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2D07-3F4F-A6F1-1AE576AA8ED9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2D07-3F4F-A6F1-1AE576AA8ED9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endParaRPr lang="en-US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2D07-3F4F-A6F1-1AE576AA8ED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M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'Գրաֆիկ 5.10.'!$A$2:$A$19</c:f>
              <c:strCache>
                <c:ptCount val="18"/>
                <c:pt idx="0">
                  <c:v>I 10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I 11</c:v>
                </c:pt>
                <c:pt idx="5">
                  <c:v>II</c:v>
                </c:pt>
                <c:pt idx="6">
                  <c:v>III</c:v>
                </c:pt>
                <c:pt idx="7">
                  <c:v>IV</c:v>
                </c:pt>
                <c:pt idx="8">
                  <c:v>I 12</c:v>
                </c:pt>
                <c:pt idx="9">
                  <c:v>II</c:v>
                </c:pt>
                <c:pt idx="10">
                  <c:v>III</c:v>
                </c:pt>
                <c:pt idx="11">
                  <c:v>IV</c:v>
                </c:pt>
                <c:pt idx="12">
                  <c:v>I 13</c:v>
                </c:pt>
                <c:pt idx="13">
                  <c:v>II</c:v>
                </c:pt>
                <c:pt idx="14">
                  <c:v>III</c:v>
                </c:pt>
                <c:pt idx="15">
                  <c:v>IV</c:v>
                </c:pt>
                <c:pt idx="16">
                  <c:v>I 14</c:v>
                </c:pt>
                <c:pt idx="17">
                  <c:v>II</c:v>
                </c:pt>
              </c:strCache>
            </c:strRef>
          </c:cat>
          <c:val>
            <c:numRef>
              <c:f>'Գրաֆիկ 5.10.'!$E$2:$E$19</c:f>
              <c:numCache>
                <c:formatCode>General</c:formatCode>
                <c:ptCount val="18"/>
                <c:pt idx="3">
                  <c:v>0.1961834221340433</c:v>
                </c:pt>
                <c:pt idx="4">
                  <c:v>0.2355084232042203</c:v>
                </c:pt>
                <c:pt idx="5">
                  <c:v>0.26321977424027432</c:v>
                </c:pt>
                <c:pt idx="6">
                  <c:v>0.27328167945731252</c:v>
                </c:pt>
                <c:pt idx="7">
                  <c:v>0.25352274947670989</c:v>
                </c:pt>
                <c:pt idx="8">
                  <c:v>0.23628839032618829</c:v>
                </c:pt>
                <c:pt idx="9">
                  <c:v>0.2459874955474089</c:v>
                </c:pt>
                <c:pt idx="10">
                  <c:v>0.26948047584458973</c:v>
                </c:pt>
                <c:pt idx="11">
                  <c:v>0.29510642030154299</c:v>
                </c:pt>
                <c:pt idx="12">
                  <c:v>0.2966363852871528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'Գրաֆիկ 5.10.'!$G$20:$G$24</c15:f>
                <c15:dlblRangeCache>
                  <c:ptCount val="5"/>
                </c15:dlblRangeCache>
              </c15:datalabelsRange>
            </c:ext>
            <c:ext xmlns:c16="http://schemas.microsoft.com/office/drawing/2014/chart" uri="{C3380CC4-5D6E-409C-BE32-E72D297353CC}">
              <c16:uniqueId val="{00000015-2D07-3F4F-A6F1-1AE576AA8ED9}"/>
            </c:ext>
          </c:extLst>
        </c:ser>
        <c:ser>
          <c:idx val="4"/>
          <c:order val="4"/>
          <c:tx>
            <c:strRef>
              <c:f>'Գրաֆիկ 5.10.'!$F$1</c:f>
              <c:strCache>
                <c:ptCount val="1"/>
                <c:pt idx="0">
                  <c:v>Enforced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8"/>
            <c:spPr>
              <a:solidFill>
                <a:srgbClr val="C0000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dLbl>
              <c:idx val="7"/>
              <c:tx>
                <c:strRef>
                  <c:f>'Գրաֆիկ 5.10.'!$H$9</c:f>
                  <c:strCache>
                    <c:ptCount val="1"/>
                    <c:pt idx="0">
                      <c:v>0.25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{93C94315-E84A-3349-BBAB-3E8067F7DBBF}</c15:txfldGUID>
                      <c15:f>'Գրաֆիկ 5.10.'!$H$9</c15:f>
                      <c15:dlblFieldTableCache>
                        <c:ptCount val="1"/>
                        <c:pt idx="0">
                          <c:v>0.25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6-2D07-3F4F-A6F1-1AE576AA8ED9}"/>
                </c:ext>
              </c:extLst>
            </c:dLbl>
            <c:dLbl>
              <c:idx val="8"/>
              <c:tx>
                <c:strRef>
                  <c:f>'Գրաֆիկ 5.10.'!$H$10</c:f>
                  <c:strCache>
                    <c:ptCount val="1"/>
                    <c:pt idx="0">
                      <c:v>0.5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{C854DD55-B68B-1C4E-B1B2-E8C669071103}</c15:txfldGUID>
                      <c15:f>'Գրաֆիկ 5.10.'!$H$10</c15:f>
                      <c15:dlblFieldTableCache>
                        <c:ptCount val="1"/>
                        <c:pt idx="0">
                          <c:v>0.5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7-2D07-3F4F-A6F1-1AE576AA8ED9}"/>
                </c:ext>
              </c:extLst>
            </c:dLbl>
            <c:dLbl>
              <c:idx val="9"/>
              <c:tx>
                <c:strRef>
                  <c:f>'Գրաֆիկ 5.10.'!$H$11</c:f>
                  <c:strCache>
                    <c:ptCount val="1"/>
                    <c:pt idx="0">
                      <c:v>0.75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{A904AB77-AC8A-424D-B9FD-5AAC507CBFCB}</c15:txfldGUID>
                      <c15:f>'Գրաֆիկ 5.10.'!$H$11</c15:f>
                      <c15:dlblFieldTableCache>
                        <c:ptCount val="1"/>
                        <c:pt idx="0">
                          <c:v>0.75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8-2D07-3F4F-A6F1-1AE576AA8ED9}"/>
                </c:ext>
              </c:extLst>
            </c:dLbl>
            <c:dLbl>
              <c:idx val="10"/>
              <c:tx>
                <c:strRef>
                  <c:f>'Գրաֆիկ 5.10.'!$H$12</c:f>
                  <c:strCache>
                    <c:ptCount val="1"/>
                    <c:pt idx="0">
                      <c:v>1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{F7584AB6-9176-624F-B29D-A506393B2527}</c15:txfldGUID>
                      <c15:f>'Գրաֆիկ 5.10.'!$H$12</c15:f>
                      <c15:dlblFieldTableCache>
                        <c:ptCount val="1"/>
                        <c:pt idx="0">
                          <c:v>1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9-2D07-3F4F-A6F1-1AE576AA8ED9}"/>
                </c:ext>
              </c:extLst>
            </c:dLbl>
            <c:dLbl>
              <c:idx val="11"/>
              <c:tx>
                <c:strRef>
                  <c:f>'Գրաֆիկ 5.10.'!$H$13</c:f>
                  <c:strCache>
                    <c:ptCount val="1"/>
                    <c:pt idx="0">
                      <c:v>1.25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{24B2EF76-A250-C148-81F6-02D497B0CAEE}</c15:txfldGUID>
                      <c15:f>'Գրաֆիկ 5.10.'!$H$13</c15:f>
                      <c15:dlblFieldTableCache>
                        <c:ptCount val="1"/>
                        <c:pt idx="0">
                          <c:v>1.25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A-2D07-3F4F-A6F1-1AE576AA8ED9}"/>
                </c:ext>
              </c:extLst>
            </c:dLbl>
            <c:dLbl>
              <c:idx val="12"/>
              <c:tx>
                <c:strRef>
                  <c:f>'Գրաֆիկ 5.10.'!$H$14</c:f>
                  <c:strCache>
                    <c:ptCount val="1"/>
                    <c:pt idx="0">
                      <c:v>1.5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{D3288B9E-A097-B744-9AB3-B225854EC18B}</c15:txfldGUID>
                      <c15:f>'Գրաֆիկ 5.10.'!$H$14</c15:f>
                      <c15:dlblFieldTableCache>
                        <c:ptCount val="1"/>
                        <c:pt idx="0">
                          <c:v>1.5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B-2D07-3F4F-A6F1-1AE576AA8ED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M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'Գրաֆիկ 5.10.'!$A$2:$A$19</c:f>
              <c:strCache>
                <c:ptCount val="18"/>
                <c:pt idx="0">
                  <c:v>I 10</c:v>
                </c:pt>
                <c:pt idx="1">
                  <c:v>II</c:v>
                </c:pt>
                <c:pt idx="2">
                  <c:v>III</c:v>
                </c:pt>
                <c:pt idx="3">
                  <c:v>IV</c:v>
                </c:pt>
                <c:pt idx="4">
                  <c:v>I 11</c:v>
                </c:pt>
                <c:pt idx="5">
                  <c:v>II</c:v>
                </c:pt>
                <c:pt idx="6">
                  <c:v>III</c:v>
                </c:pt>
                <c:pt idx="7">
                  <c:v>IV</c:v>
                </c:pt>
                <c:pt idx="8">
                  <c:v>I 12</c:v>
                </c:pt>
                <c:pt idx="9">
                  <c:v>II</c:v>
                </c:pt>
                <c:pt idx="10">
                  <c:v>III</c:v>
                </c:pt>
                <c:pt idx="11">
                  <c:v>IV</c:v>
                </c:pt>
                <c:pt idx="12">
                  <c:v>I 13</c:v>
                </c:pt>
                <c:pt idx="13">
                  <c:v>II</c:v>
                </c:pt>
                <c:pt idx="14">
                  <c:v>III</c:v>
                </c:pt>
                <c:pt idx="15">
                  <c:v>IV</c:v>
                </c:pt>
                <c:pt idx="16">
                  <c:v>I 14</c:v>
                </c:pt>
                <c:pt idx="17">
                  <c:v>II</c:v>
                </c:pt>
              </c:strCache>
            </c:strRef>
          </c:cat>
          <c:val>
            <c:numRef>
              <c:f>'Գրաֆիկ 5.10.'!$F$2:$F$19</c:f>
              <c:numCache>
                <c:formatCode>General</c:formatCode>
                <c:ptCount val="18"/>
                <c:pt idx="7">
                  <c:v>0.30047140678721174</c:v>
                </c:pt>
                <c:pt idx="8">
                  <c:v>0.28004549964585279</c:v>
                </c:pt>
                <c:pt idx="9">
                  <c:v>0.29154073546359577</c:v>
                </c:pt>
                <c:pt idx="10">
                  <c:v>0.31938426766766187</c:v>
                </c:pt>
                <c:pt idx="11">
                  <c:v>0.34975575739442133</c:v>
                </c:pt>
                <c:pt idx="12">
                  <c:v>0.35156904922921817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C-2D07-3F4F-A6F1-1AE576AA8E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1725992"/>
        <c:axId val="721722856"/>
      </c:lineChart>
      <c:catAx>
        <c:axId val="721725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M"/>
          </a:p>
        </c:txPr>
        <c:crossAx val="721722856"/>
        <c:crosses val="autoZero"/>
        <c:auto val="1"/>
        <c:lblAlgn val="ctr"/>
        <c:lblOffset val="100"/>
        <c:noMultiLvlLbl val="0"/>
      </c:catAx>
      <c:valAx>
        <c:axId val="721722856"/>
        <c:scaling>
          <c:orientation val="minMax"/>
          <c:max val="0.4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M"/>
          </a:p>
        </c:txPr>
        <c:crossAx val="721725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M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M"/>
    </a:p>
  </c:txPr>
  <c:externalData r:id="rId3">
    <c:autoUpdate val="0"/>
  </c:externalData>
  <c:userShapes r:id="rId4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accent1"/>
                </a:solidFill>
                <a:latin typeface="GHEA Grapalat" panose="02000506050000020003" pitchFamily="50" charset="0"/>
                <a:ea typeface="+mn-ea"/>
                <a:cs typeface="+mn-cs"/>
              </a:defRPr>
            </a:pPr>
            <a:r>
              <a:rPr lang="en-US" sz="1000">
                <a:solidFill>
                  <a:schemeClr val="accent1"/>
                </a:solidFill>
                <a:latin typeface="GHEA Grapalat" panose="02000506050000020003" pitchFamily="50" charset="0"/>
              </a:rPr>
              <a:t>Figure</a:t>
            </a:r>
            <a:r>
              <a:rPr lang="hy-AM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 </a:t>
            </a:r>
            <a:r>
              <a:rPr lang="en-US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5.11: </a:t>
            </a:r>
            <a:r>
              <a:rPr lang="hy-AM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20</a:t>
            </a:r>
            <a:r>
              <a:rPr lang="en-US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17</a:t>
            </a:r>
            <a:r>
              <a:rPr lang="hy-AM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-20</a:t>
            </a:r>
            <a:r>
              <a:rPr lang="en-US" sz="1000" baseline="0">
                <a:solidFill>
                  <a:schemeClr val="accent1"/>
                </a:solidFill>
                <a:latin typeface="GHEA Grapalat" panose="02000506050000020003" pitchFamily="50" charset="0"/>
              </a:rPr>
              <a:t>21</a:t>
            </a:r>
            <a:endParaRPr lang="en-US" sz="1000">
              <a:solidFill>
                <a:schemeClr val="accent1"/>
              </a:solidFill>
              <a:latin typeface="GHEA Grapalat" panose="02000506050000020003" pitchFamily="50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accent1"/>
              </a:solidFill>
              <a:latin typeface="GHEA Grapalat" panose="02000506050000020003" pitchFamily="50" charset="0"/>
              <a:ea typeface="+mn-ea"/>
              <a:cs typeface="+mn-cs"/>
            </a:defRPr>
          </a:pPr>
          <a:endParaRPr lang="en-AM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'Գրաֆիկ 5.11'!$B$1</c:f>
              <c:strCache>
                <c:ptCount val="1"/>
                <c:pt idx="0">
                  <c:v>FCI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numRef>
              <c:f>'Գրաֆիկ 5.11'!$A$2:$A$18</c:f>
              <c:numCache>
                <c:formatCode>d\/mm\/yyyy</c:formatCode>
                <c:ptCount val="17"/>
                <c:pt idx="0">
                  <c:v>42825</c:v>
                </c:pt>
                <c:pt idx="1">
                  <c:v>42916</c:v>
                </c:pt>
                <c:pt idx="2">
                  <c:v>43008</c:v>
                </c:pt>
                <c:pt idx="3">
                  <c:v>43100</c:v>
                </c:pt>
                <c:pt idx="4">
                  <c:v>43190</c:v>
                </c:pt>
                <c:pt idx="5">
                  <c:v>43281</c:v>
                </c:pt>
                <c:pt idx="6">
                  <c:v>43373</c:v>
                </c:pt>
                <c:pt idx="7">
                  <c:v>43465</c:v>
                </c:pt>
                <c:pt idx="8">
                  <c:v>43555</c:v>
                </c:pt>
                <c:pt idx="9">
                  <c:v>43646</c:v>
                </c:pt>
                <c:pt idx="10">
                  <c:v>43738</c:v>
                </c:pt>
                <c:pt idx="11">
                  <c:v>43830</c:v>
                </c:pt>
                <c:pt idx="12">
                  <c:v>43921</c:v>
                </c:pt>
                <c:pt idx="13">
                  <c:v>44012</c:v>
                </c:pt>
                <c:pt idx="14">
                  <c:v>44104</c:v>
                </c:pt>
                <c:pt idx="15">
                  <c:v>44196</c:v>
                </c:pt>
                <c:pt idx="16">
                  <c:v>44286</c:v>
                </c:pt>
              </c:numCache>
            </c:numRef>
          </c:cat>
          <c:val>
            <c:numRef>
              <c:f>'Գրաֆիկ 5.11'!$B$2:$B$18</c:f>
              <c:numCache>
                <c:formatCode>General</c:formatCode>
                <c:ptCount val="17"/>
                <c:pt idx="0">
                  <c:v>6.6665096149092204E-2</c:v>
                </c:pt>
                <c:pt idx="1">
                  <c:v>8.7214860108282902E-2</c:v>
                </c:pt>
                <c:pt idx="2">
                  <c:v>0.115631713475987</c:v>
                </c:pt>
                <c:pt idx="3">
                  <c:v>0.154550261183035</c:v>
                </c:pt>
                <c:pt idx="4">
                  <c:v>0.181678380907314</c:v>
                </c:pt>
                <c:pt idx="5">
                  <c:v>0.20007389638940901</c:v>
                </c:pt>
                <c:pt idx="6">
                  <c:v>0.20998455812531999</c:v>
                </c:pt>
                <c:pt idx="7">
                  <c:v>0.20834903427356399</c:v>
                </c:pt>
                <c:pt idx="8">
                  <c:v>0.21839565308019801</c:v>
                </c:pt>
                <c:pt idx="9">
                  <c:v>0.233452830787786</c:v>
                </c:pt>
                <c:pt idx="10">
                  <c:v>0.245993626810869</c:v>
                </c:pt>
                <c:pt idx="11">
                  <c:v>0.25469939574101902</c:v>
                </c:pt>
                <c:pt idx="12">
                  <c:v>0.224249359144545</c:v>
                </c:pt>
                <c:pt idx="13">
                  <c:v>0.16845065962129699</c:v>
                </c:pt>
                <c:pt idx="14">
                  <c:v>0.116269884001669</c:v>
                </c:pt>
                <c:pt idx="15">
                  <c:v>6.0873586475457903E-2</c:v>
                </c:pt>
                <c:pt idx="16">
                  <c:v>3.4042337300878897E-2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26-EE42-BB53-7E77F7B09B55}"/>
            </c:ext>
          </c:extLst>
        </c:ser>
        <c:ser>
          <c:idx val="1"/>
          <c:order val="1"/>
          <c:tx>
            <c:strRef>
              <c:f>'Գրաֆիկ 5.11'!$C$1</c:f>
              <c:strCache>
                <c:ptCount val="1"/>
                <c:pt idx="0">
                  <c:v>Median</c:v>
                </c:pt>
              </c:strCache>
            </c:strRef>
          </c:tx>
          <c:spPr>
            <a:ln w="28575" cap="rnd">
              <a:solidFill>
                <a:srgbClr val="C00000"/>
              </a:solidFill>
              <a:prstDash val="sysDash"/>
              <a:round/>
            </a:ln>
            <a:effectLst/>
          </c:spPr>
          <c:marker>
            <c:symbol val="none"/>
          </c:marker>
          <c:cat>
            <c:numRef>
              <c:f>'Գրաֆիկ 5.11'!$A$2:$A$18</c:f>
              <c:numCache>
                <c:formatCode>d\/mm\/yyyy</c:formatCode>
                <c:ptCount val="17"/>
                <c:pt idx="0">
                  <c:v>42825</c:v>
                </c:pt>
                <c:pt idx="1">
                  <c:v>42916</c:v>
                </c:pt>
                <c:pt idx="2">
                  <c:v>43008</c:v>
                </c:pt>
                <c:pt idx="3">
                  <c:v>43100</c:v>
                </c:pt>
                <c:pt idx="4">
                  <c:v>43190</c:v>
                </c:pt>
                <c:pt idx="5">
                  <c:v>43281</c:v>
                </c:pt>
                <c:pt idx="6">
                  <c:v>43373</c:v>
                </c:pt>
                <c:pt idx="7">
                  <c:v>43465</c:v>
                </c:pt>
                <c:pt idx="8">
                  <c:v>43555</c:v>
                </c:pt>
                <c:pt idx="9">
                  <c:v>43646</c:v>
                </c:pt>
                <c:pt idx="10">
                  <c:v>43738</c:v>
                </c:pt>
                <c:pt idx="11">
                  <c:v>43830</c:v>
                </c:pt>
                <c:pt idx="12">
                  <c:v>43921</c:v>
                </c:pt>
                <c:pt idx="13">
                  <c:v>44012</c:v>
                </c:pt>
                <c:pt idx="14">
                  <c:v>44104</c:v>
                </c:pt>
                <c:pt idx="15">
                  <c:v>44196</c:v>
                </c:pt>
                <c:pt idx="16">
                  <c:v>44286</c:v>
                </c:pt>
              </c:numCache>
            </c:numRef>
          </c:cat>
          <c:val>
            <c:numRef>
              <c:f>'Գրաֆիկ 5.11'!$C$2:$C$18</c:f>
              <c:numCache>
                <c:formatCode>General</c:formatCode>
                <c:ptCount val="17"/>
                <c:pt idx="0">
                  <c:v>0.119599700920896</c:v>
                </c:pt>
                <c:pt idx="1">
                  <c:v>0.119599700920896</c:v>
                </c:pt>
                <c:pt idx="2">
                  <c:v>0.119599700920896</c:v>
                </c:pt>
                <c:pt idx="3">
                  <c:v>0.119599700920896</c:v>
                </c:pt>
                <c:pt idx="4">
                  <c:v>0.119599700920896</c:v>
                </c:pt>
                <c:pt idx="5">
                  <c:v>0.119599700920896</c:v>
                </c:pt>
                <c:pt idx="6">
                  <c:v>0.119599700920896</c:v>
                </c:pt>
                <c:pt idx="7">
                  <c:v>0.119599700920896</c:v>
                </c:pt>
                <c:pt idx="8">
                  <c:v>0.119599700920896</c:v>
                </c:pt>
                <c:pt idx="9">
                  <c:v>0.119599700920896</c:v>
                </c:pt>
                <c:pt idx="10">
                  <c:v>0.119599700920896</c:v>
                </c:pt>
                <c:pt idx="11">
                  <c:v>0.119599700920896</c:v>
                </c:pt>
                <c:pt idx="12">
                  <c:v>0.119599700920896</c:v>
                </c:pt>
                <c:pt idx="13">
                  <c:v>0.119599700920896</c:v>
                </c:pt>
                <c:pt idx="14">
                  <c:v>0.119599700920896</c:v>
                </c:pt>
                <c:pt idx="15">
                  <c:v>0.119599700920896</c:v>
                </c:pt>
                <c:pt idx="16">
                  <c:v>0.119599700920896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26-EE42-BB53-7E77F7B09B55}"/>
            </c:ext>
          </c:extLst>
        </c:ser>
        <c:ser>
          <c:idx val="2"/>
          <c:order val="2"/>
          <c:tx>
            <c:strRef>
              <c:f>'Գրաֆիկ 5.11'!$D$1</c:f>
              <c:strCache>
                <c:ptCount val="1"/>
                <c:pt idx="0">
                  <c:v>Creation of buffer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'Գրաֆիկ 5.11'!$A$2:$A$18</c:f>
              <c:numCache>
                <c:formatCode>d\/mm\/yyyy</c:formatCode>
                <c:ptCount val="17"/>
                <c:pt idx="0">
                  <c:v>42825</c:v>
                </c:pt>
                <c:pt idx="1">
                  <c:v>42916</c:v>
                </c:pt>
                <c:pt idx="2">
                  <c:v>43008</c:v>
                </c:pt>
                <c:pt idx="3">
                  <c:v>43100</c:v>
                </c:pt>
                <c:pt idx="4">
                  <c:v>43190</c:v>
                </c:pt>
                <c:pt idx="5">
                  <c:v>43281</c:v>
                </c:pt>
                <c:pt idx="6">
                  <c:v>43373</c:v>
                </c:pt>
                <c:pt idx="7">
                  <c:v>43465</c:v>
                </c:pt>
                <c:pt idx="8">
                  <c:v>43555</c:v>
                </c:pt>
                <c:pt idx="9">
                  <c:v>43646</c:v>
                </c:pt>
                <c:pt idx="10">
                  <c:v>43738</c:v>
                </c:pt>
                <c:pt idx="11">
                  <c:v>43830</c:v>
                </c:pt>
                <c:pt idx="12">
                  <c:v>43921</c:v>
                </c:pt>
                <c:pt idx="13">
                  <c:v>44012</c:v>
                </c:pt>
                <c:pt idx="14">
                  <c:v>44104</c:v>
                </c:pt>
                <c:pt idx="15">
                  <c:v>44196</c:v>
                </c:pt>
                <c:pt idx="16">
                  <c:v>44286</c:v>
                </c:pt>
              </c:numCache>
            </c:numRef>
          </c:cat>
          <c:val>
            <c:numRef>
              <c:f>'Գրաֆիկ 5.11'!$D$2:$D$18</c:f>
              <c:numCache>
                <c:formatCode>General</c:formatCode>
                <c:ptCount val="17"/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26-EE42-BB53-7E77F7B09B55}"/>
            </c:ext>
          </c:extLst>
        </c:ser>
        <c:ser>
          <c:idx val="3"/>
          <c:order val="3"/>
          <c:tx>
            <c:strRef>
              <c:f>'Գրաֆիկ 5.11'!$E$1</c:f>
              <c:strCache>
                <c:ptCount val="1"/>
                <c:pt idx="0">
                  <c:v>Decision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square"/>
            <c:size val="5"/>
            <c:spPr>
              <a:solidFill>
                <a:srgbClr val="00B050"/>
              </a:solidFill>
              <a:ln w="9525">
                <a:solidFill>
                  <a:srgbClr val="C00000"/>
                </a:solidFill>
              </a:ln>
              <a:effectLst/>
            </c:spPr>
          </c:marker>
          <c:dLbls>
            <c:dLbl>
              <c:idx val="0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E26-EE42-BB53-7E77F7B09B55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2E26-EE42-BB53-7E77F7B09B55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2E26-EE42-BB53-7E77F7B09B55}"/>
                </c:ext>
              </c:extLst>
            </c:dLbl>
            <c:dLbl>
              <c:idx val="3"/>
              <c:tx>
                <c:strRef>
                  <c:f>'Գրաֆիկ 5.11'!$G$5</c:f>
                  <c:strCache>
                    <c:ptCount val="1"/>
                    <c:pt idx="0">
                      <c:v>0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{D3EC3EDD-1668-5244-BABA-B1211D138E4B}</c15:txfldGUID>
                      <c15:f>'Գրաֆիկ 5.11'!$G$5</c15:f>
                      <c15:dlblFieldTableCache>
                        <c:ptCount val="1"/>
                        <c:pt idx="0">
                          <c:v>0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6-2E26-EE42-BB53-7E77F7B09B55}"/>
                </c:ext>
              </c:extLst>
            </c:dLbl>
            <c:dLbl>
              <c:idx val="4"/>
              <c:tx>
                <c:strRef>
                  <c:f>'Գրաֆիկ 5.11'!$G$6</c:f>
                  <c:strCache>
                    <c:ptCount val="1"/>
                    <c:pt idx="0">
                      <c:v>0.25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{777EE183-27A9-EF41-A7DE-79C335F4F8D0}</c15:txfldGUID>
                      <c15:f>'Գրաֆիկ 5.11'!$G$6</c15:f>
                      <c15:dlblFieldTableCache>
                        <c:ptCount val="1"/>
                        <c:pt idx="0">
                          <c:v>0.25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7-2E26-EE42-BB53-7E77F7B09B55}"/>
                </c:ext>
              </c:extLst>
            </c:dLbl>
            <c:dLbl>
              <c:idx val="5"/>
              <c:tx>
                <c:strRef>
                  <c:f>'Գրաֆիկ 5.11'!$G$7</c:f>
                  <c:strCache>
                    <c:ptCount val="1"/>
                    <c:pt idx="0">
                      <c:v>0.5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{123E3213-FCC7-CE41-B1CB-72179B8788C1}</c15:txfldGUID>
                      <c15:f>'Գրաֆիկ 5.11'!$G$7</c15:f>
                      <c15:dlblFieldTableCache>
                        <c:ptCount val="1"/>
                        <c:pt idx="0">
                          <c:v>0.5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8-2E26-EE42-BB53-7E77F7B09B55}"/>
                </c:ext>
              </c:extLst>
            </c:dLbl>
            <c:dLbl>
              <c:idx val="6"/>
              <c:tx>
                <c:strRef>
                  <c:f>'Գրաֆիկ 5.11'!$G$8</c:f>
                  <c:strCache>
                    <c:ptCount val="1"/>
                    <c:pt idx="0">
                      <c:v>0.75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{A33CF003-F4EE-FD44-AA19-A17BD2A00ABB}</c15:txfldGUID>
                      <c15:f>'Գրաֆիկ 5.11'!$G$8</c15:f>
                      <c15:dlblFieldTableCache>
                        <c:ptCount val="1"/>
                        <c:pt idx="0">
                          <c:v>0.75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9-2E26-EE42-BB53-7E77F7B09B55}"/>
                </c:ext>
              </c:extLst>
            </c:dLbl>
            <c:dLbl>
              <c:idx val="7"/>
              <c:tx>
                <c:strRef>
                  <c:f>'Գրաֆիկ 5.11'!$G$9</c:f>
                  <c:strCache>
                    <c:ptCount val="1"/>
                    <c:pt idx="0">
                      <c:v>1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{4DD1C8F5-33C2-6C4C-98F8-38851C615C3D}</c15:txfldGUID>
                      <c15:f>'Գրաֆիկ 5.11'!$G$9</c15:f>
                      <c15:dlblFieldTableCache>
                        <c:ptCount val="1"/>
                        <c:pt idx="0">
                          <c:v>1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A-2E26-EE42-BB53-7E77F7B09B55}"/>
                </c:ext>
              </c:extLst>
            </c:dLbl>
            <c:dLbl>
              <c:idx val="8"/>
              <c:tx>
                <c:strRef>
                  <c:f>'Գրաֆիկ 5.11'!$G$10</c:f>
                  <c:strCache>
                    <c:ptCount val="1"/>
                    <c:pt idx="0">
                      <c:v>1.25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{FE642115-A8AA-E541-A47C-9C7B7CF3C2C0}</c15:txfldGUID>
                      <c15:f>'Գրաֆիկ 5.11'!$G$10</c15:f>
                      <c15:dlblFieldTableCache>
                        <c:ptCount val="1"/>
                        <c:pt idx="0">
                          <c:v>1.25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B-2E26-EE42-BB53-7E77F7B09B55}"/>
                </c:ext>
              </c:extLst>
            </c:dLbl>
            <c:dLbl>
              <c:idx val="9"/>
              <c:tx>
                <c:strRef>
                  <c:f>'Գրաֆիկ 5.11'!$G$11</c:f>
                  <c:strCache>
                    <c:ptCount val="1"/>
                    <c:pt idx="0">
                      <c:v>1.5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{B7519BB4-47B3-634E-81B5-9D8C9CB58BD6}</c15:txfldGUID>
                      <c15:f>'Գրաֆիկ 5.11'!$G$11</c15:f>
                      <c15:dlblFieldTableCache>
                        <c:ptCount val="1"/>
                        <c:pt idx="0">
                          <c:v>1.5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C-2E26-EE42-BB53-7E77F7B09B55}"/>
                </c:ext>
              </c:extLst>
            </c:dLbl>
            <c:dLbl>
              <c:idx val="10"/>
              <c:tx>
                <c:strRef>
                  <c:f>'Գրաֆիկ 5.11'!$G$12</c:f>
                  <c:strCache>
                    <c:ptCount val="1"/>
                    <c:pt idx="0">
                      <c:v>1.75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{A26753E9-44B7-614F-95F9-89BF87F66FB5}</c15:txfldGUID>
                      <c15:f>'Գրաֆիկ 5.11'!$G$12</c15:f>
                      <c15:dlblFieldTableCache>
                        <c:ptCount val="1"/>
                        <c:pt idx="0">
                          <c:v>1.75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D-2E26-EE42-BB53-7E77F7B09B55}"/>
                </c:ext>
              </c:extLst>
            </c:dLbl>
            <c:dLbl>
              <c:idx val="11"/>
              <c:tx>
                <c:strRef>
                  <c:f>'Գրաֆիկ 5.11'!$G$13</c:f>
                  <c:strCache>
                    <c:ptCount val="1"/>
                    <c:pt idx="0">
                      <c:v>2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{C661DB3A-146B-A24C-AFE6-32976FC627C5}</c15:txfldGUID>
                      <c15:f>'Գրաֆիկ 5.11'!$G$13</c15:f>
                      <c15:dlblFieldTableCache>
                        <c:ptCount val="1"/>
                        <c:pt idx="0">
                          <c:v>2</c:v>
                        </c:pt>
                      </c15:dlblFieldTableCache>
                    </c15:dlblFTEntry>
                  </c15:dlblFieldTable>
                  <c15:showDataLabelsRange val="1"/>
                </c:ext>
                <c:ext xmlns:c16="http://schemas.microsoft.com/office/drawing/2014/chart" uri="{C3380CC4-5D6E-409C-BE32-E72D297353CC}">
                  <c16:uniqueId val="{0000000E-2E26-EE42-BB53-7E77F7B09B55}"/>
                </c:ext>
              </c:extLst>
            </c:dLbl>
            <c:dLbl>
              <c:idx val="12"/>
              <c:tx>
                <c:strRef>
                  <c:f>'Գրաֆիկ 5.11'!$G$14</c:f>
                  <c:strCache>
                    <c:ptCount val="1"/>
                    <c:pt idx="0">
                      <c:v>2</c:v>
                    </c:pt>
                  </c:strCache>
                </c:strRef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{4C502F2A-10AA-F94E-8A61-B724C65336A6}</c15:txfldGUID>
                      <c15:f>'Գրաֆիկ 5.11'!$G$14</c15:f>
                      <c15:dlblFieldTableCache>
                        <c:ptCount val="1"/>
                        <c:pt idx="0">
                          <c:v>2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0F-2E26-EE42-BB53-7E77F7B09B55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2E26-EE42-BB53-7E77F7B09B55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2E26-EE42-BB53-7E77F7B09B55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2E26-EE42-BB53-7E77F7B09B55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endParaRPr lang="en-US"/>
                  </a:p>
                </c:rich>
              </c:tx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2E26-EE42-BB53-7E77F7B09B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M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'Գրաֆիկ 5.11'!$A$2:$A$18</c:f>
              <c:numCache>
                <c:formatCode>d\/mm\/yyyy</c:formatCode>
                <c:ptCount val="17"/>
                <c:pt idx="0">
                  <c:v>42825</c:v>
                </c:pt>
                <c:pt idx="1">
                  <c:v>42916</c:v>
                </c:pt>
                <c:pt idx="2">
                  <c:v>43008</c:v>
                </c:pt>
                <c:pt idx="3">
                  <c:v>43100</c:v>
                </c:pt>
                <c:pt idx="4">
                  <c:v>43190</c:v>
                </c:pt>
                <c:pt idx="5">
                  <c:v>43281</c:v>
                </c:pt>
                <c:pt idx="6">
                  <c:v>43373</c:v>
                </c:pt>
                <c:pt idx="7">
                  <c:v>43465</c:v>
                </c:pt>
                <c:pt idx="8">
                  <c:v>43555</c:v>
                </c:pt>
                <c:pt idx="9">
                  <c:v>43646</c:v>
                </c:pt>
                <c:pt idx="10">
                  <c:v>43738</c:v>
                </c:pt>
                <c:pt idx="11">
                  <c:v>43830</c:v>
                </c:pt>
                <c:pt idx="12">
                  <c:v>43921</c:v>
                </c:pt>
                <c:pt idx="13">
                  <c:v>44012</c:v>
                </c:pt>
                <c:pt idx="14">
                  <c:v>44104</c:v>
                </c:pt>
                <c:pt idx="15">
                  <c:v>44196</c:v>
                </c:pt>
                <c:pt idx="16">
                  <c:v>44286</c:v>
                </c:pt>
              </c:numCache>
            </c:numRef>
          </c:cat>
          <c:val>
            <c:numRef>
              <c:f>'Գրաֆիկ 5.11'!$E$2:$E$18</c:f>
              <c:numCache>
                <c:formatCode>General</c:formatCode>
                <c:ptCount val="17"/>
                <c:pt idx="4">
                  <c:v>0.16351054281658262</c:v>
                </c:pt>
                <c:pt idx="5">
                  <c:v>0.18006650675046809</c:v>
                </c:pt>
                <c:pt idx="6">
                  <c:v>0.18898610231278801</c:v>
                </c:pt>
                <c:pt idx="7">
                  <c:v>0.18751413084620761</c:v>
                </c:pt>
                <c:pt idx="8">
                  <c:v>0.1965560877721782</c:v>
                </c:pt>
                <c:pt idx="9">
                  <c:v>0.21010754770900741</c:v>
                </c:pt>
                <c:pt idx="10">
                  <c:v>0.22139426412978211</c:v>
                </c:pt>
                <c:pt idx="11">
                  <c:v>0.22922945616691712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datalabelsRange>
                <c15:f>'Գրաֆիկ 5.11'!$G$19:$G$23</c15:f>
                <c15:dlblRangeCache>
                  <c:ptCount val="5"/>
                </c15:dlblRangeCache>
              </c15:datalabelsRange>
            </c:ext>
            <c:ext xmlns:c16="http://schemas.microsoft.com/office/drawing/2014/chart" uri="{C3380CC4-5D6E-409C-BE32-E72D297353CC}">
              <c16:uniqueId val="{00000014-2E26-EE42-BB53-7E77F7B09B55}"/>
            </c:ext>
          </c:extLst>
        </c:ser>
        <c:ser>
          <c:idx val="4"/>
          <c:order val="4"/>
          <c:tx>
            <c:strRef>
              <c:f>'Գրաֆիկ 5.11'!$F$1</c:f>
              <c:strCache>
                <c:ptCount val="1"/>
                <c:pt idx="0">
                  <c:v>Enforced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triangle"/>
            <c:size val="8"/>
            <c:spPr>
              <a:solidFill>
                <a:srgbClr val="C0000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dLbl>
              <c:idx val="7"/>
              <c:tx>
                <c:strRef>
                  <c:f>'Գրաֆիկ 5.11'!$H$9</c:f>
                  <c:strCache>
                    <c:ptCount val="1"/>
                    <c:pt idx="0">
                      <c:v>0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{534F50DA-D88B-D449-82F6-3AB7AFCC47BE}</c15:txfldGUID>
                      <c15:f>'Գրաֆիկ 5.11'!$H$9</c15:f>
                      <c15:dlblFieldTableCache>
                        <c:ptCount val="1"/>
                        <c:pt idx="0">
                          <c:v>0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5-2E26-EE42-BB53-7E77F7B09B55}"/>
                </c:ext>
              </c:extLst>
            </c:dLbl>
            <c:dLbl>
              <c:idx val="8"/>
              <c:tx>
                <c:strRef>
                  <c:f>'Գրաֆիկ 5.11'!$H$10</c:f>
                  <c:strCache>
                    <c:ptCount val="1"/>
                    <c:pt idx="0">
                      <c:v>0.25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{55329682-F245-684F-81E5-D39242A74FE5}</c15:txfldGUID>
                      <c15:f>'Գրաֆիկ 5.11'!$H$10</c15:f>
                      <c15:dlblFieldTableCache>
                        <c:ptCount val="1"/>
                        <c:pt idx="0">
                          <c:v>0.25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6-2E26-EE42-BB53-7E77F7B09B55}"/>
                </c:ext>
              </c:extLst>
            </c:dLbl>
            <c:dLbl>
              <c:idx val="9"/>
              <c:tx>
                <c:strRef>
                  <c:f>'Գրաֆիկ 5.11'!$H$11</c:f>
                  <c:strCache>
                    <c:ptCount val="1"/>
                    <c:pt idx="0">
                      <c:v>0.5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{0F8183B0-1DBA-1A43-B259-6BA585A14E33}</c15:txfldGUID>
                      <c15:f>'Գրաֆիկ 5.11'!$H$11</c15:f>
                      <c15:dlblFieldTableCache>
                        <c:ptCount val="1"/>
                        <c:pt idx="0">
                          <c:v>0.5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7-2E26-EE42-BB53-7E77F7B09B55}"/>
                </c:ext>
              </c:extLst>
            </c:dLbl>
            <c:dLbl>
              <c:idx val="10"/>
              <c:tx>
                <c:strRef>
                  <c:f>'Գրաֆիկ 5.11'!$H$12</c:f>
                  <c:strCache>
                    <c:ptCount val="1"/>
                    <c:pt idx="0">
                      <c:v>0.75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{74D57D3C-57EB-2845-86AE-44B1C8A5AB10}</c15:txfldGUID>
                      <c15:f>'Գրաֆիկ 5.11'!$H$12</c15:f>
                      <c15:dlblFieldTableCache>
                        <c:ptCount val="1"/>
                        <c:pt idx="0">
                          <c:v>0.75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8-2E26-EE42-BB53-7E77F7B09B55}"/>
                </c:ext>
              </c:extLst>
            </c:dLbl>
            <c:dLbl>
              <c:idx val="11"/>
              <c:tx>
                <c:strRef>
                  <c:f>'Գրաֆիկ 5.11'!$H$13</c:f>
                  <c:strCache>
                    <c:ptCount val="1"/>
                    <c:pt idx="0">
                      <c:v>1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{7E67E7C1-9BD8-1C48-8F2F-C7FA2C493EE2}</c15:txfldGUID>
                      <c15:f>'Գրաֆիկ 5.11'!$H$13</c15:f>
                      <c15:dlblFieldTableCache>
                        <c:ptCount val="1"/>
                        <c:pt idx="0">
                          <c:v>1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9-2E26-EE42-BB53-7E77F7B09B55}"/>
                </c:ext>
              </c:extLst>
            </c:dLbl>
            <c:dLbl>
              <c:idx val="12"/>
              <c:tx>
                <c:strRef>
                  <c:f>'Գրաֆիկ 5.11'!$H$14</c:f>
                  <c:strCache>
                    <c:ptCount val="1"/>
                    <c:pt idx="0">
                      <c:v>1</c:v>
                    </c:pt>
                  </c:strCache>
                </c:strRef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>
                    <c15:dlblFTEntry>
                      <c15:txfldGUID>{ECC8248F-5B7E-D14B-BC7D-B5B8A54EEB79}</c15:txfldGUID>
                      <c15:f>'Գրաֆիկ 5.11'!$H$14</c15:f>
                      <c15:dlblFieldTableCache>
                        <c:ptCount val="1"/>
                        <c:pt idx="0">
                          <c:v>1</c:v>
                        </c:pt>
                      </c15:dlblFieldTableCache>
                    </c15:dlblFTEntry>
                  </c15:dlblFieldTable>
                  <c15:showDataLabelsRange val="0"/>
                </c:ext>
                <c:ext xmlns:c16="http://schemas.microsoft.com/office/drawing/2014/chart" uri="{C3380CC4-5D6E-409C-BE32-E72D297353CC}">
                  <c16:uniqueId val="{0000001A-2E26-EE42-BB53-7E77F7B09B5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AM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'Գրաֆիկ 5.11'!$A$2:$A$18</c:f>
              <c:numCache>
                <c:formatCode>d\/mm\/yyyy</c:formatCode>
                <c:ptCount val="17"/>
                <c:pt idx="0">
                  <c:v>42825</c:v>
                </c:pt>
                <c:pt idx="1">
                  <c:v>42916</c:v>
                </c:pt>
                <c:pt idx="2">
                  <c:v>43008</c:v>
                </c:pt>
                <c:pt idx="3">
                  <c:v>43100</c:v>
                </c:pt>
                <c:pt idx="4">
                  <c:v>43190</c:v>
                </c:pt>
                <c:pt idx="5">
                  <c:v>43281</c:v>
                </c:pt>
                <c:pt idx="6">
                  <c:v>43373</c:v>
                </c:pt>
                <c:pt idx="7">
                  <c:v>43465</c:v>
                </c:pt>
                <c:pt idx="8">
                  <c:v>43555</c:v>
                </c:pt>
                <c:pt idx="9">
                  <c:v>43646</c:v>
                </c:pt>
                <c:pt idx="10">
                  <c:v>43738</c:v>
                </c:pt>
                <c:pt idx="11">
                  <c:v>43830</c:v>
                </c:pt>
                <c:pt idx="12">
                  <c:v>43921</c:v>
                </c:pt>
                <c:pt idx="13">
                  <c:v>44012</c:v>
                </c:pt>
                <c:pt idx="14">
                  <c:v>44104</c:v>
                </c:pt>
                <c:pt idx="15">
                  <c:v>44196</c:v>
                </c:pt>
                <c:pt idx="16">
                  <c:v>44286</c:v>
                </c:pt>
              </c:numCache>
            </c:numRef>
          </c:cat>
          <c:val>
            <c:numRef>
              <c:f>'Գրաֆիկ 5.11'!$F$2:$F$18</c:f>
              <c:numCache>
                <c:formatCode>General</c:formatCode>
                <c:ptCount val="17"/>
                <c:pt idx="8">
                  <c:v>0.23295536328554453</c:v>
                </c:pt>
                <c:pt idx="9">
                  <c:v>0.24901635284030507</c:v>
                </c:pt>
                <c:pt idx="10">
                  <c:v>0.2623932019315936</c:v>
                </c:pt>
                <c:pt idx="11">
                  <c:v>0.27167935545708694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B-2E26-EE42-BB53-7E77F7B09B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21733440"/>
        <c:axId val="721728344"/>
      </c:lineChart>
      <c:dateAx>
        <c:axId val="721733440"/>
        <c:scaling>
          <c:orientation val="minMax"/>
        </c:scaling>
        <c:delete val="0"/>
        <c:axPos val="b"/>
        <c:numFmt formatCode="d\/mm\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M"/>
          </a:p>
        </c:txPr>
        <c:crossAx val="721728344"/>
        <c:crosses val="autoZero"/>
        <c:auto val="1"/>
        <c:lblOffset val="100"/>
        <c:baseTimeUnit val="months"/>
      </c:dateAx>
      <c:valAx>
        <c:axId val="721728344"/>
        <c:scaling>
          <c:orientation val="minMax"/>
          <c:max val="0.3000000000000000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M"/>
          </a:p>
        </c:txPr>
        <c:crossAx val="72173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M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M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0.44257</cdr:x>
      <cdr:y>0.19759</cdr:y>
    </cdr:from>
    <cdr:to>
      <cdr:x>0.64931</cdr:x>
      <cdr:y>0.50528</cdr:y>
    </cdr:to>
    <cdr:cxnSp macro="">
      <cdr:nvCxnSpPr>
        <cdr:cNvPr id="3" name="Curved Connector 2">
          <a:extLst xmlns:a="http://schemas.openxmlformats.org/drawingml/2006/main">
            <a:ext uri="{FF2B5EF4-FFF2-40B4-BE49-F238E27FC236}">
              <a16:creationId xmlns:a16="http://schemas.microsoft.com/office/drawing/2014/main" id="{716FF5F2-A9A1-87C5-2100-ECEC14734BA0}"/>
            </a:ext>
          </a:extLst>
        </cdr:cNvPr>
        <cdr:cNvCxnSpPr/>
      </cdr:nvCxnSpPr>
      <cdr:spPr>
        <a:xfrm xmlns:a="http://schemas.openxmlformats.org/drawingml/2006/main" flipV="1">
          <a:off x="2752726" y="623887"/>
          <a:ext cx="1285875" cy="971550"/>
        </a:xfrm>
        <a:prstGeom xmlns:a="http://schemas.openxmlformats.org/drawingml/2006/main" prst="curvedConnector3">
          <a:avLst>
            <a:gd name="adj1" fmla="val 1852"/>
          </a:avLst>
        </a:prstGeom>
        <a:ln xmlns:a="http://schemas.openxmlformats.org/drawingml/2006/main">
          <a:headEnd type="triangle"/>
          <a:tailEnd type="triangle"/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tx1"/>
        </a:fontRef>
      </cdr:style>
    </cdr:cxnSp>
  </cdr:relSizeAnchor>
  <cdr:relSizeAnchor xmlns:cdr="http://schemas.openxmlformats.org/drawingml/2006/chartDrawing">
    <cdr:from>
      <cdr:x>0.3703</cdr:x>
      <cdr:y>0.19056</cdr:y>
    </cdr:from>
    <cdr:to>
      <cdr:x>0.57141</cdr:x>
      <cdr:y>0.38043</cdr:y>
    </cdr:to>
    <cdr:sp macro="" textlink="">
      <cdr:nvSpPr>
        <cdr:cNvPr id="6" name="TextBox 1"/>
        <cdr:cNvSpPr txBox="1"/>
      </cdr:nvSpPr>
      <cdr:spPr>
        <a:xfrm xmlns:a="http://schemas.openxmlformats.org/drawingml/2006/main">
          <a:off x="2546094" y="609508"/>
          <a:ext cx="1382777" cy="607305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GB" sz="700">
              <a:solidFill>
                <a:sysClr val="windowText" lastClr="000000"/>
              </a:solidFill>
              <a:latin typeface="GHEA Grapalat" panose="02000506050000020003" pitchFamily="50" charset="0"/>
            </a:rPr>
            <a:t>decision enters into force</a:t>
          </a:r>
          <a:endParaRPr lang="en-US" sz="700">
            <a:solidFill>
              <a:sysClr val="windowText" lastClr="000000"/>
            </a:solidFill>
            <a:latin typeface="GHEA Grapalat" panose="02000506050000020003" pitchFamily="50" charset="0"/>
          </a:endParaRPr>
        </a:p>
      </cdr:txBody>
    </cdr:sp>
  </cdr:relSizeAnchor>
  <cdr:relSizeAnchor xmlns:cdr="http://schemas.openxmlformats.org/drawingml/2006/chartDrawing">
    <cdr:from>
      <cdr:x>0.06177</cdr:x>
      <cdr:y>0.11262</cdr:y>
    </cdr:from>
    <cdr:to>
      <cdr:x>0.35753</cdr:x>
      <cdr:y>0.61817</cdr:y>
    </cdr:to>
    <cdr:sp macro="" textlink="">
      <cdr:nvSpPr>
        <cdr:cNvPr id="7" name="TextBox 1"/>
        <cdr:cNvSpPr txBox="1"/>
      </cdr:nvSpPr>
      <cdr:spPr>
        <a:xfrm xmlns:a="http://schemas.openxmlformats.org/drawingml/2006/main">
          <a:off x="384175" y="355600"/>
          <a:ext cx="1839609" cy="1596296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0" baseline="0">
              <a:solidFill>
                <a:srgbClr val="000000"/>
              </a:solidFill>
              <a:latin typeface="GHEA Grapalat" panose="02000506050000020003" pitchFamily="50" charset="0"/>
            </a:rPr>
            <a:t>Additional losses: </a:t>
          </a:r>
          <a:r>
            <a:rPr lang="en-US" sz="1000" b="1" baseline="0">
              <a:solidFill>
                <a:srgbClr val="000000"/>
              </a:solidFill>
              <a:latin typeface="GHEA Grapalat" panose="02000506050000020003" pitchFamily="50" charset="0"/>
            </a:rPr>
            <a:t>2.15%</a:t>
          </a:r>
        </a:p>
        <a:p xmlns:a="http://schemas.openxmlformats.org/drawingml/2006/main">
          <a:r>
            <a:rPr lang="en-US" sz="1000" b="0" baseline="0">
              <a:solidFill>
                <a:srgbClr val="000000"/>
              </a:solidFill>
              <a:latin typeface="GHEA Grapalat" panose="02000506050000020003" pitchFamily="50" charset="0"/>
            </a:rPr>
            <a:t>CCyB at shock: </a:t>
          </a:r>
          <a:r>
            <a:rPr lang="en-US" sz="1000" b="1" baseline="0">
              <a:solidFill>
                <a:srgbClr val="000000"/>
              </a:solidFill>
              <a:latin typeface="GHEA Grapalat" panose="02000506050000020003" pitchFamily="50" charset="0"/>
            </a:rPr>
            <a:t>0.25% </a:t>
          </a:r>
          <a:endParaRPr lang="en-US" sz="1000" b="1">
            <a:solidFill>
              <a:srgbClr val="000000"/>
            </a:solidFill>
            <a:latin typeface="GHEA Grapalat" panose="02000506050000020003" pitchFamily="50" charset="0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0.04838</cdr:x>
      <cdr:y>0.11204</cdr:y>
    </cdr:from>
    <cdr:to>
      <cdr:x>0.39391</cdr:x>
      <cdr:y>0.59507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C19BE445-F3A8-9FCB-32E6-F7865637D680}"/>
            </a:ext>
          </a:extLst>
        </cdr:cNvPr>
        <cdr:cNvSpPr txBox="1"/>
      </cdr:nvSpPr>
      <cdr:spPr>
        <a:xfrm xmlns:a="http://schemas.openxmlformats.org/drawingml/2006/main">
          <a:off x="284738" y="375080"/>
          <a:ext cx="2033599" cy="1617041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0" baseline="0" dirty="0">
              <a:solidFill>
                <a:srgbClr val="000000"/>
              </a:solidFill>
              <a:latin typeface="GHEA Grapalat" panose="02000506050000020003" pitchFamily="50" charset="0"/>
            </a:rPr>
            <a:t>Additional losses: </a:t>
          </a:r>
          <a:r>
            <a:rPr lang="en-US" sz="1000" b="1" baseline="0" dirty="0">
              <a:solidFill>
                <a:srgbClr val="000000"/>
              </a:solidFill>
              <a:latin typeface="GHEA Grapalat" panose="02000506050000020003" pitchFamily="50" charset="0"/>
            </a:rPr>
            <a:t>3.57%</a:t>
          </a:r>
        </a:p>
        <a:p xmlns:a="http://schemas.openxmlformats.org/drawingml/2006/main">
          <a:r>
            <a:rPr lang="en-US" sz="1000" b="0" baseline="0" dirty="0" err="1">
              <a:solidFill>
                <a:srgbClr val="000000"/>
              </a:solidFill>
              <a:latin typeface="GHEA Grapalat" panose="02000506050000020003" pitchFamily="50" charset="0"/>
            </a:rPr>
            <a:t>CCyB</a:t>
          </a:r>
          <a:r>
            <a:rPr lang="en-US" sz="1000" b="0" baseline="0" dirty="0">
              <a:solidFill>
                <a:srgbClr val="000000"/>
              </a:solidFill>
              <a:latin typeface="GHEA Grapalat" panose="02000506050000020003" pitchFamily="50" charset="0"/>
            </a:rPr>
            <a:t> at shock: </a:t>
          </a:r>
          <a:r>
            <a:rPr lang="en-US" sz="1000" b="1" baseline="0" dirty="0">
              <a:solidFill>
                <a:srgbClr val="000000"/>
              </a:solidFill>
              <a:latin typeface="GHEA Grapalat" panose="02000506050000020003" pitchFamily="50" charset="0"/>
            </a:rPr>
            <a:t>1.5% </a:t>
          </a:r>
          <a:endParaRPr lang="en-US" sz="1000" b="1" dirty="0">
            <a:solidFill>
              <a:srgbClr val="000000"/>
            </a:solidFill>
            <a:latin typeface="GHEA Grapalat" panose="02000506050000020003" pitchFamily="50" charset="0"/>
          </a:endParaRPr>
        </a:p>
      </cdr:txBody>
    </cdr:sp>
  </cdr:relSizeAnchor>
</c:userShapes>
</file>

<file path=ppt/drawings/drawing3.xml><?xml version="1.0" encoding="utf-8"?>
<c:userShapes xmlns:c="http://schemas.openxmlformats.org/drawingml/2006/chart">
  <cdr:relSizeAnchor xmlns:cdr="http://schemas.openxmlformats.org/drawingml/2006/chartDrawing">
    <cdr:from>
      <cdr:x>0.06959</cdr:x>
      <cdr:y>0.11857</cdr:y>
    </cdr:from>
    <cdr:to>
      <cdr:x>0.41582</cdr:x>
      <cdr:y>0.62924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B7935BB-C4A3-AE41-06CE-210AC51FB5C3}"/>
            </a:ext>
          </a:extLst>
        </cdr:cNvPr>
        <cdr:cNvSpPr txBox="1"/>
      </cdr:nvSpPr>
      <cdr:spPr>
        <a:xfrm xmlns:a="http://schemas.openxmlformats.org/drawingml/2006/main">
          <a:off x="408633" y="365620"/>
          <a:ext cx="2033001" cy="1574675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000" b="0" baseline="0" dirty="0">
              <a:solidFill>
                <a:srgbClr val="000000"/>
              </a:solidFill>
              <a:latin typeface="GHEA Grapalat" panose="02000506050000020003" pitchFamily="50" charset="0"/>
            </a:rPr>
            <a:t>Additional losses: </a:t>
          </a:r>
          <a:r>
            <a:rPr lang="en-US" sz="1000" b="1" baseline="0" dirty="0">
              <a:solidFill>
                <a:srgbClr val="000000"/>
              </a:solidFill>
              <a:latin typeface="GHEA Grapalat" panose="02000506050000020003" pitchFamily="50" charset="0"/>
            </a:rPr>
            <a:t>1.75%</a:t>
          </a:r>
        </a:p>
        <a:p xmlns:a="http://schemas.openxmlformats.org/drawingml/2006/main">
          <a:r>
            <a:rPr lang="en-US" sz="1000" b="0" baseline="0" dirty="0" err="1">
              <a:solidFill>
                <a:srgbClr val="000000"/>
              </a:solidFill>
              <a:latin typeface="GHEA Grapalat" panose="02000506050000020003" pitchFamily="50" charset="0"/>
            </a:rPr>
            <a:t>CCyB</a:t>
          </a:r>
          <a:r>
            <a:rPr lang="en-US" sz="1000" b="0" baseline="0" dirty="0">
              <a:solidFill>
                <a:srgbClr val="000000"/>
              </a:solidFill>
              <a:latin typeface="GHEA Grapalat" panose="02000506050000020003" pitchFamily="50" charset="0"/>
            </a:rPr>
            <a:t> at shock: </a:t>
          </a:r>
          <a:r>
            <a:rPr lang="en-US" sz="1000" b="1" baseline="0" dirty="0">
              <a:solidFill>
                <a:srgbClr val="000000"/>
              </a:solidFill>
              <a:latin typeface="GHEA Grapalat" panose="02000506050000020003" pitchFamily="50" charset="0"/>
            </a:rPr>
            <a:t>1% </a:t>
          </a:r>
          <a:endParaRPr lang="en-US" sz="1000" b="1" dirty="0">
            <a:solidFill>
              <a:srgbClr val="000000"/>
            </a:solidFill>
            <a:latin typeface="GHEA Grapalat" panose="02000506050000020003" pitchFamily="50" charset="0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g242ad95d2a6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9" name="Google Shape;2189;g242ad95d2a6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g242ad95d2a6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8" name="Google Shape;2198;g242ad95d2a6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Google Shape;2203;g242d2cabb6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4" name="Google Shape;2204;g242d2cabb6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costs of a type 1 error (no CCyB when it is necessary) are higher than that of a type 2 error – a CCyB when it is not necessary (Galan, 2020)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g242ad95d2a6_0_4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0" name="Google Shape;2210;g242ad95d2a6_0_4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g242d2cabb6c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9" name="Google Shape;2219;g242d2cabb6c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g2432828a5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8" name="Google Shape;2228;g2432828a5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g2432cafc3c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5" name="Google Shape;2235;g2432cafc3c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g2432cafc3ce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1" name="Google Shape;2241;g2432cafc3ce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2432cafc3c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2432cafc3c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7" name="Google Shape;2257;g2432cafc3ce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8" name="Google Shape;2258;g2432cafc3ce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2079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2120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87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2432cafc3ce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9" name="Google Shape;2269;g2432cafc3ce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0" name="Google Shape;2280;SLIDES_API1934884435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1" name="Google Shape;2281;SLIDES_API1934884435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53720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73034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" name="Google Shape;2263;g2432cafc3ce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4" name="Google Shape;2264;g2432cafc3ce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4512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4.xml"/><Relationship Id="rId4" Type="http://schemas.openxmlformats.org/officeDocument/2006/relationships/hyperlink" Target="http://bit.ly/2TtBDfr" TargetMode="Externa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Introduction_Slide_1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632175" y="920625"/>
            <a:ext cx="76797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632175" y="1717350"/>
            <a:ext cx="50568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l="7871" r="4470"/>
          <a:stretch/>
        </p:blipFill>
        <p:spPr>
          <a:xfrm rot="5399995">
            <a:off x="5161977" y="1270987"/>
            <a:ext cx="5149824" cy="2601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">
  <p:cSld name="TITLE_1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899075" y="1913100"/>
            <a:ext cx="3244926" cy="3230399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>
            <a:spLocks noGrp="1"/>
          </p:cNvSpPr>
          <p:nvPr>
            <p:ph type="pic" idx="2"/>
          </p:nvPr>
        </p:nvSpPr>
        <p:spPr>
          <a:xfrm>
            <a:off x="5843075" y="632300"/>
            <a:ext cx="2615100" cy="3918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32175" y="920625"/>
            <a:ext cx="50460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642700" y="1723725"/>
            <a:ext cx="36051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891">
          <p15:clr>
            <a:srgbClr val="E46962"/>
          </p15:clr>
        </p15:guide>
        <p15:guide id="7" orient="horz" pos="1086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_no_image">
  <p:cSld name="TITLE_1_2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77450" y="2488875"/>
            <a:ext cx="2666551" cy="265462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632175" y="920625"/>
            <a:ext cx="64851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642700" y="1589400"/>
            <a:ext cx="64746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891">
          <p15:clr>
            <a:srgbClr val="E46962"/>
          </p15:clr>
        </p15:guide>
        <p15:guide id="7" orient="horz" pos="1086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2">
  <p:cSld name="TITLE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2">
            <a:alphaModFix/>
          </a:blip>
          <a:srcRect r="49205"/>
          <a:stretch/>
        </p:blipFill>
        <p:spPr>
          <a:xfrm flipH="1">
            <a:off x="0" y="-348137"/>
            <a:ext cx="1836600" cy="359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r="49205"/>
          <a:stretch/>
        </p:blipFill>
        <p:spPr>
          <a:xfrm rot="10800000">
            <a:off x="0" y="1892238"/>
            <a:ext cx="1836600" cy="3599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>
            <a:spLocks noGrp="1"/>
          </p:cNvSpPr>
          <p:nvPr>
            <p:ph type="pic" idx="2"/>
          </p:nvPr>
        </p:nvSpPr>
        <p:spPr>
          <a:xfrm>
            <a:off x="642700" y="632300"/>
            <a:ext cx="2615100" cy="3918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" name="Google Shape;30;p5"/>
          <p:cNvSpPr/>
          <p:nvPr/>
        </p:nvSpPr>
        <p:spPr>
          <a:xfrm rot="-695">
            <a:off x="8410293" y="4393362"/>
            <a:ext cx="1484700" cy="1476900"/>
          </a:xfrm>
          <a:prstGeom prst="pie">
            <a:avLst>
              <a:gd name="adj1" fmla="val 10804369"/>
              <a:gd name="adj2" fmla="val 16200000"/>
            </a:avLst>
          </a:prstGeom>
          <a:gradFill>
            <a:gsLst>
              <a:gs pos="0">
                <a:srgbClr val="FFC982"/>
              </a:gs>
              <a:gs pos="100000">
                <a:srgbClr val="F58F09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C2C2C"/>
              </a:solidFill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4722075" y="997400"/>
            <a:ext cx="3589800" cy="65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/>
          <p:nvPr/>
        </p:nvSpPr>
        <p:spPr>
          <a:xfrm>
            <a:off x="4800600" y="632300"/>
            <a:ext cx="775500" cy="131400"/>
          </a:xfrm>
          <a:prstGeom prst="roundRect">
            <a:avLst>
              <a:gd name="adj" fmla="val 50000"/>
            </a:avLst>
          </a:prstGeom>
          <a:solidFill>
            <a:srgbClr val="F47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4722075" y="1959150"/>
            <a:ext cx="35898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024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3">
  <p:cSld name="TITLE_1_1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1"/>
          </p:nvPr>
        </p:nvSpPr>
        <p:spPr>
          <a:xfrm>
            <a:off x="383075" y="1908900"/>
            <a:ext cx="24690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2"/>
          </p:nvPr>
        </p:nvSpPr>
        <p:spPr>
          <a:xfrm>
            <a:off x="3284763" y="1908900"/>
            <a:ext cx="2469000" cy="3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2">
            <a:alphaModFix/>
          </a:blip>
          <a:srcRect r="49205" b="13464"/>
          <a:stretch/>
        </p:blipFill>
        <p:spPr>
          <a:xfrm flipH="1">
            <a:off x="8025" y="3162568"/>
            <a:ext cx="1168200" cy="198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383075" y="1011550"/>
            <a:ext cx="7753500" cy="6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ubTitle" idx="3"/>
          </p:nvPr>
        </p:nvSpPr>
        <p:spPr>
          <a:xfrm>
            <a:off x="6186450" y="1908900"/>
            <a:ext cx="2469000" cy="3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Outro_1">
  <p:cSld name="TITLE_1_1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24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">
  <p:cSld name="TITLE_4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ctrTitle"/>
          </p:nvPr>
        </p:nvSpPr>
        <p:spPr>
          <a:xfrm>
            <a:off x="4040075" y="1807225"/>
            <a:ext cx="4084500" cy="192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ubTitle" idx="1"/>
          </p:nvPr>
        </p:nvSpPr>
        <p:spPr>
          <a:xfrm>
            <a:off x="4040075" y="3900750"/>
            <a:ext cx="4553400" cy="564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61" name="Google Shape;61;p12"/>
          <p:cNvSpPr/>
          <p:nvPr/>
        </p:nvSpPr>
        <p:spPr>
          <a:xfrm>
            <a:off x="148375" y="148500"/>
            <a:ext cx="8869500" cy="48465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Introduction_Slide_1">
  <p:cSld name="TITLE_2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732150" y="1432763"/>
            <a:ext cx="76797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732150" y="2229500"/>
            <a:ext cx="7679700" cy="19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marL="914400" lvl="1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398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62">
          <p15:clr>
            <a:srgbClr val="E46962"/>
          </p15:clr>
        </p15:guide>
        <p15:guide id="6" pos="458">
          <p15:clr>
            <a:srgbClr val="E46962"/>
          </p15:clr>
        </p15:guide>
        <p15:guide id="7" orient="horz" pos="1082">
          <p15:clr>
            <a:srgbClr val="E46962"/>
          </p15:clr>
        </p15:guide>
        <p15:guide id="8" orient="horz" pos="903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">
  <p:cSld name="TITLE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5"/>
          <p:cNvSpPr>
            <a:spLocks noGrp="1"/>
          </p:cNvSpPr>
          <p:nvPr>
            <p:ph type="pic" idx="2"/>
          </p:nvPr>
        </p:nvSpPr>
        <p:spPr>
          <a:xfrm>
            <a:off x="5756411" y="66975"/>
            <a:ext cx="3387600" cy="50766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632175" y="650250"/>
            <a:ext cx="50460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ubTitle" idx="1"/>
          </p:nvPr>
        </p:nvSpPr>
        <p:spPr>
          <a:xfrm>
            <a:off x="642700" y="1562500"/>
            <a:ext cx="43374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  <p15:guide id="6" orient="horz" pos="984">
          <p15:clr>
            <a:srgbClr val="E46962"/>
          </p15:clr>
        </p15:guide>
        <p15:guide id="7" orient="horz" pos="1080">
          <p15:clr>
            <a:srgbClr val="E46962"/>
          </p15:clr>
        </p15:guide>
        <p15:guide id="8" orient="horz" pos="4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2">
  <p:cSld name="TITLE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6"/>
          <p:cNvSpPr>
            <a:spLocks noGrp="1"/>
          </p:cNvSpPr>
          <p:nvPr>
            <p:ph type="pic" idx="2"/>
          </p:nvPr>
        </p:nvSpPr>
        <p:spPr>
          <a:xfrm>
            <a:off x="0" y="57700"/>
            <a:ext cx="3393900" cy="50859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sp>
      <p:sp>
        <p:nvSpPr>
          <p:cNvPr id="79" name="Google Shape;79;p16"/>
          <p:cNvSpPr txBox="1">
            <a:spLocks noGrp="1"/>
          </p:cNvSpPr>
          <p:nvPr>
            <p:ph type="subTitle" idx="1"/>
          </p:nvPr>
        </p:nvSpPr>
        <p:spPr>
          <a:xfrm>
            <a:off x="4135200" y="1595175"/>
            <a:ext cx="4176600" cy="19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4135200" y="650250"/>
            <a:ext cx="42705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664">
          <p15:clr>
            <a:srgbClr val="E46962"/>
          </p15:clr>
        </p15:guide>
        <p15:guide id="3" pos="405">
          <p15:clr>
            <a:srgbClr val="E46962"/>
          </p15:clr>
        </p15:guide>
        <p15:guide id="4" pos="5328">
          <p15:clr>
            <a:srgbClr val="E46962"/>
          </p15:clr>
        </p15:guide>
        <p15:guide id="5" orient="horz" pos="409">
          <p15:clr>
            <a:srgbClr val="E46962"/>
          </p15:clr>
        </p15:guide>
        <p15:guide id="6" orient="horz" pos="10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3">
  <p:cSld name="TITLE_1_1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ubTitle" idx="1"/>
          </p:nvPr>
        </p:nvSpPr>
        <p:spPr>
          <a:xfrm>
            <a:off x="383075" y="1798300"/>
            <a:ext cx="24690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subTitle" idx="2"/>
          </p:nvPr>
        </p:nvSpPr>
        <p:spPr>
          <a:xfrm>
            <a:off x="3284763" y="1798300"/>
            <a:ext cx="2469000" cy="3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subTitle" idx="3"/>
          </p:nvPr>
        </p:nvSpPr>
        <p:spPr>
          <a:xfrm>
            <a:off x="6186450" y="1798300"/>
            <a:ext cx="2469000" cy="39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Title_Body_1_no_image">
  <p:cSld name="TITLE_1_1_1_2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1"/>
          </p:nvPr>
        </p:nvSpPr>
        <p:spPr>
          <a:xfrm>
            <a:off x="383075" y="1631475"/>
            <a:ext cx="7753500" cy="4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83075" y="900950"/>
            <a:ext cx="7753500" cy="6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  <p15:guide id="3" orient="horz" pos="628">
          <p15:clr>
            <a:srgbClr val="E46962"/>
          </p15:clr>
        </p15:guide>
        <p15:guide id="4" pos="5328">
          <p15:clr>
            <a:srgbClr val="E46962"/>
          </p15:clr>
        </p15:guide>
        <p15:guide id="5" pos="288">
          <p15:clr>
            <a:srgbClr val="E46962"/>
          </p15:clr>
        </p15:guide>
        <p15:guide id="6" pos="175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A_Outro_1">
  <p:cSld name="TITLE_1_1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3240">
          <p15:clr>
            <a:srgbClr val="E46962"/>
          </p15:clr>
        </p15:guide>
        <p15:guide id="3" pos="405">
          <p15:clr>
            <a:srgbClr val="E46962"/>
          </p15:clr>
        </p15:guide>
        <p15:guide id="4" orient="horz" pos="628">
          <p15:clr>
            <a:srgbClr val="E46962"/>
          </p15:clr>
        </p15:guide>
        <p15:guide id="5" pos="5328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>
            <a:spLocks noGrp="1"/>
          </p:cNvSpPr>
          <p:nvPr>
            <p:ph type="ctrTitle"/>
          </p:nvPr>
        </p:nvSpPr>
        <p:spPr>
          <a:xfrm>
            <a:off x="1039575" y="1701225"/>
            <a:ext cx="45924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00" name="Google Shape;100;p22"/>
          <p:cNvSpPr txBox="1">
            <a:spLocks noGrp="1"/>
          </p:cNvSpPr>
          <p:nvPr>
            <p:ph type="subTitle" idx="1"/>
          </p:nvPr>
        </p:nvSpPr>
        <p:spPr>
          <a:xfrm>
            <a:off x="1039575" y="3206400"/>
            <a:ext cx="240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None/>
              <a:defRPr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2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>
            <a:spLocks noGrp="1"/>
          </p:cNvSpPr>
          <p:nvPr>
            <p:ph type="ctrTitle"/>
          </p:nvPr>
        </p:nvSpPr>
        <p:spPr>
          <a:xfrm>
            <a:off x="3423902" y="38747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subTitle" idx="1"/>
          </p:nvPr>
        </p:nvSpPr>
        <p:spPr>
          <a:xfrm>
            <a:off x="3423900" y="802521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title" idx="2" hasCustomPrompt="1"/>
          </p:nvPr>
        </p:nvSpPr>
        <p:spPr>
          <a:xfrm>
            <a:off x="2023007" y="654113"/>
            <a:ext cx="17391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>
            <a:spLocks noGrp="1"/>
          </p:cNvSpPr>
          <p:nvPr>
            <p:ph type="ctrTitle" idx="3"/>
          </p:nvPr>
        </p:nvSpPr>
        <p:spPr>
          <a:xfrm>
            <a:off x="3425264" y="1224286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subTitle" idx="4"/>
          </p:nvPr>
        </p:nvSpPr>
        <p:spPr>
          <a:xfrm>
            <a:off x="3425259" y="1638859"/>
            <a:ext cx="19767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title" idx="5" hasCustomPrompt="1"/>
          </p:nvPr>
        </p:nvSpPr>
        <p:spPr>
          <a:xfrm>
            <a:off x="2023007" y="1488788"/>
            <a:ext cx="16152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23"/>
          <p:cNvSpPr txBox="1">
            <a:spLocks noGrp="1"/>
          </p:cNvSpPr>
          <p:nvPr>
            <p:ph type="ctrTitle" idx="6"/>
          </p:nvPr>
        </p:nvSpPr>
        <p:spPr>
          <a:xfrm>
            <a:off x="3427999" y="2061098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ubTitle" idx="7"/>
          </p:nvPr>
        </p:nvSpPr>
        <p:spPr>
          <a:xfrm>
            <a:off x="3427997" y="2475197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title" idx="8" hasCustomPrompt="1"/>
          </p:nvPr>
        </p:nvSpPr>
        <p:spPr>
          <a:xfrm>
            <a:off x="2023007" y="232346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1" name="Google Shape;111;p23"/>
          <p:cNvSpPr txBox="1">
            <a:spLocks noGrp="1"/>
          </p:cNvSpPr>
          <p:nvPr>
            <p:ph type="ctrTitle" idx="9"/>
          </p:nvPr>
        </p:nvSpPr>
        <p:spPr>
          <a:xfrm rot="5400000">
            <a:off x="6601629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ctrTitle" idx="13"/>
          </p:nvPr>
        </p:nvSpPr>
        <p:spPr>
          <a:xfrm>
            <a:off x="3427999" y="2897911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3" name="Google Shape;113;p23"/>
          <p:cNvSpPr txBox="1">
            <a:spLocks noGrp="1"/>
          </p:cNvSpPr>
          <p:nvPr>
            <p:ph type="subTitle" idx="14"/>
          </p:nvPr>
        </p:nvSpPr>
        <p:spPr>
          <a:xfrm>
            <a:off x="3427997" y="3311534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23"/>
          <p:cNvSpPr txBox="1">
            <a:spLocks noGrp="1"/>
          </p:cNvSpPr>
          <p:nvPr>
            <p:ph type="title" idx="15" hasCustomPrompt="1"/>
          </p:nvPr>
        </p:nvSpPr>
        <p:spPr>
          <a:xfrm>
            <a:off x="2023007" y="3158138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>
            <a:spLocks noGrp="1"/>
          </p:cNvSpPr>
          <p:nvPr>
            <p:ph type="ctrTitle" idx="16"/>
          </p:nvPr>
        </p:nvSpPr>
        <p:spPr>
          <a:xfrm>
            <a:off x="3427999" y="3734723"/>
            <a:ext cx="22518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subTitle" idx="17"/>
          </p:nvPr>
        </p:nvSpPr>
        <p:spPr>
          <a:xfrm>
            <a:off x="3427997" y="4147872"/>
            <a:ext cx="1906500" cy="57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title" idx="18" hasCustomPrompt="1"/>
          </p:nvPr>
        </p:nvSpPr>
        <p:spPr>
          <a:xfrm>
            <a:off x="2023007" y="3992813"/>
            <a:ext cx="15735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Font typeface="Fira Sans Extra Condensed Medium"/>
              <a:buNone/>
              <a:defRPr sz="48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CUSTOM_13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>
            <a:spLocks noGrp="1"/>
          </p:cNvSpPr>
          <p:nvPr>
            <p:ph type="title"/>
          </p:nvPr>
        </p:nvSpPr>
        <p:spPr>
          <a:xfrm>
            <a:off x="672375" y="1432475"/>
            <a:ext cx="3498000" cy="89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24"/>
          <p:cNvSpPr txBox="1">
            <a:spLocks noGrp="1"/>
          </p:cNvSpPr>
          <p:nvPr>
            <p:ph type="subTitle" idx="1"/>
          </p:nvPr>
        </p:nvSpPr>
        <p:spPr>
          <a:xfrm flipH="1">
            <a:off x="1667175" y="2154225"/>
            <a:ext cx="2503200" cy="1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1">
  <p:cSld name="CUSTOM_27_1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>
            <a:spLocks noGrp="1"/>
          </p:cNvSpPr>
          <p:nvPr>
            <p:ph type="ctrTitle"/>
          </p:nvPr>
        </p:nvSpPr>
        <p:spPr>
          <a:xfrm>
            <a:off x="631875" y="842025"/>
            <a:ext cx="287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subTitle" idx="1"/>
          </p:nvPr>
        </p:nvSpPr>
        <p:spPr>
          <a:xfrm>
            <a:off x="631884" y="1410841"/>
            <a:ext cx="2480700" cy="53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ctrTitle" idx="2"/>
          </p:nvPr>
        </p:nvSpPr>
        <p:spPr>
          <a:xfrm>
            <a:off x="4213664" y="842025"/>
            <a:ext cx="26979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subTitle" idx="3"/>
          </p:nvPr>
        </p:nvSpPr>
        <p:spPr>
          <a:xfrm>
            <a:off x="4213664" y="1410841"/>
            <a:ext cx="258600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6" name="Google Shape;126;p25"/>
          <p:cNvSpPr txBox="1">
            <a:spLocks noGrp="1"/>
          </p:cNvSpPr>
          <p:nvPr>
            <p:ph type="ctrTitle" idx="4"/>
          </p:nvPr>
        </p:nvSpPr>
        <p:spPr>
          <a:xfrm>
            <a:off x="631883" y="3331927"/>
            <a:ext cx="287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subTitle" idx="5"/>
          </p:nvPr>
        </p:nvSpPr>
        <p:spPr>
          <a:xfrm>
            <a:off x="631884" y="3914208"/>
            <a:ext cx="24807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ctrTitle" idx="6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ctrTitle" idx="7"/>
          </p:nvPr>
        </p:nvSpPr>
        <p:spPr>
          <a:xfrm>
            <a:off x="4213664" y="3331934"/>
            <a:ext cx="25860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ubTitle" idx="8"/>
          </p:nvPr>
        </p:nvSpPr>
        <p:spPr>
          <a:xfrm>
            <a:off x="4213664" y="3914208"/>
            <a:ext cx="2586000" cy="7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1">
  <p:cSld name="CUSTOM_27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ctrTitle"/>
          </p:nvPr>
        </p:nvSpPr>
        <p:spPr>
          <a:xfrm>
            <a:off x="4921575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subTitle" idx="1"/>
          </p:nvPr>
        </p:nvSpPr>
        <p:spPr>
          <a:xfrm>
            <a:off x="4921575" y="3553810"/>
            <a:ext cx="15222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ctrTitle" idx="2"/>
          </p:nvPr>
        </p:nvSpPr>
        <p:spPr>
          <a:xfrm>
            <a:off x="906139" y="2993035"/>
            <a:ext cx="18282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subTitle" idx="3"/>
          </p:nvPr>
        </p:nvSpPr>
        <p:spPr>
          <a:xfrm>
            <a:off x="906139" y="3553810"/>
            <a:ext cx="15222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6" name="Google Shape;136;p26"/>
          <p:cNvSpPr txBox="1">
            <a:spLocks noGrp="1"/>
          </p:cNvSpPr>
          <p:nvPr>
            <p:ph type="ctrTitle" idx="4"/>
          </p:nvPr>
        </p:nvSpPr>
        <p:spPr>
          <a:xfrm rot="5400000">
            <a:off x="6685437" y="1646270"/>
            <a:ext cx="29133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7" name="Google Shape;137;p26"/>
          <p:cNvSpPr txBox="1">
            <a:spLocks noGrp="1"/>
          </p:cNvSpPr>
          <p:nvPr>
            <p:ph type="ctrTitle" idx="5"/>
          </p:nvPr>
        </p:nvSpPr>
        <p:spPr>
          <a:xfrm>
            <a:off x="2928557" y="2993035"/>
            <a:ext cx="17988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8" name="Google Shape;138;p26"/>
          <p:cNvSpPr txBox="1">
            <a:spLocks noGrp="1"/>
          </p:cNvSpPr>
          <p:nvPr>
            <p:ph type="subTitle" idx="6"/>
          </p:nvPr>
        </p:nvSpPr>
        <p:spPr>
          <a:xfrm>
            <a:off x="2928550" y="3553810"/>
            <a:ext cx="1476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CUSTOM_14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>
            <a:spLocks noGrp="1"/>
          </p:cNvSpPr>
          <p:nvPr>
            <p:ph type="ctrTitle"/>
          </p:nvPr>
        </p:nvSpPr>
        <p:spPr>
          <a:xfrm>
            <a:off x="5432000" y="710675"/>
            <a:ext cx="28881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subTitle" idx="1"/>
          </p:nvPr>
        </p:nvSpPr>
        <p:spPr>
          <a:xfrm>
            <a:off x="5363550" y="2724625"/>
            <a:ext cx="29565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8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>
            <a:spLocks noGrp="1"/>
          </p:cNvSpPr>
          <p:nvPr>
            <p:ph type="subTitle" idx="1"/>
          </p:nvPr>
        </p:nvSpPr>
        <p:spPr>
          <a:xfrm>
            <a:off x="915175" y="3380775"/>
            <a:ext cx="3960600" cy="6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8"/>
          <p:cNvSpPr txBox="1">
            <a:spLocks noGrp="1"/>
          </p:cNvSpPr>
          <p:nvPr>
            <p:ph type="subTitle" idx="2"/>
          </p:nvPr>
        </p:nvSpPr>
        <p:spPr>
          <a:xfrm>
            <a:off x="915175" y="4004575"/>
            <a:ext cx="1821000" cy="2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b="1"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3">
  <p:cSld name="CUSTOM_16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>
            <a:spLocks noGrp="1"/>
          </p:cNvSpPr>
          <p:nvPr>
            <p:ph type="subTitle" idx="1"/>
          </p:nvPr>
        </p:nvSpPr>
        <p:spPr>
          <a:xfrm>
            <a:off x="2117847" y="3380460"/>
            <a:ext cx="2951400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ctrTitle"/>
          </p:nvPr>
        </p:nvSpPr>
        <p:spPr>
          <a:xfrm rot="-5400000">
            <a:off x="-343101" y="1759150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4">
  <p:cSld name="CUSTOM_16_1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"/>
          <p:cNvSpPr txBox="1">
            <a:spLocks noGrp="1"/>
          </p:cNvSpPr>
          <p:nvPr>
            <p:ph type="subTitle" idx="1"/>
          </p:nvPr>
        </p:nvSpPr>
        <p:spPr>
          <a:xfrm flipH="1">
            <a:off x="4189625" y="3380460"/>
            <a:ext cx="2951400" cy="29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0"/>
          <p:cNvSpPr txBox="1">
            <a:spLocks noGrp="1"/>
          </p:cNvSpPr>
          <p:nvPr>
            <p:ph type="ctrTitle"/>
          </p:nvPr>
        </p:nvSpPr>
        <p:spPr>
          <a:xfrm rot="5400000">
            <a:off x="6612409" y="1752564"/>
            <a:ext cx="2888100" cy="8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  <a:defRPr sz="16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CUSTOM_35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>
            <a:spLocks noGrp="1"/>
          </p:cNvSpPr>
          <p:nvPr>
            <p:ph type="title"/>
          </p:nvPr>
        </p:nvSpPr>
        <p:spPr>
          <a:xfrm>
            <a:off x="3200250" y="1742750"/>
            <a:ext cx="274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600"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CUSTOM_38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>
            <a:spLocks noGrp="1"/>
          </p:cNvSpPr>
          <p:nvPr>
            <p:ph type="ctrTitle"/>
          </p:nvPr>
        </p:nvSpPr>
        <p:spPr>
          <a:xfrm>
            <a:off x="769725" y="1310050"/>
            <a:ext cx="3430200" cy="57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55" name="Google Shape;155;p32"/>
          <p:cNvSpPr txBox="1">
            <a:spLocks noGrp="1"/>
          </p:cNvSpPr>
          <p:nvPr>
            <p:ph type="title" idx="2" hasCustomPrompt="1"/>
          </p:nvPr>
        </p:nvSpPr>
        <p:spPr>
          <a:xfrm rot="5400000">
            <a:off x="7142178" y="3570226"/>
            <a:ext cx="1738800" cy="57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CUSTOM_30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3"/>
          <p:cNvSpPr txBox="1">
            <a:spLocks noGrp="1"/>
          </p:cNvSpPr>
          <p:nvPr>
            <p:ph type="ctrTitle"/>
          </p:nvPr>
        </p:nvSpPr>
        <p:spPr>
          <a:xfrm>
            <a:off x="656422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8" name="Google Shape;158;p33"/>
          <p:cNvSpPr txBox="1">
            <a:spLocks noGrp="1"/>
          </p:cNvSpPr>
          <p:nvPr>
            <p:ph type="subTitle" idx="1"/>
          </p:nvPr>
        </p:nvSpPr>
        <p:spPr>
          <a:xfrm>
            <a:off x="656425" y="18867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59" name="Google Shape;159;p33"/>
          <p:cNvSpPr txBox="1">
            <a:spLocks noGrp="1"/>
          </p:cNvSpPr>
          <p:nvPr>
            <p:ph type="ctrTitle" idx="2"/>
          </p:nvPr>
        </p:nvSpPr>
        <p:spPr>
          <a:xfrm>
            <a:off x="2650710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33"/>
          <p:cNvSpPr txBox="1">
            <a:spLocks noGrp="1"/>
          </p:cNvSpPr>
          <p:nvPr>
            <p:ph type="subTitle" idx="3"/>
          </p:nvPr>
        </p:nvSpPr>
        <p:spPr>
          <a:xfrm>
            <a:off x="2610700" y="18867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1" name="Google Shape;161;p33"/>
          <p:cNvSpPr txBox="1">
            <a:spLocks noGrp="1"/>
          </p:cNvSpPr>
          <p:nvPr>
            <p:ph type="ctrTitle" idx="4"/>
          </p:nvPr>
        </p:nvSpPr>
        <p:spPr>
          <a:xfrm>
            <a:off x="4638106" y="13944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2" name="Google Shape;162;p33"/>
          <p:cNvSpPr txBox="1">
            <a:spLocks noGrp="1"/>
          </p:cNvSpPr>
          <p:nvPr>
            <p:ph type="subTitle" idx="5"/>
          </p:nvPr>
        </p:nvSpPr>
        <p:spPr>
          <a:xfrm>
            <a:off x="4878076" y="18867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3" name="Google Shape;163;p33"/>
          <p:cNvSpPr txBox="1">
            <a:spLocks noGrp="1"/>
          </p:cNvSpPr>
          <p:nvPr>
            <p:ph type="ctrTitle" idx="6"/>
          </p:nvPr>
        </p:nvSpPr>
        <p:spPr>
          <a:xfrm rot="5400000">
            <a:off x="6865575" y="1466125"/>
            <a:ext cx="25530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64" name="Google Shape;164;p33"/>
          <p:cNvSpPr txBox="1">
            <a:spLocks noGrp="1"/>
          </p:cNvSpPr>
          <p:nvPr>
            <p:ph type="ctrTitle" idx="7"/>
          </p:nvPr>
        </p:nvSpPr>
        <p:spPr>
          <a:xfrm>
            <a:off x="656422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33"/>
          <p:cNvSpPr txBox="1">
            <a:spLocks noGrp="1"/>
          </p:cNvSpPr>
          <p:nvPr>
            <p:ph type="subTitle" idx="8"/>
          </p:nvPr>
        </p:nvSpPr>
        <p:spPr>
          <a:xfrm>
            <a:off x="656425" y="3860125"/>
            <a:ext cx="1563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6" name="Google Shape;166;p33"/>
          <p:cNvSpPr txBox="1">
            <a:spLocks noGrp="1"/>
          </p:cNvSpPr>
          <p:nvPr>
            <p:ph type="ctrTitle" idx="9"/>
          </p:nvPr>
        </p:nvSpPr>
        <p:spPr>
          <a:xfrm>
            <a:off x="2650710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7" name="Google Shape;167;p33"/>
          <p:cNvSpPr txBox="1">
            <a:spLocks noGrp="1"/>
          </p:cNvSpPr>
          <p:nvPr>
            <p:ph type="subTitle" idx="13"/>
          </p:nvPr>
        </p:nvSpPr>
        <p:spPr>
          <a:xfrm>
            <a:off x="2610700" y="3860125"/>
            <a:ext cx="1961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68" name="Google Shape;168;p33"/>
          <p:cNvSpPr txBox="1">
            <a:spLocks noGrp="1"/>
          </p:cNvSpPr>
          <p:nvPr>
            <p:ph type="ctrTitle" idx="14"/>
          </p:nvPr>
        </p:nvSpPr>
        <p:spPr>
          <a:xfrm>
            <a:off x="4638106" y="3367816"/>
            <a:ext cx="1881300" cy="64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3"/>
          <p:cNvSpPr txBox="1">
            <a:spLocks noGrp="1"/>
          </p:cNvSpPr>
          <p:nvPr>
            <p:ph type="subTitle" idx="15"/>
          </p:nvPr>
        </p:nvSpPr>
        <p:spPr>
          <a:xfrm>
            <a:off x="4878076" y="3860125"/>
            <a:ext cx="1648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31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4"/>
          <p:cNvSpPr txBox="1">
            <a:spLocks noGrp="1"/>
          </p:cNvSpPr>
          <p:nvPr>
            <p:ph type="ctrTitle"/>
          </p:nvPr>
        </p:nvSpPr>
        <p:spPr>
          <a:xfrm rot="5400000">
            <a:off x="6603595" y="1930225"/>
            <a:ext cx="3481200" cy="4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1">
  <p:cSld name="CUSTOM_21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5"/>
          <p:cNvSpPr txBox="1">
            <a:spLocks noGrp="1"/>
          </p:cNvSpPr>
          <p:nvPr>
            <p:ph type="subTitle" idx="1"/>
          </p:nvPr>
        </p:nvSpPr>
        <p:spPr>
          <a:xfrm>
            <a:off x="4633950" y="1847896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4" name="Google Shape;174;p35"/>
          <p:cNvSpPr txBox="1">
            <a:spLocks noGrp="1"/>
          </p:cNvSpPr>
          <p:nvPr>
            <p:ph type="subTitle" idx="2"/>
          </p:nvPr>
        </p:nvSpPr>
        <p:spPr>
          <a:xfrm>
            <a:off x="4633950" y="3827870"/>
            <a:ext cx="18180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75" name="Google Shape;175;p35"/>
          <p:cNvSpPr txBox="1">
            <a:spLocks noGrp="1"/>
          </p:cNvSpPr>
          <p:nvPr>
            <p:ph type="ctrTitle"/>
          </p:nvPr>
        </p:nvSpPr>
        <p:spPr>
          <a:xfrm>
            <a:off x="4633950" y="1539296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6" name="Google Shape;176;p35"/>
          <p:cNvSpPr txBox="1">
            <a:spLocks noGrp="1"/>
          </p:cNvSpPr>
          <p:nvPr>
            <p:ph type="ctrTitle" idx="3"/>
          </p:nvPr>
        </p:nvSpPr>
        <p:spPr>
          <a:xfrm>
            <a:off x="4633950" y="351927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77" name="Google Shape;177;p35"/>
          <p:cNvSpPr txBox="1">
            <a:spLocks noGrp="1"/>
          </p:cNvSpPr>
          <p:nvPr>
            <p:ph type="ctrTitle" idx="4"/>
          </p:nvPr>
        </p:nvSpPr>
        <p:spPr>
          <a:xfrm rot="5400000">
            <a:off x="6917175" y="1414524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0">
          <p15:clr>
            <a:srgbClr val="FA7B17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5">
  <p:cSld name="CUSTOM_32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6"/>
          <p:cNvSpPr txBox="1">
            <a:spLocks noGrp="1"/>
          </p:cNvSpPr>
          <p:nvPr>
            <p:ph type="subTitle" idx="1"/>
          </p:nvPr>
        </p:nvSpPr>
        <p:spPr>
          <a:xfrm>
            <a:off x="2258125" y="3106325"/>
            <a:ext cx="3029100" cy="10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36"/>
          <p:cNvSpPr txBox="1">
            <a:spLocks noGrp="1"/>
          </p:cNvSpPr>
          <p:nvPr>
            <p:ph type="ctrTitle"/>
          </p:nvPr>
        </p:nvSpPr>
        <p:spPr>
          <a:xfrm rot="5400000">
            <a:off x="7241489" y="1041025"/>
            <a:ext cx="1702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4">
  <p:cSld name="CUSTOM_33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7"/>
          <p:cNvSpPr txBox="1">
            <a:spLocks noGrp="1"/>
          </p:cNvSpPr>
          <p:nvPr>
            <p:ph type="subTitle" idx="1"/>
          </p:nvPr>
        </p:nvSpPr>
        <p:spPr>
          <a:xfrm flipH="1">
            <a:off x="840600" y="2432150"/>
            <a:ext cx="1650300" cy="7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37"/>
          <p:cNvSpPr txBox="1">
            <a:spLocks noGrp="1"/>
          </p:cNvSpPr>
          <p:nvPr>
            <p:ph type="subTitle" idx="2"/>
          </p:nvPr>
        </p:nvSpPr>
        <p:spPr>
          <a:xfrm>
            <a:off x="4702174" y="1049093"/>
            <a:ext cx="1960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37"/>
          <p:cNvSpPr txBox="1">
            <a:spLocks noGrp="1"/>
          </p:cNvSpPr>
          <p:nvPr>
            <p:ph type="ctrTitle"/>
          </p:nvPr>
        </p:nvSpPr>
        <p:spPr>
          <a:xfrm>
            <a:off x="-533400" y="2047350"/>
            <a:ext cx="3024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5" name="Google Shape;185;p37"/>
          <p:cNvSpPr txBox="1">
            <a:spLocks noGrp="1"/>
          </p:cNvSpPr>
          <p:nvPr>
            <p:ph type="ctrTitle" idx="3"/>
          </p:nvPr>
        </p:nvSpPr>
        <p:spPr>
          <a:xfrm>
            <a:off x="4702174" y="664293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6" name="Google Shape;186;p37"/>
          <p:cNvSpPr txBox="1">
            <a:spLocks noGrp="1"/>
          </p:cNvSpPr>
          <p:nvPr>
            <p:ph type="subTitle" idx="4"/>
          </p:nvPr>
        </p:nvSpPr>
        <p:spPr>
          <a:xfrm>
            <a:off x="4702174" y="3788925"/>
            <a:ext cx="22149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ctrTitle" idx="5"/>
          </p:nvPr>
        </p:nvSpPr>
        <p:spPr>
          <a:xfrm>
            <a:off x="4702174" y="3389725"/>
            <a:ext cx="24756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ctrTitle" idx="6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 2">
  <p:cSld name="CUSTOM_34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8"/>
          <p:cNvSpPr txBox="1">
            <a:spLocks noGrp="1"/>
          </p:cNvSpPr>
          <p:nvPr>
            <p:ph type="ctrTitle"/>
          </p:nvPr>
        </p:nvSpPr>
        <p:spPr>
          <a:xfrm rot="5400000">
            <a:off x="6860962" y="1407498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subTitle" idx="1"/>
          </p:nvPr>
        </p:nvSpPr>
        <p:spPr>
          <a:xfrm>
            <a:off x="1579064" y="2147200"/>
            <a:ext cx="16266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ctrTitle" idx="2"/>
          </p:nvPr>
        </p:nvSpPr>
        <p:spPr>
          <a:xfrm>
            <a:off x="1579064" y="176240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subTitle" idx="3"/>
          </p:nvPr>
        </p:nvSpPr>
        <p:spPr>
          <a:xfrm>
            <a:off x="4068269" y="2147200"/>
            <a:ext cx="16266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ctrTitle" idx="4"/>
          </p:nvPr>
        </p:nvSpPr>
        <p:spPr>
          <a:xfrm>
            <a:off x="3075567" y="1762400"/>
            <a:ext cx="2619300" cy="384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6">
  <p:cSld name="CUSTOM_11_1_2_1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9"/>
          <p:cNvSpPr txBox="1">
            <a:spLocks noGrp="1"/>
          </p:cNvSpPr>
          <p:nvPr>
            <p:ph type="ctrTitle"/>
          </p:nvPr>
        </p:nvSpPr>
        <p:spPr>
          <a:xfrm>
            <a:off x="831200" y="376498"/>
            <a:ext cx="3867300" cy="20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39"/>
          <p:cNvSpPr txBox="1">
            <a:spLocks noGrp="1"/>
          </p:cNvSpPr>
          <p:nvPr>
            <p:ph type="subTitle" idx="1"/>
          </p:nvPr>
        </p:nvSpPr>
        <p:spPr>
          <a:xfrm>
            <a:off x="831200" y="2314225"/>
            <a:ext cx="3081600" cy="17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redits">
  <p:cSld name="CUSTOM_2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>
            <a:spLocks noGrp="1"/>
          </p:cNvSpPr>
          <p:nvPr>
            <p:ph type="body" idx="1"/>
          </p:nvPr>
        </p:nvSpPr>
        <p:spPr>
          <a:xfrm>
            <a:off x="642050" y="213480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40"/>
          <p:cNvSpPr txBox="1">
            <a:spLocks noGrp="1"/>
          </p:cNvSpPr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ources">
  <p:cSld name="CUSTOM_25_1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1"/>
          <p:cNvSpPr txBox="1">
            <a:spLocks noGrp="1"/>
          </p:cNvSpPr>
          <p:nvPr>
            <p:ph type="body" idx="1"/>
          </p:nvPr>
        </p:nvSpPr>
        <p:spPr>
          <a:xfrm>
            <a:off x="642050" y="1277550"/>
            <a:ext cx="5308200" cy="14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  <a:defRPr>
                <a:solidFill>
                  <a:srgbClr val="000000"/>
                </a:solidFill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  <a:defRPr>
                <a:solidFill>
                  <a:srgbClr val="000000"/>
                </a:solidFill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Char char="■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41"/>
          <p:cNvSpPr txBox="1">
            <a:spLocks noGrp="1"/>
          </p:cNvSpPr>
          <p:nvPr>
            <p:ph type="ctrTitle"/>
          </p:nvPr>
        </p:nvSpPr>
        <p:spPr>
          <a:xfrm rot="5400000">
            <a:off x="6923109" y="1407498"/>
            <a:ext cx="2449800" cy="48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04" name="Google Shape;204;p41"/>
          <p:cNvSpPr txBox="1">
            <a:spLocks noGrp="1"/>
          </p:cNvSpPr>
          <p:nvPr>
            <p:ph type="subTitle" idx="2"/>
          </p:nvPr>
        </p:nvSpPr>
        <p:spPr>
          <a:xfrm>
            <a:off x="642050" y="540000"/>
            <a:ext cx="4655400" cy="9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/>
          <p:nvPr/>
        </p:nvSpPr>
        <p:spPr>
          <a:xfrm rot="10800000" flipH="1">
            <a:off x="-1411582" y="-1157400"/>
            <a:ext cx="4436782" cy="371434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43"/>
          <p:cNvSpPr/>
          <p:nvPr/>
        </p:nvSpPr>
        <p:spPr>
          <a:xfrm>
            <a:off x="1062825" y="3370500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43"/>
          <p:cNvSpPr/>
          <p:nvPr/>
        </p:nvSpPr>
        <p:spPr>
          <a:xfrm>
            <a:off x="7605425" y="342175"/>
            <a:ext cx="2052600" cy="2052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" name="Google Shape;212;p43"/>
          <p:cNvGrpSpPr/>
          <p:nvPr/>
        </p:nvGrpSpPr>
        <p:grpSpPr>
          <a:xfrm>
            <a:off x="6412578" y="-640069"/>
            <a:ext cx="1962482" cy="1953284"/>
            <a:chOff x="386328" y="2672681"/>
            <a:chExt cx="1962482" cy="1953284"/>
          </a:xfrm>
        </p:grpSpPr>
        <p:sp>
          <p:nvSpPr>
            <p:cNvPr id="213" name="Google Shape;213;p43"/>
            <p:cNvSpPr/>
            <p:nvPr/>
          </p:nvSpPr>
          <p:spPr>
            <a:xfrm>
              <a:off x="602590" y="3031586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43"/>
            <p:cNvSpPr/>
            <p:nvPr/>
          </p:nvSpPr>
          <p:spPr>
            <a:xfrm>
              <a:off x="386328" y="2672681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43"/>
            <p:cNvSpPr/>
            <p:nvPr/>
          </p:nvSpPr>
          <p:spPr>
            <a:xfrm>
              <a:off x="795817" y="2846396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43"/>
            <p:cNvSpPr/>
            <p:nvPr/>
          </p:nvSpPr>
          <p:spPr>
            <a:xfrm>
              <a:off x="906269" y="2679600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43"/>
            <p:cNvSpPr/>
            <p:nvPr/>
          </p:nvSpPr>
          <p:spPr>
            <a:xfrm>
              <a:off x="1314642" y="2672681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43"/>
            <p:cNvSpPr/>
            <p:nvPr/>
          </p:nvSpPr>
          <p:spPr>
            <a:xfrm>
              <a:off x="1724131" y="2785411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43"/>
            <p:cNvSpPr/>
            <p:nvPr/>
          </p:nvSpPr>
          <p:spPr>
            <a:xfrm>
              <a:off x="1874810" y="2808447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43"/>
            <p:cNvSpPr/>
            <p:nvPr/>
          </p:nvSpPr>
          <p:spPr>
            <a:xfrm>
              <a:off x="451868" y="3289279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43"/>
            <p:cNvSpPr/>
            <p:nvPr/>
          </p:nvSpPr>
          <p:spPr>
            <a:xfrm>
              <a:off x="516292" y="3153513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43"/>
            <p:cNvSpPr/>
            <p:nvPr/>
          </p:nvSpPr>
          <p:spPr>
            <a:xfrm>
              <a:off x="704963" y="2940732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43"/>
            <p:cNvSpPr/>
            <p:nvPr/>
          </p:nvSpPr>
          <p:spPr>
            <a:xfrm>
              <a:off x="1113335" y="2940732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43"/>
            <p:cNvSpPr/>
            <p:nvPr/>
          </p:nvSpPr>
          <p:spPr>
            <a:xfrm>
              <a:off x="1522825" y="2940732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43"/>
            <p:cNvSpPr/>
            <p:nvPr/>
          </p:nvSpPr>
          <p:spPr>
            <a:xfrm>
              <a:off x="1931197" y="2975243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43"/>
            <p:cNvSpPr/>
            <p:nvPr/>
          </p:nvSpPr>
          <p:spPr>
            <a:xfrm>
              <a:off x="389766" y="3559565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43"/>
            <p:cNvSpPr/>
            <p:nvPr/>
          </p:nvSpPr>
          <p:spPr>
            <a:xfrm>
              <a:off x="497897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43"/>
            <p:cNvSpPr/>
            <p:nvPr/>
          </p:nvSpPr>
          <p:spPr>
            <a:xfrm>
              <a:off x="906269" y="3303075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43"/>
            <p:cNvSpPr/>
            <p:nvPr/>
          </p:nvSpPr>
          <p:spPr>
            <a:xfrm>
              <a:off x="1314642" y="3303075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43"/>
            <p:cNvSpPr/>
            <p:nvPr/>
          </p:nvSpPr>
          <p:spPr>
            <a:xfrm>
              <a:off x="1724131" y="3301915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43"/>
            <p:cNvSpPr/>
            <p:nvPr/>
          </p:nvSpPr>
          <p:spPr>
            <a:xfrm>
              <a:off x="2132503" y="3301915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3"/>
            <p:cNvSpPr/>
            <p:nvPr/>
          </p:nvSpPr>
          <p:spPr>
            <a:xfrm>
              <a:off x="395525" y="3644703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3"/>
            <p:cNvSpPr/>
            <p:nvPr/>
          </p:nvSpPr>
          <p:spPr>
            <a:xfrm>
              <a:off x="704963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3"/>
            <p:cNvSpPr/>
            <p:nvPr/>
          </p:nvSpPr>
          <p:spPr>
            <a:xfrm>
              <a:off x="1113335" y="36447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3"/>
            <p:cNvSpPr/>
            <p:nvPr/>
          </p:nvSpPr>
          <p:spPr>
            <a:xfrm>
              <a:off x="1522825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3"/>
            <p:cNvSpPr/>
            <p:nvPr/>
          </p:nvSpPr>
          <p:spPr>
            <a:xfrm>
              <a:off x="1931197" y="36447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3"/>
            <p:cNvSpPr/>
            <p:nvPr/>
          </p:nvSpPr>
          <p:spPr>
            <a:xfrm>
              <a:off x="2339569" y="3728681"/>
              <a:ext cx="6919" cy="10401"/>
            </a:xfrm>
            <a:custGeom>
              <a:avLst/>
              <a:gdLst/>
              <a:ahLst/>
              <a:cxnLst/>
              <a:rect l="l" t="t" r="r" b="b"/>
              <a:pathLst>
                <a:path w="161" h="242" extrusionOk="0">
                  <a:moveTo>
                    <a:pt x="81" y="1"/>
                  </a:moveTo>
                  <a:lnTo>
                    <a:pt x="0" y="161"/>
                  </a:lnTo>
                  <a:lnTo>
                    <a:pt x="134" y="241"/>
                  </a:lnTo>
                  <a:cubicBezTo>
                    <a:pt x="134" y="161"/>
                    <a:pt x="134" y="108"/>
                    <a:pt x="161" y="27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3"/>
            <p:cNvSpPr/>
            <p:nvPr/>
          </p:nvSpPr>
          <p:spPr>
            <a:xfrm>
              <a:off x="497897" y="4010528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3"/>
            <p:cNvSpPr/>
            <p:nvPr/>
          </p:nvSpPr>
          <p:spPr>
            <a:xfrm>
              <a:off x="906269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3"/>
            <p:cNvSpPr/>
            <p:nvPr/>
          </p:nvSpPr>
          <p:spPr>
            <a:xfrm>
              <a:off x="1314642" y="401052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3"/>
            <p:cNvSpPr/>
            <p:nvPr/>
          </p:nvSpPr>
          <p:spPr>
            <a:xfrm>
              <a:off x="1724131" y="401052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3"/>
            <p:cNvSpPr/>
            <p:nvPr/>
          </p:nvSpPr>
          <p:spPr>
            <a:xfrm>
              <a:off x="2132503" y="4095623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3"/>
            <p:cNvSpPr/>
            <p:nvPr/>
          </p:nvSpPr>
          <p:spPr>
            <a:xfrm>
              <a:off x="890153" y="4437294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3"/>
            <p:cNvSpPr/>
            <p:nvPr/>
          </p:nvSpPr>
          <p:spPr>
            <a:xfrm>
              <a:off x="855642" y="4352156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3"/>
            <p:cNvSpPr/>
            <p:nvPr/>
          </p:nvSpPr>
          <p:spPr>
            <a:xfrm>
              <a:off x="1113335" y="4352156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3"/>
            <p:cNvSpPr/>
            <p:nvPr/>
          </p:nvSpPr>
          <p:spPr>
            <a:xfrm>
              <a:off x="1522825" y="4352156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3"/>
            <p:cNvSpPr/>
            <p:nvPr/>
          </p:nvSpPr>
          <p:spPr>
            <a:xfrm>
              <a:off x="1931197" y="4437294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8" name="Google Shape;248;p43"/>
          <p:cNvSpPr/>
          <p:nvPr/>
        </p:nvSpPr>
        <p:spPr>
          <a:xfrm>
            <a:off x="-125" y="4599425"/>
            <a:ext cx="9144321" cy="595550"/>
          </a:xfrm>
          <a:custGeom>
            <a:avLst/>
            <a:gdLst/>
            <a:ahLst/>
            <a:cxnLst/>
            <a:rect l="l" t="t" r="r" b="b"/>
            <a:pathLst>
              <a:path w="287196" h="23822" extrusionOk="0">
                <a:moveTo>
                  <a:pt x="1" y="0"/>
                </a:moveTo>
                <a:lnTo>
                  <a:pt x="1" y="23822"/>
                </a:lnTo>
                <a:lnTo>
                  <a:pt x="287196" y="23822"/>
                </a:lnTo>
                <a:lnTo>
                  <a:pt x="28719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ctrTitle"/>
          </p:nvPr>
        </p:nvSpPr>
        <p:spPr>
          <a:xfrm>
            <a:off x="1283094" y="1290750"/>
            <a:ext cx="6577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 b="1">
                <a:solidFill>
                  <a:srgbClr val="80686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subTitle" idx="1"/>
          </p:nvPr>
        </p:nvSpPr>
        <p:spPr>
          <a:xfrm>
            <a:off x="1283100" y="3394625"/>
            <a:ext cx="65778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500">
                <a:latin typeface="Manjari"/>
                <a:ea typeface="Manjari"/>
                <a:cs typeface="Manjari"/>
                <a:sym typeface="Manjar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/>
          <p:nvPr/>
        </p:nvSpPr>
        <p:spPr>
          <a:xfrm>
            <a:off x="6710333" y="1328994"/>
            <a:ext cx="2375400" cy="2375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" name="Google Shape;253;p44"/>
          <p:cNvGrpSpPr/>
          <p:nvPr/>
        </p:nvGrpSpPr>
        <p:grpSpPr>
          <a:xfrm>
            <a:off x="6352643" y="607781"/>
            <a:ext cx="2270935" cy="2260334"/>
            <a:chOff x="6762468" y="1386456"/>
            <a:chExt cx="2270935" cy="2260334"/>
          </a:xfrm>
        </p:grpSpPr>
        <p:sp>
          <p:nvSpPr>
            <p:cNvPr id="254" name="Google Shape;254;p44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4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4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4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4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4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4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4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4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4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4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4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4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4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4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44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44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44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44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4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4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4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4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4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44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4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44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4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4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44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44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4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44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7" name="Google Shape;287;p44"/>
          <p:cNvSpPr/>
          <p:nvPr/>
        </p:nvSpPr>
        <p:spPr>
          <a:xfrm rot="8100000">
            <a:off x="402124" y="-935267"/>
            <a:ext cx="1938844" cy="3305623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44"/>
          <p:cNvSpPr/>
          <p:nvPr/>
        </p:nvSpPr>
        <p:spPr>
          <a:xfrm>
            <a:off x="641525" y="2945026"/>
            <a:ext cx="1460036" cy="1906827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44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0" name="Google Shape;290;p44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/>
          <p:nvPr/>
        </p:nvSpPr>
        <p:spPr>
          <a:xfrm rot="-1762095" flipH="1">
            <a:off x="-645480" y="2383695"/>
            <a:ext cx="2540453" cy="378144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45"/>
          <p:cNvSpPr/>
          <p:nvPr/>
        </p:nvSpPr>
        <p:spPr>
          <a:xfrm>
            <a:off x="8139625" y="1901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45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95" name="Google Shape;295;p4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6"/>
          <p:cNvSpPr/>
          <p:nvPr/>
        </p:nvSpPr>
        <p:spPr>
          <a:xfrm flipH="1">
            <a:off x="75" y="1620000"/>
            <a:ext cx="9143837" cy="2281200"/>
          </a:xfrm>
          <a:custGeom>
            <a:avLst/>
            <a:gdLst/>
            <a:ahLst/>
            <a:cxnLst/>
            <a:rect l="l" t="t" r="r" b="b"/>
            <a:pathLst>
              <a:path w="305584" h="121664" extrusionOk="0">
                <a:moveTo>
                  <a:pt x="219307" y="0"/>
                </a:moveTo>
                <a:cubicBezTo>
                  <a:pt x="203338" y="0"/>
                  <a:pt x="187335" y="4914"/>
                  <a:pt x="174406" y="14271"/>
                </a:cubicBezTo>
                <a:cubicBezTo>
                  <a:pt x="167072" y="19544"/>
                  <a:pt x="160755" y="26102"/>
                  <a:pt x="153475" y="31428"/>
                </a:cubicBezTo>
                <a:cubicBezTo>
                  <a:pt x="146652" y="36401"/>
                  <a:pt x="138616" y="40348"/>
                  <a:pt x="130237" y="40348"/>
                </a:cubicBezTo>
                <a:cubicBezTo>
                  <a:pt x="129643" y="40348"/>
                  <a:pt x="129047" y="40328"/>
                  <a:pt x="128449" y="40287"/>
                </a:cubicBezTo>
                <a:cubicBezTo>
                  <a:pt x="122935" y="39913"/>
                  <a:pt x="117662" y="37771"/>
                  <a:pt x="112175" y="37076"/>
                </a:cubicBezTo>
                <a:cubicBezTo>
                  <a:pt x="110880" y="36911"/>
                  <a:pt x="109574" y="36830"/>
                  <a:pt x="108268" y="36830"/>
                </a:cubicBezTo>
                <a:cubicBezTo>
                  <a:pt x="102130" y="36830"/>
                  <a:pt x="95990" y="38624"/>
                  <a:pt x="90870" y="42000"/>
                </a:cubicBezTo>
                <a:cubicBezTo>
                  <a:pt x="84982" y="45881"/>
                  <a:pt x="80351" y="51743"/>
                  <a:pt x="73794" y="54339"/>
                </a:cubicBezTo>
                <a:cubicBezTo>
                  <a:pt x="70523" y="55637"/>
                  <a:pt x="67081" y="56009"/>
                  <a:pt x="63565" y="56009"/>
                </a:cubicBezTo>
                <a:cubicBezTo>
                  <a:pt x="58850" y="56009"/>
                  <a:pt x="54001" y="55340"/>
                  <a:pt x="49253" y="55340"/>
                </a:cubicBezTo>
                <a:cubicBezTo>
                  <a:pt x="46444" y="55340"/>
                  <a:pt x="43669" y="55575"/>
                  <a:pt x="40979" y="56320"/>
                </a:cubicBezTo>
                <a:cubicBezTo>
                  <a:pt x="25348" y="60629"/>
                  <a:pt x="16515" y="80811"/>
                  <a:pt x="322" y="81212"/>
                </a:cubicBezTo>
                <a:lnTo>
                  <a:pt x="1" y="105140"/>
                </a:lnTo>
                <a:cubicBezTo>
                  <a:pt x="1" y="105140"/>
                  <a:pt x="15474" y="110471"/>
                  <a:pt x="34154" y="110471"/>
                </a:cubicBezTo>
                <a:cubicBezTo>
                  <a:pt x="45744" y="110471"/>
                  <a:pt x="58569" y="108419"/>
                  <a:pt x="69698" y="101768"/>
                </a:cubicBezTo>
                <a:cubicBezTo>
                  <a:pt x="77727" y="96977"/>
                  <a:pt x="84000" y="95050"/>
                  <a:pt x="89631" y="95050"/>
                </a:cubicBezTo>
                <a:cubicBezTo>
                  <a:pt x="104388" y="95050"/>
                  <a:pt x="114744" y="108287"/>
                  <a:pt x="140761" y="117934"/>
                </a:cubicBezTo>
                <a:cubicBezTo>
                  <a:pt x="147990" y="120617"/>
                  <a:pt x="154305" y="121664"/>
                  <a:pt x="160177" y="121664"/>
                </a:cubicBezTo>
                <a:cubicBezTo>
                  <a:pt x="181037" y="121664"/>
                  <a:pt x="196328" y="108460"/>
                  <a:pt x="227278" y="108460"/>
                </a:cubicBezTo>
                <a:cubicBezTo>
                  <a:pt x="230911" y="108460"/>
                  <a:pt x="234759" y="108642"/>
                  <a:pt x="238857" y="109048"/>
                </a:cubicBezTo>
                <a:cubicBezTo>
                  <a:pt x="240758" y="109237"/>
                  <a:pt x="242612" y="109327"/>
                  <a:pt x="244420" y="109327"/>
                </a:cubicBezTo>
                <a:cubicBezTo>
                  <a:pt x="289069" y="109327"/>
                  <a:pt x="305584" y="54072"/>
                  <a:pt x="305584" y="54072"/>
                </a:cubicBezTo>
                <a:lnTo>
                  <a:pt x="305584" y="33917"/>
                </a:lnTo>
                <a:cubicBezTo>
                  <a:pt x="282994" y="28243"/>
                  <a:pt x="264927" y="11033"/>
                  <a:pt x="242792" y="3726"/>
                </a:cubicBezTo>
                <a:cubicBezTo>
                  <a:pt x="235229" y="1223"/>
                  <a:pt x="227273" y="0"/>
                  <a:pt x="21930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46"/>
          <p:cNvSpPr/>
          <p:nvPr/>
        </p:nvSpPr>
        <p:spPr>
          <a:xfrm rot="5400000">
            <a:off x="-1596150" y="-854219"/>
            <a:ext cx="3561783" cy="302965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46"/>
          <p:cNvSpPr/>
          <p:nvPr/>
        </p:nvSpPr>
        <p:spPr>
          <a:xfrm>
            <a:off x="7699300" y="2874875"/>
            <a:ext cx="1176089" cy="1535988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6"/>
          <p:cNvSpPr txBox="1">
            <a:spLocks noGrp="1"/>
          </p:cNvSpPr>
          <p:nvPr>
            <p:ph type="body" idx="1"/>
          </p:nvPr>
        </p:nvSpPr>
        <p:spPr>
          <a:xfrm>
            <a:off x="1101975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301" name="Google Shape;301;p46"/>
          <p:cNvSpPr txBox="1">
            <a:spLocks noGrp="1"/>
          </p:cNvSpPr>
          <p:nvPr>
            <p:ph type="body" idx="2"/>
          </p:nvPr>
        </p:nvSpPr>
        <p:spPr>
          <a:xfrm>
            <a:off x="5071000" y="2260925"/>
            <a:ext cx="2954400" cy="15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200"/>
            </a:lvl9pPr>
          </a:lstStyle>
          <a:p>
            <a:endParaRPr/>
          </a:p>
        </p:txBody>
      </p:sp>
      <p:sp>
        <p:nvSpPr>
          <p:cNvPr id="302" name="Google Shape;302;p4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3" name="Google Shape;303;p46"/>
          <p:cNvSpPr txBox="1">
            <a:spLocks noGrp="1"/>
          </p:cNvSpPr>
          <p:nvPr>
            <p:ph type="subTitle" idx="3"/>
          </p:nvPr>
        </p:nvSpPr>
        <p:spPr>
          <a:xfrm>
            <a:off x="11186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46"/>
          <p:cNvSpPr txBox="1">
            <a:spLocks noGrp="1"/>
          </p:cNvSpPr>
          <p:nvPr>
            <p:ph type="subTitle" idx="4"/>
          </p:nvPr>
        </p:nvSpPr>
        <p:spPr>
          <a:xfrm>
            <a:off x="5071000" y="1666100"/>
            <a:ext cx="2954400" cy="4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Hammersmith One"/>
              <a:buNone/>
              <a:defRPr sz="2200" b="1">
                <a:solidFill>
                  <a:schemeClr val="dk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46"/>
          <p:cNvSpPr/>
          <p:nvPr/>
        </p:nvSpPr>
        <p:spPr>
          <a:xfrm rot="-1390808" flipH="1">
            <a:off x="4052075" y="2819900"/>
            <a:ext cx="1938821" cy="3305584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/>
          <p:nvPr/>
        </p:nvSpPr>
        <p:spPr>
          <a:xfrm rot="-996204" flipH="1">
            <a:off x="-917706" y="-448408"/>
            <a:ext cx="3403937" cy="3389824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4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9" name="Google Shape;309;p47"/>
          <p:cNvSpPr/>
          <p:nvPr/>
        </p:nvSpPr>
        <p:spPr>
          <a:xfrm rot="7619243">
            <a:off x="7150868" y="2766901"/>
            <a:ext cx="3210914" cy="3197601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12" name="Google Shape;312;p48"/>
          <p:cNvSpPr txBox="1">
            <a:spLocks noGrp="1"/>
          </p:cNvSpPr>
          <p:nvPr>
            <p:ph type="body" idx="1"/>
          </p:nvPr>
        </p:nvSpPr>
        <p:spPr>
          <a:xfrm>
            <a:off x="713225" y="1122325"/>
            <a:ext cx="7717500" cy="35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Hammersmith One"/>
              <a:buAutoNum type="arabicPeriod"/>
              <a:defRPr sz="1600">
                <a:solidFill>
                  <a:srgbClr val="806860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ammersmith One"/>
              <a:buAutoNum type="alphaLcPeriod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rabicPeriod"/>
              <a:defRPr sz="12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alphaLcPeriod"/>
              <a:defRPr sz="12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rgbClr val="FEDD4F"/>
              </a:buClr>
              <a:buSzPts val="1400"/>
              <a:buFont typeface="Hammersmith One"/>
              <a:buAutoNum type="romanLcPeriod"/>
              <a:defRPr sz="1200"/>
            </a:lvl9pPr>
          </a:lstStyle>
          <a:p>
            <a:endParaRPr/>
          </a:p>
        </p:txBody>
      </p:sp>
      <p:grpSp>
        <p:nvGrpSpPr>
          <p:cNvPr id="313" name="Google Shape;313;p48"/>
          <p:cNvGrpSpPr/>
          <p:nvPr/>
        </p:nvGrpSpPr>
        <p:grpSpPr>
          <a:xfrm>
            <a:off x="8039875" y="1772525"/>
            <a:ext cx="2052600" cy="2052600"/>
            <a:chOff x="-1185375" y="1414000"/>
            <a:chExt cx="2052600" cy="2052600"/>
          </a:xfrm>
        </p:grpSpPr>
        <p:sp>
          <p:nvSpPr>
            <p:cNvPr id="314" name="Google Shape;314;p48"/>
            <p:cNvSpPr/>
            <p:nvPr/>
          </p:nvSpPr>
          <p:spPr>
            <a:xfrm>
              <a:off x="-1185375" y="1414000"/>
              <a:ext cx="2052600" cy="2052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48"/>
            <p:cNvSpPr/>
            <p:nvPr/>
          </p:nvSpPr>
          <p:spPr>
            <a:xfrm>
              <a:off x="-1140322" y="1463656"/>
              <a:ext cx="1962482" cy="1953284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48"/>
            <p:cNvSpPr/>
            <p:nvPr/>
          </p:nvSpPr>
          <p:spPr>
            <a:xfrm>
              <a:off x="-730833" y="1637371"/>
              <a:ext cx="10401" cy="808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48"/>
            <p:cNvSpPr/>
            <p:nvPr/>
          </p:nvSpPr>
          <p:spPr>
            <a:xfrm>
              <a:off x="-620381" y="1470575"/>
              <a:ext cx="308321" cy="260014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8"/>
            <p:cNvSpPr/>
            <p:nvPr/>
          </p:nvSpPr>
          <p:spPr>
            <a:xfrm>
              <a:off x="-212008" y="1463656"/>
              <a:ext cx="309481" cy="266933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48"/>
            <p:cNvSpPr/>
            <p:nvPr/>
          </p:nvSpPr>
          <p:spPr>
            <a:xfrm>
              <a:off x="197481" y="1576386"/>
              <a:ext cx="117372" cy="69065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48"/>
            <p:cNvSpPr/>
            <p:nvPr/>
          </p:nvSpPr>
          <p:spPr>
            <a:xfrm>
              <a:off x="348160" y="1599422"/>
              <a:ext cx="6962" cy="131167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8"/>
            <p:cNvSpPr/>
            <p:nvPr/>
          </p:nvSpPr>
          <p:spPr>
            <a:xfrm>
              <a:off x="-1074782" y="2080254"/>
              <a:ext cx="2364" cy="4642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48"/>
            <p:cNvSpPr/>
            <p:nvPr/>
          </p:nvSpPr>
          <p:spPr>
            <a:xfrm>
              <a:off x="-924060" y="1822561"/>
              <a:ext cx="2321" cy="2364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48"/>
            <p:cNvSpPr/>
            <p:nvPr/>
          </p:nvSpPr>
          <p:spPr>
            <a:xfrm>
              <a:off x="-1010358" y="1944488"/>
              <a:ext cx="88620" cy="55269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8"/>
            <p:cNvSpPr/>
            <p:nvPr/>
          </p:nvSpPr>
          <p:spPr>
            <a:xfrm>
              <a:off x="-821687" y="1731707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48"/>
            <p:cNvSpPr/>
            <p:nvPr/>
          </p:nvSpPr>
          <p:spPr>
            <a:xfrm>
              <a:off x="-413315" y="1731707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48"/>
            <p:cNvSpPr/>
            <p:nvPr/>
          </p:nvSpPr>
          <p:spPr>
            <a:xfrm>
              <a:off x="-3825" y="1731707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8"/>
            <p:cNvSpPr/>
            <p:nvPr/>
          </p:nvSpPr>
          <p:spPr>
            <a:xfrm>
              <a:off x="404547" y="1766218"/>
              <a:ext cx="308321" cy="317518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48"/>
            <p:cNvSpPr/>
            <p:nvPr/>
          </p:nvSpPr>
          <p:spPr>
            <a:xfrm>
              <a:off x="-1136884" y="2350540"/>
              <a:ext cx="8080" cy="10401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48"/>
            <p:cNvSpPr/>
            <p:nvPr/>
          </p:nvSpPr>
          <p:spPr>
            <a:xfrm>
              <a:off x="-1028753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48"/>
            <p:cNvSpPr/>
            <p:nvPr/>
          </p:nvSpPr>
          <p:spPr>
            <a:xfrm>
              <a:off x="-620381" y="2094050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48"/>
            <p:cNvSpPr/>
            <p:nvPr/>
          </p:nvSpPr>
          <p:spPr>
            <a:xfrm>
              <a:off x="-212008" y="2094050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48"/>
            <p:cNvSpPr/>
            <p:nvPr/>
          </p:nvSpPr>
          <p:spPr>
            <a:xfrm>
              <a:off x="197481" y="2092890"/>
              <a:ext cx="308321" cy="353189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48"/>
            <p:cNvSpPr/>
            <p:nvPr/>
          </p:nvSpPr>
          <p:spPr>
            <a:xfrm>
              <a:off x="605853" y="2092890"/>
              <a:ext cx="207109" cy="353189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48"/>
            <p:cNvSpPr/>
            <p:nvPr/>
          </p:nvSpPr>
          <p:spPr>
            <a:xfrm>
              <a:off x="-1131125" y="2435678"/>
              <a:ext cx="209386" cy="35202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48"/>
            <p:cNvSpPr/>
            <p:nvPr/>
          </p:nvSpPr>
          <p:spPr>
            <a:xfrm>
              <a:off x="-82168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48"/>
            <p:cNvSpPr/>
            <p:nvPr/>
          </p:nvSpPr>
          <p:spPr>
            <a:xfrm>
              <a:off x="-413315" y="2435678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8"/>
            <p:cNvSpPr/>
            <p:nvPr/>
          </p:nvSpPr>
          <p:spPr>
            <a:xfrm>
              <a:off x="-3825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48"/>
            <p:cNvSpPr/>
            <p:nvPr/>
          </p:nvSpPr>
          <p:spPr>
            <a:xfrm>
              <a:off x="404547" y="2435678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48"/>
            <p:cNvSpPr/>
            <p:nvPr/>
          </p:nvSpPr>
          <p:spPr>
            <a:xfrm>
              <a:off x="-1028753" y="2801503"/>
              <a:ext cx="308321" cy="314080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8"/>
            <p:cNvSpPr/>
            <p:nvPr/>
          </p:nvSpPr>
          <p:spPr>
            <a:xfrm>
              <a:off x="-6203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48"/>
            <p:cNvSpPr/>
            <p:nvPr/>
          </p:nvSpPr>
          <p:spPr>
            <a:xfrm>
              <a:off x="-212008" y="2801503"/>
              <a:ext cx="309481" cy="35202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48"/>
            <p:cNvSpPr/>
            <p:nvPr/>
          </p:nvSpPr>
          <p:spPr>
            <a:xfrm>
              <a:off x="197481" y="2801503"/>
              <a:ext cx="308321" cy="35202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8"/>
            <p:cNvSpPr/>
            <p:nvPr/>
          </p:nvSpPr>
          <p:spPr>
            <a:xfrm>
              <a:off x="605853" y="2886598"/>
              <a:ext cx="84021" cy="52948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48"/>
            <p:cNvSpPr/>
            <p:nvPr/>
          </p:nvSpPr>
          <p:spPr>
            <a:xfrm>
              <a:off x="-636497" y="3228269"/>
              <a:ext cx="123131" cy="73663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48"/>
            <p:cNvSpPr/>
            <p:nvPr/>
          </p:nvSpPr>
          <p:spPr>
            <a:xfrm>
              <a:off x="-671008" y="3143131"/>
              <a:ext cx="6962" cy="139247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8"/>
            <p:cNvSpPr/>
            <p:nvPr/>
          </p:nvSpPr>
          <p:spPr>
            <a:xfrm>
              <a:off x="-413315" y="3143131"/>
              <a:ext cx="309481" cy="273810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48"/>
            <p:cNvSpPr/>
            <p:nvPr/>
          </p:nvSpPr>
          <p:spPr>
            <a:xfrm>
              <a:off x="-3825" y="3143131"/>
              <a:ext cx="308321" cy="26577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48"/>
            <p:cNvSpPr/>
            <p:nvPr/>
          </p:nvSpPr>
          <p:spPr>
            <a:xfrm>
              <a:off x="404547" y="3228269"/>
              <a:ext cx="13839" cy="10401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8068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9" name="Google Shape;349;p48"/>
          <p:cNvSpPr/>
          <p:nvPr/>
        </p:nvSpPr>
        <p:spPr>
          <a:xfrm flipH="1">
            <a:off x="-817503" y="2575150"/>
            <a:ext cx="2540578" cy="378149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9"/>
          <p:cNvSpPr/>
          <p:nvPr/>
        </p:nvSpPr>
        <p:spPr>
          <a:xfrm rot="-1855510" flipH="1">
            <a:off x="2277590" y="326956"/>
            <a:ext cx="4979106" cy="4104445"/>
          </a:xfrm>
          <a:custGeom>
            <a:avLst/>
            <a:gdLst/>
            <a:ahLst/>
            <a:cxnLst/>
            <a:rect l="l" t="t" r="r" b="b"/>
            <a:pathLst>
              <a:path w="59243" h="48836" extrusionOk="0">
                <a:moveTo>
                  <a:pt x="27153" y="9007"/>
                </a:moveTo>
                <a:cubicBezTo>
                  <a:pt x="33591" y="9007"/>
                  <a:pt x="31990" y="9240"/>
                  <a:pt x="38094" y="5071"/>
                </a:cubicBezTo>
                <a:cubicBezTo>
                  <a:pt x="44232" y="901"/>
                  <a:pt x="51737" y="0"/>
                  <a:pt x="55473" y="5071"/>
                </a:cubicBezTo>
                <a:cubicBezTo>
                  <a:pt x="59243" y="10108"/>
                  <a:pt x="46800" y="16346"/>
                  <a:pt x="46767" y="22483"/>
                </a:cubicBezTo>
                <a:cubicBezTo>
                  <a:pt x="46734" y="28621"/>
                  <a:pt x="48768" y="48835"/>
                  <a:pt x="28354" y="48835"/>
                </a:cubicBezTo>
                <a:cubicBezTo>
                  <a:pt x="7939" y="48835"/>
                  <a:pt x="0" y="22583"/>
                  <a:pt x="8973" y="14011"/>
                </a:cubicBezTo>
                <a:cubicBezTo>
                  <a:pt x="17946" y="5471"/>
                  <a:pt x="20715" y="9007"/>
                  <a:pt x="27153" y="900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49"/>
          <p:cNvSpPr/>
          <p:nvPr/>
        </p:nvSpPr>
        <p:spPr>
          <a:xfrm rot="-458900">
            <a:off x="-1050010" y="1201201"/>
            <a:ext cx="3369322" cy="3877052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49"/>
          <p:cNvSpPr/>
          <p:nvPr/>
        </p:nvSpPr>
        <p:spPr>
          <a:xfrm rot="-5776221" flipH="1">
            <a:off x="5743624" y="-1186688"/>
            <a:ext cx="4752751" cy="4346457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49"/>
          <p:cNvSpPr/>
          <p:nvPr/>
        </p:nvSpPr>
        <p:spPr>
          <a:xfrm rot="8329862" flipH="1">
            <a:off x="3226188" y="-1327516"/>
            <a:ext cx="2044712" cy="348606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49"/>
          <p:cNvSpPr/>
          <p:nvPr/>
        </p:nvSpPr>
        <p:spPr>
          <a:xfrm>
            <a:off x="7018450" y="3331851"/>
            <a:ext cx="1020984" cy="1333420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49"/>
          <p:cNvSpPr txBox="1">
            <a:spLocks noGrp="1"/>
          </p:cNvSpPr>
          <p:nvPr>
            <p:ph type="title"/>
          </p:nvPr>
        </p:nvSpPr>
        <p:spPr>
          <a:xfrm>
            <a:off x="1388100" y="1557450"/>
            <a:ext cx="6367800" cy="20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0"/>
          <p:cNvSpPr/>
          <p:nvPr/>
        </p:nvSpPr>
        <p:spPr>
          <a:xfrm>
            <a:off x="763275" y="799200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50"/>
          <p:cNvSpPr/>
          <p:nvPr/>
        </p:nvSpPr>
        <p:spPr>
          <a:xfrm>
            <a:off x="6926300" y="-86950"/>
            <a:ext cx="4030804" cy="5999550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50"/>
          <p:cNvSpPr/>
          <p:nvPr/>
        </p:nvSpPr>
        <p:spPr>
          <a:xfrm>
            <a:off x="112700" y="3113038"/>
            <a:ext cx="1938817" cy="3305577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50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2" name="Google Shape;362;p50"/>
          <p:cNvSpPr txBox="1">
            <a:spLocks noGrp="1"/>
          </p:cNvSpPr>
          <p:nvPr>
            <p:ph type="subTitle" idx="1"/>
          </p:nvPr>
        </p:nvSpPr>
        <p:spPr>
          <a:xfrm>
            <a:off x="1904250" y="2756350"/>
            <a:ext cx="53355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553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51"/>
          <p:cNvSpPr txBox="1">
            <a:spLocks noGrp="1"/>
          </p:cNvSpPr>
          <p:nvPr>
            <p:ph type="title"/>
          </p:nvPr>
        </p:nvSpPr>
        <p:spPr>
          <a:xfrm>
            <a:off x="4184875" y="1473300"/>
            <a:ext cx="4245900" cy="21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  <p:sp>
        <p:nvSpPr>
          <p:cNvPr id="366" name="Google Shape;366;p51"/>
          <p:cNvSpPr/>
          <p:nvPr/>
        </p:nvSpPr>
        <p:spPr>
          <a:xfrm rot="7018826" flipH="1">
            <a:off x="2857318" y="-764238"/>
            <a:ext cx="4267951" cy="262576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51"/>
          <p:cNvSpPr/>
          <p:nvPr/>
        </p:nvSpPr>
        <p:spPr>
          <a:xfrm rot="-8259636" flipH="1">
            <a:off x="4411264" y="3000624"/>
            <a:ext cx="3210911" cy="3197598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51"/>
          <p:cNvSpPr/>
          <p:nvPr/>
        </p:nvSpPr>
        <p:spPr>
          <a:xfrm>
            <a:off x="2285225" y="3225607"/>
            <a:ext cx="1419128" cy="12517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2"/>
          <p:cNvSpPr/>
          <p:nvPr/>
        </p:nvSpPr>
        <p:spPr>
          <a:xfrm rot="-3415034" flipH="1">
            <a:off x="5360216" y="729047"/>
            <a:ext cx="4814608" cy="409530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52"/>
          <p:cNvSpPr/>
          <p:nvPr/>
        </p:nvSpPr>
        <p:spPr>
          <a:xfrm rot="5400000">
            <a:off x="-1253772" y="2378259"/>
            <a:ext cx="4906632" cy="319691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72" name="Google Shape;372;p52"/>
          <p:cNvGrpSpPr/>
          <p:nvPr/>
        </p:nvGrpSpPr>
        <p:grpSpPr>
          <a:xfrm rot="10800000" flipH="1">
            <a:off x="-135159" y="-547193"/>
            <a:ext cx="1696762" cy="1688828"/>
            <a:chOff x="2414491" y="671177"/>
            <a:chExt cx="1830972" cy="1822411"/>
          </a:xfrm>
        </p:grpSpPr>
        <p:sp>
          <p:nvSpPr>
            <p:cNvPr id="373" name="Google Shape;373;p52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52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52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2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2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2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2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52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52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2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2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2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2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52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2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2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2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2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2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2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2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52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2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2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2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2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2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52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52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52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2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2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2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2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7" name="Google Shape;407;p52"/>
          <p:cNvSpPr/>
          <p:nvPr/>
        </p:nvSpPr>
        <p:spPr>
          <a:xfrm>
            <a:off x="1661788" y="1441452"/>
            <a:ext cx="1434654" cy="1265482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52"/>
          <p:cNvSpPr txBox="1">
            <a:spLocks noGrp="1"/>
          </p:cNvSpPr>
          <p:nvPr>
            <p:ph type="title" hasCustomPrompt="1"/>
          </p:nvPr>
        </p:nvSpPr>
        <p:spPr>
          <a:xfrm>
            <a:off x="2967200" y="1441438"/>
            <a:ext cx="5142900" cy="178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9" name="Google Shape;409;p52"/>
          <p:cNvSpPr txBox="1">
            <a:spLocks noGrp="1"/>
          </p:cNvSpPr>
          <p:nvPr>
            <p:ph type="body" idx="1"/>
          </p:nvPr>
        </p:nvSpPr>
        <p:spPr>
          <a:xfrm>
            <a:off x="2967200" y="3236713"/>
            <a:ext cx="5142900" cy="44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>
                <a:solidFill>
                  <a:schemeClr val="lt2"/>
                </a:solidFill>
              </a:defRPr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7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54"/>
          <p:cNvSpPr/>
          <p:nvPr/>
        </p:nvSpPr>
        <p:spPr>
          <a:xfrm>
            <a:off x="7233675" y="-730075"/>
            <a:ext cx="3030078" cy="3486687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54"/>
          <p:cNvSpPr/>
          <p:nvPr/>
        </p:nvSpPr>
        <p:spPr>
          <a:xfrm rot="2540379">
            <a:off x="-721411" y="3502530"/>
            <a:ext cx="2268525" cy="1945325"/>
          </a:xfrm>
          <a:custGeom>
            <a:avLst/>
            <a:gdLst/>
            <a:ahLst/>
            <a:cxnLst/>
            <a:rect l="l" t="t" r="r" b="b"/>
            <a:pathLst>
              <a:path w="40029" h="34326" extrusionOk="0">
                <a:moveTo>
                  <a:pt x="7939" y="1669"/>
                </a:moveTo>
                <a:cubicBezTo>
                  <a:pt x="12943" y="3370"/>
                  <a:pt x="11275" y="10875"/>
                  <a:pt x="18780" y="8040"/>
                </a:cubicBezTo>
                <a:cubicBezTo>
                  <a:pt x="26286" y="5238"/>
                  <a:pt x="30722" y="3770"/>
                  <a:pt x="35392" y="8040"/>
                </a:cubicBezTo>
                <a:cubicBezTo>
                  <a:pt x="40029" y="12343"/>
                  <a:pt x="29621" y="14411"/>
                  <a:pt x="33991" y="20682"/>
                </a:cubicBezTo>
                <a:cubicBezTo>
                  <a:pt x="38361" y="26920"/>
                  <a:pt x="27520" y="34325"/>
                  <a:pt x="19814" y="30523"/>
                </a:cubicBezTo>
                <a:cubicBezTo>
                  <a:pt x="12109" y="26720"/>
                  <a:pt x="4937" y="23851"/>
                  <a:pt x="2502" y="16613"/>
                </a:cubicBezTo>
                <a:cubicBezTo>
                  <a:pt x="0" y="9207"/>
                  <a:pt x="2936" y="1"/>
                  <a:pt x="7939" y="16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54"/>
          <p:cNvSpPr txBox="1">
            <a:spLocks noGrp="1"/>
          </p:cNvSpPr>
          <p:nvPr>
            <p:ph type="subTitle" idx="1"/>
          </p:nvPr>
        </p:nvSpPr>
        <p:spPr>
          <a:xfrm>
            <a:off x="39057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54"/>
          <p:cNvSpPr txBox="1">
            <a:spLocks noGrp="1"/>
          </p:cNvSpPr>
          <p:nvPr>
            <p:ph type="subTitle" idx="2"/>
          </p:nvPr>
        </p:nvSpPr>
        <p:spPr>
          <a:xfrm>
            <a:off x="1391100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5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7" name="Google Shape;417;p54">
            <a:hlinkClick r:id="" action="ppaction://noaction"/>
          </p:cNvPr>
          <p:cNvSpPr txBox="1">
            <a:spLocks noGrp="1"/>
          </p:cNvSpPr>
          <p:nvPr>
            <p:ph type="subTitle" idx="3"/>
          </p:nvPr>
        </p:nvSpPr>
        <p:spPr>
          <a:xfrm>
            <a:off x="13911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18" name="Google Shape;418;p54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3905700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19" name="Google Shape;419;p54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13911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20" name="Google Shape;420;p54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3905700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21" name="Google Shape;421;p54"/>
          <p:cNvSpPr txBox="1">
            <a:spLocks noGrp="1"/>
          </p:cNvSpPr>
          <p:nvPr>
            <p:ph type="subTitle" idx="7"/>
          </p:nvPr>
        </p:nvSpPr>
        <p:spPr>
          <a:xfrm>
            <a:off x="13911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54"/>
          <p:cNvSpPr txBox="1">
            <a:spLocks noGrp="1"/>
          </p:cNvSpPr>
          <p:nvPr>
            <p:ph type="subTitle" idx="8"/>
          </p:nvPr>
        </p:nvSpPr>
        <p:spPr>
          <a:xfrm>
            <a:off x="3905700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3" name="Google Shape;423;p54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79217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24" name="Google Shape;424;p54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3314700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25" name="Google Shape;425;p54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9217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26" name="Google Shape;426;p54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3314700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27" name="Google Shape;427;p54"/>
          <p:cNvSpPr txBox="1">
            <a:spLocks noGrp="1"/>
          </p:cNvSpPr>
          <p:nvPr>
            <p:ph type="subTitle" idx="16"/>
          </p:nvPr>
        </p:nvSpPr>
        <p:spPr>
          <a:xfrm>
            <a:off x="6428225" y="3380175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54">
            <a:hlinkClick r:id="" action="ppaction://noaction"/>
          </p:cNvPr>
          <p:cNvSpPr txBox="1">
            <a:spLocks noGrp="1"/>
          </p:cNvSpPr>
          <p:nvPr>
            <p:ph type="subTitle" idx="17"/>
          </p:nvPr>
        </p:nvSpPr>
        <p:spPr>
          <a:xfrm>
            <a:off x="6428225" y="1434475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29" name="Google Shape;429;p54">
            <a:hlinkClick r:id="" action="ppaction://noaction"/>
          </p:cNvPr>
          <p:cNvSpPr txBox="1">
            <a:spLocks noGrp="1"/>
          </p:cNvSpPr>
          <p:nvPr>
            <p:ph type="subTitle" idx="18"/>
          </p:nvPr>
        </p:nvSpPr>
        <p:spPr>
          <a:xfrm>
            <a:off x="6428225" y="2992287"/>
            <a:ext cx="19236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30" name="Google Shape;430;p54"/>
          <p:cNvSpPr txBox="1">
            <a:spLocks noGrp="1"/>
          </p:cNvSpPr>
          <p:nvPr>
            <p:ph type="subTitle" idx="19"/>
          </p:nvPr>
        </p:nvSpPr>
        <p:spPr>
          <a:xfrm>
            <a:off x="6428225" y="1825209"/>
            <a:ext cx="1923600" cy="10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54">
            <a:hlinkClick r:id="" action="ppaction://noaction"/>
          </p:cNvPr>
          <p:cNvSpPr txBox="1">
            <a:spLocks noGrp="1"/>
          </p:cNvSpPr>
          <p:nvPr>
            <p:ph type="title" idx="20" hasCustomPrompt="1"/>
          </p:nvPr>
        </p:nvSpPr>
        <p:spPr>
          <a:xfrm>
            <a:off x="5837225" y="1434475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32" name="Google Shape;432;p54">
            <a:hlinkClick r:id="" action="ppaction://noaction"/>
          </p:cNvPr>
          <p:cNvSpPr txBox="1">
            <a:spLocks noGrp="1"/>
          </p:cNvSpPr>
          <p:nvPr>
            <p:ph type="title" idx="21" hasCustomPrompt="1"/>
          </p:nvPr>
        </p:nvSpPr>
        <p:spPr>
          <a:xfrm>
            <a:off x="5837225" y="2992276"/>
            <a:ext cx="5964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38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5"/>
          <p:cNvSpPr/>
          <p:nvPr/>
        </p:nvSpPr>
        <p:spPr>
          <a:xfrm rot="-3798042">
            <a:off x="6317727" y="1597507"/>
            <a:ext cx="6147380" cy="3782036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5" name="Google Shape;435;p55"/>
          <p:cNvGrpSpPr/>
          <p:nvPr/>
        </p:nvGrpSpPr>
        <p:grpSpPr>
          <a:xfrm rot="10800000" flipH="1">
            <a:off x="5207341" y="-686580"/>
            <a:ext cx="1696762" cy="1688828"/>
            <a:chOff x="2414491" y="671177"/>
            <a:chExt cx="1830972" cy="1822411"/>
          </a:xfrm>
        </p:grpSpPr>
        <p:sp>
          <p:nvSpPr>
            <p:cNvPr id="436" name="Google Shape;436;p5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5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5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5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5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5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5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5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5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5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5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5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5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5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5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5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5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5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5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5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5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5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5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5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5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5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5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5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5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5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5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5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5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0" name="Google Shape;470;p55"/>
          <p:cNvSpPr/>
          <p:nvPr/>
        </p:nvSpPr>
        <p:spPr>
          <a:xfrm rot="5400000">
            <a:off x="-2258800" y="3179758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55"/>
          <p:cNvSpPr/>
          <p:nvPr/>
        </p:nvSpPr>
        <p:spPr>
          <a:xfrm rot="-2266405" flipH="1">
            <a:off x="7096023" y="2189513"/>
            <a:ext cx="1938828" cy="3305595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55"/>
          <p:cNvSpPr txBox="1">
            <a:spLocks noGrp="1"/>
          </p:cNvSpPr>
          <p:nvPr>
            <p:ph type="subTitle" idx="1"/>
          </p:nvPr>
        </p:nvSpPr>
        <p:spPr>
          <a:xfrm>
            <a:off x="4024200" y="3684975"/>
            <a:ext cx="26694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3" name="Google Shape;473;p55"/>
          <p:cNvSpPr txBox="1">
            <a:spLocks noGrp="1"/>
          </p:cNvSpPr>
          <p:nvPr>
            <p:ph type="subTitle" idx="2"/>
          </p:nvPr>
        </p:nvSpPr>
        <p:spPr>
          <a:xfrm>
            <a:off x="941850" y="3684975"/>
            <a:ext cx="27015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5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75" name="Google Shape;475;p55">
            <a:hlinkClick r:id="" action="ppaction://noaction"/>
          </p:cNvPr>
          <p:cNvSpPr txBox="1">
            <a:spLocks noGrp="1"/>
          </p:cNvSpPr>
          <p:nvPr>
            <p:ph type="subTitle" idx="3"/>
          </p:nvPr>
        </p:nvSpPr>
        <p:spPr>
          <a:xfrm>
            <a:off x="941850" y="1739275"/>
            <a:ext cx="27015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76" name="Google Shape;476;p55">
            <a:hlinkClick r:id="" action="ppaction://noaction"/>
          </p:cNvPr>
          <p:cNvSpPr txBox="1">
            <a:spLocks noGrp="1"/>
          </p:cNvSpPr>
          <p:nvPr>
            <p:ph type="subTitle" idx="4"/>
          </p:nvPr>
        </p:nvSpPr>
        <p:spPr>
          <a:xfrm>
            <a:off x="4024200" y="1739275"/>
            <a:ext cx="26694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77" name="Google Shape;477;p55">
            <a:hlinkClick r:id="" action="ppaction://noaction"/>
          </p:cNvPr>
          <p:cNvSpPr txBox="1">
            <a:spLocks noGrp="1"/>
          </p:cNvSpPr>
          <p:nvPr>
            <p:ph type="subTitle" idx="5"/>
          </p:nvPr>
        </p:nvSpPr>
        <p:spPr>
          <a:xfrm>
            <a:off x="941850" y="3297074"/>
            <a:ext cx="27015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78" name="Google Shape;478;p55">
            <a:hlinkClick r:id="" action="ppaction://noaction"/>
          </p:cNvPr>
          <p:cNvSpPr txBox="1">
            <a:spLocks noGrp="1"/>
          </p:cNvSpPr>
          <p:nvPr>
            <p:ph type="subTitle" idx="6"/>
          </p:nvPr>
        </p:nvSpPr>
        <p:spPr>
          <a:xfrm>
            <a:off x="4024200" y="3297087"/>
            <a:ext cx="2669400" cy="454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Hammersmith One"/>
              <a:buNone/>
              <a:defRPr sz="2000"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479" name="Google Shape;479;p55"/>
          <p:cNvSpPr txBox="1">
            <a:spLocks noGrp="1"/>
          </p:cNvSpPr>
          <p:nvPr>
            <p:ph type="subTitle" idx="7"/>
          </p:nvPr>
        </p:nvSpPr>
        <p:spPr>
          <a:xfrm>
            <a:off x="945650" y="2130000"/>
            <a:ext cx="27015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55"/>
          <p:cNvSpPr txBox="1">
            <a:spLocks noGrp="1"/>
          </p:cNvSpPr>
          <p:nvPr>
            <p:ph type="subTitle" idx="8"/>
          </p:nvPr>
        </p:nvSpPr>
        <p:spPr>
          <a:xfrm>
            <a:off x="4027952" y="2130000"/>
            <a:ext cx="2669400" cy="591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55">
            <a:hlinkClick r:id="" action="ppaction://noaction"/>
          </p:cNvPr>
          <p:cNvSpPr txBox="1">
            <a:spLocks noGrp="1"/>
          </p:cNvSpPr>
          <p:nvPr>
            <p:ph type="title" idx="9" hasCustomPrompt="1"/>
          </p:nvPr>
        </p:nvSpPr>
        <p:spPr>
          <a:xfrm>
            <a:off x="945650" y="1363850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82" name="Google Shape;482;p55">
            <a:hlinkClick r:id="" action="ppaction://noaction"/>
          </p:cNvPr>
          <p:cNvSpPr txBox="1">
            <a:spLocks noGrp="1"/>
          </p:cNvSpPr>
          <p:nvPr>
            <p:ph type="title" idx="13" hasCustomPrompt="1"/>
          </p:nvPr>
        </p:nvSpPr>
        <p:spPr>
          <a:xfrm>
            <a:off x="4024200" y="1363850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83" name="Google Shape;483;p55">
            <a:hlinkClick r:id="" action="ppaction://noaction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945650" y="2918848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484" name="Google Shape;484;p55">
            <a:hlinkClick r:id="" action="ppaction://noaction"/>
          </p:cNvPr>
          <p:cNvSpPr txBox="1">
            <a:spLocks noGrp="1"/>
          </p:cNvSpPr>
          <p:nvPr>
            <p:ph type="title" idx="15" hasCustomPrompt="1"/>
          </p:nvPr>
        </p:nvSpPr>
        <p:spPr>
          <a:xfrm>
            <a:off x="4024200" y="2918848"/>
            <a:ext cx="8460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6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6"/>
          <p:cNvSpPr txBox="1">
            <a:spLocks noGrp="1"/>
          </p:cNvSpPr>
          <p:nvPr>
            <p:ph type="title"/>
          </p:nvPr>
        </p:nvSpPr>
        <p:spPr>
          <a:xfrm flipH="1">
            <a:off x="3275625" y="2841950"/>
            <a:ext cx="457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1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56"/>
          <p:cNvSpPr txBox="1">
            <a:spLocks noGrp="1"/>
          </p:cNvSpPr>
          <p:nvPr>
            <p:ph type="subTitle" idx="1"/>
          </p:nvPr>
        </p:nvSpPr>
        <p:spPr>
          <a:xfrm flipH="1">
            <a:off x="3275625" y="1728850"/>
            <a:ext cx="4575000" cy="110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8" name="Google Shape;488;p56"/>
          <p:cNvSpPr/>
          <p:nvPr/>
        </p:nvSpPr>
        <p:spPr>
          <a:xfrm rot="-3415034" flipH="1">
            <a:off x="6361616" y="308997"/>
            <a:ext cx="4814608" cy="409530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56"/>
          <p:cNvSpPr/>
          <p:nvPr/>
        </p:nvSpPr>
        <p:spPr>
          <a:xfrm rot="1848056">
            <a:off x="2372175" y="2639561"/>
            <a:ext cx="1938888" cy="3305698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0" name="Google Shape;490;p56"/>
          <p:cNvGrpSpPr/>
          <p:nvPr/>
        </p:nvGrpSpPr>
        <p:grpSpPr>
          <a:xfrm>
            <a:off x="-228595" y="-80449"/>
            <a:ext cx="2277317" cy="5304377"/>
            <a:chOff x="224725" y="566950"/>
            <a:chExt cx="1850875" cy="4311100"/>
          </a:xfrm>
        </p:grpSpPr>
        <p:sp>
          <p:nvSpPr>
            <p:cNvPr id="491" name="Google Shape;491;p56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56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6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56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56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6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56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56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6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6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6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6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6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6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56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56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56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56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56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56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56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56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56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56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5" name="Google Shape;515;p56"/>
          <p:cNvSpPr/>
          <p:nvPr/>
        </p:nvSpPr>
        <p:spPr>
          <a:xfrm rot="-7977677">
            <a:off x="1649745" y="498156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56"/>
          <p:cNvSpPr/>
          <p:nvPr/>
        </p:nvSpPr>
        <p:spPr>
          <a:xfrm>
            <a:off x="7092213" y="3598577"/>
            <a:ext cx="1434654" cy="1265482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45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7"/>
          <p:cNvSpPr txBox="1">
            <a:spLocks noGrp="1"/>
          </p:cNvSpPr>
          <p:nvPr>
            <p:ph type="title"/>
          </p:nvPr>
        </p:nvSpPr>
        <p:spPr>
          <a:xfrm>
            <a:off x="713225" y="428875"/>
            <a:ext cx="3447600" cy="119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  <p:sp>
        <p:nvSpPr>
          <p:cNvPr id="519" name="Google Shape;519;p5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167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57"/>
          <p:cNvSpPr/>
          <p:nvPr/>
        </p:nvSpPr>
        <p:spPr>
          <a:xfrm rot="-1043092" flipH="1">
            <a:off x="-1049130" y="2041077"/>
            <a:ext cx="4658551" cy="4765146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57"/>
          <p:cNvSpPr/>
          <p:nvPr/>
        </p:nvSpPr>
        <p:spPr>
          <a:xfrm>
            <a:off x="1292525" y="2571748"/>
            <a:ext cx="1522302" cy="1342795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7"/>
          <p:cNvSpPr/>
          <p:nvPr/>
        </p:nvSpPr>
        <p:spPr>
          <a:xfrm rot="1300523">
            <a:off x="3760918" y="-1125827"/>
            <a:ext cx="2520837" cy="2900707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4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8"/>
          <p:cNvSpPr/>
          <p:nvPr/>
        </p:nvSpPr>
        <p:spPr>
          <a:xfrm rot="2465585" flipH="1">
            <a:off x="-2193957" y="2702195"/>
            <a:ext cx="4267802" cy="2625668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58"/>
          <p:cNvSpPr/>
          <p:nvPr/>
        </p:nvSpPr>
        <p:spPr>
          <a:xfrm rot="-6430284" flipH="1">
            <a:off x="6992855" y="-1008460"/>
            <a:ext cx="3967958" cy="3604468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58"/>
          <p:cNvSpPr/>
          <p:nvPr/>
        </p:nvSpPr>
        <p:spPr>
          <a:xfrm>
            <a:off x="-458900" y="-740250"/>
            <a:ext cx="2037008" cy="2154203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58"/>
          <p:cNvSpPr txBox="1">
            <a:spLocks noGrp="1"/>
          </p:cNvSpPr>
          <p:nvPr>
            <p:ph type="subTitle" idx="1"/>
          </p:nvPr>
        </p:nvSpPr>
        <p:spPr>
          <a:xfrm>
            <a:off x="628701" y="318197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58"/>
          <p:cNvSpPr txBox="1">
            <a:spLocks noGrp="1"/>
          </p:cNvSpPr>
          <p:nvPr>
            <p:ph type="subTitle" idx="2"/>
          </p:nvPr>
        </p:nvSpPr>
        <p:spPr>
          <a:xfrm>
            <a:off x="3488100" y="318197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58"/>
          <p:cNvSpPr txBox="1">
            <a:spLocks noGrp="1"/>
          </p:cNvSpPr>
          <p:nvPr>
            <p:ph type="subTitle" idx="3"/>
          </p:nvPr>
        </p:nvSpPr>
        <p:spPr>
          <a:xfrm>
            <a:off x="628700" y="36497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58"/>
          <p:cNvSpPr txBox="1">
            <a:spLocks noGrp="1"/>
          </p:cNvSpPr>
          <p:nvPr>
            <p:ph type="subTitle" idx="4"/>
          </p:nvPr>
        </p:nvSpPr>
        <p:spPr>
          <a:xfrm>
            <a:off x="3488100" y="36497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1" name="Google Shape;531;p58"/>
          <p:cNvSpPr txBox="1">
            <a:spLocks noGrp="1"/>
          </p:cNvSpPr>
          <p:nvPr>
            <p:ph type="title" hasCustomPrompt="1"/>
          </p:nvPr>
        </p:nvSpPr>
        <p:spPr>
          <a:xfrm>
            <a:off x="628699" y="1464438"/>
            <a:ext cx="21678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532" name="Google Shape;532;p58"/>
          <p:cNvSpPr txBox="1">
            <a:spLocks noGrp="1"/>
          </p:cNvSpPr>
          <p:nvPr>
            <p:ph type="title" idx="5" hasCustomPrompt="1"/>
          </p:nvPr>
        </p:nvSpPr>
        <p:spPr>
          <a:xfrm>
            <a:off x="3456213" y="1464438"/>
            <a:ext cx="21678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533" name="Google Shape;533;p58"/>
          <p:cNvSpPr txBox="1">
            <a:spLocks noGrp="1"/>
          </p:cNvSpPr>
          <p:nvPr>
            <p:ph type="subTitle" idx="6"/>
          </p:nvPr>
        </p:nvSpPr>
        <p:spPr>
          <a:xfrm>
            <a:off x="6347500" y="318197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58"/>
          <p:cNvSpPr txBox="1">
            <a:spLocks noGrp="1"/>
          </p:cNvSpPr>
          <p:nvPr>
            <p:ph type="subTitle" idx="7"/>
          </p:nvPr>
        </p:nvSpPr>
        <p:spPr>
          <a:xfrm>
            <a:off x="6347488" y="36497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58"/>
          <p:cNvSpPr txBox="1">
            <a:spLocks noGrp="1"/>
          </p:cNvSpPr>
          <p:nvPr>
            <p:ph type="title" idx="8" hasCustomPrompt="1"/>
          </p:nvPr>
        </p:nvSpPr>
        <p:spPr>
          <a:xfrm>
            <a:off x="6347501" y="1464438"/>
            <a:ext cx="21678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536" name="Google Shape;536;p58"/>
          <p:cNvSpPr txBox="1">
            <a:spLocks noGrp="1"/>
          </p:cNvSpPr>
          <p:nvPr>
            <p:ph type="title" idx="9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5"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9"/>
          <p:cNvSpPr/>
          <p:nvPr/>
        </p:nvSpPr>
        <p:spPr>
          <a:xfrm rot="672094">
            <a:off x="5584289" y="562638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59"/>
          <p:cNvSpPr/>
          <p:nvPr/>
        </p:nvSpPr>
        <p:spPr>
          <a:xfrm rot="3414914">
            <a:off x="-1520563" y="790995"/>
            <a:ext cx="3987256" cy="3391668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0" name="Google Shape;540;p59"/>
          <p:cNvGrpSpPr/>
          <p:nvPr/>
        </p:nvGrpSpPr>
        <p:grpSpPr>
          <a:xfrm rot="10800000" flipH="1">
            <a:off x="430416" y="1844182"/>
            <a:ext cx="1696762" cy="1688828"/>
            <a:chOff x="2414491" y="671177"/>
            <a:chExt cx="1830972" cy="1822411"/>
          </a:xfrm>
        </p:grpSpPr>
        <p:sp>
          <p:nvSpPr>
            <p:cNvPr id="541" name="Google Shape;541;p59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59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59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59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59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59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59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59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59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59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59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59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59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59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59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59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59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59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59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59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59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59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59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59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59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59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59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59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59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59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59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59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59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59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5" name="Google Shape;575;p59"/>
          <p:cNvSpPr/>
          <p:nvPr/>
        </p:nvSpPr>
        <p:spPr>
          <a:xfrm rot="1095657">
            <a:off x="1778030" y="3865579"/>
            <a:ext cx="1021004" cy="1333445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59"/>
          <p:cNvSpPr txBox="1">
            <a:spLocks noGrp="1"/>
          </p:cNvSpPr>
          <p:nvPr>
            <p:ph type="subTitle" idx="1"/>
          </p:nvPr>
        </p:nvSpPr>
        <p:spPr>
          <a:xfrm>
            <a:off x="2718750" y="1540138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59"/>
          <p:cNvSpPr txBox="1">
            <a:spLocks noGrp="1"/>
          </p:cNvSpPr>
          <p:nvPr>
            <p:ph type="title" hasCustomPrompt="1"/>
          </p:nvPr>
        </p:nvSpPr>
        <p:spPr>
          <a:xfrm>
            <a:off x="2718750" y="967438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578" name="Google Shape;578;p59"/>
          <p:cNvSpPr txBox="1">
            <a:spLocks noGrp="1"/>
          </p:cNvSpPr>
          <p:nvPr>
            <p:ph type="subTitle" idx="2"/>
          </p:nvPr>
        </p:nvSpPr>
        <p:spPr>
          <a:xfrm>
            <a:off x="2718750" y="267366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9" name="Google Shape;579;p59"/>
          <p:cNvSpPr txBox="1">
            <a:spLocks noGrp="1"/>
          </p:cNvSpPr>
          <p:nvPr>
            <p:ph type="title" idx="3" hasCustomPrompt="1"/>
          </p:nvPr>
        </p:nvSpPr>
        <p:spPr>
          <a:xfrm>
            <a:off x="2718750" y="210093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580" name="Google Shape;580;p59"/>
          <p:cNvSpPr txBox="1">
            <a:spLocks noGrp="1"/>
          </p:cNvSpPr>
          <p:nvPr>
            <p:ph type="subTitle" idx="4"/>
          </p:nvPr>
        </p:nvSpPr>
        <p:spPr>
          <a:xfrm>
            <a:off x="2718750" y="380716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1" name="Google Shape;581;p59"/>
          <p:cNvSpPr txBox="1">
            <a:spLocks noGrp="1"/>
          </p:cNvSpPr>
          <p:nvPr>
            <p:ph type="title" idx="5" hasCustomPrompt="1"/>
          </p:nvPr>
        </p:nvSpPr>
        <p:spPr>
          <a:xfrm>
            <a:off x="2718750" y="323446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4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42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0"/>
          <p:cNvSpPr/>
          <p:nvPr/>
        </p:nvSpPr>
        <p:spPr>
          <a:xfrm rot="-5711992" flipH="1">
            <a:off x="5768678" y="-1266940"/>
            <a:ext cx="4814640" cy="4095332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60"/>
          <p:cNvSpPr/>
          <p:nvPr/>
        </p:nvSpPr>
        <p:spPr>
          <a:xfrm rot="672094">
            <a:off x="-1743086" y="2060813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5" name="Google Shape;585;p60"/>
          <p:cNvGrpSpPr/>
          <p:nvPr/>
        </p:nvGrpSpPr>
        <p:grpSpPr>
          <a:xfrm rot="10800000" flipH="1">
            <a:off x="6689741" y="646757"/>
            <a:ext cx="1696762" cy="1688828"/>
            <a:chOff x="2414491" y="671177"/>
            <a:chExt cx="1830972" cy="1822411"/>
          </a:xfrm>
        </p:grpSpPr>
        <p:sp>
          <p:nvSpPr>
            <p:cNvPr id="586" name="Google Shape;586;p60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60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60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60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60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60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60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60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60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60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60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60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60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60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60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60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60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60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60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60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60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60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60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60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60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60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60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60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60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60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60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60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60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0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0" name="Google Shape;620;p60"/>
          <p:cNvSpPr/>
          <p:nvPr/>
        </p:nvSpPr>
        <p:spPr>
          <a:xfrm rot="2354015">
            <a:off x="1787599" y="2882800"/>
            <a:ext cx="1434657" cy="1265485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60"/>
          <p:cNvSpPr txBox="1">
            <a:spLocks noGrp="1"/>
          </p:cNvSpPr>
          <p:nvPr>
            <p:ph type="subTitle" idx="1"/>
          </p:nvPr>
        </p:nvSpPr>
        <p:spPr>
          <a:xfrm>
            <a:off x="1817226" y="1367900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60"/>
          <p:cNvSpPr txBox="1">
            <a:spLocks noGrp="1"/>
          </p:cNvSpPr>
          <p:nvPr>
            <p:ph type="subTitle" idx="2"/>
          </p:nvPr>
        </p:nvSpPr>
        <p:spPr>
          <a:xfrm>
            <a:off x="5158650" y="3076250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60"/>
          <p:cNvSpPr txBox="1">
            <a:spLocks noGrp="1"/>
          </p:cNvSpPr>
          <p:nvPr>
            <p:ph type="subTitle" idx="3"/>
          </p:nvPr>
        </p:nvSpPr>
        <p:spPr>
          <a:xfrm>
            <a:off x="1817225" y="1835638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60"/>
          <p:cNvSpPr txBox="1">
            <a:spLocks noGrp="1"/>
          </p:cNvSpPr>
          <p:nvPr>
            <p:ph type="subTitle" idx="4"/>
          </p:nvPr>
        </p:nvSpPr>
        <p:spPr>
          <a:xfrm>
            <a:off x="5158650" y="3543988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60"/>
          <p:cNvSpPr txBox="1">
            <a:spLocks noGrp="1"/>
          </p:cNvSpPr>
          <p:nvPr>
            <p:ph type="title" hasCustomPrompt="1"/>
          </p:nvPr>
        </p:nvSpPr>
        <p:spPr>
          <a:xfrm>
            <a:off x="713225" y="1682475"/>
            <a:ext cx="1104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626" name="Google Shape;626;p60"/>
          <p:cNvSpPr txBox="1">
            <a:spLocks noGrp="1"/>
          </p:cNvSpPr>
          <p:nvPr>
            <p:ph type="title" idx="5" hasCustomPrompt="1"/>
          </p:nvPr>
        </p:nvSpPr>
        <p:spPr>
          <a:xfrm>
            <a:off x="7326450" y="3390825"/>
            <a:ext cx="11040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627" name="Google Shape;627;p60"/>
          <p:cNvSpPr txBox="1">
            <a:spLocks noGrp="1"/>
          </p:cNvSpPr>
          <p:nvPr>
            <p:ph type="title" idx="6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CUSTOM_46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61"/>
          <p:cNvSpPr txBox="1">
            <a:spLocks noGrp="1"/>
          </p:cNvSpPr>
          <p:nvPr>
            <p:ph type="subTitle" idx="1"/>
          </p:nvPr>
        </p:nvSpPr>
        <p:spPr>
          <a:xfrm>
            <a:off x="924775" y="2021538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0" name="Google Shape;630;p61"/>
          <p:cNvSpPr txBox="1">
            <a:spLocks noGrp="1"/>
          </p:cNvSpPr>
          <p:nvPr>
            <p:ph type="title" hasCustomPrompt="1"/>
          </p:nvPr>
        </p:nvSpPr>
        <p:spPr>
          <a:xfrm>
            <a:off x="924775" y="1415738"/>
            <a:ext cx="4844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5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1" name="Google Shape;631;p61"/>
          <p:cNvSpPr txBox="1">
            <a:spLocks noGrp="1"/>
          </p:cNvSpPr>
          <p:nvPr>
            <p:ph type="subTitle" idx="2"/>
          </p:nvPr>
        </p:nvSpPr>
        <p:spPr>
          <a:xfrm>
            <a:off x="924775" y="3155063"/>
            <a:ext cx="370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2" name="Google Shape;632;p61"/>
          <p:cNvSpPr txBox="1">
            <a:spLocks noGrp="1"/>
          </p:cNvSpPr>
          <p:nvPr>
            <p:ph type="title" idx="3" hasCustomPrompt="1"/>
          </p:nvPr>
        </p:nvSpPr>
        <p:spPr>
          <a:xfrm>
            <a:off x="924775" y="2549236"/>
            <a:ext cx="48444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5600">
                <a:solidFill>
                  <a:schemeClr val="accent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633" name="Google Shape;633;p61"/>
          <p:cNvGrpSpPr/>
          <p:nvPr/>
        </p:nvGrpSpPr>
        <p:grpSpPr>
          <a:xfrm flipH="1">
            <a:off x="6914055" y="-80449"/>
            <a:ext cx="2277317" cy="5304377"/>
            <a:chOff x="224725" y="566950"/>
            <a:chExt cx="1850875" cy="4311100"/>
          </a:xfrm>
        </p:grpSpPr>
        <p:sp>
          <p:nvSpPr>
            <p:cNvPr id="634" name="Google Shape;634;p61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61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61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61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61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61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61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61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61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61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61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1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61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61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61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1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1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1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1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1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61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61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61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61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8" name="Google Shape;658;p61"/>
          <p:cNvSpPr/>
          <p:nvPr/>
        </p:nvSpPr>
        <p:spPr>
          <a:xfrm rot="7654233" flipH="1">
            <a:off x="-1075268" y="-1255409"/>
            <a:ext cx="4267776" cy="2625652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2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2"/>
          <p:cNvSpPr/>
          <p:nvPr/>
        </p:nvSpPr>
        <p:spPr>
          <a:xfrm rot="-1781954">
            <a:off x="6294084" y="45611"/>
            <a:ext cx="4658414" cy="476516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62"/>
          <p:cNvSpPr/>
          <p:nvPr/>
        </p:nvSpPr>
        <p:spPr>
          <a:xfrm>
            <a:off x="6619750" y="1260100"/>
            <a:ext cx="1269687" cy="1658228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62"/>
          <p:cNvSpPr/>
          <p:nvPr/>
        </p:nvSpPr>
        <p:spPr>
          <a:xfrm rot="1145765" flipH="1">
            <a:off x="-1426013" y="-803761"/>
            <a:ext cx="3397353" cy="3383266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62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4" name="Google Shape;664;p62"/>
          <p:cNvSpPr txBox="1">
            <a:spLocks noGrp="1"/>
          </p:cNvSpPr>
          <p:nvPr>
            <p:ph type="subTitle" idx="1"/>
          </p:nvPr>
        </p:nvSpPr>
        <p:spPr>
          <a:xfrm>
            <a:off x="897675" y="1577850"/>
            <a:ext cx="4809300" cy="248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  <p:grpSp>
        <p:nvGrpSpPr>
          <p:cNvPr id="665" name="Google Shape;665;p62"/>
          <p:cNvGrpSpPr/>
          <p:nvPr/>
        </p:nvGrpSpPr>
        <p:grpSpPr>
          <a:xfrm rot="10800000" flipH="1">
            <a:off x="4776891" y="3572332"/>
            <a:ext cx="1696762" cy="1688828"/>
            <a:chOff x="2414491" y="671177"/>
            <a:chExt cx="1830972" cy="1822411"/>
          </a:xfrm>
        </p:grpSpPr>
        <p:sp>
          <p:nvSpPr>
            <p:cNvPr id="666" name="Google Shape;666;p62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62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62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62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62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62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62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62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62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62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62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62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62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62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62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62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62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62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62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62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62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62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62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62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62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62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62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62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62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62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62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62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62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62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2_1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3"/>
          <p:cNvSpPr/>
          <p:nvPr/>
        </p:nvSpPr>
        <p:spPr>
          <a:xfrm rot="-1690000">
            <a:off x="4770052" y="3432202"/>
            <a:ext cx="4311133" cy="2652327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63"/>
          <p:cNvSpPr/>
          <p:nvPr/>
        </p:nvSpPr>
        <p:spPr>
          <a:xfrm rot="-8976185">
            <a:off x="-892229" y="695729"/>
            <a:ext cx="3210901" cy="3197587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3" name="Google Shape;703;p63"/>
          <p:cNvGrpSpPr/>
          <p:nvPr/>
        </p:nvGrpSpPr>
        <p:grpSpPr>
          <a:xfrm>
            <a:off x="5420243" y="-954594"/>
            <a:ext cx="2270935" cy="2260334"/>
            <a:chOff x="6762468" y="1386456"/>
            <a:chExt cx="2270935" cy="2260334"/>
          </a:xfrm>
        </p:grpSpPr>
        <p:sp>
          <p:nvSpPr>
            <p:cNvPr id="704" name="Google Shape;704;p63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63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63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63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63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63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63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63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63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63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63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63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63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63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63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63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63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63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63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63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63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63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63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63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3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63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63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63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63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3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63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63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63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7" name="Google Shape;737;p63"/>
          <p:cNvSpPr txBox="1">
            <a:spLocks noGrp="1"/>
          </p:cNvSpPr>
          <p:nvPr>
            <p:ph type="title"/>
          </p:nvPr>
        </p:nvSpPr>
        <p:spPr>
          <a:xfrm>
            <a:off x="1569450" y="1152050"/>
            <a:ext cx="6005100" cy="151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36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38" name="Google Shape;738;p63"/>
          <p:cNvSpPr txBox="1">
            <a:spLocks noGrp="1"/>
          </p:cNvSpPr>
          <p:nvPr>
            <p:ph type="subTitle" idx="1"/>
          </p:nvPr>
        </p:nvSpPr>
        <p:spPr>
          <a:xfrm>
            <a:off x="1569450" y="2756350"/>
            <a:ext cx="6005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4_1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6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1" name="Google Shape;741;p64"/>
          <p:cNvSpPr txBox="1">
            <a:spLocks noGrp="1"/>
          </p:cNvSpPr>
          <p:nvPr>
            <p:ph type="subTitle" idx="1"/>
          </p:nvPr>
        </p:nvSpPr>
        <p:spPr>
          <a:xfrm>
            <a:off x="713250" y="112345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AutoNum type="arabicPeriod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AutoNum type="alphaLcPeriod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742" name="Google Shape;742;p64"/>
          <p:cNvSpPr/>
          <p:nvPr/>
        </p:nvSpPr>
        <p:spPr>
          <a:xfrm>
            <a:off x="-598400" y="3985675"/>
            <a:ext cx="1844545" cy="1627040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64"/>
          <p:cNvSpPr/>
          <p:nvPr/>
        </p:nvSpPr>
        <p:spPr>
          <a:xfrm rot="7619243">
            <a:off x="7150868" y="2766901"/>
            <a:ext cx="3210914" cy="3197601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4" name="Google Shape;744;p64"/>
          <p:cNvGrpSpPr/>
          <p:nvPr/>
        </p:nvGrpSpPr>
        <p:grpSpPr>
          <a:xfrm>
            <a:off x="7295305" y="-672969"/>
            <a:ext cx="2270935" cy="2260334"/>
            <a:chOff x="6762468" y="1386456"/>
            <a:chExt cx="2270935" cy="2260334"/>
          </a:xfrm>
        </p:grpSpPr>
        <p:sp>
          <p:nvSpPr>
            <p:cNvPr id="745" name="Google Shape;745;p64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64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64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64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4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4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4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64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4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4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4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64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64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64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64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64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64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4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4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64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64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64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64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64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64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64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64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64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64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64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64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64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64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3"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5"/>
          <p:cNvSpPr txBox="1">
            <a:spLocks noGrp="1"/>
          </p:cNvSpPr>
          <p:nvPr>
            <p:ph type="title"/>
          </p:nvPr>
        </p:nvSpPr>
        <p:spPr>
          <a:xfrm>
            <a:off x="713225" y="1505738"/>
            <a:ext cx="4450800" cy="126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80" name="Google Shape;780;p65"/>
          <p:cNvSpPr txBox="1">
            <a:spLocks noGrp="1"/>
          </p:cNvSpPr>
          <p:nvPr>
            <p:ph type="subTitle" idx="1"/>
          </p:nvPr>
        </p:nvSpPr>
        <p:spPr>
          <a:xfrm>
            <a:off x="713225" y="2725763"/>
            <a:ext cx="32316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  <p:grpSp>
        <p:nvGrpSpPr>
          <p:cNvPr id="781" name="Google Shape;781;p65"/>
          <p:cNvGrpSpPr/>
          <p:nvPr/>
        </p:nvGrpSpPr>
        <p:grpSpPr>
          <a:xfrm flipH="1">
            <a:off x="5418880" y="1"/>
            <a:ext cx="2277317" cy="5304377"/>
            <a:chOff x="224725" y="566950"/>
            <a:chExt cx="1850875" cy="4311100"/>
          </a:xfrm>
        </p:grpSpPr>
        <p:sp>
          <p:nvSpPr>
            <p:cNvPr id="782" name="Google Shape;782;p65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6" name="Google Shape;806;p65"/>
          <p:cNvSpPr/>
          <p:nvPr/>
        </p:nvSpPr>
        <p:spPr>
          <a:xfrm rot="-5035031" flipH="1">
            <a:off x="4206940" y="751857"/>
            <a:ext cx="7221377" cy="444298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65"/>
          <p:cNvSpPr/>
          <p:nvPr/>
        </p:nvSpPr>
        <p:spPr>
          <a:xfrm rot="5400000">
            <a:off x="-2021747" y="2268334"/>
            <a:ext cx="4906632" cy="319691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65"/>
          <p:cNvSpPr/>
          <p:nvPr/>
        </p:nvSpPr>
        <p:spPr>
          <a:xfrm>
            <a:off x="1280800" y="-652650"/>
            <a:ext cx="1871779" cy="179602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7"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6"/>
          <p:cNvSpPr/>
          <p:nvPr/>
        </p:nvSpPr>
        <p:spPr>
          <a:xfrm rot="-1408952">
            <a:off x="7039333" y="962822"/>
            <a:ext cx="3561578" cy="4437854"/>
          </a:xfrm>
          <a:custGeom>
            <a:avLst/>
            <a:gdLst/>
            <a:ahLst/>
            <a:cxnLst/>
            <a:rect l="l" t="t" r="r" b="b"/>
            <a:pathLst>
              <a:path w="15146" h="21250" extrusionOk="0">
                <a:moveTo>
                  <a:pt x="2903" y="12143"/>
                </a:moveTo>
                <a:cubicBezTo>
                  <a:pt x="1936" y="10308"/>
                  <a:pt x="234" y="9174"/>
                  <a:pt x="201" y="6972"/>
                </a:cubicBezTo>
                <a:cubicBezTo>
                  <a:pt x="1" y="1"/>
                  <a:pt x="7773" y="1769"/>
                  <a:pt x="11209" y="4637"/>
                </a:cubicBezTo>
                <a:cubicBezTo>
                  <a:pt x="13877" y="6839"/>
                  <a:pt x="15145" y="10208"/>
                  <a:pt x="14178" y="13544"/>
                </a:cubicBezTo>
                <a:cubicBezTo>
                  <a:pt x="13310" y="16379"/>
                  <a:pt x="10141" y="21249"/>
                  <a:pt x="6472" y="20349"/>
                </a:cubicBezTo>
                <a:cubicBezTo>
                  <a:pt x="3203" y="19581"/>
                  <a:pt x="4070" y="14811"/>
                  <a:pt x="3070" y="12476"/>
                </a:cubicBezTo>
                <a:cubicBezTo>
                  <a:pt x="3036" y="12343"/>
                  <a:pt x="2970" y="12243"/>
                  <a:pt x="2903" y="1214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66"/>
          <p:cNvSpPr/>
          <p:nvPr/>
        </p:nvSpPr>
        <p:spPr>
          <a:xfrm rot="5400000" flipH="1">
            <a:off x="-1331519" y="-591459"/>
            <a:ext cx="5570538" cy="362945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66"/>
          <p:cNvSpPr/>
          <p:nvPr/>
        </p:nvSpPr>
        <p:spPr>
          <a:xfrm rot="-7977677">
            <a:off x="1465320" y="345459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3" name="Google Shape;813;p66"/>
          <p:cNvGrpSpPr/>
          <p:nvPr/>
        </p:nvGrpSpPr>
        <p:grpSpPr>
          <a:xfrm>
            <a:off x="5084307" y="-1054185"/>
            <a:ext cx="2304462" cy="2293869"/>
            <a:chOff x="2414491" y="671177"/>
            <a:chExt cx="1830972" cy="1822411"/>
          </a:xfrm>
        </p:grpSpPr>
        <p:sp>
          <p:nvSpPr>
            <p:cNvPr id="814" name="Google Shape;814;p66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66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66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66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66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66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66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66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66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66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66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66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66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66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66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66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66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66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66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66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66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66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66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66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66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66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66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66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66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66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66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66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66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66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48" name="Google Shape;848;p66"/>
          <p:cNvSpPr txBox="1">
            <a:spLocks noGrp="1"/>
          </p:cNvSpPr>
          <p:nvPr>
            <p:ph type="title"/>
          </p:nvPr>
        </p:nvSpPr>
        <p:spPr>
          <a:xfrm>
            <a:off x="2690725" y="1505725"/>
            <a:ext cx="3858900" cy="114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85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9" name="Google Shape;849;p66"/>
          <p:cNvSpPr txBox="1">
            <a:spLocks noGrp="1"/>
          </p:cNvSpPr>
          <p:nvPr>
            <p:ph type="subTitle" idx="1"/>
          </p:nvPr>
        </p:nvSpPr>
        <p:spPr>
          <a:xfrm>
            <a:off x="2690725" y="2725750"/>
            <a:ext cx="3858900" cy="91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44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67"/>
          <p:cNvSpPr txBox="1">
            <a:spLocks noGrp="1"/>
          </p:cNvSpPr>
          <p:nvPr>
            <p:ph type="title"/>
          </p:nvPr>
        </p:nvSpPr>
        <p:spPr>
          <a:xfrm>
            <a:off x="5104900" y="1400488"/>
            <a:ext cx="3326100" cy="166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52" name="Google Shape;852;p67"/>
          <p:cNvSpPr txBox="1">
            <a:spLocks noGrp="1"/>
          </p:cNvSpPr>
          <p:nvPr>
            <p:ph type="subTitle" idx="1"/>
          </p:nvPr>
        </p:nvSpPr>
        <p:spPr>
          <a:xfrm>
            <a:off x="3851850" y="3019100"/>
            <a:ext cx="45792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8C353C"/>
              </a:buClr>
              <a:buSzPts val="1600"/>
              <a:buFont typeface="Nunito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■"/>
              <a:defRPr/>
            </a:lvl9pPr>
          </a:lstStyle>
          <a:p>
            <a:endParaRPr/>
          </a:p>
        </p:txBody>
      </p:sp>
      <p:sp>
        <p:nvSpPr>
          <p:cNvPr id="853" name="Google Shape;853;p67"/>
          <p:cNvSpPr/>
          <p:nvPr/>
        </p:nvSpPr>
        <p:spPr>
          <a:xfrm rot="7627321">
            <a:off x="-1350628" y="-1805009"/>
            <a:ext cx="4680823" cy="425203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67"/>
          <p:cNvSpPr/>
          <p:nvPr/>
        </p:nvSpPr>
        <p:spPr>
          <a:xfrm rot="-5400000" flipH="1">
            <a:off x="6356253" y="2444459"/>
            <a:ext cx="4906632" cy="319691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67"/>
          <p:cNvGrpSpPr/>
          <p:nvPr/>
        </p:nvGrpSpPr>
        <p:grpSpPr>
          <a:xfrm rot="10800000" flipH="1">
            <a:off x="3260405" y="4169571"/>
            <a:ext cx="2557685" cy="2545726"/>
            <a:chOff x="2414491" y="671177"/>
            <a:chExt cx="1830972" cy="1822411"/>
          </a:xfrm>
        </p:grpSpPr>
        <p:sp>
          <p:nvSpPr>
            <p:cNvPr id="856" name="Google Shape;856;p67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67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67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67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67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67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67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67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67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67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67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67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67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67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67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67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67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67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67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67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67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67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67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67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67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67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67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67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67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67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67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67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67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67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 ">
  <p:cSld name="CUSTOM_32_2_1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68"/>
          <p:cNvSpPr/>
          <p:nvPr/>
        </p:nvSpPr>
        <p:spPr>
          <a:xfrm rot="672094">
            <a:off x="-3534661" y="414138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68"/>
          <p:cNvSpPr/>
          <p:nvPr/>
        </p:nvSpPr>
        <p:spPr>
          <a:xfrm>
            <a:off x="8264550" y="465501"/>
            <a:ext cx="1460036" cy="1906827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6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94" name="Google Shape;894;p68"/>
          <p:cNvSpPr txBox="1">
            <a:spLocks noGrp="1"/>
          </p:cNvSpPr>
          <p:nvPr>
            <p:ph type="subTitle" idx="1"/>
          </p:nvPr>
        </p:nvSpPr>
        <p:spPr>
          <a:xfrm>
            <a:off x="713250" y="1126100"/>
            <a:ext cx="7717500" cy="34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Ubuntu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rabicPeriod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alphaLcPeriod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buntu"/>
              <a:buAutoNum type="romanLcPeriod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 ">
  <p:cSld name="CUSTOM_1_1_1"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69"/>
          <p:cNvSpPr/>
          <p:nvPr/>
        </p:nvSpPr>
        <p:spPr>
          <a:xfrm rot="-5620636">
            <a:off x="7260268" y="484121"/>
            <a:ext cx="2991681" cy="287060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69"/>
          <p:cNvSpPr/>
          <p:nvPr/>
        </p:nvSpPr>
        <p:spPr>
          <a:xfrm rot="135969" flipH="1">
            <a:off x="-1259479" y="-732013"/>
            <a:ext cx="3397316" cy="338322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69"/>
          <p:cNvSpPr/>
          <p:nvPr/>
        </p:nvSpPr>
        <p:spPr>
          <a:xfrm rot="10800000">
            <a:off x="7259653" y="3925437"/>
            <a:ext cx="1774800" cy="177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9" name="Google Shape;899;p69"/>
          <p:cNvGrpSpPr/>
          <p:nvPr/>
        </p:nvGrpSpPr>
        <p:grpSpPr>
          <a:xfrm rot="10800000">
            <a:off x="6624625" y="3303820"/>
            <a:ext cx="1696762" cy="1688828"/>
            <a:chOff x="2414491" y="671177"/>
            <a:chExt cx="1830972" cy="1822411"/>
          </a:xfrm>
        </p:grpSpPr>
        <p:sp>
          <p:nvSpPr>
            <p:cNvPr id="900" name="Google Shape;900;p69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69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69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69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69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69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69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69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69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69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69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69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69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69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69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69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69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69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69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69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69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69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69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69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69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69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69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69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69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69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69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69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69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69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69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35" name="Google Shape;935;p69"/>
          <p:cNvSpPr txBox="1">
            <a:spLocks noGrp="1"/>
          </p:cNvSpPr>
          <p:nvPr>
            <p:ph type="subTitle" idx="1"/>
          </p:nvPr>
        </p:nvSpPr>
        <p:spPr>
          <a:xfrm>
            <a:off x="713225" y="1091875"/>
            <a:ext cx="60288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32_2"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70"/>
          <p:cNvSpPr/>
          <p:nvPr/>
        </p:nvSpPr>
        <p:spPr>
          <a:xfrm rot="-455554">
            <a:off x="6637849" y="-126684"/>
            <a:ext cx="3253668" cy="548076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70"/>
          <p:cNvSpPr/>
          <p:nvPr/>
        </p:nvSpPr>
        <p:spPr>
          <a:xfrm rot="-7977677">
            <a:off x="5635995" y="150939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70"/>
          <p:cNvSpPr/>
          <p:nvPr/>
        </p:nvSpPr>
        <p:spPr>
          <a:xfrm rot="8880872">
            <a:off x="-2066784" y="-214836"/>
            <a:ext cx="4047011" cy="2490084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70"/>
          <p:cNvSpPr txBox="1">
            <a:spLocks noGrp="1"/>
          </p:cNvSpPr>
          <p:nvPr>
            <p:ph type="title"/>
          </p:nvPr>
        </p:nvSpPr>
        <p:spPr>
          <a:xfrm>
            <a:off x="713225" y="520986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1" name="Google Shape;941;p70"/>
          <p:cNvSpPr txBox="1">
            <a:spLocks noGrp="1"/>
          </p:cNvSpPr>
          <p:nvPr>
            <p:ph type="subTitle" idx="1"/>
          </p:nvPr>
        </p:nvSpPr>
        <p:spPr>
          <a:xfrm>
            <a:off x="713225" y="1168075"/>
            <a:ext cx="49899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 b="1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 ">
  <p:cSld name="CUSTOM_34_1"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1"/>
          <p:cNvSpPr/>
          <p:nvPr/>
        </p:nvSpPr>
        <p:spPr>
          <a:xfrm rot="-4971949">
            <a:off x="-1978224" y="-993266"/>
            <a:ext cx="4547689" cy="4131091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71"/>
          <p:cNvGrpSpPr/>
          <p:nvPr/>
        </p:nvGrpSpPr>
        <p:grpSpPr>
          <a:xfrm flipH="1">
            <a:off x="6866680" y="-80437"/>
            <a:ext cx="2277317" cy="5304377"/>
            <a:chOff x="224725" y="566950"/>
            <a:chExt cx="1850875" cy="4311100"/>
          </a:xfrm>
        </p:grpSpPr>
        <p:sp>
          <p:nvSpPr>
            <p:cNvPr id="945" name="Google Shape;945;p71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71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71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71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71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71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71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71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71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71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71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71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71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71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71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71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71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71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71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71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71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71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71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71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9" name="Google Shape;969;p71"/>
          <p:cNvSpPr/>
          <p:nvPr/>
        </p:nvSpPr>
        <p:spPr>
          <a:xfrm rot="250550" flipH="1">
            <a:off x="838717" y="3110207"/>
            <a:ext cx="5950574" cy="366106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71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1" name="Google Shape;971;p71"/>
          <p:cNvSpPr txBox="1">
            <a:spLocks noGrp="1"/>
          </p:cNvSpPr>
          <p:nvPr>
            <p:ph type="subTitle" idx="1"/>
          </p:nvPr>
        </p:nvSpPr>
        <p:spPr>
          <a:xfrm>
            <a:off x="713225" y="2027400"/>
            <a:ext cx="3402600" cy="10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CUSTOM_35_1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973;p72"/>
          <p:cNvGrpSpPr/>
          <p:nvPr/>
        </p:nvGrpSpPr>
        <p:grpSpPr>
          <a:xfrm>
            <a:off x="4789682" y="3273165"/>
            <a:ext cx="2304462" cy="2293869"/>
            <a:chOff x="2414491" y="671177"/>
            <a:chExt cx="1830972" cy="1822411"/>
          </a:xfrm>
        </p:grpSpPr>
        <p:sp>
          <p:nvSpPr>
            <p:cNvPr id="974" name="Google Shape;974;p72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72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72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72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72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72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72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72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72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72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72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72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72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72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72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72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72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72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72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72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72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72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72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72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72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72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72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72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72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72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72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72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72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72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8" name="Google Shape;1008;p72"/>
          <p:cNvSpPr/>
          <p:nvPr/>
        </p:nvSpPr>
        <p:spPr>
          <a:xfrm rot="-919010">
            <a:off x="6732142" y="-371518"/>
            <a:ext cx="3397275" cy="338318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72"/>
          <p:cNvSpPr/>
          <p:nvPr/>
        </p:nvSpPr>
        <p:spPr>
          <a:xfrm rot="-5620636">
            <a:off x="-1100482" y="1591409"/>
            <a:ext cx="2991681" cy="287060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72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11" name="Google Shape;1011;p72"/>
          <p:cNvSpPr txBox="1">
            <a:spLocks noGrp="1"/>
          </p:cNvSpPr>
          <p:nvPr>
            <p:ph type="subTitle" idx="1"/>
          </p:nvPr>
        </p:nvSpPr>
        <p:spPr>
          <a:xfrm>
            <a:off x="5028175" y="2027400"/>
            <a:ext cx="3402600" cy="10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1 ">
  <p:cSld name="CUSTOM_36_1"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3"/>
          <p:cNvSpPr/>
          <p:nvPr/>
        </p:nvSpPr>
        <p:spPr>
          <a:xfrm>
            <a:off x="4260425" y="1957095"/>
            <a:ext cx="1774800" cy="177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73"/>
          <p:cNvSpPr/>
          <p:nvPr/>
        </p:nvSpPr>
        <p:spPr>
          <a:xfrm rot="-4971949">
            <a:off x="6653151" y="1865359"/>
            <a:ext cx="4547689" cy="4131091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73"/>
          <p:cNvSpPr/>
          <p:nvPr/>
        </p:nvSpPr>
        <p:spPr>
          <a:xfrm rot="7019959" flipH="1">
            <a:off x="-962151" y="-1327476"/>
            <a:ext cx="4047102" cy="249001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73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17" name="Google Shape;1017;p73"/>
          <p:cNvSpPr txBox="1">
            <a:spLocks noGrp="1"/>
          </p:cNvSpPr>
          <p:nvPr>
            <p:ph type="subTitle" idx="1"/>
          </p:nvPr>
        </p:nvSpPr>
        <p:spPr>
          <a:xfrm>
            <a:off x="713225" y="2027400"/>
            <a:ext cx="3402600" cy="108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2 ">
  <p:cSld name="CUSTOM_37_1_1"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74"/>
          <p:cNvSpPr/>
          <p:nvPr/>
        </p:nvSpPr>
        <p:spPr>
          <a:xfrm rot="-4971949">
            <a:off x="6499451" y="687059"/>
            <a:ext cx="4547689" cy="4131091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74"/>
          <p:cNvSpPr/>
          <p:nvPr/>
        </p:nvSpPr>
        <p:spPr>
          <a:xfrm rot="9475593">
            <a:off x="-1974698" y="-446077"/>
            <a:ext cx="4047145" cy="2489949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74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2" name="Google Shape;1022;p74"/>
          <p:cNvSpPr txBox="1">
            <a:spLocks noGrp="1"/>
          </p:cNvSpPr>
          <p:nvPr>
            <p:ph type="subTitle" idx="1"/>
          </p:nvPr>
        </p:nvSpPr>
        <p:spPr>
          <a:xfrm>
            <a:off x="713225" y="1091875"/>
            <a:ext cx="62643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3">
  <p:cSld name="CUSTOM_37_1"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75"/>
          <p:cNvSpPr/>
          <p:nvPr/>
        </p:nvSpPr>
        <p:spPr>
          <a:xfrm rot="-5400000" flipH="1">
            <a:off x="6051628" y="1691784"/>
            <a:ext cx="4906632" cy="319691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75"/>
          <p:cNvSpPr/>
          <p:nvPr/>
        </p:nvSpPr>
        <p:spPr>
          <a:xfrm>
            <a:off x="-749900" y="3073920"/>
            <a:ext cx="1774800" cy="177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26" name="Google Shape;1026;p75"/>
          <p:cNvGrpSpPr/>
          <p:nvPr/>
        </p:nvGrpSpPr>
        <p:grpSpPr>
          <a:xfrm rot="10800000">
            <a:off x="6204525" y="1244395"/>
            <a:ext cx="1696762" cy="1688828"/>
            <a:chOff x="2414491" y="671177"/>
            <a:chExt cx="1830972" cy="1822411"/>
          </a:xfrm>
        </p:grpSpPr>
        <p:sp>
          <p:nvSpPr>
            <p:cNvPr id="1027" name="Google Shape;1027;p7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7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7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7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7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7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7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7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7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7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7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7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7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7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7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7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7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7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7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7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7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7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7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7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7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7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7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7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7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7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7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7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7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7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1" name="Google Shape;1061;p75"/>
          <p:cNvSpPr txBox="1">
            <a:spLocks noGrp="1"/>
          </p:cNvSpPr>
          <p:nvPr>
            <p:ph type="title"/>
          </p:nvPr>
        </p:nvSpPr>
        <p:spPr>
          <a:xfrm>
            <a:off x="713225" y="528150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2" name="Google Shape;1062;p75"/>
          <p:cNvSpPr txBox="1">
            <a:spLocks noGrp="1"/>
          </p:cNvSpPr>
          <p:nvPr>
            <p:ph type="subTitle" idx="1"/>
          </p:nvPr>
        </p:nvSpPr>
        <p:spPr>
          <a:xfrm>
            <a:off x="713225" y="1091875"/>
            <a:ext cx="6028800" cy="343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4 ">
  <p:cSld name="CUSTOM_48_1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76"/>
          <p:cNvGrpSpPr/>
          <p:nvPr/>
        </p:nvGrpSpPr>
        <p:grpSpPr>
          <a:xfrm flipH="1">
            <a:off x="6914055" y="-80449"/>
            <a:ext cx="2277317" cy="5304377"/>
            <a:chOff x="224725" y="566950"/>
            <a:chExt cx="1850875" cy="4311100"/>
          </a:xfrm>
        </p:grpSpPr>
        <p:sp>
          <p:nvSpPr>
            <p:cNvPr id="1065" name="Google Shape;1065;p76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76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76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76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76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76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76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76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76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76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76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76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76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76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76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76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76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76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76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76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76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76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76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76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9" name="Google Shape;1089;p76"/>
          <p:cNvSpPr/>
          <p:nvPr/>
        </p:nvSpPr>
        <p:spPr>
          <a:xfrm rot="5400000" flipH="1">
            <a:off x="-2397294" y="-774472"/>
            <a:ext cx="5570538" cy="362945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76"/>
          <p:cNvSpPr/>
          <p:nvPr/>
        </p:nvSpPr>
        <p:spPr>
          <a:xfrm rot="-7977677">
            <a:off x="6626195" y="240794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76"/>
          <p:cNvSpPr/>
          <p:nvPr/>
        </p:nvSpPr>
        <p:spPr>
          <a:xfrm rot="667591">
            <a:off x="5320685" y="2755692"/>
            <a:ext cx="1938907" cy="330573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7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93" name="Google Shape;1093;p76"/>
          <p:cNvSpPr txBox="1">
            <a:spLocks noGrp="1"/>
          </p:cNvSpPr>
          <p:nvPr>
            <p:ph type="subTitle" idx="1"/>
          </p:nvPr>
        </p:nvSpPr>
        <p:spPr>
          <a:xfrm>
            <a:off x="897675" y="1477800"/>
            <a:ext cx="4809300" cy="2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D9C8B"/>
              </a:buClr>
              <a:buSzPts val="1600"/>
              <a:buFont typeface="Cairo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600"/>
              <a:buFont typeface="Cairo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3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7"/>
          <p:cNvSpPr/>
          <p:nvPr/>
        </p:nvSpPr>
        <p:spPr>
          <a:xfrm rot="-5620610">
            <a:off x="7759237" y="345401"/>
            <a:ext cx="3242370" cy="3111144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77"/>
          <p:cNvSpPr/>
          <p:nvPr/>
        </p:nvSpPr>
        <p:spPr>
          <a:xfrm rot="-5400000" flipH="1">
            <a:off x="-700258" y="2716121"/>
            <a:ext cx="3397312" cy="3383225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77"/>
          <p:cNvSpPr/>
          <p:nvPr/>
        </p:nvSpPr>
        <p:spPr>
          <a:xfrm rot="1891771" flipH="1">
            <a:off x="3633391" y="3134640"/>
            <a:ext cx="2182046" cy="3720269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7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99" name="Google Shape;1099;p77"/>
          <p:cNvSpPr txBox="1">
            <a:spLocks noGrp="1"/>
          </p:cNvSpPr>
          <p:nvPr>
            <p:ph type="subTitle" idx="1"/>
          </p:nvPr>
        </p:nvSpPr>
        <p:spPr>
          <a:xfrm>
            <a:off x="5403875" y="13335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0" name="Google Shape;1100;p77"/>
          <p:cNvSpPr txBox="1">
            <a:spLocks noGrp="1"/>
          </p:cNvSpPr>
          <p:nvPr>
            <p:ph type="subTitle" idx="2"/>
          </p:nvPr>
        </p:nvSpPr>
        <p:spPr>
          <a:xfrm>
            <a:off x="5403875" y="285297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1" name="Google Shape;1101;p77"/>
          <p:cNvSpPr txBox="1">
            <a:spLocks noGrp="1"/>
          </p:cNvSpPr>
          <p:nvPr>
            <p:ph type="subTitle" idx="3"/>
          </p:nvPr>
        </p:nvSpPr>
        <p:spPr>
          <a:xfrm>
            <a:off x="5403875" y="1839280"/>
            <a:ext cx="2167800" cy="8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2" name="Google Shape;1102;p77"/>
          <p:cNvSpPr txBox="1">
            <a:spLocks noGrp="1"/>
          </p:cNvSpPr>
          <p:nvPr>
            <p:ph type="subTitle" idx="4"/>
          </p:nvPr>
        </p:nvSpPr>
        <p:spPr>
          <a:xfrm>
            <a:off x="5403875" y="3358730"/>
            <a:ext cx="2167800" cy="81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8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78"/>
          <p:cNvSpPr/>
          <p:nvPr/>
        </p:nvSpPr>
        <p:spPr>
          <a:xfrm rot="5035045">
            <a:off x="-2322768" y="2876704"/>
            <a:ext cx="5262855" cy="323795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5" name="Google Shape;1105;p78"/>
          <p:cNvGrpSpPr/>
          <p:nvPr/>
        </p:nvGrpSpPr>
        <p:grpSpPr>
          <a:xfrm>
            <a:off x="-107118" y="-842535"/>
            <a:ext cx="2304462" cy="2293869"/>
            <a:chOff x="2414491" y="671177"/>
            <a:chExt cx="1830972" cy="1822411"/>
          </a:xfrm>
        </p:grpSpPr>
        <p:sp>
          <p:nvSpPr>
            <p:cNvPr id="1106" name="Google Shape;1106;p78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78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78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78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78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78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78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78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78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78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78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78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78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78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78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78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78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78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78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78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78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78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78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78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78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78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78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78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78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78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78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78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78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78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40" name="Google Shape;1140;p78"/>
          <p:cNvSpPr/>
          <p:nvPr/>
        </p:nvSpPr>
        <p:spPr>
          <a:xfrm rot="-4280482">
            <a:off x="6793782" y="-1466885"/>
            <a:ext cx="3375483" cy="502433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78"/>
          <p:cNvSpPr/>
          <p:nvPr/>
        </p:nvSpPr>
        <p:spPr>
          <a:xfrm rot="-7977677">
            <a:off x="5123145" y="405614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7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43" name="Google Shape;1143;p78"/>
          <p:cNvSpPr txBox="1">
            <a:spLocks noGrp="1"/>
          </p:cNvSpPr>
          <p:nvPr>
            <p:ph type="subTitle" idx="1"/>
          </p:nvPr>
        </p:nvSpPr>
        <p:spPr>
          <a:xfrm>
            <a:off x="713250" y="26611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4" name="Google Shape;1144;p78"/>
          <p:cNvSpPr txBox="1">
            <a:spLocks noGrp="1"/>
          </p:cNvSpPr>
          <p:nvPr>
            <p:ph type="subTitle" idx="2"/>
          </p:nvPr>
        </p:nvSpPr>
        <p:spPr>
          <a:xfrm>
            <a:off x="3488100" y="26611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5" name="Google Shape;1145;p78"/>
          <p:cNvSpPr txBox="1">
            <a:spLocks noGrp="1"/>
          </p:cNvSpPr>
          <p:nvPr>
            <p:ph type="subTitle" idx="3"/>
          </p:nvPr>
        </p:nvSpPr>
        <p:spPr>
          <a:xfrm>
            <a:off x="713250" y="3128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6" name="Google Shape;1146;p78"/>
          <p:cNvSpPr txBox="1">
            <a:spLocks noGrp="1"/>
          </p:cNvSpPr>
          <p:nvPr>
            <p:ph type="subTitle" idx="4"/>
          </p:nvPr>
        </p:nvSpPr>
        <p:spPr>
          <a:xfrm>
            <a:off x="3488100" y="3128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7" name="Google Shape;1147;p78"/>
          <p:cNvSpPr txBox="1">
            <a:spLocks noGrp="1"/>
          </p:cNvSpPr>
          <p:nvPr>
            <p:ph type="subTitle" idx="5"/>
          </p:nvPr>
        </p:nvSpPr>
        <p:spPr>
          <a:xfrm>
            <a:off x="6262950" y="2661125"/>
            <a:ext cx="21678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8" name="Google Shape;1148;p78"/>
          <p:cNvSpPr txBox="1">
            <a:spLocks noGrp="1"/>
          </p:cNvSpPr>
          <p:nvPr>
            <p:ph type="subTitle" idx="6"/>
          </p:nvPr>
        </p:nvSpPr>
        <p:spPr>
          <a:xfrm>
            <a:off x="6262950" y="3128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47"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0" name="Google Shape;1150;p79"/>
          <p:cNvGrpSpPr/>
          <p:nvPr/>
        </p:nvGrpSpPr>
        <p:grpSpPr>
          <a:xfrm flipH="1">
            <a:off x="6914055" y="-80449"/>
            <a:ext cx="2277317" cy="5304377"/>
            <a:chOff x="224725" y="566950"/>
            <a:chExt cx="1850875" cy="4311100"/>
          </a:xfrm>
        </p:grpSpPr>
        <p:sp>
          <p:nvSpPr>
            <p:cNvPr id="1151" name="Google Shape;1151;p79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79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79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79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79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79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79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79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79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79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79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79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79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79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79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79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79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79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79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79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79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79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79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79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75" name="Google Shape;1175;p79"/>
          <p:cNvSpPr/>
          <p:nvPr/>
        </p:nvSpPr>
        <p:spPr>
          <a:xfrm rot="5400000" flipH="1">
            <a:off x="-2397294" y="-774472"/>
            <a:ext cx="5570538" cy="3629454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6" name="Google Shape;1176;p79"/>
          <p:cNvSpPr/>
          <p:nvPr/>
        </p:nvSpPr>
        <p:spPr>
          <a:xfrm rot="-7977677">
            <a:off x="6626195" y="2407944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7" name="Google Shape;1177;p79"/>
          <p:cNvSpPr/>
          <p:nvPr/>
        </p:nvSpPr>
        <p:spPr>
          <a:xfrm rot="667591">
            <a:off x="5320685" y="2755692"/>
            <a:ext cx="1938907" cy="3305731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8" name="Google Shape;1178;p79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79" name="Google Shape;1179;p79"/>
          <p:cNvSpPr txBox="1">
            <a:spLocks noGrp="1"/>
          </p:cNvSpPr>
          <p:nvPr>
            <p:ph type="subTitle" idx="1"/>
          </p:nvPr>
        </p:nvSpPr>
        <p:spPr>
          <a:xfrm>
            <a:off x="1613400" y="132395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0" name="Google Shape;1180;p79"/>
          <p:cNvSpPr txBox="1">
            <a:spLocks noGrp="1"/>
          </p:cNvSpPr>
          <p:nvPr>
            <p:ph type="subTitle" idx="2"/>
          </p:nvPr>
        </p:nvSpPr>
        <p:spPr>
          <a:xfrm>
            <a:off x="1613400" y="2377655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1" name="Google Shape;1181;p79"/>
          <p:cNvSpPr txBox="1">
            <a:spLocks noGrp="1"/>
          </p:cNvSpPr>
          <p:nvPr>
            <p:ph type="subTitle" idx="3"/>
          </p:nvPr>
        </p:nvSpPr>
        <p:spPr>
          <a:xfrm>
            <a:off x="1613400" y="179169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p79"/>
          <p:cNvSpPr txBox="1">
            <a:spLocks noGrp="1"/>
          </p:cNvSpPr>
          <p:nvPr>
            <p:ph type="subTitle" idx="4"/>
          </p:nvPr>
        </p:nvSpPr>
        <p:spPr>
          <a:xfrm>
            <a:off x="1613400" y="2845395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3" name="Google Shape;1183;p79"/>
          <p:cNvSpPr txBox="1">
            <a:spLocks noGrp="1"/>
          </p:cNvSpPr>
          <p:nvPr>
            <p:ph type="subTitle" idx="5"/>
          </p:nvPr>
        </p:nvSpPr>
        <p:spPr>
          <a:xfrm>
            <a:off x="1613400" y="3431360"/>
            <a:ext cx="3573300" cy="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4" name="Google Shape;1184;p79"/>
          <p:cNvSpPr txBox="1">
            <a:spLocks noGrp="1"/>
          </p:cNvSpPr>
          <p:nvPr>
            <p:ph type="subTitle" idx="6"/>
          </p:nvPr>
        </p:nvSpPr>
        <p:spPr>
          <a:xfrm>
            <a:off x="1613400" y="3899100"/>
            <a:ext cx="3573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0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80"/>
          <p:cNvSpPr/>
          <p:nvPr/>
        </p:nvSpPr>
        <p:spPr>
          <a:xfrm rot="-7977680">
            <a:off x="2936026" y="3869950"/>
            <a:ext cx="2430109" cy="2331757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7" name="Google Shape;1187;p80"/>
          <p:cNvGrpSpPr/>
          <p:nvPr/>
        </p:nvGrpSpPr>
        <p:grpSpPr>
          <a:xfrm rot="10800000" flipH="1">
            <a:off x="205659" y="2003797"/>
            <a:ext cx="1888282" cy="1879453"/>
            <a:chOff x="2414491" y="671177"/>
            <a:chExt cx="1830972" cy="1822411"/>
          </a:xfrm>
        </p:grpSpPr>
        <p:sp>
          <p:nvSpPr>
            <p:cNvPr id="1188" name="Google Shape;1188;p80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80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80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80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80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80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80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80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80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80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80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80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80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80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80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80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80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80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80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80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80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80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80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80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80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80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80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80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80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80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80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80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80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80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2" name="Google Shape;1222;p80"/>
          <p:cNvSpPr/>
          <p:nvPr/>
        </p:nvSpPr>
        <p:spPr>
          <a:xfrm rot="135969" flipH="1">
            <a:off x="-993079" y="-957313"/>
            <a:ext cx="3397316" cy="338322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3" name="Google Shape;1223;p80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24" name="Google Shape;1224;p80"/>
          <p:cNvSpPr txBox="1">
            <a:spLocks noGrp="1"/>
          </p:cNvSpPr>
          <p:nvPr>
            <p:ph type="subTitle" idx="1"/>
          </p:nvPr>
        </p:nvSpPr>
        <p:spPr>
          <a:xfrm>
            <a:off x="2214975" y="1767075"/>
            <a:ext cx="2167800" cy="3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5" name="Google Shape;1225;p80"/>
          <p:cNvSpPr txBox="1">
            <a:spLocks noGrp="1"/>
          </p:cNvSpPr>
          <p:nvPr>
            <p:ph type="subTitle" idx="2"/>
          </p:nvPr>
        </p:nvSpPr>
        <p:spPr>
          <a:xfrm>
            <a:off x="4761225" y="1767075"/>
            <a:ext cx="2167800" cy="3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6" name="Google Shape;1226;p80"/>
          <p:cNvSpPr txBox="1">
            <a:spLocks noGrp="1"/>
          </p:cNvSpPr>
          <p:nvPr>
            <p:ph type="subTitle" idx="3"/>
          </p:nvPr>
        </p:nvSpPr>
        <p:spPr>
          <a:xfrm>
            <a:off x="2214975" y="2141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80"/>
          <p:cNvSpPr txBox="1">
            <a:spLocks noGrp="1"/>
          </p:cNvSpPr>
          <p:nvPr>
            <p:ph type="subTitle" idx="4"/>
          </p:nvPr>
        </p:nvSpPr>
        <p:spPr>
          <a:xfrm>
            <a:off x="4761225" y="21418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8" name="Google Shape;1228;p80"/>
          <p:cNvSpPr txBox="1">
            <a:spLocks noGrp="1"/>
          </p:cNvSpPr>
          <p:nvPr>
            <p:ph type="subTitle" idx="5"/>
          </p:nvPr>
        </p:nvSpPr>
        <p:spPr>
          <a:xfrm>
            <a:off x="2214975" y="3065375"/>
            <a:ext cx="2167800" cy="3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9" name="Google Shape;1229;p80"/>
          <p:cNvSpPr txBox="1">
            <a:spLocks noGrp="1"/>
          </p:cNvSpPr>
          <p:nvPr>
            <p:ph type="subTitle" idx="6"/>
          </p:nvPr>
        </p:nvSpPr>
        <p:spPr>
          <a:xfrm>
            <a:off x="4761225" y="3065375"/>
            <a:ext cx="2167800" cy="3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l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0" name="Google Shape;1230;p80"/>
          <p:cNvSpPr txBox="1">
            <a:spLocks noGrp="1"/>
          </p:cNvSpPr>
          <p:nvPr>
            <p:ph type="subTitle" idx="7"/>
          </p:nvPr>
        </p:nvSpPr>
        <p:spPr>
          <a:xfrm>
            <a:off x="2214975" y="34401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1" name="Google Shape;1231;p80"/>
          <p:cNvSpPr txBox="1">
            <a:spLocks noGrp="1"/>
          </p:cNvSpPr>
          <p:nvPr>
            <p:ph type="subTitle" idx="8"/>
          </p:nvPr>
        </p:nvSpPr>
        <p:spPr>
          <a:xfrm>
            <a:off x="4761225" y="344011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2" name="Google Shape;1232;p80"/>
          <p:cNvSpPr/>
          <p:nvPr/>
        </p:nvSpPr>
        <p:spPr>
          <a:xfrm rot="-5035048" flipH="1">
            <a:off x="5373790" y="594172"/>
            <a:ext cx="6829100" cy="4201641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43">
    <p:spTree>
      <p:nvGrpSpPr>
        <p:cNvPr id="1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81"/>
          <p:cNvSpPr/>
          <p:nvPr/>
        </p:nvSpPr>
        <p:spPr>
          <a:xfrm rot="135969" flipH="1">
            <a:off x="-1012929" y="-803313"/>
            <a:ext cx="3397316" cy="338322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5" name="Google Shape;1235;p81"/>
          <p:cNvSpPr/>
          <p:nvPr/>
        </p:nvSpPr>
        <p:spPr>
          <a:xfrm rot="-581251">
            <a:off x="5870103" y="2579116"/>
            <a:ext cx="6829139" cy="4201669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36" name="Google Shape;1236;p81"/>
          <p:cNvGrpSpPr/>
          <p:nvPr/>
        </p:nvGrpSpPr>
        <p:grpSpPr>
          <a:xfrm rot="10800000" flipH="1">
            <a:off x="1162134" y="-902228"/>
            <a:ext cx="1888282" cy="1879453"/>
            <a:chOff x="2414491" y="671177"/>
            <a:chExt cx="1830972" cy="1822411"/>
          </a:xfrm>
        </p:grpSpPr>
        <p:sp>
          <p:nvSpPr>
            <p:cNvPr id="1237" name="Google Shape;1237;p8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8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8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8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8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8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8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8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8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8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8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8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8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8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8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8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8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8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8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8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8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8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8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8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8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8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8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8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8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8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8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8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8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8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71" name="Google Shape;1271;p81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72" name="Google Shape;1272;p81"/>
          <p:cNvSpPr txBox="1">
            <a:spLocks noGrp="1"/>
          </p:cNvSpPr>
          <p:nvPr>
            <p:ph type="subTitle" idx="1"/>
          </p:nvPr>
        </p:nvSpPr>
        <p:spPr>
          <a:xfrm>
            <a:off x="957000" y="2926100"/>
            <a:ext cx="16932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3" name="Google Shape;1273;p81"/>
          <p:cNvSpPr txBox="1">
            <a:spLocks noGrp="1"/>
          </p:cNvSpPr>
          <p:nvPr>
            <p:ph type="subTitle" idx="2"/>
          </p:nvPr>
        </p:nvSpPr>
        <p:spPr>
          <a:xfrm>
            <a:off x="2802600" y="2926100"/>
            <a:ext cx="16932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4" name="Google Shape;1274;p81"/>
          <p:cNvSpPr txBox="1">
            <a:spLocks noGrp="1"/>
          </p:cNvSpPr>
          <p:nvPr>
            <p:ph type="subTitle" idx="3"/>
          </p:nvPr>
        </p:nvSpPr>
        <p:spPr>
          <a:xfrm>
            <a:off x="957000" y="3317498"/>
            <a:ext cx="1693200" cy="9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5" name="Google Shape;1275;p81"/>
          <p:cNvSpPr txBox="1">
            <a:spLocks noGrp="1"/>
          </p:cNvSpPr>
          <p:nvPr>
            <p:ph type="subTitle" idx="4"/>
          </p:nvPr>
        </p:nvSpPr>
        <p:spPr>
          <a:xfrm>
            <a:off x="2802600" y="3317501"/>
            <a:ext cx="1693200" cy="9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6" name="Google Shape;1276;p81"/>
          <p:cNvSpPr txBox="1">
            <a:spLocks noGrp="1"/>
          </p:cNvSpPr>
          <p:nvPr>
            <p:ph type="subTitle" idx="5"/>
          </p:nvPr>
        </p:nvSpPr>
        <p:spPr>
          <a:xfrm>
            <a:off x="4648198" y="2926100"/>
            <a:ext cx="16932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7" name="Google Shape;1277;p81"/>
          <p:cNvSpPr txBox="1">
            <a:spLocks noGrp="1"/>
          </p:cNvSpPr>
          <p:nvPr>
            <p:ph type="subTitle" idx="6"/>
          </p:nvPr>
        </p:nvSpPr>
        <p:spPr>
          <a:xfrm>
            <a:off x="4648198" y="3317501"/>
            <a:ext cx="1693200" cy="9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8" name="Google Shape;1278;p81"/>
          <p:cNvSpPr txBox="1">
            <a:spLocks noGrp="1"/>
          </p:cNvSpPr>
          <p:nvPr>
            <p:ph type="subTitle" idx="7"/>
          </p:nvPr>
        </p:nvSpPr>
        <p:spPr>
          <a:xfrm>
            <a:off x="6493800" y="2926100"/>
            <a:ext cx="16932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9" name="Google Shape;1279;p81"/>
          <p:cNvSpPr txBox="1">
            <a:spLocks noGrp="1"/>
          </p:cNvSpPr>
          <p:nvPr>
            <p:ph type="subTitle" idx="8"/>
          </p:nvPr>
        </p:nvSpPr>
        <p:spPr>
          <a:xfrm>
            <a:off x="6493800" y="3317501"/>
            <a:ext cx="1693200" cy="9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9"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82"/>
          <p:cNvSpPr/>
          <p:nvPr/>
        </p:nvSpPr>
        <p:spPr>
          <a:xfrm>
            <a:off x="4487750" y="727477"/>
            <a:ext cx="6559985" cy="5236281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2" name="Google Shape;1282;p82"/>
          <p:cNvSpPr/>
          <p:nvPr/>
        </p:nvSpPr>
        <p:spPr>
          <a:xfrm rot="5400000">
            <a:off x="-2563625" y="1125983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3" name="Google Shape;1283;p82"/>
          <p:cNvSpPr/>
          <p:nvPr/>
        </p:nvSpPr>
        <p:spPr>
          <a:xfrm rot="-7977677">
            <a:off x="635395" y="-298381"/>
            <a:ext cx="1601627" cy="1536805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4" name="Google Shape;1284;p82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85" name="Google Shape;1285;p82"/>
          <p:cNvSpPr txBox="1">
            <a:spLocks noGrp="1"/>
          </p:cNvSpPr>
          <p:nvPr>
            <p:ph type="subTitle" idx="1"/>
          </p:nvPr>
        </p:nvSpPr>
        <p:spPr>
          <a:xfrm>
            <a:off x="1094250" y="1652438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6" name="Google Shape;1286;p82"/>
          <p:cNvSpPr txBox="1">
            <a:spLocks noGrp="1"/>
          </p:cNvSpPr>
          <p:nvPr>
            <p:ph type="subTitle" idx="2"/>
          </p:nvPr>
        </p:nvSpPr>
        <p:spPr>
          <a:xfrm>
            <a:off x="3488100" y="1652438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7" name="Google Shape;1287;p82"/>
          <p:cNvSpPr txBox="1">
            <a:spLocks noGrp="1"/>
          </p:cNvSpPr>
          <p:nvPr>
            <p:ph type="subTitle" idx="3"/>
          </p:nvPr>
        </p:nvSpPr>
        <p:spPr>
          <a:xfrm>
            <a:off x="1094250" y="204385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8" name="Google Shape;1288;p82"/>
          <p:cNvSpPr txBox="1">
            <a:spLocks noGrp="1"/>
          </p:cNvSpPr>
          <p:nvPr>
            <p:ph type="subTitle" idx="4"/>
          </p:nvPr>
        </p:nvSpPr>
        <p:spPr>
          <a:xfrm>
            <a:off x="3488100" y="204385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9" name="Google Shape;1289;p82"/>
          <p:cNvSpPr txBox="1">
            <a:spLocks noGrp="1"/>
          </p:cNvSpPr>
          <p:nvPr>
            <p:ph type="subTitle" idx="5"/>
          </p:nvPr>
        </p:nvSpPr>
        <p:spPr>
          <a:xfrm>
            <a:off x="5881950" y="1652438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0" name="Google Shape;1290;p82"/>
          <p:cNvSpPr txBox="1">
            <a:spLocks noGrp="1"/>
          </p:cNvSpPr>
          <p:nvPr>
            <p:ph type="subTitle" idx="6"/>
          </p:nvPr>
        </p:nvSpPr>
        <p:spPr>
          <a:xfrm>
            <a:off x="5881950" y="204385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1" name="Google Shape;1291;p82"/>
          <p:cNvSpPr txBox="1">
            <a:spLocks noGrp="1"/>
          </p:cNvSpPr>
          <p:nvPr>
            <p:ph type="subTitle" idx="7"/>
          </p:nvPr>
        </p:nvSpPr>
        <p:spPr>
          <a:xfrm>
            <a:off x="1094250" y="2989363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2" name="Google Shape;1292;p82"/>
          <p:cNvSpPr txBox="1">
            <a:spLocks noGrp="1"/>
          </p:cNvSpPr>
          <p:nvPr>
            <p:ph type="subTitle" idx="8"/>
          </p:nvPr>
        </p:nvSpPr>
        <p:spPr>
          <a:xfrm>
            <a:off x="3488100" y="2989363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3" name="Google Shape;1293;p82"/>
          <p:cNvSpPr txBox="1">
            <a:spLocks noGrp="1"/>
          </p:cNvSpPr>
          <p:nvPr>
            <p:ph type="subTitle" idx="9"/>
          </p:nvPr>
        </p:nvSpPr>
        <p:spPr>
          <a:xfrm>
            <a:off x="1094250" y="338090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4" name="Google Shape;1294;p82"/>
          <p:cNvSpPr txBox="1">
            <a:spLocks noGrp="1"/>
          </p:cNvSpPr>
          <p:nvPr>
            <p:ph type="subTitle" idx="13"/>
          </p:nvPr>
        </p:nvSpPr>
        <p:spPr>
          <a:xfrm>
            <a:off x="3488100" y="338090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5" name="Google Shape;1295;p82"/>
          <p:cNvSpPr txBox="1">
            <a:spLocks noGrp="1"/>
          </p:cNvSpPr>
          <p:nvPr>
            <p:ph type="subTitle" idx="14"/>
          </p:nvPr>
        </p:nvSpPr>
        <p:spPr>
          <a:xfrm>
            <a:off x="5881950" y="2989363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6" name="Google Shape;1296;p82"/>
          <p:cNvSpPr txBox="1">
            <a:spLocks noGrp="1"/>
          </p:cNvSpPr>
          <p:nvPr>
            <p:ph type="subTitle" idx="15"/>
          </p:nvPr>
        </p:nvSpPr>
        <p:spPr>
          <a:xfrm>
            <a:off x="5881950" y="3380900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41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8" name="Google Shape;1298;p83"/>
          <p:cNvGrpSpPr/>
          <p:nvPr/>
        </p:nvGrpSpPr>
        <p:grpSpPr>
          <a:xfrm>
            <a:off x="477170" y="-1413885"/>
            <a:ext cx="2304462" cy="2293869"/>
            <a:chOff x="2414491" y="671177"/>
            <a:chExt cx="1830972" cy="1822411"/>
          </a:xfrm>
        </p:grpSpPr>
        <p:sp>
          <p:nvSpPr>
            <p:cNvPr id="1299" name="Google Shape;1299;p8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8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8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8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8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8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8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8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8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8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8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8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8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8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8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8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8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8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8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8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8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8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8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8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8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8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8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8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8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8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8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8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8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8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3" name="Google Shape;1333;p83"/>
          <p:cNvSpPr/>
          <p:nvPr/>
        </p:nvSpPr>
        <p:spPr>
          <a:xfrm rot="5400000">
            <a:off x="6618731" y="3095207"/>
            <a:ext cx="3397312" cy="3383225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4" name="Google Shape;1334;p8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5" name="Google Shape;1335;p83"/>
          <p:cNvSpPr txBox="1">
            <a:spLocks noGrp="1"/>
          </p:cNvSpPr>
          <p:nvPr>
            <p:ph type="subTitle" idx="1"/>
          </p:nvPr>
        </p:nvSpPr>
        <p:spPr>
          <a:xfrm>
            <a:off x="1741200" y="1337775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6" name="Google Shape;1336;p83"/>
          <p:cNvSpPr txBox="1">
            <a:spLocks noGrp="1"/>
          </p:cNvSpPr>
          <p:nvPr>
            <p:ph type="subTitle" idx="2"/>
          </p:nvPr>
        </p:nvSpPr>
        <p:spPr>
          <a:xfrm>
            <a:off x="1741200" y="1729188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7" name="Google Shape;1337;p83"/>
          <p:cNvSpPr txBox="1">
            <a:spLocks noGrp="1"/>
          </p:cNvSpPr>
          <p:nvPr>
            <p:ph type="subTitle" idx="3"/>
          </p:nvPr>
        </p:nvSpPr>
        <p:spPr>
          <a:xfrm>
            <a:off x="1741200" y="2446100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8" name="Google Shape;1338;p83"/>
          <p:cNvSpPr txBox="1">
            <a:spLocks noGrp="1"/>
          </p:cNvSpPr>
          <p:nvPr>
            <p:ph type="subTitle" idx="4"/>
          </p:nvPr>
        </p:nvSpPr>
        <p:spPr>
          <a:xfrm>
            <a:off x="1741200" y="2837638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9" name="Google Shape;1339;p83"/>
          <p:cNvSpPr txBox="1">
            <a:spLocks noGrp="1"/>
          </p:cNvSpPr>
          <p:nvPr>
            <p:ph type="subTitle" idx="5"/>
          </p:nvPr>
        </p:nvSpPr>
        <p:spPr>
          <a:xfrm>
            <a:off x="1741200" y="3554425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0" name="Google Shape;1340;p83"/>
          <p:cNvSpPr txBox="1">
            <a:spLocks noGrp="1"/>
          </p:cNvSpPr>
          <p:nvPr>
            <p:ph type="subTitle" idx="6"/>
          </p:nvPr>
        </p:nvSpPr>
        <p:spPr>
          <a:xfrm>
            <a:off x="1741200" y="39459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1" name="Google Shape;1341;p83"/>
          <p:cNvSpPr txBox="1">
            <a:spLocks noGrp="1"/>
          </p:cNvSpPr>
          <p:nvPr>
            <p:ph type="subTitle" idx="7"/>
          </p:nvPr>
        </p:nvSpPr>
        <p:spPr>
          <a:xfrm>
            <a:off x="5237775" y="1337775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2" name="Google Shape;1342;p83"/>
          <p:cNvSpPr txBox="1">
            <a:spLocks noGrp="1"/>
          </p:cNvSpPr>
          <p:nvPr>
            <p:ph type="subTitle" idx="8"/>
          </p:nvPr>
        </p:nvSpPr>
        <p:spPr>
          <a:xfrm>
            <a:off x="5237775" y="1729188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3" name="Google Shape;1343;p83"/>
          <p:cNvSpPr txBox="1">
            <a:spLocks noGrp="1"/>
          </p:cNvSpPr>
          <p:nvPr>
            <p:ph type="subTitle" idx="9"/>
          </p:nvPr>
        </p:nvSpPr>
        <p:spPr>
          <a:xfrm>
            <a:off x="5237775" y="2446100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83"/>
          <p:cNvSpPr txBox="1">
            <a:spLocks noGrp="1"/>
          </p:cNvSpPr>
          <p:nvPr>
            <p:ph type="subTitle" idx="13"/>
          </p:nvPr>
        </p:nvSpPr>
        <p:spPr>
          <a:xfrm>
            <a:off x="5237775" y="2837638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5" name="Google Shape;1345;p83"/>
          <p:cNvSpPr txBox="1">
            <a:spLocks noGrp="1"/>
          </p:cNvSpPr>
          <p:nvPr>
            <p:ph type="subTitle" idx="14"/>
          </p:nvPr>
        </p:nvSpPr>
        <p:spPr>
          <a:xfrm>
            <a:off x="5237775" y="3554425"/>
            <a:ext cx="2167800" cy="3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6" name="Google Shape;1346;p83"/>
          <p:cNvSpPr txBox="1">
            <a:spLocks noGrp="1"/>
          </p:cNvSpPr>
          <p:nvPr>
            <p:ph type="subTitle" idx="15"/>
          </p:nvPr>
        </p:nvSpPr>
        <p:spPr>
          <a:xfrm>
            <a:off x="5237775" y="3945963"/>
            <a:ext cx="216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84"/>
          <p:cNvSpPr/>
          <p:nvPr/>
        </p:nvSpPr>
        <p:spPr>
          <a:xfrm rot="-8234214" flipH="1">
            <a:off x="6462164" y="-167221"/>
            <a:ext cx="4162685" cy="2560997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9" name="Google Shape;1349;p84"/>
          <p:cNvSpPr/>
          <p:nvPr/>
        </p:nvSpPr>
        <p:spPr>
          <a:xfrm rot="672094">
            <a:off x="-1833836" y="1849763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0" name="Google Shape;1350;p84"/>
          <p:cNvSpPr/>
          <p:nvPr/>
        </p:nvSpPr>
        <p:spPr>
          <a:xfrm>
            <a:off x="8042975" y="3533675"/>
            <a:ext cx="775608" cy="1012954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1" name="Google Shape;1351;p8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"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85"/>
          <p:cNvSpPr/>
          <p:nvPr/>
        </p:nvSpPr>
        <p:spPr>
          <a:xfrm rot="-2505069" flipH="1">
            <a:off x="6267646" y="1159768"/>
            <a:ext cx="4436783" cy="371422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85"/>
          <p:cNvSpPr/>
          <p:nvPr/>
        </p:nvSpPr>
        <p:spPr>
          <a:xfrm rot="3781174">
            <a:off x="-1644519" y="1806437"/>
            <a:ext cx="4267951" cy="262576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5" name="Google Shape;1355;p85"/>
          <p:cNvGrpSpPr/>
          <p:nvPr/>
        </p:nvGrpSpPr>
        <p:grpSpPr>
          <a:xfrm rot="10800000" flipH="1">
            <a:off x="566191" y="1712532"/>
            <a:ext cx="1696762" cy="1688828"/>
            <a:chOff x="2414491" y="671177"/>
            <a:chExt cx="1830972" cy="1822411"/>
          </a:xfrm>
        </p:grpSpPr>
        <p:sp>
          <p:nvSpPr>
            <p:cNvPr id="1356" name="Google Shape;1356;p85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85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85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85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85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85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85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85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85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85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85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85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85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85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85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85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85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85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85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85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85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85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85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85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85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85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85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85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85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85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85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85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85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85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0" name="Google Shape;1390;p8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4"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86"/>
          <p:cNvSpPr/>
          <p:nvPr/>
        </p:nvSpPr>
        <p:spPr>
          <a:xfrm rot="5400000">
            <a:off x="-897085" y="455393"/>
            <a:ext cx="4906632" cy="4469596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3" name="Google Shape;1393;p86"/>
          <p:cNvSpPr/>
          <p:nvPr/>
        </p:nvSpPr>
        <p:spPr>
          <a:xfrm rot="4271990">
            <a:off x="6861805" y="3034227"/>
            <a:ext cx="3403945" cy="3389831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4" name="Google Shape;1394;p86"/>
          <p:cNvSpPr/>
          <p:nvPr/>
        </p:nvSpPr>
        <p:spPr>
          <a:xfrm>
            <a:off x="7014776" y="357427"/>
            <a:ext cx="801658" cy="707098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5" name="Google Shape;1395;p8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5">
    <p:spTree>
      <p:nvGrpSpPr>
        <p:cNvPr id="1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87"/>
          <p:cNvSpPr/>
          <p:nvPr/>
        </p:nvSpPr>
        <p:spPr>
          <a:xfrm rot="8100090">
            <a:off x="-1277624" y="-498533"/>
            <a:ext cx="4047120" cy="248996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8" name="Google Shape;1398;p87"/>
          <p:cNvSpPr/>
          <p:nvPr/>
        </p:nvSpPr>
        <p:spPr>
          <a:xfrm rot="-2262480" flipH="1">
            <a:off x="5470609" y="3669962"/>
            <a:ext cx="4913469" cy="3022900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9" name="Google Shape;1399;p8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00" name="Google Shape;1400;p87"/>
          <p:cNvSpPr/>
          <p:nvPr/>
        </p:nvSpPr>
        <p:spPr>
          <a:xfrm rot="-7977666">
            <a:off x="7581866" y="924182"/>
            <a:ext cx="1233331" cy="1183416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6"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88"/>
          <p:cNvSpPr/>
          <p:nvPr/>
        </p:nvSpPr>
        <p:spPr>
          <a:xfrm rot="5575585">
            <a:off x="-1934287" y="-969252"/>
            <a:ext cx="4436755" cy="371424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3" name="Google Shape;1403;p88"/>
          <p:cNvSpPr/>
          <p:nvPr/>
        </p:nvSpPr>
        <p:spPr>
          <a:xfrm>
            <a:off x="4971452" y="887873"/>
            <a:ext cx="5492180" cy="3689245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88"/>
          <p:cNvSpPr/>
          <p:nvPr/>
        </p:nvSpPr>
        <p:spPr>
          <a:xfrm rot="-7977666">
            <a:off x="3954029" y="4656032"/>
            <a:ext cx="1233331" cy="1183416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8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8"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89"/>
          <p:cNvSpPr/>
          <p:nvPr/>
        </p:nvSpPr>
        <p:spPr>
          <a:xfrm rot="912733" flipH="1">
            <a:off x="-1572654" y="597947"/>
            <a:ext cx="3253667" cy="548082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8" name="Google Shape;1408;p89"/>
          <p:cNvSpPr/>
          <p:nvPr/>
        </p:nvSpPr>
        <p:spPr>
          <a:xfrm rot="-482288">
            <a:off x="6784912" y="-733687"/>
            <a:ext cx="3654738" cy="3639584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9" name="Google Shape;1409;p89"/>
          <p:cNvSpPr/>
          <p:nvPr/>
        </p:nvSpPr>
        <p:spPr>
          <a:xfrm rot="3320924">
            <a:off x="8443534" y="3822428"/>
            <a:ext cx="1269688" cy="1658230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0" name="Google Shape;1410;p89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0"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90"/>
          <p:cNvSpPr/>
          <p:nvPr/>
        </p:nvSpPr>
        <p:spPr>
          <a:xfrm rot="-5620610">
            <a:off x="8235762" y="2503251"/>
            <a:ext cx="3242370" cy="3111144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90"/>
          <p:cNvSpPr/>
          <p:nvPr/>
        </p:nvSpPr>
        <p:spPr>
          <a:xfrm rot="-595142" flipH="1">
            <a:off x="-1233073" y="-485172"/>
            <a:ext cx="3397327" cy="3383240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4" name="Google Shape;1414;p90"/>
          <p:cNvSpPr/>
          <p:nvPr/>
        </p:nvSpPr>
        <p:spPr>
          <a:xfrm rot="-7977683">
            <a:off x="6790699" y="-292300"/>
            <a:ext cx="1554661" cy="149174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5" name="Google Shape;1415;p90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21"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91"/>
          <p:cNvSpPr/>
          <p:nvPr/>
        </p:nvSpPr>
        <p:spPr>
          <a:xfrm rot="-5400000" flipH="1">
            <a:off x="5697375" y="631183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8" name="Google Shape;1418;p91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grpSp>
        <p:nvGrpSpPr>
          <p:cNvPr id="1419" name="Google Shape;1419;p91"/>
          <p:cNvGrpSpPr/>
          <p:nvPr/>
        </p:nvGrpSpPr>
        <p:grpSpPr>
          <a:xfrm rot="10800000" flipH="1">
            <a:off x="-776141" y="2015093"/>
            <a:ext cx="2087674" cy="2077913"/>
            <a:chOff x="2414491" y="671177"/>
            <a:chExt cx="1830972" cy="1822411"/>
          </a:xfrm>
        </p:grpSpPr>
        <p:sp>
          <p:nvSpPr>
            <p:cNvPr id="1420" name="Google Shape;1420;p9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9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9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9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9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9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9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9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9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9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9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9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9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9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9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9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9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9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9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9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9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9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9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9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9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9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9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9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9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9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9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9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9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9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49"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92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6" name="Google Shape;1456;p92"/>
          <p:cNvSpPr/>
          <p:nvPr/>
        </p:nvSpPr>
        <p:spPr>
          <a:xfrm>
            <a:off x="-419100" y="416338"/>
            <a:ext cx="2264661" cy="19975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92"/>
          <p:cNvSpPr/>
          <p:nvPr/>
        </p:nvSpPr>
        <p:spPr>
          <a:xfrm rot="4132171">
            <a:off x="6908594" y="2764384"/>
            <a:ext cx="3403944" cy="3389830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50"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93"/>
          <p:cNvSpPr/>
          <p:nvPr/>
        </p:nvSpPr>
        <p:spPr>
          <a:xfrm rot="5400000">
            <a:off x="-2348450" y="757133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0" name="Google Shape;1460;p93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51"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94"/>
          <p:cNvSpPr/>
          <p:nvPr/>
        </p:nvSpPr>
        <p:spPr>
          <a:xfrm rot="5400000">
            <a:off x="-1338897" y="1434934"/>
            <a:ext cx="4906632" cy="319691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3" name="Google Shape;1463;p94"/>
          <p:cNvSpPr/>
          <p:nvPr/>
        </p:nvSpPr>
        <p:spPr>
          <a:xfrm>
            <a:off x="8115850" y="2244788"/>
            <a:ext cx="2264661" cy="19975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4" name="Google Shape;1464;p94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52"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95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67" name="Google Shape;1467;p95"/>
          <p:cNvSpPr/>
          <p:nvPr/>
        </p:nvSpPr>
        <p:spPr>
          <a:xfrm rot="3000392">
            <a:off x="-2523829" y="1793396"/>
            <a:ext cx="4913563" cy="3022958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 ">
  <p:cSld name="CUSTOM_53"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96"/>
          <p:cNvSpPr/>
          <p:nvPr/>
        </p:nvSpPr>
        <p:spPr>
          <a:xfrm rot="3000392">
            <a:off x="-2511879" y="337446"/>
            <a:ext cx="4913563" cy="3022958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96"/>
          <p:cNvSpPr/>
          <p:nvPr/>
        </p:nvSpPr>
        <p:spPr>
          <a:xfrm rot="4132171">
            <a:off x="6908594" y="2764384"/>
            <a:ext cx="3403944" cy="3389830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96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4">
  <p:cSld name="CUSTOM_54">
    <p:spTree>
      <p:nvGrpSpPr>
        <p:cNvPr id="1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97"/>
          <p:cNvSpPr/>
          <p:nvPr/>
        </p:nvSpPr>
        <p:spPr>
          <a:xfrm rot="-2075300" flipH="1">
            <a:off x="6536189" y="2792426"/>
            <a:ext cx="4162683" cy="2560996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4" name="Google Shape;1474;p97"/>
          <p:cNvSpPr/>
          <p:nvPr/>
        </p:nvSpPr>
        <p:spPr>
          <a:xfrm rot="672094">
            <a:off x="-2943686" y="-119412"/>
            <a:ext cx="4680680" cy="4251900"/>
          </a:xfrm>
          <a:custGeom>
            <a:avLst/>
            <a:gdLst/>
            <a:ahLst/>
            <a:cxnLst/>
            <a:rect l="l" t="t" r="r" b="b"/>
            <a:pathLst>
              <a:path w="65181" h="59210" extrusionOk="0">
                <a:moveTo>
                  <a:pt x="23617" y="9808"/>
                </a:moveTo>
                <a:cubicBezTo>
                  <a:pt x="25785" y="15712"/>
                  <a:pt x="27153" y="21883"/>
                  <a:pt x="35092" y="17079"/>
                </a:cubicBezTo>
                <a:cubicBezTo>
                  <a:pt x="42998" y="12309"/>
                  <a:pt x="55740" y="12376"/>
                  <a:pt x="59276" y="17546"/>
                </a:cubicBezTo>
                <a:cubicBezTo>
                  <a:pt x="62812" y="22717"/>
                  <a:pt x="56140" y="30055"/>
                  <a:pt x="55940" y="36393"/>
                </a:cubicBezTo>
                <a:cubicBezTo>
                  <a:pt x="55740" y="42731"/>
                  <a:pt x="65180" y="49603"/>
                  <a:pt x="57741" y="54406"/>
                </a:cubicBezTo>
                <a:cubicBezTo>
                  <a:pt x="50303" y="59210"/>
                  <a:pt x="31556" y="57108"/>
                  <a:pt x="33224" y="47535"/>
                </a:cubicBezTo>
                <a:cubicBezTo>
                  <a:pt x="34892" y="37928"/>
                  <a:pt x="25719" y="35026"/>
                  <a:pt x="17579" y="31256"/>
                </a:cubicBezTo>
                <a:cubicBezTo>
                  <a:pt x="9440" y="27520"/>
                  <a:pt x="0" y="13744"/>
                  <a:pt x="7706" y="6872"/>
                </a:cubicBezTo>
                <a:cubicBezTo>
                  <a:pt x="15411" y="1"/>
                  <a:pt x="21449" y="3870"/>
                  <a:pt x="23617" y="980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5" name="Google Shape;1475;p97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6"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98"/>
          <p:cNvSpPr/>
          <p:nvPr/>
        </p:nvSpPr>
        <p:spPr>
          <a:xfrm rot="-2187687">
            <a:off x="6997415" y="2824325"/>
            <a:ext cx="1938838" cy="3305612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98"/>
          <p:cNvSpPr/>
          <p:nvPr/>
        </p:nvSpPr>
        <p:spPr>
          <a:xfrm rot="1855510">
            <a:off x="2523490" y="193756"/>
            <a:ext cx="4979106" cy="4104445"/>
          </a:xfrm>
          <a:custGeom>
            <a:avLst/>
            <a:gdLst/>
            <a:ahLst/>
            <a:cxnLst/>
            <a:rect l="l" t="t" r="r" b="b"/>
            <a:pathLst>
              <a:path w="59243" h="48836" extrusionOk="0">
                <a:moveTo>
                  <a:pt x="27153" y="9007"/>
                </a:moveTo>
                <a:cubicBezTo>
                  <a:pt x="33591" y="9007"/>
                  <a:pt x="31990" y="9240"/>
                  <a:pt x="38094" y="5071"/>
                </a:cubicBezTo>
                <a:cubicBezTo>
                  <a:pt x="44232" y="901"/>
                  <a:pt x="51737" y="0"/>
                  <a:pt x="55473" y="5071"/>
                </a:cubicBezTo>
                <a:cubicBezTo>
                  <a:pt x="59243" y="10108"/>
                  <a:pt x="46800" y="16346"/>
                  <a:pt x="46767" y="22483"/>
                </a:cubicBezTo>
                <a:cubicBezTo>
                  <a:pt x="46734" y="28621"/>
                  <a:pt x="48768" y="48835"/>
                  <a:pt x="28354" y="48835"/>
                </a:cubicBezTo>
                <a:cubicBezTo>
                  <a:pt x="7939" y="48835"/>
                  <a:pt x="0" y="22583"/>
                  <a:pt x="8973" y="14011"/>
                </a:cubicBezTo>
                <a:cubicBezTo>
                  <a:pt x="17946" y="5471"/>
                  <a:pt x="20715" y="9007"/>
                  <a:pt x="27153" y="900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98"/>
          <p:cNvSpPr/>
          <p:nvPr/>
        </p:nvSpPr>
        <p:spPr>
          <a:xfrm rot="10800000" flipH="1">
            <a:off x="242450" y="2888462"/>
            <a:ext cx="1774800" cy="1774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0" name="Google Shape;1480;p98"/>
          <p:cNvGrpSpPr/>
          <p:nvPr/>
        </p:nvGrpSpPr>
        <p:grpSpPr>
          <a:xfrm rot="10800000" flipH="1">
            <a:off x="955516" y="2266845"/>
            <a:ext cx="1696762" cy="1688828"/>
            <a:chOff x="2414491" y="671177"/>
            <a:chExt cx="1830972" cy="1822411"/>
          </a:xfrm>
        </p:grpSpPr>
        <p:sp>
          <p:nvSpPr>
            <p:cNvPr id="1481" name="Google Shape;1481;p98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98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98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98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98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98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98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98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98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98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98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98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98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98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98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98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98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98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98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98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98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98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98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98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98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98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98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98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98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98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98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98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98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98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15" name="Google Shape;1515;p98"/>
          <p:cNvSpPr/>
          <p:nvPr/>
        </p:nvSpPr>
        <p:spPr>
          <a:xfrm rot="-7977683">
            <a:off x="6033949" y="548625"/>
            <a:ext cx="1554661" cy="149174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6" name="Google Shape;1516;p98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17" name="Google Shape;1517;p98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8"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99"/>
          <p:cNvSpPr/>
          <p:nvPr/>
        </p:nvSpPr>
        <p:spPr>
          <a:xfrm rot="-7977683">
            <a:off x="1484724" y="1516400"/>
            <a:ext cx="1554661" cy="149174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0" name="Google Shape;1520;p99"/>
          <p:cNvSpPr/>
          <p:nvPr/>
        </p:nvSpPr>
        <p:spPr>
          <a:xfrm rot="288619" flipH="1">
            <a:off x="-1415244" y="1158707"/>
            <a:ext cx="4829256" cy="4940052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99"/>
          <p:cNvSpPr/>
          <p:nvPr/>
        </p:nvSpPr>
        <p:spPr>
          <a:xfrm rot="-8533595">
            <a:off x="7105388" y="-706575"/>
            <a:ext cx="1938828" cy="3305595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2" name="Google Shape;1522;p99"/>
          <p:cNvSpPr/>
          <p:nvPr/>
        </p:nvSpPr>
        <p:spPr>
          <a:xfrm>
            <a:off x="6970750" y="2154714"/>
            <a:ext cx="1460036" cy="1906827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23" name="Google Shape;1523;p99"/>
          <p:cNvGrpSpPr/>
          <p:nvPr/>
        </p:nvGrpSpPr>
        <p:grpSpPr>
          <a:xfrm>
            <a:off x="6247704" y="2777002"/>
            <a:ext cx="1830972" cy="1822411"/>
            <a:chOff x="2414491" y="671177"/>
            <a:chExt cx="1830972" cy="1822411"/>
          </a:xfrm>
        </p:grpSpPr>
        <p:sp>
          <p:nvSpPr>
            <p:cNvPr id="1524" name="Google Shape;1524;p99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99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99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99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99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99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99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99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99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99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99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99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99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99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99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99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99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99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99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99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99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99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99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99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99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99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99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99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99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99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99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99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99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99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8" name="Google Shape;1558;p99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59" name="Google Shape;1559;p99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3">
    <p:spTree>
      <p:nvGrpSpPr>
        <p:cNvPr id="1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100"/>
          <p:cNvSpPr/>
          <p:nvPr/>
        </p:nvSpPr>
        <p:spPr>
          <a:xfrm rot="-5716269">
            <a:off x="3090772" y="121523"/>
            <a:ext cx="3242308" cy="5108995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2" name="Google Shape;1562;p100"/>
          <p:cNvGrpSpPr/>
          <p:nvPr/>
        </p:nvGrpSpPr>
        <p:grpSpPr>
          <a:xfrm flipH="1">
            <a:off x="6918862" y="-84862"/>
            <a:ext cx="2277317" cy="5304377"/>
            <a:chOff x="224725" y="566950"/>
            <a:chExt cx="1850875" cy="4311100"/>
          </a:xfrm>
        </p:grpSpPr>
        <p:sp>
          <p:nvSpPr>
            <p:cNvPr id="1563" name="Google Shape;1563;p100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00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00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100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100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100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100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100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100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100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100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100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100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100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100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100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100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100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100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100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100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100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100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100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87" name="Google Shape;1587;p100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88" name="Google Shape;1588;p100"/>
          <p:cNvSpPr txBox="1">
            <a:spLocks noGrp="1"/>
          </p:cNvSpPr>
          <p:nvPr>
            <p:ph type="title" idx="2" hasCustomPrompt="1"/>
          </p:nvPr>
        </p:nvSpPr>
        <p:spPr>
          <a:xfrm>
            <a:off x="2020824" y="91845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89" name="Google Shape;1589;p100"/>
          <p:cNvSpPr/>
          <p:nvPr/>
        </p:nvSpPr>
        <p:spPr>
          <a:xfrm flipH="1">
            <a:off x="6154471" y="760963"/>
            <a:ext cx="1269687" cy="1658228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0" name="Google Shape;1590;p100"/>
          <p:cNvSpPr/>
          <p:nvPr/>
        </p:nvSpPr>
        <p:spPr>
          <a:xfrm flipH="1">
            <a:off x="736534" y="1655532"/>
            <a:ext cx="1774800" cy="177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91" name="Google Shape;1591;p100"/>
          <p:cNvGrpSpPr/>
          <p:nvPr/>
        </p:nvGrpSpPr>
        <p:grpSpPr>
          <a:xfrm flipH="1">
            <a:off x="101505" y="2363121"/>
            <a:ext cx="1696762" cy="1688828"/>
            <a:chOff x="2414491" y="671177"/>
            <a:chExt cx="1830972" cy="1822411"/>
          </a:xfrm>
        </p:grpSpPr>
        <p:sp>
          <p:nvSpPr>
            <p:cNvPr id="1592" name="Google Shape;1592;p100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100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100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100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100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100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100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100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100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100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100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100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100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100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100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100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100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100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100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100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100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100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100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100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100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100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100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100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100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100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100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100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100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100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17">
    <p:spTree>
      <p:nvGrpSpPr>
        <p:cNvPr id="1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01"/>
          <p:cNvSpPr/>
          <p:nvPr/>
        </p:nvSpPr>
        <p:spPr>
          <a:xfrm>
            <a:off x="6379125" y="3295174"/>
            <a:ext cx="1436700" cy="1436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8" name="Google Shape;1628;p101"/>
          <p:cNvSpPr/>
          <p:nvPr/>
        </p:nvSpPr>
        <p:spPr>
          <a:xfrm rot="3781224">
            <a:off x="-1829431" y="2502688"/>
            <a:ext cx="6147391" cy="3782042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9" name="Google Shape;1629;p101"/>
          <p:cNvSpPr/>
          <p:nvPr/>
        </p:nvSpPr>
        <p:spPr>
          <a:xfrm rot="-1693254" flipH="1">
            <a:off x="7048898" y="1570932"/>
            <a:ext cx="2436429" cy="4153979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0" name="Google Shape;1630;p101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31" name="Google Shape;1631;p101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1632" name="Google Shape;1632;p101"/>
          <p:cNvGrpSpPr/>
          <p:nvPr/>
        </p:nvGrpSpPr>
        <p:grpSpPr>
          <a:xfrm rot="10800000" flipH="1">
            <a:off x="815666" y="1235970"/>
            <a:ext cx="1696762" cy="1688828"/>
            <a:chOff x="2414491" y="671177"/>
            <a:chExt cx="1830972" cy="1822411"/>
          </a:xfrm>
        </p:grpSpPr>
        <p:sp>
          <p:nvSpPr>
            <p:cNvPr id="1633" name="Google Shape;1633;p10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10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10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10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10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10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10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10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10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2" name="Google Shape;1642;p10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10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10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10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10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10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10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10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10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10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10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10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10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10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10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10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10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10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10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10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10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10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10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10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10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CUSTOM_19"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p102"/>
          <p:cNvSpPr/>
          <p:nvPr/>
        </p:nvSpPr>
        <p:spPr>
          <a:xfrm rot="199611" flipH="1">
            <a:off x="-1222385" y="1111794"/>
            <a:ext cx="4658395" cy="476529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9" name="Google Shape;1669;p102"/>
          <p:cNvSpPr/>
          <p:nvPr/>
        </p:nvSpPr>
        <p:spPr>
          <a:xfrm rot="-5035045" flipH="1">
            <a:off x="5862077" y="-226971"/>
            <a:ext cx="5262855" cy="323795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0" name="Google Shape;1670;p102"/>
          <p:cNvSpPr/>
          <p:nvPr/>
        </p:nvSpPr>
        <p:spPr>
          <a:xfrm rot="10800000">
            <a:off x="6276915" y="2875987"/>
            <a:ext cx="1774800" cy="1774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71" name="Google Shape;1671;p102"/>
          <p:cNvGrpSpPr/>
          <p:nvPr/>
        </p:nvGrpSpPr>
        <p:grpSpPr>
          <a:xfrm rot="10800000">
            <a:off x="1381161" y="1333007"/>
            <a:ext cx="1696762" cy="1688828"/>
            <a:chOff x="2414491" y="671177"/>
            <a:chExt cx="1830972" cy="1822411"/>
          </a:xfrm>
        </p:grpSpPr>
        <p:sp>
          <p:nvSpPr>
            <p:cNvPr id="1672" name="Google Shape;1672;p102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102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102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102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102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102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102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102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102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102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102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102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102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102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102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102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102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102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102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102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102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102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102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102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102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102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102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102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102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102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102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102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102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102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6" name="Google Shape;1706;p102">
            <a:hlinkClick r:id="" action="ppaction://noaction"/>
          </p:cNvPr>
          <p:cNvSpPr txBox="1">
            <a:spLocks noGrp="1"/>
          </p:cNvSpPr>
          <p:nvPr>
            <p:ph type="title"/>
          </p:nvPr>
        </p:nvSpPr>
        <p:spPr>
          <a:xfrm>
            <a:off x="2019300" y="1960425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07" name="Google Shape;1707;p102"/>
          <p:cNvSpPr txBox="1">
            <a:spLocks noGrp="1"/>
          </p:cNvSpPr>
          <p:nvPr>
            <p:ph type="title" idx="2" hasCustomPrompt="1"/>
          </p:nvPr>
        </p:nvSpPr>
        <p:spPr>
          <a:xfrm>
            <a:off x="2019300" y="914400"/>
            <a:ext cx="5105400" cy="121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7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1"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p103"/>
          <p:cNvSpPr/>
          <p:nvPr/>
        </p:nvSpPr>
        <p:spPr>
          <a:xfrm rot="5716307" flipH="1">
            <a:off x="3128709" y="-17350"/>
            <a:ext cx="3009510" cy="5911593"/>
          </a:xfrm>
          <a:custGeom>
            <a:avLst/>
            <a:gdLst/>
            <a:ahLst/>
            <a:cxnLst/>
            <a:rect l="l" t="t" r="r" b="b"/>
            <a:pathLst>
              <a:path w="72386" h="83294" extrusionOk="0">
                <a:moveTo>
                  <a:pt x="50403" y="3137"/>
                </a:moveTo>
                <a:cubicBezTo>
                  <a:pt x="56941" y="6272"/>
                  <a:pt x="64246" y="10108"/>
                  <a:pt x="60711" y="17614"/>
                </a:cubicBezTo>
                <a:cubicBezTo>
                  <a:pt x="57175" y="25119"/>
                  <a:pt x="44632" y="42031"/>
                  <a:pt x="52938" y="45433"/>
                </a:cubicBezTo>
                <a:cubicBezTo>
                  <a:pt x="61211" y="48803"/>
                  <a:pt x="72386" y="48302"/>
                  <a:pt x="71885" y="57942"/>
                </a:cubicBezTo>
                <a:cubicBezTo>
                  <a:pt x="71351" y="67583"/>
                  <a:pt x="54640" y="83294"/>
                  <a:pt x="40096" y="76189"/>
                </a:cubicBezTo>
                <a:cubicBezTo>
                  <a:pt x="25552" y="69084"/>
                  <a:pt x="35359" y="53839"/>
                  <a:pt x="20982" y="50137"/>
                </a:cubicBezTo>
                <a:cubicBezTo>
                  <a:pt x="6605" y="46434"/>
                  <a:pt x="1" y="20916"/>
                  <a:pt x="6939" y="13477"/>
                </a:cubicBezTo>
                <a:cubicBezTo>
                  <a:pt x="13877" y="6039"/>
                  <a:pt x="43865" y="1"/>
                  <a:pt x="50403" y="3137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0" name="Google Shape;1710;p103"/>
          <p:cNvSpPr/>
          <p:nvPr/>
        </p:nvSpPr>
        <p:spPr>
          <a:xfrm rot="-1408952">
            <a:off x="7059833" y="-1532053"/>
            <a:ext cx="3561578" cy="4437854"/>
          </a:xfrm>
          <a:custGeom>
            <a:avLst/>
            <a:gdLst/>
            <a:ahLst/>
            <a:cxnLst/>
            <a:rect l="l" t="t" r="r" b="b"/>
            <a:pathLst>
              <a:path w="15146" h="21250" extrusionOk="0">
                <a:moveTo>
                  <a:pt x="2903" y="12143"/>
                </a:moveTo>
                <a:cubicBezTo>
                  <a:pt x="1936" y="10308"/>
                  <a:pt x="234" y="9174"/>
                  <a:pt x="201" y="6972"/>
                </a:cubicBezTo>
                <a:cubicBezTo>
                  <a:pt x="1" y="1"/>
                  <a:pt x="7773" y="1769"/>
                  <a:pt x="11209" y="4637"/>
                </a:cubicBezTo>
                <a:cubicBezTo>
                  <a:pt x="13877" y="6839"/>
                  <a:pt x="15145" y="10208"/>
                  <a:pt x="14178" y="13544"/>
                </a:cubicBezTo>
                <a:cubicBezTo>
                  <a:pt x="13310" y="16379"/>
                  <a:pt x="10141" y="21249"/>
                  <a:pt x="6472" y="20349"/>
                </a:cubicBezTo>
                <a:cubicBezTo>
                  <a:pt x="3203" y="19581"/>
                  <a:pt x="4070" y="14811"/>
                  <a:pt x="3070" y="12476"/>
                </a:cubicBezTo>
                <a:cubicBezTo>
                  <a:pt x="3036" y="12343"/>
                  <a:pt x="2970" y="12243"/>
                  <a:pt x="2903" y="121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1" name="Google Shape;1711;p103"/>
          <p:cNvSpPr/>
          <p:nvPr/>
        </p:nvSpPr>
        <p:spPr>
          <a:xfrm rot="10800000">
            <a:off x="797253" y="2885987"/>
            <a:ext cx="1774800" cy="1774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2" name="Google Shape;1712;p103"/>
          <p:cNvGrpSpPr/>
          <p:nvPr/>
        </p:nvGrpSpPr>
        <p:grpSpPr>
          <a:xfrm rot="10800000">
            <a:off x="162225" y="2264370"/>
            <a:ext cx="1696762" cy="1688828"/>
            <a:chOff x="2414491" y="671177"/>
            <a:chExt cx="1830972" cy="1822411"/>
          </a:xfrm>
        </p:grpSpPr>
        <p:sp>
          <p:nvSpPr>
            <p:cNvPr id="1713" name="Google Shape;1713;p103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103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103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103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103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103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103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103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103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103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103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103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103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103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103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103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103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103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103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103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103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103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103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103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103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103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103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103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103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103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103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103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103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103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7" name="Google Shape;1747;p103"/>
          <p:cNvSpPr/>
          <p:nvPr/>
        </p:nvSpPr>
        <p:spPr>
          <a:xfrm rot="8100000">
            <a:off x="371399" y="-1150417"/>
            <a:ext cx="1938844" cy="3305623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8" name="Google Shape;1748;p103"/>
          <p:cNvSpPr txBox="1">
            <a:spLocks noGrp="1"/>
          </p:cNvSpPr>
          <p:nvPr>
            <p:ph type="title"/>
          </p:nvPr>
        </p:nvSpPr>
        <p:spPr>
          <a:xfrm>
            <a:off x="2572050" y="539888"/>
            <a:ext cx="3999900" cy="106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77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49" name="Google Shape;1749;p103"/>
          <p:cNvSpPr txBox="1">
            <a:spLocks noGrp="1"/>
          </p:cNvSpPr>
          <p:nvPr>
            <p:ph type="subTitle" idx="1"/>
          </p:nvPr>
        </p:nvSpPr>
        <p:spPr>
          <a:xfrm>
            <a:off x="2572050" y="1652263"/>
            <a:ext cx="3999900" cy="8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naheim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naheim"/>
              <a:buChar char="■"/>
              <a:defRPr/>
            </a:lvl9pPr>
          </a:lstStyle>
          <a:p>
            <a:endParaRPr/>
          </a:p>
        </p:txBody>
      </p:sp>
      <p:sp>
        <p:nvSpPr>
          <p:cNvPr id="1750" name="Google Shape;1750;p103"/>
          <p:cNvSpPr txBox="1"/>
          <p:nvPr/>
        </p:nvSpPr>
        <p:spPr>
          <a:xfrm>
            <a:off x="2720550" y="3431613"/>
            <a:ext cx="3702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CREDITS: 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, including icons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Manjari"/>
                <a:ea typeface="Manjari"/>
                <a:cs typeface="Manjari"/>
                <a:sym typeface="Manja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rPr>
              <a:t> </a:t>
            </a:r>
            <a:endParaRPr sz="1200">
              <a:solidFill>
                <a:schemeClr val="accent2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">
    <p:spTree>
      <p:nvGrpSpPr>
        <p:cNvPr id="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104"/>
          <p:cNvSpPr/>
          <p:nvPr/>
        </p:nvSpPr>
        <p:spPr>
          <a:xfrm rot="288678" flipH="1">
            <a:off x="-1270417" y="553336"/>
            <a:ext cx="4658411" cy="476518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3" name="Google Shape;1753;p104"/>
          <p:cNvSpPr/>
          <p:nvPr/>
        </p:nvSpPr>
        <p:spPr>
          <a:xfrm>
            <a:off x="1334050" y="1127073"/>
            <a:ext cx="1522302" cy="1342795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54" name="Google Shape;1754;p104"/>
          <p:cNvGrpSpPr/>
          <p:nvPr/>
        </p:nvGrpSpPr>
        <p:grpSpPr>
          <a:xfrm>
            <a:off x="5119018" y="713081"/>
            <a:ext cx="2270935" cy="2260334"/>
            <a:chOff x="6762468" y="1386456"/>
            <a:chExt cx="2270935" cy="2260334"/>
          </a:xfrm>
        </p:grpSpPr>
        <p:sp>
          <p:nvSpPr>
            <p:cNvPr id="1755" name="Google Shape;1755;p104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104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104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104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104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104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104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104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104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104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104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104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104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104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104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104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104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104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104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104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104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104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104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104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104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104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104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104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104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104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104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104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104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8" name="Google Shape;1788;p104"/>
          <p:cNvSpPr/>
          <p:nvPr/>
        </p:nvSpPr>
        <p:spPr>
          <a:xfrm rot="-1848056" flipH="1">
            <a:off x="7756025" y="2517986"/>
            <a:ext cx="1938888" cy="3305698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">
    <p:spTree>
      <p:nvGrpSpPr>
        <p:cNvPr id="1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0" name="Google Shape;1790;p105"/>
          <p:cNvGrpSpPr/>
          <p:nvPr/>
        </p:nvGrpSpPr>
        <p:grpSpPr>
          <a:xfrm>
            <a:off x="5" y="-80449"/>
            <a:ext cx="2277317" cy="5304377"/>
            <a:chOff x="224725" y="566950"/>
            <a:chExt cx="1850875" cy="4311100"/>
          </a:xfrm>
        </p:grpSpPr>
        <p:sp>
          <p:nvSpPr>
            <p:cNvPr id="1791" name="Google Shape;1791;p105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105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105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105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105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105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105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105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105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105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105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105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105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105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105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105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105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105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105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105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105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105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105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105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5" name="Google Shape;1815;p105"/>
          <p:cNvSpPr/>
          <p:nvPr/>
        </p:nvSpPr>
        <p:spPr>
          <a:xfrm rot="-3415034" flipH="1">
            <a:off x="5349941" y="647072"/>
            <a:ext cx="4814608" cy="409530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6" name="Google Shape;1816;p105"/>
          <p:cNvSpPr/>
          <p:nvPr/>
        </p:nvSpPr>
        <p:spPr>
          <a:xfrm rot="1379372">
            <a:off x="5149944" y="2281365"/>
            <a:ext cx="1343009" cy="1754062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7" name="Google Shape;1817;p105"/>
          <p:cNvSpPr/>
          <p:nvPr/>
        </p:nvSpPr>
        <p:spPr>
          <a:xfrm>
            <a:off x="-767475" y="502200"/>
            <a:ext cx="2264661" cy="19975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">
    <p:spTree>
      <p:nvGrpSpPr>
        <p:cNvPr id="1" name="Shape 1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9" name="Google Shape;1819;p106"/>
          <p:cNvGrpSpPr/>
          <p:nvPr/>
        </p:nvGrpSpPr>
        <p:grpSpPr>
          <a:xfrm rot="-4412986">
            <a:off x="6233427" y="1978854"/>
            <a:ext cx="2523466" cy="2406919"/>
            <a:chOff x="616550" y="744600"/>
            <a:chExt cx="936200" cy="893025"/>
          </a:xfrm>
        </p:grpSpPr>
        <p:sp>
          <p:nvSpPr>
            <p:cNvPr id="1820" name="Google Shape;1820;p106"/>
            <p:cNvSpPr/>
            <p:nvPr/>
          </p:nvSpPr>
          <p:spPr>
            <a:xfrm>
              <a:off x="616550" y="744600"/>
              <a:ext cx="936200" cy="893025"/>
            </a:xfrm>
            <a:custGeom>
              <a:avLst/>
              <a:gdLst/>
              <a:ahLst/>
              <a:cxnLst/>
              <a:rect l="l" t="t" r="r" b="b"/>
              <a:pathLst>
                <a:path w="37448" h="35721" extrusionOk="0">
                  <a:moveTo>
                    <a:pt x="21003" y="1"/>
                  </a:moveTo>
                  <a:cubicBezTo>
                    <a:pt x="20950" y="1"/>
                    <a:pt x="20897" y="16"/>
                    <a:pt x="20852" y="46"/>
                  </a:cubicBezTo>
                  <a:lnTo>
                    <a:pt x="18177" y="2356"/>
                  </a:lnTo>
                  <a:cubicBezTo>
                    <a:pt x="18177" y="2356"/>
                    <a:pt x="18146" y="2387"/>
                    <a:pt x="18146" y="2387"/>
                  </a:cubicBezTo>
                  <a:lnTo>
                    <a:pt x="91" y="26946"/>
                  </a:lnTo>
                  <a:cubicBezTo>
                    <a:pt x="0" y="27068"/>
                    <a:pt x="61" y="27220"/>
                    <a:pt x="182" y="27281"/>
                  </a:cubicBezTo>
                  <a:lnTo>
                    <a:pt x="2523" y="28436"/>
                  </a:lnTo>
                  <a:lnTo>
                    <a:pt x="15654" y="35700"/>
                  </a:lnTo>
                  <a:cubicBezTo>
                    <a:pt x="15692" y="35713"/>
                    <a:pt x="15735" y="35720"/>
                    <a:pt x="15776" y="35720"/>
                  </a:cubicBezTo>
                  <a:cubicBezTo>
                    <a:pt x="15835" y="35720"/>
                    <a:pt x="15892" y="35705"/>
                    <a:pt x="15927" y="35670"/>
                  </a:cubicBezTo>
                  <a:cubicBezTo>
                    <a:pt x="16657" y="35092"/>
                    <a:pt x="20274" y="32083"/>
                    <a:pt x="25320" y="27433"/>
                  </a:cubicBezTo>
                  <a:cubicBezTo>
                    <a:pt x="30730" y="22417"/>
                    <a:pt x="37204" y="14666"/>
                    <a:pt x="37204" y="14666"/>
                  </a:cubicBezTo>
                  <a:cubicBezTo>
                    <a:pt x="37448" y="14454"/>
                    <a:pt x="37448" y="14089"/>
                    <a:pt x="37204" y="13876"/>
                  </a:cubicBezTo>
                  <a:cubicBezTo>
                    <a:pt x="36779" y="13451"/>
                    <a:pt x="35867" y="12600"/>
                    <a:pt x="34286" y="11171"/>
                  </a:cubicBezTo>
                  <a:cubicBezTo>
                    <a:pt x="31824" y="9013"/>
                    <a:pt x="22493" y="1171"/>
                    <a:pt x="21155" y="46"/>
                  </a:cubicBezTo>
                  <a:cubicBezTo>
                    <a:pt x="21110" y="16"/>
                    <a:pt x="21057" y="1"/>
                    <a:pt x="210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106"/>
            <p:cNvSpPr/>
            <p:nvPr/>
          </p:nvSpPr>
          <p:spPr>
            <a:xfrm>
              <a:off x="1118825" y="951075"/>
              <a:ext cx="191525" cy="163425"/>
            </a:xfrm>
            <a:custGeom>
              <a:avLst/>
              <a:gdLst/>
              <a:ahLst/>
              <a:cxnLst/>
              <a:rect l="l" t="t" r="r" b="b"/>
              <a:pathLst>
                <a:path w="7661" h="6537" extrusionOk="0">
                  <a:moveTo>
                    <a:pt x="426" y="0"/>
                  </a:moveTo>
                  <a:cubicBezTo>
                    <a:pt x="317" y="0"/>
                    <a:pt x="206" y="46"/>
                    <a:pt x="122" y="146"/>
                  </a:cubicBezTo>
                  <a:cubicBezTo>
                    <a:pt x="1" y="298"/>
                    <a:pt x="31" y="541"/>
                    <a:pt x="183" y="663"/>
                  </a:cubicBezTo>
                  <a:lnTo>
                    <a:pt x="6992" y="6468"/>
                  </a:lnTo>
                  <a:cubicBezTo>
                    <a:pt x="7052" y="6499"/>
                    <a:pt x="7144" y="6529"/>
                    <a:pt x="7235" y="6529"/>
                  </a:cubicBezTo>
                  <a:cubicBezTo>
                    <a:pt x="7251" y="6534"/>
                    <a:pt x="7268" y="6537"/>
                    <a:pt x="7286" y="6537"/>
                  </a:cubicBezTo>
                  <a:cubicBezTo>
                    <a:pt x="7368" y="6537"/>
                    <a:pt x="7464" y="6483"/>
                    <a:pt x="7539" y="6407"/>
                  </a:cubicBezTo>
                  <a:cubicBezTo>
                    <a:pt x="7660" y="6255"/>
                    <a:pt x="7630" y="6012"/>
                    <a:pt x="7478" y="5860"/>
                  </a:cubicBezTo>
                  <a:lnTo>
                    <a:pt x="669" y="85"/>
                  </a:lnTo>
                  <a:cubicBezTo>
                    <a:pt x="601" y="31"/>
                    <a:pt x="514" y="0"/>
                    <a:pt x="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106"/>
            <p:cNvSpPr/>
            <p:nvPr/>
          </p:nvSpPr>
          <p:spPr>
            <a:xfrm>
              <a:off x="1078550" y="994400"/>
              <a:ext cx="190750" cy="164750"/>
            </a:xfrm>
            <a:custGeom>
              <a:avLst/>
              <a:gdLst/>
              <a:ahLst/>
              <a:cxnLst/>
              <a:rect l="l" t="t" r="r" b="b"/>
              <a:pathLst>
                <a:path w="7630" h="6590" extrusionOk="0">
                  <a:moveTo>
                    <a:pt x="413" y="0"/>
                  </a:moveTo>
                  <a:cubicBezTo>
                    <a:pt x="308" y="0"/>
                    <a:pt x="206" y="45"/>
                    <a:pt x="122" y="146"/>
                  </a:cubicBezTo>
                  <a:cubicBezTo>
                    <a:pt x="1" y="298"/>
                    <a:pt x="1" y="541"/>
                    <a:pt x="153" y="662"/>
                  </a:cubicBezTo>
                  <a:lnTo>
                    <a:pt x="6931" y="6498"/>
                  </a:lnTo>
                  <a:cubicBezTo>
                    <a:pt x="7022" y="6559"/>
                    <a:pt x="7113" y="6589"/>
                    <a:pt x="7174" y="6589"/>
                  </a:cubicBezTo>
                  <a:cubicBezTo>
                    <a:pt x="7296" y="6589"/>
                    <a:pt x="7417" y="6529"/>
                    <a:pt x="7478" y="6437"/>
                  </a:cubicBezTo>
                  <a:cubicBezTo>
                    <a:pt x="7630" y="6285"/>
                    <a:pt x="7600" y="6042"/>
                    <a:pt x="7448" y="5921"/>
                  </a:cubicBezTo>
                  <a:lnTo>
                    <a:pt x="669" y="85"/>
                  </a:lnTo>
                  <a:cubicBezTo>
                    <a:pt x="587" y="30"/>
                    <a:pt x="499" y="0"/>
                    <a:pt x="4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106"/>
            <p:cNvSpPr/>
            <p:nvPr/>
          </p:nvSpPr>
          <p:spPr>
            <a:xfrm>
              <a:off x="1041325" y="1033375"/>
              <a:ext cx="196075" cy="159975"/>
            </a:xfrm>
            <a:custGeom>
              <a:avLst/>
              <a:gdLst/>
              <a:ahLst/>
              <a:cxnLst/>
              <a:rect l="l" t="t" r="r" b="b"/>
              <a:pathLst>
                <a:path w="7843" h="6399" extrusionOk="0">
                  <a:moveTo>
                    <a:pt x="446" y="1"/>
                  </a:moveTo>
                  <a:cubicBezTo>
                    <a:pt x="335" y="1"/>
                    <a:pt x="223" y="48"/>
                    <a:pt x="152" y="137"/>
                  </a:cubicBezTo>
                  <a:cubicBezTo>
                    <a:pt x="0" y="319"/>
                    <a:pt x="31" y="532"/>
                    <a:pt x="213" y="684"/>
                  </a:cubicBezTo>
                  <a:lnTo>
                    <a:pt x="7174" y="6307"/>
                  </a:lnTo>
                  <a:cubicBezTo>
                    <a:pt x="7234" y="6368"/>
                    <a:pt x="7326" y="6398"/>
                    <a:pt x="7386" y="6398"/>
                  </a:cubicBezTo>
                  <a:cubicBezTo>
                    <a:pt x="7508" y="6398"/>
                    <a:pt x="7630" y="6337"/>
                    <a:pt x="7690" y="6246"/>
                  </a:cubicBezTo>
                  <a:cubicBezTo>
                    <a:pt x="7842" y="6094"/>
                    <a:pt x="7812" y="5851"/>
                    <a:pt x="7630" y="5729"/>
                  </a:cubicBezTo>
                  <a:lnTo>
                    <a:pt x="669" y="76"/>
                  </a:lnTo>
                  <a:cubicBezTo>
                    <a:pt x="606" y="25"/>
                    <a:pt x="526" y="1"/>
                    <a:pt x="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106"/>
            <p:cNvSpPr/>
            <p:nvPr/>
          </p:nvSpPr>
          <p:spPr>
            <a:xfrm>
              <a:off x="1007125" y="1070750"/>
              <a:ext cx="186950" cy="159825"/>
            </a:xfrm>
            <a:custGeom>
              <a:avLst/>
              <a:gdLst/>
              <a:ahLst/>
              <a:cxnLst/>
              <a:rect l="l" t="t" r="r" b="b"/>
              <a:pathLst>
                <a:path w="7478" h="6393" extrusionOk="0">
                  <a:moveTo>
                    <a:pt x="413" y="1"/>
                  </a:moveTo>
                  <a:cubicBezTo>
                    <a:pt x="307" y="1"/>
                    <a:pt x="206" y="48"/>
                    <a:pt x="122" y="131"/>
                  </a:cubicBezTo>
                  <a:cubicBezTo>
                    <a:pt x="0" y="283"/>
                    <a:pt x="0" y="526"/>
                    <a:pt x="183" y="678"/>
                  </a:cubicBezTo>
                  <a:lnTo>
                    <a:pt x="6809" y="6301"/>
                  </a:lnTo>
                  <a:cubicBezTo>
                    <a:pt x="6870" y="6362"/>
                    <a:pt x="6961" y="6393"/>
                    <a:pt x="7022" y="6393"/>
                  </a:cubicBezTo>
                  <a:cubicBezTo>
                    <a:pt x="7143" y="6393"/>
                    <a:pt x="7265" y="6362"/>
                    <a:pt x="7326" y="6271"/>
                  </a:cubicBezTo>
                  <a:cubicBezTo>
                    <a:pt x="7478" y="6119"/>
                    <a:pt x="7447" y="5876"/>
                    <a:pt x="7295" y="5724"/>
                  </a:cubicBezTo>
                  <a:lnTo>
                    <a:pt x="669" y="101"/>
                  </a:lnTo>
                  <a:cubicBezTo>
                    <a:pt x="587" y="32"/>
                    <a:pt x="499" y="1"/>
                    <a:pt x="4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5" name="Google Shape;1825;p106"/>
          <p:cNvGrpSpPr/>
          <p:nvPr/>
        </p:nvGrpSpPr>
        <p:grpSpPr>
          <a:xfrm>
            <a:off x="1326404" y="500540"/>
            <a:ext cx="1830972" cy="1822411"/>
            <a:chOff x="2414491" y="671177"/>
            <a:chExt cx="1830972" cy="1822411"/>
          </a:xfrm>
        </p:grpSpPr>
        <p:sp>
          <p:nvSpPr>
            <p:cNvPr id="1826" name="Google Shape;1826;p106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106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106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106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106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106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106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106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106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106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106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106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106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106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106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106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106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106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106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106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106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106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106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106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106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106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106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106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106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106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106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106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106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106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0" name="Google Shape;1860;p106"/>
          <p:cNvGrpSpPr/>
          <p:nvPr/>
        </p:nvGrpSpPr>
        <p:grpSpPr>
          <a:xfrm rot="-969610">
            <a:off x="6880585" y="2461943"/>
            <a:ext cx="2217391" cy="2896369"/>
            <a:chOff x="6078061" y="1684347"/>
            <a:chExt cx="1743860" cy="2277840"/>
          </a:xfrm>
        </p:grpSpPr>
        <p:sp>
          <p:nvSpPr>
            <p:cNvPr id="1861" name="Google Shape;1861;p106"/>
            <p:cNvSpPr/>
            <p:nvPr/>
          </p:nvSpPr>
          <p:spPr>
            <a:xfrm>
              <a:off x="7384410" y="1684347"/>
              <a:ext cx="437511" cy="516459"/>
            </a:xfrm>
            <a:custGeom>
              <a:avLst/>
              <a:gdLst/>
              <a:ahLst/>
              <a:cxnLst/>
              <a:rect l="l" t="t" r="r" b="b"/>
              <a:pathLst>
                <a:path w="8490" h="10022" extrusionOk="0">
                  <a:moveTo>
                    <a:pt x="8405" y="0"/>
                  </a:moveTo>
                  <a:cubicBezTo>
                    <a:pt x="8396" y="0"/>
                    <a:pt x="8390" y="41"/>
                    <a:pt x="8390" y="41"/>
                  </a:cubicBezTo>
                  <a:cubicBezTo>
                    <a:pt x="8390" y="41"/>
                    <a:pt x="6535" y="1439"/>
                    <a:pt x="4043" y="1986"/>
                  </a:cubicBezTo>
                  <a:cubicBezTo>
                    <a:pt x="1551" y="2563"/>
                    <a:pt x="0" y="6636"/>
                    <a:pt x="487" y="8430"/>
                  </a:cubicBezTo>
                  <a:cubicBezTo>
                    <a:pt x="895" y="9870"/>
                    <a:pt x="1871" y="10021"/>
                    <a:pt x="2264" y="10021"/>
                  </a:cubicBezTo>
                  <a:cubicBezTo>
                    <a:pt x="2369" y="10021"/>
                    <a:pt x="2432" y="10010"/>
                    <a:pt x="2432" y="10010"/>
                  </a:cubicBezTo>
                  <a:cubicBezTo>
                    <a:pt x="2432" y="10010"/>
                    <a:pt x="8298" y="8794"/>
                    <a:pt x="8420" y="4053"/>
                  </a:cubicBezTo>
                  <a:cubicBezTo>
                    <a:pt x="8490" y="427"/>
                    <a:pt x="8435" y="0"/>
                    <a:pt x="84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106"/>
            <p:cNvSpPr/>
            <p:nvPr/>
          </p:nvSpPr>
          <p:spPr>
            <a:xfrm>
              <a:off x="6078061" y="2151644"/>
              <a:ext cx="1448939" cy="1810543"/>
            </a:xfrm>
            <a:custGeom>
              <a:avLst/>
              <a:gdLst/>
              <a:ahLst/>
              <a:cxnLst/>
              <a:rect l="l" t="t" r="r" b="b"/>
              <a:pathLst>
                <a:path w="28117" h="35134" extrusionOk="0">
                  <a:moveTo>
                    <a:pt x="26110" y="0"/>
                  </a:moveTo>
                  <a:cubicBezTo>
                    <a:pt x="26110" y="0"/>
                    <a:pt x="21247" y="3587"/>
                    <a:pt x="16353" y="10213"/>
                  </a:cubicBezTo>
                  <a:cubicBezTo>
                    <a:pt x="11429" y="16839"/>
                    <a:pt x="0" y="34256"/>
                    <a:pt x="1186" y="35107"/>
                  </a:cubicBezTo>
                  <a:cubicBezTo>
                    <a:pt x="1210" y="35125"/>
                    <a:pt x="1241" y="35134"/>
                    <a:pt x="1279" y="35134"/>
                  </a:cubicBezTo>
                  <a:cubicBezTo>
                    <a:pt x="3097" y="35134"/>
                    <a:pt x="20354" y="14791"/>
                    <a:pt x="24195" y="8420"/>
                  </a:cubicBezTo>
                  <a:cubicBezTo>
                    <a:pt x="28116" y="1915"/>
                    <a:pt x="27782" y="942"/>
                    <a:pt x="27782" y="942"/>
                  </a:cubicBezTo>
                  <a:lnTo>
                    <a:pt x="2611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63" name="Google Shape;1863;p106"/>
          <p:cNvSpPr/>
          <p:nvPr/>
        </p:nvSpPr>
        <p:spPr>
          <a:xfrm rot="5400000">
            <a:off x="-1836150" y="1175258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4" name="Google Shape;1864;p106"/>
          <p:cNvSpPr/>
          <p:nvPr/>
        </p:nvSpPr>
        <p:spPr>
          <a:xfrm rot="-7977683">
            <a:off x="2160949" y="3164250"/>
            <a:ext cx="1554661" cy="1491741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5" name="Google Shape;1865;p106"/>
          <p:cNvSpPr/>
          <p:nvPr/>
        </p:nvSpPr>
        <p:spPr>
          <a:xfrm rot="4742319" flipH="1">
            <a:off x="6790763" y="-645967"/>
            <a:ext cx="3210858" cy="3197544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5">
    <p:spTree>
      <p:nvGrpSpPr>
        <p:cNvPr id="1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107"/>
          <p:cNvSpPr/>
          <p:nvPr/>
        </p:nvSpPr>
        <p:spPr>
          <a:xfrm rot="288619" flipH="1">
            <a:off x="-1653681" y="1325314"/>
            <a:ext cx="4829256" cy="4097619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8" name="Google Shape;1868;p107"/>
          <p:cNvSpPr/>
          <p:nvPr/>
        </p:nvSpPr>
        <p:spPr>
          <a:xfrm>
            <a:off x="7777725" y="671438"/>
            <a:ext cx="2264661" cy="19975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9" name="Google Shape;1869;p107"/>
          <p:cNvSpPr/>
          <p:nvPr/>
        </p:nvSpPr>
        <p:spPr>
          <a:xfrm rot="8226410">
            <a:off x="757957" y="-908700"/>
            <a:ext cx="1938898" cy="3305715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70" name="Google Shape;1870;p107"/>
          <p:cNvGrpSpPr/>
          <p:nvPr/>
        </p:nvGrpSpPr>
        <p:grpSpPr>
          <a:xfrm rot="-3861937">
            <a:off x="6523183" y="1380139"/>
            <a:ext cx="2023570" cy="3313878"/>
            <a:chOff x="5754175" y="3922575"/>
            <a:chExt cx="682400" cy="1117525"/>
          </a:xfrm>
        </p:grpSpPr>
        <p:sp>
          <p:nvSpPr>
            <p:cNvPr id="1871" name="Google Shape;1871;p107"/>
            <p:cNvSpPr/>
            <p:nvPr/>
          </p:nvSpPr>
          <p:spPr>
            <a:xfrm>
              <a:off x="5754175" y="4953250"/>
              <a:ext cx="70700" cy="86850"/>
            </a:xfrm>
            <a:custGeom>
              <a:avLst/>
              <a:gdLst/>
              <a:ahLst/>
              <a:cxnLst/>
              <a:rect l="l" t="t" r="r" b="b"/>
              <a:pathLst>
                <a:path w="2828" h="3474" extrusionOk="0">
                  <a:moveTo>
                    <a:pt x="1855" y="1"/>
                  </a:moveTo>
                  <a:cubicBezTo>
                    <a:pt x="1855" y="1"/>
                    <a:pt x="0" y="3283"/>
                    <a:pt x="973" y="3466"/>
                  </a:cubicBezTo>
                  <a:cubicBezTo>
                    <a:pt x="1000" y="3471"/>
                    <a:pt x="1027" y="3473"/>
                    <a:pt x="1054" y="3473"/>
                  </a:cubicBezTo>
                  <a:cubicBezTo>
                    <a:pt x="1994" y="3473"/>
                    <a:pt x="2827" y="456"/>
                    <a:pt x="2827" y="456"/>
                  </a:cubicBezTo>
                  <a:lnTo>
                    <a:pt x="185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107"/>
            <p:cNvSpPr/>
            <p:nvPr/>
          </p:nvSpPr>
          <p:spPr>
            <a:xfrm>
              <a:off x="5768600" y="4780750"/>
              <a:ext cx="193050" cy="209925"/>
            </a:xfrm>
            <a:custGeom>
              <a:avLst/>
              <a:gdLst/>
              <a:ahLst/>
              <a:cxnLst/>
              <a:rect l="l" t="t" r="r" b="b"/>
              <a:pathLst>
                <a:path w="7722" h="8397" extrusionOk="0">
                  <a:moveTo>
                    <a:pt x="1065" y="1"/>
                  </a:moveTo>
                  <a:cubicBezTo>
                    <a:pt x="1065" y="1"/>
                    <a:pt x="1" y="7812"/>
                    <a:pt x="1156" y="8359"/>
                  </a:cubicBezTo>
                  <a:cubicBezTo>
                    <a:pt x="1208" y="8384"/>
                    <a:pt x="1269" y="8396"/>
                    <a:pt x="1338" y="8396"/>
                  </a:cubicBezTo>
                  <a:cubicBezTo>
                    <a:pt x="2789" y="8396"/>
                    <a:pt x="7721" y="3131"/>
                    <a:pt x="7721" y="3131"/>
                  </a:cubicBezTo>
                  <a:lnTo>
                    <a:pt x="10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107"/>
            <p:cNvSpPr/>
            <p:nvPr/>
          </p:nvSpPr>
          <p:spPr>
            <a:xfrm>
              <a:off x="5795200" y="4343050"/>
              <a:ext cx="389100" cy="516000"/>
            </a:xfrm>
            <a:custGeom>
              <a:avLst/>
              <a:gdLst/>
              <a:ahLst/>
              <a:cxnLst/>
              <a:rect l="l" t="t" r="r" b="b"/>
              <a:pathLst>
                <a:path w="15564" h="20640" extrusionOk="0">
                  <a:moveTo>
                    <a:pt x="8329" y="1"/>
                  </a:moveTo>
                  <a:cubicBezTo>
                    <a:pt x="8329" y="1"/>
                    <a:pt x="7296" y="1399"/>
                    <a:pt x="5715" y="5047"/>
                  </a:cubicBezTo>
                  <a:cubicBezTo>
                    <a:pt x="4104" y="8694"/>
                    <a:pt x="1" y="17509"/>
                    <a:pt x="1" y="17509"/>
                  </a:cubicBezTo>
                  <a:lnTo>
                    <a:pt x="6657" y="20639"/>
                  </a:lnTo>
                  <a:cubicBezTo>
                    <a:pt x="6657" y="20639"/>
                    <a:pt x="7387" y="19728"/>
                    <a:pt x="9636" y="15381"/>
                  </a:cubicBezTo>
                  <a:cubicBezTo>
                    <a:pt x="12281" y="10305"/>
                    <a:pt x="15563" y="3010"/>
                    <a:pt x="15563" y="3010"/>
                  </a:cubicBezTo>
                  <a:lnTo>
                    <a:pt x="83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107"/>
            <p:cNvSpPr/>
            <p:nvPr/>
          </p:nvSpPr>
          <p:spPr>
            <a:xfrm>
              <a:off x="6003425" y="3922575"/>
              <a:ext cx="433150" cy="579525"/>
            </a:xfrm>
            <a:custGeom>
              <a:avLst/>
              <a:gdLst/>
              <a:ahLst/>
              <a:cxnLst/>
              <a:rect l="l" t="t" r="r" b="b"/>
              <a:pathLst>
                <a:path w="17326" h="23181" extrusionOk="0">
                  <a:moveTo>
                    <a:pt x="11816" y="1"/>
                  </a:moveTo>
                  <a:cubicBezTo>
                    <a:pt x="10345" y="1"/>
                    <a:pt x="8903" y="821"/>
                    <a:pt x="8085" y="2200"/>
                  </a:cubicBezTo>
                  <a:cubicBezTo>
                    <a:pt x="6535" y="4814"/>
                    <a:pt x="0" y="16820"/>
                    <a:pt x="0" y="16820"/>
                  </a:cubicBezTo>
                  <a:lnTo>
                    <a:pt x="7234" y="19829"/>
                  </a:lnTo>
                  <a:cubicBezTo>
                    <a:pt x="7234" y="19829"/>
                    <a:pt x="13515" y="6181"/>
                    <a:pt x="13978" y="6181"/>
                  </a:cubicBezTo>
                  <a:cubicBezTo>
                    <a:pt x="13979" y="6181"/>
                    <a:pt x="13981" y="6181"/>
                    <a:pt x="13982" y="6181"/>
                  </a:cubicBezTo>
                  <a:cubicBezTo>
                    <a:pt x="14469" y="6273"/>
                    <a:pt x="8237" y="17276"/>
                    <a:pt x="8481" y="20619"/>
                  </a:cubicBezTo>
                  <a:cubicBezTo>
                    <a:pt x="8589" y="22468"/>
                    <a:pt x="9616" y="23180"/>
                    <a:pt x="10214" y="23180"/>
                  </a:cubicBezTo>
                  <a:cubicBezTo>
                    <a:pt x="10451" y="23180"/>
                    <a:pt x="10621" y="23068"/>
                    <a:pt x="10639" y="22869"/>
                  </a:cubicBezTo>
                  <a:cubicBezTo>
                    <a:pt x="10730" y="22109"/>
                    <a:pt x="8845" y="21835"/>
                    <a:pt x="9757" y="19130"/>
                  </a:cubicBezTo>
                  <a:cubicBezTo>
                    <a:pt x="12493" y="10802"/>
                    <a:pt x="17326" y="5300"/>
                    <a:pt x="15411" y="2169"/>
                  </a:cubicBezTo>
                  <a:cubicBezTo>
                    <a:pt x="14477" y="660"/>
                    <a:pt x="13135" y="1"/>
                    <a:pt x="118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39">
    <p:spTree>
      <p:nvGrpSpPr>
        <p:cNvPr id="1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08"/>
          <p:cNvSpPr/>
          <p:nvPr/>
        </p:nvSpPr>
        <p:spPr>
          <a:xfrm rot="10511381">
            <a:off x="-1265831" y="-734711"/>
            <a:ext cx="4829256" cy="4097619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7" name="Google Shape;1877;p108"/>
          <p:cNvSpPr/>
          <p:nvPr/>
        </p:nvSpPr>
        <p:spPr>
          <a:xfrm rot="-10501983">
            <a:off x="1509091" y="1907610"/>
            <a:ext cx="1554685" cy="149176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8" name="Google Shape;1878;p108"/>
          <p:cNvSpPr/>
          <p:nvPr/>
        </p:nvSpPr>
        <p:spPr>
          <a:xfrm rot="-8951944">
            <a:off x="6375575" y="-475064"/>
            <a:ext cx="1938888" cy="3305698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108"/>
          <p:cNvSpPr/>
          <p:nvPr/>
        </p:nvSpPr>
        <p:spPr>
          <a:xfrm rot="9803796" flipH="1">
            <a:off x="6385819" y="2177042"/>
            <a:ext cx="3403937" cy="3389824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80" name="Google Shape;1880;p108"/>
          <p:cNvGrpSpPr/>
          <p:nvPr/>
        </p:nvGrpSpPr>
        <p:grpSpPr>
          <a:xfrm rot="10800000" flipH="1">
            <a:off x="2190691" y="1431495"/>
            <a:ext cx="1696762" cy="1688828"/>
            <a:chOff x="2414491" y="671177"/>
            <a:chExt cx="1830972" cy="1822411"/>
          </a:xfrm>
        </p:grpSpPr>
        <p:sp>
          <p:nvSpPr>
            <p:cNvPr id="1881" name="Google Shape;1881;p108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108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108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108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108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108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108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108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108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108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108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108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108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108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108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108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108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108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108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108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108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108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108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108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108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108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108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108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108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108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108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108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108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108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5 ">
  <p:cSld name="CUSTOM_40">
    <p:spTree>
      <p:nvGrpSpPr>
        <p:cNvPr id="1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09"/>
          <p:cNvSpPr/>
          <p:nvPr/>
        </p:nvSpPr>
        <p:spPr>
          <a:xfrm rot="3415018">
            <a:off x="-1245884" y="420313"/>
            <a:ext cx="4147993" cy="3528173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7" name="Google Shape;1917;p109"/>
          <p:cNvSpPr/>
          <p:nvPr/>
        </p:nvSpPr>
        <p:spPr>
          <a:xfrm>
            <a:off x="2871010" y="-1030982"/>
            <a:ext cx="2615835" cy="2307411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18" name="Google Shape;1918;p109"/>
          <p:cNvGrpSpPr/>
          <p:nvPr/>
        </p:nvGrpSpPr>
        <p:grpSpPr>
          <a:xfrm rot="10800000" flipH="1">
            <a:off x="1647754" y="1740930"/>
            <a:ext cx="1873085" cy="1864327"/>
            <a:chOff x="2414491" y="671177"/>
            <a:chExt cx="1830972" cy="1822411"/>
          </a:xfrm>
        </p:grpSpPr>
        <p:sp>
          <p:nvSpPr>
            <p:cNvPr id="1919" name="Google Shape;1919;p109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109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109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109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109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109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109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109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109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109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109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109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109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109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109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109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109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109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109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109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109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109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109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109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109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109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109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109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109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109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109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109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109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109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3" name="Google Shape;1953;p109"/>
          <p:cNvSpPr/>
          <p:nvPr/>
        </p:nvSpPr>
        <p:spPr>
          <a:xfrm rot="-288619">
            <a:off x="5715494" y="1699839"/>
            <a:ext cx="4829256" cy="4097619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4" name="Google Shape;1954;p109"/>
          <p:cNvGrpSpPr/>
          <p:nvPr/>
        </p:nvGrpSpPr>
        <p:grpSpPr>
          <a:xfrm rot="-1992990">
            <a:off x="5725746" y="1138132"/>
            <a:ext cx="2008409" cy="2399981"/>
            <a:chOff x="5206700" y="1073325"/>
            <a:chExt cx="2008425" cy="2400000"/>
          </a:xfrm>
        </p:grpSpPr>
        <p:sp>
          <p:nvSpPr>
            <p:cNvPr id="1955" name="Google Shape;1955;p109"/>
            <p:cNvSpPr/>
            <p:nvPr/>
          </p:nvSpPr>
          <p:spPr>
            <a:xfrm>
              <a:off x="5573750" y="1073325"/>
              <a:ext cx="1281200" cy="1970925"/>
            </a:xfrm>
            <a:custGeom>
              <a:avLst/>
              <a:gdLst/>
              <a:ahLst/>
              <a:cxnLst/>
              <a:rect l="l" t="t" r="r" b="b"/>
              <a:pathLst>
                <a:path w="51248" h="78837" extrusionOk="0">
                  <a:moveTo>
                    <a:pt x="50129" y="0"/>
                  </a:moveTo>
                  <a:cubicBezTo>
                    <a:pt x="49819" y="0"/>
                    <a:pt x="49517" y="143"/>
                    <a:pt x="49302" y="435"/>
                  </a:cubicBezTo>
                  <a:lnTo>
                    <a:pt x="43679" y="9250"/>
                  </a:lnTo>
                  <a:lnTo>
                    <a:pt x="42281" y="11469"/>
                  </a:lnTo>
                  <a:lnTo>
                    <a:pt x="7356" y="66181"/>
                  </a:lnTo>
                  <a:lnTo>
                    <a:pt x="5897" y="68522"/>
                  </a:lnTo>
                  <a:lnTo>
                    <a:pt x="274" y="77336"/>
                  </a:lnTo>
                  <a:cubicBezTo>
                    <a:pt x="0" y="77792"/>
                    <a:pt x="122" y="78370"/>
                    <a:pt x="578" y="78674"/>
                  </a:cubicBezTo>
                  <a:cubicBezTo>
                    <a:pt x="638" y="78704"/>
                    <a:pt x="760" y="78765"/>
                    <a:pt x="851" y="78795"/>
                  </a:cubicBezTo>
                  <a:cubicBezTo>
                    <a:pt x="933" y="78823"/>
                    <a:pt x="1020" y="78836"/>
                    <a:pt x="1108" y="78836"/>
                  </a:cubicBezTo>
                  <a:cubicBezTo>
                    <a:pt x="1410" y="78836"/>
                    <a:pt x="1727" y="78676"/>
                    <a:pt x="1915" y="78370"/>
                  </a:cubicBezTo>
                  <a:lnTo>
                    <a:pt x="7569" y="69433"/>
                  </a:lnTo>
                  <a:lnTo>
                    <a:pt x="9149" y="66971"/>
                  </a:lnTo>
                  <a:lnTo>
                    <a:pt x="43740" y="12837"/>
                  </a:lnTo>
                  <a:lnTo>
                    <a:pt x="45290" y="10375"/>
                  </a:lnTo>
                  <a:lnTo>
                    <a:pt x="50943" y="1469"/>
                  </a:lnTo>
                  <a:cubicBezTo>
                    <a:pt x="51247" y="1013"/>
                    <a:pt x="51095" y="405"/>
                    <a:pt x="50639" y="131"/>
                  </a:cubicBezTo>
                  <a:cubicBezTo>
                    <a:pt x="50476" y="44"/>
                    <a:pt x="50301" y="0"/>
                    <a:pt x="501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109"/>
            <p:cNvSpPr/>
            <p:nvPr/>
          </p:nvSpPr>
          <p:spPr>
            <a:xfrm>
              <a:off x="5633000" y="1197050"/>
              <a:ext cx="1582125" cy="1877700"/>
            </a:xfrm>
            <a:custGeom>
              <a:avLst/>
              <a:gdLst/>
              <a:ahLst/>
              <a:cxnLst/>
              <a:rect l="l" t="t" r="r" b="b"/>
              <a:pathLst>
                <a:path w="63285" h="75108" extrusionOk="0">
                  <a:moveTo>
                    <a:pt x="45794" y="1"/>
                  </a:moveTo>
                  <a:cubicBezTo>
                    <a:pt x="45327" y="1"/>
                    <a:pt x="44858" y="200"/>
                    <a:pt x="44531" y="593"/>
                  </a:cubicBezTo>
                  <a:cubicBezTo>
                    <a:pt x="43862" y="1322"/>
                    <a:pt x="43953" y="2386"/>
                    <a:pt x="44683" y="2994"/>
                  </a:cubicBezTo>
                  <a:cubicBezTo>
                    <a:pt x="45443" y="3632"/>
                    <a:pt x="46142" y="4301"/>
                    <a:pt x="46841" y="5031"/>
                  </a:cubicBezTo>
                  <a:cubicBezTo>
                    <a:pt x="55686" y="14180"/>
                    <a:pt x="59668" y="28283"/>
                    <a:pt x="56750" y="41019"/>
                  </a:cubicBezTo>
                  <a:cubicBezTo>
                    <a:pt x="53589" y="54758"/>
                    <a:pt x="42646" y="66247"/>
                    <a:pt x="28907" y="70229"/>
                  </a:cubicBezTo>
                  <a:cubicBezTo>
                    <a:pt x="25464" y="71227"/>
                    <a:pt x="21935" y="71725"/>
                    <a:pt x="18392" y="71725"/>
                  </a:cubicBezTo>
                  <a:cubicBezTo>
                    <a:pt x="14273" y="71725"/>
                    <a:pt x="10132" y="71052"/>
                    <a:pt x="6080" y="69712"/>
                  </a:cubicBezTo>
                  <a:cubicBezTo>
                    <a:pt x="4925" y="69317"/>
                    <a:pt x="3740" y="68861"/>
                    <a:pt x="2615" y="68375"/>
                  </a:cubicBezTo>
                  <a:cubicBezTo>
                    <a:pt x="2383" y="68271"/>
                    <a:pt x="2144" y="68222"/>
                    <a:pt x="1912" y="68222"/>
                  </a:cubicBezTo>
                  <a:cubicBezTo>
                    <a:pt x="1261" y="68222"/>
                    <a:pt x="657" y="68607"/>
                    <a:pt x="366" y="69257"/>
                  </a:cubicBezTo>
                  <a:cubicBezTo>
                    <a:pt x="1" y="70108"/>
                    <a:pt x="366" y="71111"/>
                    <a:pt x="1247" y="71475"/>
                  </a:cubicBezTo>
                  <a:cubicBezTo>
                    <a:pt x="2159" y="71871"/>
                    <a:pt x="3101" y="72235"/>
                    <a:pt x="4044" y="72600"/>
                  </a:cubicBezTo>
                  <a:cubicBezTo>
                    <a:pt x="4986" y="72934"/>
                    <a:pt x="5959" y="73238"/>
                    <a:pt x="6931" y="73512"/>
                  </a:cubicBezTo>
                  <a:cubicBezTo>
                    <a:pt x="10715" y="74576"/>
                    <a:pt x="14591" y="75108"/>
                    <a:pt x="18444" y="75108"/>
                  </a:cubicBezTo>
                  <a:cubicBezTo>
                    <a:pt x="22296" y="75108"/>
                    <a:pt x="26126" y="74576"/>
                    <a:pt x="29819" y="73512"/>
                  </a:cubicBezTo>
                  <a:cubicBezTo>
                    <a:pt x="45017" y="69105"/>
                    <a:pt x="56598" y="56946"/>
                    <a:pt x="60093" y="41809"/>
                  </a:cubicBezTo>
                  <a:cubicBezTo>
                    <a:pt x="63285" y="27919"/>
                    <a:pt x="58877" y="12569"/>
                    <a:pt x="49151" y="2569"/>
                  </a:cubicBezTo>
                  <a:cubicBezTo>
                    <a:pt x="48421" y="1839"/>
                    <a:pt x="47722" y="1110"/>
                    <a:pt x="46902" y="441"/>
                  </a:cubicBezTo>
                  <a:cubicBezTo>
                    <a:pt x="46593" y="147"/>
                    <a:pt x="46194" y="1"/>
                    <a:pt x="457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109"/>
            <p:cNvSpPr/>
            <p:nvPr/>
          </p:nvSpPr>
          <p:spPr>
            <a:xfrm>
              <a:off x="5206700" y="1172250"/>
              <a:ext cx="1797950" cy="1685450"/>
            </a:xfrm>
            <a:custGeom>
              <a:avLst/>
              <a:gdLst/>
              <a:ahLst/>
              <a:cxnLst/>
              <a:rect l="l" t="t" r="r" b="b"/>
              <a:pathLst>
                <a:path w="71918" h="67418" extrusionOk="0">
                  <a:moveTo>
                    <a:pt x="37486" y="1"/>
                  </a:moveTo>
                  <a:cubicBezTo>
                    <a:pt x="31481" y="1"/>
                    <a:pt x="25665" y="1630"/>
                    <a:pt x="20609" y="4533"/>
                  </a:cubicBezTo>
                  <a:cubicBezTo>
                    <a:pt x="18147" y="5962"/>
                    <a:pt x="15868" y="7694"/>
                    <a:pt x="13801" y="9701"/>
                  </a:cubicBezTo>
                  <a:cubicBezTo>
                    <a:pt x="9728" y="13713"/>
                    <a:pt x="6658" y="18789"/>
                    <a:pt x="5016" y="24686"/>
                  </a:cubicBezTo>
                  <a:cubicBezTo>
                    <a:pt x="1" y="42619"/>
                    <a:pt x="10548" y="61191"/>
                    <a:pt x="28482" y="66175"/>
                  </a:cubicBezTo>
                  <a:cubicBezTo>
                    <a:pt x="31503" y="67016"/>
                    <a:pt x="34543" y="67417"/>
                    <a:pt x="37533" y="67417"/>
                  </a:cubicBezTo>
                  <a:cubicBezTo>
                    <a:pt x="51837" y="67417"/>
                    <a:pt x="64996" y="58237"/>
                    <a:pt x="69546" y="44108"/>
                  </a:cubicBezTo>
                  <a:cubicBezTo>
                    <a:pt x="69698" y="43652"/>
                    <a:pt x="69850" y="43196"/>
                    <a:pt x="69972" y="42741"/>
                  </a:cubicBezTo>
                  <a:cubicBezTo>
                    <a:pt x="71917" y="35750"/>
                    <a:pt x="71492" y="28667"/>
                    <a:pt x="69242" y="22315"/>
                  </a:cubicBezTo>
                  <a:cubicBezTo>
                    <a:pt x="65625" y="12375"/>
                    <a:pt x="57479" y="4290"/>
                    <a:pt x="46506" y="1251"/>
                  </a:cubicBezTo>
                  <a:cubicBezTo>
                    <a:pt x="43500" y="403"/>
                    <a:pt x="40470" y="1"/>
                    <a:pt x="37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109"/>
            <p:cNvSpPr/>
            <p:nvPr/>
          </p:nvSpPr>
          <p:spPr>
            <a:xfrm>
              <a:off x="6664950" y="1142000"/>
              <a:ext cx="185425" cy="167100"/>
            </a:xfrm>
            <a:custGeom>
              <a:avLst/>
              <a:gdLst/>
              <a:ahLst/>
              <a:cxnLst/>
              <a:rect l="l" t="t" r="r" b="b"/>
              <a:pathLst>
                <a:path w="7417" h="6684" extrusionOk="0">
                  <a:moveTo>
                    <a:pt x="3726" y="0"/>
                  </a:moveTo>
                  <a:cubicBezTo>
                    <a:pt x="2255" y="0"/>
                    <a:pt x="922" y="967"/>
                    <a:pt x="517" y="2461"/>
                  </a:cubicBezTo>
                  <a:cubicBezTo>
                    <a:pt x="0" y="4223"/>
                    <a:pt x="1034" y="6047"/>
                    <a:pt x="2827" y="6564"/>
                  </a:cubicBezTo>
                  <a:cubicBezTo>
                    <a:pt x="3127" y="6645"/>
                    <a:pt x="3427" y="6684"/>
                    <a:pt x="3722" y="6684"/>
                  </a:cubicBezTo>
                  <a:cubicBezTo>
                    <a:pt x="5192" y="6684"/>
                    <a:pt x="6525" y="5717"/>
                    <a:pt x="6931" y="4223"/>
                  </a:cubicBezTo>
                  <a:cubicBezTo>
                    <a:pt x="7417" y="2461"/>
                    <a:pt x="6383" y="637"/>
                    <a:pt x="4620" y="120"/>
                  </a:cubicBezTo>
                  <a:cubicBezTo>
                    <a:pt x="4321" y="39"/>
                    <a:pt x="4021" y="0"/>
                    <a:pt x="372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109"/>
            <p:cNvSpPr/>
            <p:nvPr/>
          </p:nvSpPr>
          <p:spPr>
            <a:xfrm>
              <a:off x="5581350" y="2832750"/>
              <a:ext cx="185425" cy="167125"/>
            </a:xfrm>
            <a:custGeom>
              <a:avLst/>
              <a:gdLst/>
              <a:ahLst/>
              <a:cxnLst/>
              <a:rect l="l" t="t" r="r" b="b"/>
              <a:pathLst>
                <a:path w="7417" h="6685" extrusionOk="0">
                  <a:moveTo>
                    <a:pt x="3706" y="0"/>
                  </a:moveTo>
                  <a:cubicBezTo>
                    <a:pt x="2246" y="0"/>
                    <a:pt x="892" y="967"/>
                    <a:pt x="486" y="2461"/>
                  </a:cubicBezTo>
                  <a:cubicBezTo>
                    <a:pt x="0" y="4224"/>
                    <a:pt x="1034" y="6047"/>
                    <a:pt x="2827" y="6564"/>
                  </a:cubicBezTo>
                  <a:cubicBezTo>
                    <a:pt x="3121" y="6645"/>
                    <a:pt x="3417" y="6684"/>
                    <a:pt x="3709" y="6684"/>
                  </a:cubicBezTo>
                  <a:cubicBezTo>
                    <a:pt x="5162" y="6684"/>
                    <a:pt x="6500" y="5718"/>
                    <a:pt x="6930" y="4224"/>
                  </a:cubicBezTo>
                  <a:cubicBezTo>
                    <a:pt x="7417" y="2461"/>
                    <a:pt x="6383" y="637"/>
                    <a:pt x="4590" y="120"/>
                  </a:cubicBezTo>
                  <a:cubicBezTo>
                    <a:pt x="4295" y="39"/>
                    <a:pt x="3999" y="0"/>
                    <a:pt x="370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109"/>
            <p:cNvSpPr/>
            <p:nvPr/>
          </p:nvSpPr>
          <p:spPr>
            <a:xfrm>
              <a:off x="5747750" y="2958600"/>
              <a:ext cx="142125" cy="260900"/>
            </a:xfrm>
            <a:custGeom>
              <a:avLst/>
              <a:gdLst/>
              <a:ahLst/>
              <a:cxnLst/>
              <a:rect l="l" t="t" r="r" b="b"/>
              <a:pathLst>
                <a:path w="5685" h="10436" extrusionOk="0">
                  <a:moveTo>
                    <a:pt x="3811" y="0"/>
                  </a:moveTo>
                  <a:cubicBezTo>
                    <a:pt x="3075" y="0"/>
                    <a:pt x="2415" y="504"/>
                    <a:pt x="2189" y="1257"/>
                  </a:cubicBezTo>
                  <a:lnTo>
                    <a:pt x="244" y="8278"/>
                  </a:lnTo>
                  <a:cubicBezTo>
                    <a:pt x="1" y="9190"/>
                    <a:pt x="517" y="10102"/>
                    <a:pt x="1429" y="10375"/>
                  </a:cubicBezTo>
                  <a:cubicBezTo>
                    <a:pt x="1581" y="10416"/>
                    <a:pt x="1733" y="10435"/>
                    <a:pt x="1882" y="10435"/>
                  </a:cubicBezTo>
                  <a:cubicBezTo>
                    <a:pt x="2627" y="10435"/>
                    <a:pt x="3299" y="9950"/>
                    <a:pt x="3527" y="9190"/>
                  </a:cubicBezTo>
                  <a:lnTo>
                    <a:pt x="5472" y="2168"/>
                  </a:lnTo>
                  <a:cubicBezTo>
                    <a:pt x="5685" y="1287"/>
                    <a:pt x="5168" y="345"/>
                    <a:pt x="4287" y="71"/>
                  </a:cubicBezTo>
                  <a:cubicBezTo>
                    <a:pt x="4127" y="23"/>
                    <a:pt x="3967" y="0"/>
                    <a:pt x="38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109"/>
            <p:cNvSpPr/>
            <p:nvPr/>
          </p:nvSpPr>
          <p:spPr>
            <a:xfrm>
              <a:off x="5298650" y="3137600"/>
              <a:ext cx="902025" cy="335725"/>
            </a:xfrm>
            <a:custGeom>
              <a:avLst/>
              <a:gdLst/>
              <a:ahLst/>
              <a:cxnLst/>
              <a:rect l="l" t="t" r="r" b="b"/>
              <a:pathLst>
                <a:path w="36081" h="13429" extrusionOk="0">
                  <a:moveTo>
                    <a:pt x="8992" y="1"/>
                  </a:moveTo>
                  <a:cubicBezTo>
                    <a:pt x="5867" y="1"/>
                    <a:pt x="3302" y="502"/>
                    <a:pt x="1703" y="1452"/>
                  </a:cubicBezTo>
                  <a:cubicBezTo>
                    <a:pt x="791" y="1999"/>
                    <a:pt x="214" y="2668"/>
                    <a:pt x="1" y="3489"/>
                  </a:cubicBezTo>
                  <a:lnTo>
                    <a:pt x="35868" y="13428"/>
                  </a:lnTo>
                  <a:cubicBezTo>
                    <a:pt x="36081" y="12638"/>
                    <a:pt x="35929" y="11726"/>
                    <a:pt x="35442" y="10845"/>
                  </a:cubicBezTo>
                  <a:cubicBezTo>
                    <a:pt x="33679" y="7501"/>
                    <a:pt x="27600" y="3793"/>
                    <a:pt x="19819" y="1604"/>
                  </a:cubicBezTo>
                  <a:cubicBezTo>
                    <a:pt x="15914" y="517"/>
                    <a:pt x="12164" y="1"/>
                    <a:pt x="89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109"/>
            <p:cNvSpPr/>
            <p:nvPr/>
          </p:nvSpPr>
          <p:spPr>
            <a:xfrm>
              <a:off x="6405825" y="1721750"/>
              <a:ext cx="598825" cy="912150"/>
            </a:xfrm>
            <a:custGeom>
              <a:avLst/>
              <a:gdLst/>
              <a:ahLst/>
              <a:cxnLst/>
              <a:rect l="l" t="t" r="r" b="b"/>
              <a:pathLst>
                <a:path w="23953" h="36486" extrusionOk="0">
                  <a:moveTo>
                    <a:pt x="20119" y="0"/>
                  </a:moveTo>
                  <a:cubicBezTo>
                    <a:pt x="19991" y="0"/>
                    <a:pt x="19859" y="10"/>
                    <a:pt x="19727" y="31"/>
                  </a:cubicBezTo>
                  <a:cubicBezTo>
                    <a:pt x="17964" y="395"/>
                    <a:pt x="16718" y="1490"/>
                    <a:pt x="15654" y="1672"/>
                  </a:cubicBezTo>
                  <a:cubicBezTo>
                    <a:pt x="14560" y="1854"/>
                    <a:pt x="14438" y="3648"/>
                    <a:pt x="15198" y="4408"/>
                  </a:cubicBezTo>
                  <a:cubicBezTo>
                    <a:pt x="15806" y="5016"/>
                    <a:pt x="16232" y="5745"/>
                    <a:pt x="16718" y="6019"/>
                  </a:cubicBezTo>
                  <a:cubicBezTo>
                    <a:pt x="16759" y="6019"/>
                    <a:pt x="16813" y="6032"/>
                    <a:pt x="16862" y="6032"/>
                  </a:cubicBezTo>
                  <a:cubicBezTo>
                    <a:pt x="16887" y="6032"/>
                    <a:pt x="16911" y="6029"/>
                    <a:pt x="16931" y="6019"/>
                  </a:cubicBezTo>
                  <a:cubicBezTo>
                    <a:pt x="17437" y="5899"/>
                    <a:pt x="17593" y="3736"/>
                    <a:pt x="18687" y="3736"/>
                  </a:cubicBezTo>
                  <a:cubicBezTo>
                    <a:pt x="18709" y="3736"/>
                    <a:pt x="18732" y="3737"/>
                    <a:pt x="18755" y="3739"/>
                  </a:cubicBezTo>
                  <a:cubicBezTo>
                    <a:pt x="18772" y="3739"/>
                    <a:pt x="18788" y="3740"/>
                    <a:pt x="18805" y="3740"/>
                  </a:cubicBezTo>
                  <a:cubicBezTo>
                    <a:pt x="19686" y="3740"/>
                    <a:pt x="19857" y="3038"/>
                    <a:pt x="20246" y="3038"/>
                  </a:cubicBezTo>
                  <a:cubicBezTo>
                    <a:pt x="20292" y="3038"/>
                    <a:pt x="20342" y="3048"/>
                    <a:pt x="20396" y="3070"/>
                  </a:cubicBezTo>
                  <a:cubicBezTo>
                    <a:pt x="20973" y="3496"/>
                    <a:pt x="20943" y="3952"/>
                    <a:pt x="19666" y="4681"/>
                  </a:cubicBezTo>
                  <a:cubicBezTo>
                    <a:pt x="18420" y="5411"/>
                    <a:pt x="19059" y="6383"/>
                    <a:pt x="17843" y="6657"/>
                  </a:cubicBezTo>
                  <a:cubicBezTo>
                    <a:pt x="17748" y="6673"/>
                    <a:pt x="17652" y="6680"/>
                    <a:pt x="17555" y="6680"/>
                  </a:cubicBezTo>
                  <a:cubicBezTo>
                    <a:pt x="17276" y="6680"/>
                    <a:pt x="16989" y="6618"/>
                    <a:pt x="16718" y="6505"/>
                  </a:cubicBezTo>
                  <a:cubicBezTo>
                    <a:pt x="16475" y="6414"/>
                    <a:pt x="16292" y="6323"/>
                    <a:pt x="16110" y="6231"/>
                  </a:cubicBezTo>
                  <a:cubicBezTo>
                    <a:pt x="15928" y="6110"/>
                    <a:pt x="15715" y="6049"/>
                    <a:pt x="15533" y="5958"/>
                  </a:cubicBezTo>
                  <a:cubicBezTo>
                    <a:pt x="15314" y="5898"/>
                    <a:pt x="15108" y="5838"/>
                    <a:pt x="14907" y="5838"/>
                  </a:cubicBezTo>
                  <a:cubicBezTo>
                    <a:pt x="14800" y="5838"/>
                    <a:pt x="14695" y="5855"/>
                    <a:pt x="14590" y="5897"/>
                  </a:cubicBezTo>
                  <a:cubicBezTo>
                    <a:pt x="13648" y="6201"/>
                    <a:pt x="11399" y="6383"/>
                    <a:pt x="10973" y="6991"/>
                  </a:cubicBezTo>
                  <a:cubicBezTo>
                    <a:pt x="10657" y="7492"/>
                    <a:pt x="10341" y="8266"/>
                    <a:pt x="9748" y="8266"/>
                  </a:cubicBezTo>
                  <a:cubicBezTo>
                    <a:pt x="9657" y="8266"/>
                    <a:pt x="9559" y="8248"/>
                    <a:pt x="9453" y="8207"/>
                  </a:cubicBezTo>
                  <a:cubicBezTo>
                    <a:pt x="9423" y="8207"/>
                    <a:pt x="9332" y="8177"/>
                    <a:pt x="9301" y="8146"/>
                  </a:cubicBezTo>
                  <a:cubicBezTo>
                    <a:pt x="9180" y="8055"/>
                    <a:pt x="9089" y="8025"/>
                    <a:pt x="8967" y="7934"/>
                  </a:cubicBezTo>
                  <a:cubicBezTo>
                    <a:pt x="8785" y="7842"/>
                    <a:pt x="8572" y="7751"/>
                    <a:pt x="8420" y="7690"/>
                  </a:cubicBezTo>
                  <a:cubicBezTo>
                    <a:pt x="8311" y="7651"/>
                    <a:pt x="8215" y="7627"/>
                    <a:pt x="8127" y="7627"/>
                  </a:cubicBezTo>
                  <a:cubicBezTo>
                    <a:pt x="7944" y="7627"/>
                    <a:pt x="7794" y="7728"/>
                    <a:pt x="7630" y="7994"/>
                  </a:cubicBezTo>
                  <a:cubicBezTo>
                    <a:pt x="7265" y="8633"/>
                    <a:pt x="6809" y="9666"/>
                    <a:pt x="7721" y="10274"/>
                  </a:cubicBezTo>
                  <a:cubicBezTo>
                    <a:pt x="7751" y="10304"/>
                    <a:pt x="7812" y="10335"/>
                    <a:pt x="7873" y="10365"/>
                  </a:cubicBezTo>
                  <a:cubicBezTo>
                    <a:pt x="7934" y="10426"/>
                    <a:pt x="7964" y="10426"/>
                    <a:pt x="8055" y="10456"/>
                  </a:cubicBezTo>
                  <a:cubicBezTo>
                    <a:pt x="8195" y="10509"/>
                    <a:pt x="8326" y="10531"/>
                    <a:pt x="8450" y="10531"/>
                  </a:cubicBezTo>
                  <a:cubicBezTo>
                    <a:pt x="8973" y="10531"/>
                    <a:pt x="9354" y="10131"/>
                    <a:pt x="9575" y="9909"/>
                  </a:cubicBezTo>
                  <a:cubicBezTo>
                    <a:pt x="9820" y="9640"/>
                    <a:pt x="10104" y="9410"/>
                    <a:pt x="10443" y="9410"/>
                  </a:cubicBezTo>
                  <a:cubicBezTo>
                    <a:pt x="10525" y="9410"/>
                    <a:pt x="10611" y="9424"/>
                    <a:pt x="10700" y="9453"/>
                  </a:cubicBezTo>
                  <a:cubicBezTo>
                    <a:pt x="10771" y="9481"/>
                    <a:pt x="10837" y="9491"/>
                    <a:pt x="10898" y="9491"/>
                  </a:cubicBezTo>
                  <a:cubicBezTo>
                    <a:pt x="11108" y="9491"/>
                    <a:pt x="11278" y="9371"/>
                    <a:pt x="11505" y="9371"/>
                  </a:cubicBezTo>
                  <a:cubicBezTo>
                    <a:pt x="11583" y="9371"/>
                    <a:pt x="11668" y="9385"/>
                    <a:pt x="11764" y="9423"/>
                  </a:cubicBezTo>
                  <a:cubicBezTo>
                    <a:pt x="11824" y="9453"/>
                    <a:pt x="11885" y="9453"/>
                    <a:pt x="11916" y="9514"/>
                  </a:cubicBezTo>
                  <a:cubicBezTo>
                    <a:pt x="12493" y="9909"/>
                    <a:pt x="13131" y="10335"/>
                    <a:pt x="13192" y="10760"/>
                  </a:cubicBezTo>
                  <a:cubicBezTo>
                    <a:pt x="13223" y="11186"/>
                    <a:pt x="12767" y="12250"/>
                    <a:pt x="12797" y="12614"/>
                  </a:cubicBezTo>
                  <a:cubicBezTo>
                    <a:pt x="12882" y="12614"/>
                    <a:pt x="13073" y="12244"/>
                    <a:pt x="13419" y="12244"/>
                  </a:cubicBezTo>
                  <a:cubicBezTo>
                    <a:pt x="13444" y="12244"/>
                    <a:pt x="13470" y="12246"/>
                    <a:pt x="13496" y="12250"/>
                  </a:cubicBezTo>
                  <a:cubicBezTo>
                    <a:pt x="13569" y="12255"/>
                    <a:pt x="13644" y="12258"/>
                    <a:pt x="13717" y="12258"/>
                  </a:cubicBezTo>
                  <a:cubicBezTo>
                    <a:pt x="14101" y="12258"/>
                    <a:pt x="14449" y="12167"/>
                    <a:pt x="14347" y="11733"/>
                  </a:cubicBezTo>
                  <a:cubicBezTo>
                    <a:pt x="14286" y="11247"/>
                    <a:pt x="13435" y="9818"/>
                    <a:pt x="13678" y="9666"/>
                  </a:cubicBezTo>
                  <a:cubicBezTo>
                    <a:pt x="13790" y="9599"/>
                    <a:pt x="13918" y="9499"/>
                    <a:pt x="14087" y="9499"/>
                  </a:cubicBezTo>
                  <a:cubicBezTo>
                    <a:pt x="14148" y="9499"/>
                    <a:pt x="14214" y="9512"/>
                    <a:pt x="14286" y="9545"/>
                  </a:cubicBezTo>
                  <a:cubicBezTo>
                    <a:pt x="14408" y="9605"/>
                    <a:pt x="14499" y="9727"/>
                    <a:pt x="14590" y="9970"/>
                  </a:cubicBezTo>
                  <a:cubicBezTo>
                    <a:pt x="14864" y="10608"/>
                    <a:pt x="15107" y="11399"/>
                    <a:pt x="14925" y="11855"/>
                  </a:cubicBezTo>
                  <a:cubicBezTo>
                    <a:pt x="14742" y="12280"/>
                    <a:pt x="14590" y="12706"/>
                    <a:pt x="14894" y="13162"/>
                  </a:cubicBezTo>
                  <a:cubicBezTo>
                    <a:pt x="14902" y="13163"/>
                    <a:pt x="14910" y="13164"/>
                    <a:pt x="14918" y="13164"/>
                  </a:cubicBezTo>
                  <a:cubicBezTo>
                    <a:pt x="15060" y="13164"/>
                    <a:pt x="15185" y="12918"/>
                    <a:pt x="15502" y="12918"/>
                  </a:cubicBezTo>
                  <a:cubicBezTo>
                    <a:pt x="15533" y="12918"/>
                    <a:pt x="15563" y="12918"/>
                    <a:pt x="15654" y="12949"/>
                  </a:cubicBezTo>
                  <a:cubicBezTo>
                    <a:pt x="15685" y="12949"/>
                    <a:pt x="15806" y="13010"/>
                    <a:pt x="15958" y="13101"/>
                  </a:cubicBezTo>
                  <a:cubicBezTo>
                    <a:pt x="15983" y="13126"/>
                    <a:pt x="16019" y="13141"/>
                    <a:pt x="16063" y="13141"/>
                  </a:cubicBezTo>
                  <a:cubicBezTo>
                    <a:pt x="16125" y="13141"/>
                    <a:pt x="16203" y="13111"/>
                    <a:pt x="16292" y="13040"/>
                  </a:cubicBezTo>
                  <a:cubicBezTo>
                    <a:pt x="16688" y="12736"/>
                    <a:pt x="16262" y="12189"/>
                    <a:pt x="17052" y="12189"/>
                  </a:cubicBezTo>
                  <a:cubicBezTo>
                    <a:pt x="17647" y="12189"/>
                    <a:pt x="17626" y="11816"/>
                    <a:pt x="17905" y="11816"/>
                  </a:cubicBezTo>
                  <a:cubicBezTo>
                    <a:pt x="17954" y="11816"/>
                    <a:pt x="18013" y="11827"/>
                    <a:pt x="18086" y="11855"/>
                  </a:cubicBezTo>
                  <a:cubicBezTo>
                    <a:pt x="18147" y="11885"/>
                    <a:pt x="18238" y="11946"/>
                    <a:pt x="18299" y="12007"/>
                  </a:cubicBezTo>
                  <a:cubicBezTo>
                    <a:pt x="18846" y="12432"/>
                    <a:pt x="18907" y="12797"/>
                    <a:pt x="19119" y="12918"/>
                  </a:cubicBezTo>
                  <a:cubicBezTo>
                    <a:pt x="19180" y="12918"/>
                    <a:pt x="19302" y="12918"/>
                    <a:pt x="19454" y="12858"/>
                  </a:cubicBezTo>
                  <a:cubicBezTo>
                    <a:pt x="19553" y="12801"/>
                    <a:pt x="19665" y="12777"/>
                    <a:pt x="19781" y="12777"/>
                  </a:cubicBezTo>
                  <a:cubicBezTo>
                    <a:pt x="19914" y="12777"/>
                    <a:pt x="20053" y="12809"/>
                    <a:pt x="20183" y="12858"/>
                  </a:cubicBezTo>
                  <a:cubicBezTo>
                    <a:pt x="20214" y="12888"/>
                    <a:pt x="20274" y="12888"/>
                    <a:pt x="20335" y="12918"/>
                  </a:cubicBezTo>
                  <a:cubicBezTo>
                    <a:pt x="20578" y="13070"/>
                    <a:pt x="20821" y="13344"/>
                    <a:pt x="20882" y="13557"/>
                  </a:cubicBezTo>
                  <a:cubicBezTo>
                    <a:pt x="21019" y="13966"/>
                    <a:pt x="20885" y="14965"/>
                    <a:pt x="20173" y="14965"/>
                  </a:cubicBezTo>
                  <a:cubicBezTo>
                    <a:pt x="20093" y="14965"/>
                    <a:pt x="20005" y="14952"/>
                    <a:pt x="19910" y="14925"/>
                  </a:cubicBezTo>
                  <a:cubicBezTo>
                    <a:pt x="19818" y="14894"/>
                    <a:pt x="19788" y="14894"/>
                    <a:pt x="19758" y="14864"/>
                  </a:cubicBezTo>
                  <a:cubicBezTo>
                    <a:pt x="19484" y="14712"/>
                    <a:pt x="19332" y="14469"/>
                    <a:pt x="19180" y="14256"/>
                  </a:cubicBezTo>
                  <a:cubicBezTo>
                    <a:pt x="19028" y="14013"/>
                    <a:pt x="18876" y="13800"/>
                    <a:pt x="18451" y="13618"/>
                  </a:cubicBezTo>
                  <a:cubicBezTo>
                    <a:pt x="18276" y="13587"/>
                    <a:pt x="18050" y="13568"/>
                    <a:pt x="17807" y="13568"/>
                  </a:cubicBezTo>
                  <a:cubicBezTo>
                    <a:pt x="17079" y="13568"/>
                    <a:pt x="16201" y="13739"/>
                    <a:pt x="16110" y="14286"/>
                  </a:cubicBezTo>
                  <a:cubicBezTo>
                    <a:pt x="15989" y="15016"/>
                    <a:pt x="17478" y="15229"/>
                    <a:pt x="17478" y="16049"/>
                  </a:cubicBezTo>
                  <a:cubicBezTo>
                    <a:pt x="17478" y="16624"/>
                    <a:pt x="17365" y="17357"/>
                    <a:pt x="16850" y="17357"/>
                  </a:cubicBezTo>
                  <a:cubicBezTo>
                    <a:pt x="16767" y="17357"/>
                    <a:pt x="16672" y="17338"/>
                    <a:pt x="16566" y="17295"/>
                  </a:cubicBezTo>
                  <a:cubicBezTo>
                    <a:pt x="15806" y="16809"/>
                    <a:pt x="15168" y="16414"/>
                    <a:pt x="14773" y="15593"/>
                  </a:cubicBezTo>
                  <a:cubicBezTo>
                    <a:pt x="14712" y="15350"/>
                    <a:pt x="14590" y="15229"/>
                    <a:pt x="14438" y="15168"/>
                  </a:cubicBezTo>
                  <a:cubicBezTo>
                    <a:pt x="14375" y="15147"/>
                    <a:pt x="14308" y="15138"/>
                    <a:pt x="14238" y="15138"/>
                  </a:cubicBezTo>
                  <a:cubicBezTo>
                    <a:pt x="13990" y="15138"/>
                    <a:pt x="13692" y="15242"/>
                    <a:pt x="13296" y="15242"/>
                  </a:cubicBezTo>
                  <a:cubicBezTo>
                    <a:pt x="13162" y="15242"/>
                    <a:pt x="13016" y="15230"/>
                    <a:pt x="12858" y="15198"/>
                  </a:cubicBezTo>
                  <a:cubicBezTo>
                    <a:pt x="12736" y="15198"/>
                    <a:pt x="12615" y="15168"/>
                    <a:pt x="12493" y="15137"/>
                  </a:cubicBezTo>
                  <a:cubicBezTo>
                    <a:pt x="12432" y="15077"/>
                    <a:pt x="12311" y="15046"/>
                    <a:pt x="12250" y="15016"/>
                  </a:cubicBezTo>
                  <a:cubicBezTo>
                    <a:pt x="11520" y="14621"/>
                    <a:pt x="11034" y="13830"/>
                    <a:pt x="10973" y="13405"/>
                  </a:cubicBezTo>
                  <a:cubicBezTo>
                    <a:pt x="10943" y="13010"/>
                    <a:pt x="11034" y="11885"/>
                    <a:pt x="9970" y="11277"/>
                  </a:cubicBezTo>
                  <a:cubicBezTo>
                    <a:pt x="9879" y="11216"/>
                    <a:pt x="9757" y="11186"/>
                    <a:pt x="9666" y="11125"/>
                  </a:cubicBezTo>
                  <a:lnTo>
                    <a:pt x="9301" y="11034"/>
                  </a:lnTo>
                  <a:cubicBezTo>
                    <a:pt x="8940" y="10944"/>
                    <a:pt x="8699" y="10912"/>
                    <a:pt x="8531" y="10912"/>
                  </a:cubicBezTo>
                  <a:cubicBezTo>
                    <a:pt x="8140" y="10912"/>
                    <a:pt x="8133" y="11081"/>
                    <a:pt x="7902" y="11081"/>
                  </a:cubicBezTo>
                  <a:cubicBezTo>
                    <a:pt x="7796" y="11081"/>
                    <a:pt x="7644" y="11046"/>
                    <a:pt x="7387" y="10943"/>
                  </a:cubicBezTo>
                  <a:cubicBezTo>
                    <a:pt x="7235" y="10882"/>
                    <a:pt x="7083" y="10791"/>
                    <a:pt x="6870" y="10730"/>
                  </a:cubicBezTo>
                  <a:cubicBezTo>
                    <a:pt x="6809" y="10669"/>
                    <a:pt x="6779" y="10669"/>
                    <a:pt x="6687" y="10639"/>
                  </a:cubicBezTo>
                  <a:cubicBezTo>
                    <a:pt x="6455" y="10548"/>
                    <a:pt x="6262" y="10508"/>
                    <a:pt x="6100" y="10508"/>
                  </a:cubicBezTo>
                  <a:cubicBezTo>
                    <a:pt x="5181" y="10508"/>
                    <a:pt x="5245" y="11769"/>
                    <a:pt x="4651" y="11976"/>
                  </a:cubicBezTo>
                  <a:cubicBezTo>
                    <a:pt x="3891" y="12189"/>
                    <a:pt x="2098" y="12584"/>
                    <a:pt x="1611" y="12949"/>
                  </a:cubicBezTo>
                  <a:cubicBezTo>
                    <a:pt x="1095" y="13344"/>
                    <a:pt x="0" y="15016"/>
                    <a:pt x="304" y="16110"/>
                  </a:cubicBezTo>
                  <a:cubicBezTo>
                    <a:pt x="608" y="17204"/>
                    <a:pt x="1186" y="19180"/>
                    <a:pt x="1794" y="19788"/>
                  </a:cubicBezTo>
                  <a:cubicBezTo>
                    <a:pt x="1915" y="19909"/>
                    <a:pt x="2067" y="20031"/>
                    <a:pt x="2219" y="20092"/>
                  </a:cubicBezTo>
                  <a:lnTo>
                    <a:pt x="2432" y="20213"/>
                  </a:lnTo>
                  <a:cubicBezTo>
                    <a:pt x="2686" y="20309"/>
                    <a:pt x="2965" y="20354"/>
                    <a:pt x="3261" y="20354"/>
                  </a:cubicBezTo>
                  <a:cubicBezTo>
                    <a:pt x="3531" y="20354"/>
                    <a:pt x="3814" y="20316"/>
                    <a:pt x="4104" y="20244"/>
                  </a:cubicBezTo>
                  <a:cubicBezTo>
                    <a:pt x="4215" y="20224"/>
                    <a:pt x="4330" y="20213"/>
                    <a:pt x="4443" y="20213"/>
                  </a:cubicBezTo>
                  <a:cubicBezTo>
                    <a:pt x="4668" y="20213"/>
                    <a:pt x="4884" y="20254"/>
                    <a:pt x="5046" y="20335"/>
                  </a:cubicBezTo>
                  <a:lnTo>
                    <a:pt x="5289" y="20457"/>
                  </a:lnTo>
                  <a:cubicBezTo>
                    <a:pt x="5624" y="20639"/>
                    <a:pt x="5867" y="20943"/>
                    <a:pt x="5897" y="21216"/>
                  </a:cubicBezTo>
                  <a:cubicBezTo>
                    <a:pt x="5928" y="21672"/>
                    <a:pt x="6080" y="22767"/>
                    <a:pt x="5046" y="24499"/>
                  </a:cubicBezTo>
                  <a:cubicBezTo>
                    <a:pt x="4043" y="26293"/>
                    <a:pt x="3496" y="27296"/>
                    <a:pt x="3891" y="28055"/>
                  </a:cubicBezTo>
                  <a:cubicBezTo>
                    <a:pt x="4256" y="28815"/>
                    <a:pt x="3010" y="30274"/>
                    <a:pt x="2766" y="30973"/>
                  </a:cubicBezTo>
                  <a:cubicBezTo>
                    <a:pt x="2554" y="31642"/>
                    <a:pt x="1824" y="33527"/>
                    <a:pt x="2766" y="34682"/>
                  </a:cubicBezTo>
                  <a:cubicBezTo>
                    <a:pt x="3283" y="35290"/>
                    <a:pt x="3830" y="35806"/>
                    <a:pt x="4408" y="36110"/>
                  </a:cubicBezTo>
                  <a:cubicBezTo>
                    <a:pt x="4560" y="36171"/>
                    <a:pt x="4742" y="36262"/>
                    <a:pt x="4894" y="36323"/>
                  </a:cubicBezTo>
                  <a:cubicBezTo>
                    <a:pt x="5224" y="36441"/>
                    <a:pt x="5536" y="36486"/>
                    <a:pt x="5801" y="36486"/>
                  </a:cubicBezTo>
                  <a:cubicBezTo>
                    <a:pt x="5878" y="36486"/>
                    <a:pt x="5950" y="36482"/>
                    <a:pt x="6019" y="36475"/>
                  </a:cubicBezTo>
                  <a:cubicBezTo>
                    <a:pt x="6931" y="36323"/>
                    <a:pt x="6991" y="36475"/>
                    <a:pt x="7478" y="36201"/>
                  </a:cubicBezTo>
                  <a:cubicBezTo>
                    <a:pt x="7994" y="35958"/>
                    <a:pt x="8359" y="34439"/>
                    <a:pt x="9089" y="33983"/>
                  </a:cubicBezTo>
                  <a:cubicBezTo>
                    <a:pt x="9818" y="33527"/>
                    <a:pt x="10457" y="34135"/>
                    <a:pt x="11216" y="32828"/>
                  </a:cubicBezTo>
                  <a:cubicBezTo>
                    <a:pt x="11976" y="31551"/>
                    <a:pt x="12311" y="31490"/>
                    <a:pt x="12098" y="30426"/>
                  </a:cubicBezTo>
                  <a:cubicBezTo>
                    <a:pt x="11855" y="29362"/>
                    <a:pt x="11885" y="29150"/>
                    <a:pt x="12736" y="28724"/>
                  </a:cubicBezTo>
                  <a:cubicBezTo>
                    <a:pt x="13380" y="28377"/>
                    <a:pt x="14165" y="27990"/>
                    <a:pt x="14713" y="27990"/>
                  </a:cubicBezTo>
                  <a:cubicBezTo>
                    <a:pt x="14838" y="27990"/>
                    <a:pt x="14951" y="28010"/>
                    <a:pt x="15046" y="28055"/>
                  </a:cubicBezTo>
                  <a:cubicBezTo>
                    <a:pt x="15178" y="28102"/>
                    <a:pt x="15358" y="28141"/>
                    <a:pt x="15567" y="28141"/>
                  </a:cubicBezTo>
                  <a:cubicBezTo>
                    <a:pt x="16033" y="28141"/>
                    <a:pt x="16639" y="27949"/>
                    <a:pt x="17144" y="27235"/>
                  </a:cubicBezTo>
                  <a:cubicBezTo>
                    <a:pt x="17660" y="26475"/>
                    <a:pt x="17812" y="26080"/>
                    <a:pt x="17660" y="25958"/>
                  </a:cubicBezTo>
                  <a:cubicBezTo>
                    <a:pt x="17650" y="25953"/>
                    <a:pt x="17637" y="25951"/>
                    <a:pt x="17620" y="25951"/>
                  </a:cubicBezTo>
                  <a:cubicBezTo>
                    <a:pt x="17537" y="25951"/>
                    <a:pt x="17377" y="26014"/>
                    <a:pt x="17174" y="26141"/>
                  </a:cubicBezTo>
                  <a:cubicBezTo>
                    <a:pt x="16775" y="26415"/>
                    <a:pt x="16621" y="26628"/>
                    <a:pt x="16411" y="26628"/>
                  </a:cubicBezTo>
                  <a:cubicBezTo>
                    <a:pt x="16365" y="26628"/>
                    <a:pt x="16316" y="26618"/>
                    <a:pt x="16262" y="26596"/>
                  </a:cubicBezTo>
                  <a:cubicBezTo>
                    <a:pt x="16141" y="26566"/>
                    <a:pt x="15989" y="26414"/>
                    <a:pt x="15806" y="26171"/>
                  </a:cubicBezTo>
                  <a:cubicBezTo>
                    <a:pt x="15077" y="25381"/>
                    <a:pt x="14834" y="25107"/>
                    <a:pt x="14712" y="24286"/>
                  </a:cubicBezTo>
                  <a:cubicBezTo>
                    <a:pt x="14590" y="23405"/>
                    <a:pt x="14165" y="23557"/>
                    <a:pt x="14682" y="22919"/>
                  </a:cubicBezTo>
                  <a:cubicBezTo>
                    <a:pt x="15198" y="22311"/>
                    <a:pt x="14925" y="20365"/>
                    <a:pt x="14621" y="19575"/>
                  </a:cubicBezTo>
                  <a:cubicBezTo>
                    <a:pt x="14390" y="18855"/>
                    <a:pt x="15389" y="17588"/>
                    <a:pt x="15830" y="17588"/>
                  </a:cubicBezTo>
                  <a:cubicBezTo>
                    <a:pt x="15854" y="17588"/>
                    <a:pt x="15877" y="17591"/>
                    <a:pt x="15897" y="17599"/>
                  </a:cubicBezTo>
                  <a:cubicBezTo>
                    <a:pt x="16201" y="17812"/>
                    <a:pt x="16232" y="18542"/>
                    <a:pt x="15593" y="19636"/>
                  </a:cubicBezTo>
                  <a:cubicBezTo>
                    <a:pt x="14894" y="20761"/>
                    <a:pt x="16232" y="21064"/>
                    <a:pt x="15958" y="21612"/>
                  </a:cubicBezTo>
                  <a:cubicBezTo>
                    <a:pt x="15654" y="22189"/>
                    <a:pt x="14712" y="23435"/>
                    <a:pt x="15685" y="24438"/>
                  </a:cubicBezTo>
                  <a:cubicBezTo>
                    <a:pt x="15958" y="24712"/>
                    <a:pt x="16232" y="24894"/>
                    <a:pt x="16444" y="25046"/>
                  </a:cubicBezTo>
                  <a:lnTo>
                    <a:pt x="16688" y="25168"/>
                  </a:lnTo>
                  <a:cubicBezTo>
                    <a:pt x="16880" y="25239"/>
                    <a:pt x="17069" y="25273"/>
                    <a:pt x="17267" y="25273"/>
                  </a:cubicBezTo>
                  <a:cubicBezTo>
                    <a:pt x="17664" y="25273"/>
                    <a:pt x="18096" y="25137"/>
                    <a:pt x="18663" y="24894"/>
                  </a:cubicBezTo>
                  <a:cubicBezTo>
                    <a:pt x="20001" y="24286"/>
                    <a:pt x="21004" y="23344"/>
                    <a:pt x="20153" y="22463"/>
                  </a:cubicBezTo>
                  <a:cubicBezTo>
                    <a:pt x="19271" y="21581"/>
                    <a:pt x="18238" y="20487"/>
                    <a:pt x="19089" y="20183"/>
                  </a:cubicBezTo>
                  <a:cubicBezTo>
                    <a:pt x="19271" y="20115"/>
                    <a:pt x="19402" y="20080"/>
                    <a:pt x="19508" y="20080"/>
                  </a:cubicBezTo>
                  <a:cubicBezTo>
                    <a:pt x="19543" y="20080"/>
                    <a:pt x="19575" y="20084"/>
                    <a:pt x="19606" y="20092"/>
                  </a:cubicBezTo>
                  <a:cubicBezTo>
                    <a:pt x="19758" y="20213"/>
                    <a:pt x="19758" y="20548"/>
                    <a:pt x="20153" y="21125"/>
                  </a:cubicBezTo>
                  <a:cubicBezTo>
                    <a:pt x="20335" y="21368"/>
                    <a:pt x="20487" y="21520"/>
                    <a:pt x="20669" y="21612"/>
                  </a:cubicBezTo>
                  <a:lnTo>
                    <a:pt x="20913" y="21733"/>
                  </a:lnTo>
                  <a:cubicBezTo>
                    <a:pt x="20943" y="21764"/>
                    <a:pt x="21004" y="21764"/>
                    <a:pt x="21065" y="21824"/>
                  </a:cubicBezTo>
                  <a:cubicBezTo>
                    <a:pt x="21125" y="21855"/>
                    <a:pt x="21156" y="21855"/>
                    <a:pt x="21247" y="21885"/>
                  </a:cubicBezTo>
                  <a:cubicBezTo>
                    <a:pt x="21308" y="21916"/>
                    <a:pt x="21338" y="21916"/>
                    <a:pt x="21399" y="21976"/>
                  </a:cubicBezTo>
                  <a:cubicBezTo>
                    <a:pt x="21460" y="22007"/>
                    <a:pt x="21551" y="22037"/>
                    <a:pt x="21581" y="22128"/>
                  </a:cubicBezTo>
                  <a:cubicBezTo>
                    <a:pt x="21733" y="21672"/>
                    <a:pt x="21885" y="21216"/>
                    <a:pt x="22007" y="20761"/>
                  </a:cubicBezTo>
                  <a:cubicBezTo>
                    <a:pt x="23952" y="13770"/>
                    <a:pt x="23527" y="6687"/>
                    <a:pt x="21277" y="395"/>
                  </a:cubicBezTo>
                  <a:cubicBezTo>
                    <a:pt x="21186" y="304"/>
                    <a:pt x="21125" y="274"/>
                    <a:pt x="21034" y="243"/>
                  </a:cubicBezTo>
                  <a:lnTo>
                    <a:pt x="20821" y="122"/>
                  </a:lnTo>
                  <a:cubicBezTo>
                    <a:pt x="20619" y="41"/>
                    <a:pt x="20376" y="0"/>
                    <a:pt x="201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109"/>
            <p:cNvSpPr/>
            <p:nvPr/>
          </p:nvSpPr>
          <p:spPr>
            <a:xfrm>
              <a:off x="6244725" y="1393800"/>
              <a:ext cx="435450" cy="348025"/>
            </a:xfrm>
            <a:custGeom>
              <a:avLst/>
              <a:gdLst/>
              <a:ahLst/>
              <a:cxnLst/>
              <a:rect l="l" t="t" r="r" b="b"/>
              <a:pathLst>
                <a:path w="17418" h="13921" extrusionOk="0">
                  <a:moveTo>
                    <a:pt x="5152" y="0"/>
                  </a:moveTo>
                  <a:cubicBezTo>
                    <a:pt x="4793" y="0"/>
                    <a:pt x="4498" y="178"/>
                    <a:pt x="4013" y="474"/>
                  </a:cubicBezTo>
                  <a:cubicBezTo>
                    <a:pt x="3755" y="615"/>
                    <a:pt x="3508" y="661"/>
                    <a:pt x="3274" y="661"/>
                  </a:cubicBezTo>
                  <a:cubicBezTo>
                    <a:pt x="2845" y="661"/>
                    <a:pt x="2458" y="507"/>
                    <a:pt x="2122" y="507"/>
                  </a:cubicBezTo>
                  <a:cubicBezTo>
                    <a:pt x="1972" y="507"/>
                    <a:pt x="1832" y="537"/>
                    <a:pt x="1703" y="626"/>
                  </a:cubicBezTo>
                  <a:cubicBezTo>
                    <a:pt x="1125" y="990"/>
                    <a:pt x="1" y="1386"/>
                    <a:pt x="1611" y="2054"/>
                  </a:cubicBezTo>
                  <a:cubicBezTo>
                    <a:pt x="1611" y="2054"/>
                    <a:pt x="1672" y="2085"/>
                    <a:pt x="1703" y="2085"/>
                  </a:cubicBezTo>
                  <a:cubicBezTo>
                    <a:pt x="1733" y="2085"/>
                    <a:pt x="1763" y="2146"/>
                    <a:pt x="1824" y="2146"/>
                  </a:cubicBezTo>
                  <a:cubicBezTo>
                    <a:pt x="2311" y="2328"/>
                    <a:pt x="2645" y="2389"/>
                    <a:pt x="2949" y="2449"/>
                  </a:cubicBezTo>
                  <a:cubicBezTo>
                    <a:pt x="3253" y="2480"/>
                    <a:pt x="3496" y="2480"/>
                    <a:pt x="3678" y="2541"/>
                  </a:cubicBezTo>
                  <a:cubicBezTo>
                    <a:pt x="3891" y="2662"/>
                    <a:pt x="4104" y="2905"/>
                    <a:pt x="4286" y="3513"/>
                  </a:cubicBezTo>
                  <a:cubicBezTo>
                    <a:pt x="4773" y="5064"/>
                    <a:pt x="5381" y="5732"/>
                    <a:pt x="5046" y="6553"/>
                  </a:cubicBezTo>
                  <a:cubicBezTo>
                    <a:pt x="4712" y="7343"/>
                    <a:pt x="4013" y="8225"/>
                    <a:pt x="4286" y="8741"/>
                  </a:cubicBezTo>
                  <a:cubicBezTo>
                    <a:pt x="4499" y="9288"/>
                    <a:pt x="4590" y="9471"/>
                    <a:pt x="4286" y="10140"/>
                  </a:cubicBezTo>
                  <a:cubicBezTo>
                    <a:pt x="3952" y="10839"/>
                    <a:pt x="3374" y="11355"/>
                    <a:pt x="4560" y="12845"/>
                  </a:cubicBezTo>
                  <a:cubicBezTo>
                    <a:pt x="4925" y="13331"/>
                    <a:pt x="5320" y="13635"/>
                    <a:pt x="5654" y="13787"/>
                  </a:cubicBezTo>
                  <a:cubicBezTo>
                    <a:pt x="5654" y="13848"/>
                    <a:pt x="5685" y="13848"/>
                    <a:pt x="5685" y="13848"/>
                  </a:cubicBezTo>
                  <a:cubicBezTo>
                    <a:pt x="5834" y="13898"/>
                    <a:pt x="5977" y="13921"/>
                    <a:pt x="6110" y="13921"/>
                  </a:cubicBezTo>
                  <a:cubicBezTo>
                    <a:pt x="6546" y="13921"/>
                    <a:pt x="6882" y="13673"/>
                    <a:pt x="7022" y="13301"/>
                  </a:cubicBezTo>
                  <a:cubicBezTo>
                    <a:pt x="7295" y="12602"/>
                    <a:pt x="7782" y="11751"/>
                    <a:pt x="8754" y="11507"/>
                  </a:cubicBezTo>
                  <a:cubicBezTo>
                    <a:pt x="9478" y="11358"/>
                    <a:pt x="9833" y="10921"/>
                    <a:pt x="10307" y="10921"/>
                  </a:cubicBezTo>
                  <a:cubicBezTo>
                    <a:pt x="10410" y="10921"/>
                    <a:pt x="10519" y="10942"/>
                    <a:pt x="10639" y="10991"/>
                  </a:cubicBezTo>
                  <a:cubicBezTo>
                    <a:pt x="10730" y="11021"/>
                    <a:pt x="10821" y="11082"/>
                    <a:pt x="10882" y="11143"/>
                  </a:cubicBezTo>
                  <a:cubicBezTo>
                    <a:pt x="11095" y="11295"/>
                    <a:pt x="11308" y="11416"/>
                    <a:pt x="11490" y="11477"/>
                  </a:cubicBezTo>
                  <a:cubicBezTo>
                    <a:pt x="11490" y="11477"/>
                    <a:pt x="11551" y="11507"/>
                    <a:pt x="11581" y="11507"/>
                  </a:cubicBezTo>
                  <a:cubicBezTo>
                    <a:pt x="11804" y="11601"/>
                    <a:pt x="12032" y="11654"/>
                    <a:pt x="12250" y="11654"/>
                  </a:cubicBezTo>
                  <a:cubicBezTo>
                    <a:pt x="12597" y="11654"/>
                    <a:pt x="12919" y="11520"/>
                    <a:pt x="13162" y="11203"/>
                  </a:cubicBezTo>
                  <a:cubicBezTo>
                    <a:pt x="13739" y="10565"/>
                    <a:pt x="13405" y="9775"/>
                    <a:pt x="13770" y="9501"/>
                  </a:cubicBezTo>
                  <a:cubicBezTo>
                    <a:pt x="14165" y="9228"/>
                    <a:pt x="15350" y="8741"/>
                    <a:pt x="15229" y="8164"/>
                  </a:cubicBezTo>
                  <a:cubicBezTo>
                    <a:pt x="15107" y="7617"/>
                    <a:pt x="13983" y="7343"/>
                    <a:pt x="15107" y="6766"/>
                  </a:cubicBezTo>
                  <a:cubicBezTo>
                    <a:pt x="16201" y="6188"/>
                    <a:pt x="17356" y="6097"/>
                    <a:pt x="17387" y="5702"/>
                  </a:cubicBezTo>
                  <a:cubicBezTo>
                    <a:pt x="17417" y="5337"/>
                    <a:pt x="17022" y="4912"/>
                    <a:pt x="15958" y="4243"/>
                  </a:cubicBezTo>
                  <a:cubicBezTo>
                    <a:pt x="14894" y="3513"/>
                    <a:pt x="15046" y="3057"/>
                    <a:pt x="14378" y="2510"/>
                  </a:cubicBezTo>
                  <a:cubicBezTo>
                    <a:pt x="13891" y="2146"/>
                    <a:pt x="12858" y="1598"/>
                    <a:pt x="12068" y="1264"/>
                  </a:cubicBezTo>
                  <a:cubicBezTo>
                    <a:pt x="11916" y="1203"/>
                    <a:pt x="11794" y="1142"/>
                    <a:pt x="11703" y="1112"/>
                  </a:cubicBezTo>
                  <a:cubicBezTo>
                    <a:pt x="11607" y="1074"/>
                    <a:pt x="11511" y="1035"/>
                    <a:pt x="11461" y="1035"/>
                  </a:cubicBezTo>
                  <a:cubicBezTo>
                    <a:pt x="11432" y="1035"/>
                    <a:pt x="11418" y="1048"/>
                    <a:pt x="11429" y="1082"/>
                  </a:cubicBezTo>
                  <a:cubicBezTo>
                    <a:pt x="11299" y="1042"/>
                    <a:pt x="11160" y="1026"/>
                    <a:pt x="11016" y="1026"/>
                  </a:cubicBezTo>
                  <a:cubicBezTo>
                    <a:pt x="10412" y="1026"/>
                    <a:pt x="9716" y="1308"/>
                    <a:pt x="9205" y="1308"/>
                  </a:cubicBezTo>
                  <a:cubicBezTo>
                    <a:pt x="9096" y="1308"/>
                    <a:pt x="8996" y="1295"/>
                    <a:pt x="8906" y="1264"/>
                  </a:cubicBezTo>
                  <a:cubicBezTo>
                    <a:pt x="8876" y="1264"/>
                    <a:pt x="8876" y="1234"/>
                    <a:pt x="8846" y="1234"/>
                  </a:cubicBezTo>
                  <a:cubicBezTo>
                    <a:pt x="8835" y="1234"/>
                    <a:pt x="8760" y="1245"/>
                    <a:pt x="8627" y="1245"/>
                  </a:cubicBezTo>
                  <a:cubicBezTo>
                    <a:pt x="8384" y="1245"/>
                    <a:pt x="7946" y="1207"/>
                    <a:pt x="7356" y="990"/>
                  </a:cubicBezTo>
                  <a:cubicBezTo>
                    <a:pt x="7326" y="960"/>
                    <a:pt x="7235" y="960"/>
                    <a:pt x="7204" y="930"/>
                  </a:cubicBezTo>
                  <a:cubicBezTo>
                    <a:pt x="7022" y="808"/>
                    <a:pt x="6779" y="717"/>
                    <a:pt x="6566" y="565"/>
                  </a:cubicBezTo>
                  <a:cubicBezTo>
                    <a:pt x="6262" y="383"/>
                    <a:pt x="6019" y="231"/>
                    <a:pt x="5806" y="170"/>
                  </a:cubicBezTo>
                  <a:cubicBezTo>
                    <a:pt x="5776" y="170"/>
                    <a:pt x="5715" y="109"/>
                    <a:pt x="5685" y="109"/>
                  </a:cubicBezTo>
                  <a:cubicBezTo>
                    <a:pt x="5480" y="35"/>
                    <a:pt x="5310" y="0"/>
                    <a:pt x="51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109"/>
            <p:cNvSpPr/>
            <p:nvPr/>
          </p:nvSpPr>
          <p:spPr>
            <a:xfrm>
              <a:off x="6117075" y="1325200"/>
              <a:ext cx="192275" cy="100850"/>
            </a:xfrm>
            <a:custGeom>
              <a:avLst/>
              <a:gdLst/>
              <a:ahLst/>
              <a:cxnLst/>
              <a:rect l="l" t="t" r="r" b="b"/>
              <a:pathLst>
                <a:path w="7691" h="4034" extrusionOk="0">
                  <a:moveTo>
                    <a:pt x="3478" y="0"/>
                  </a:moveTo>
                  <a:cubicBezTo>
                    <a:pt x="3281" y="0"/>
                    <a:pt x="3084" y="43"/>
                    <a:pt x="2888" y="148"/>
                  </a:cubicBezTo>
                  <a:cubicBezTo>
                    <a:pt x="2097" y="513"/>
                    <a:pt x="1216" y="391"/>
                    <a:pt x="851" y="1120"/>
                  </a:cubicBezTo>
                  <a:cubicBezTo>
                    <a:pt x="456" y="1850"/>
                    <a:pt x="0" y="2975"/>
                    <a:pt x="1064" y="3552"/>
                  </a:cubicBezTo>
                  <a:cubicBezTo>
                    <a:pt x="1246" y="3674"/>
                    <a:pt x="1398" y="3734"/>
                    <a:pt x="1611" y="3826"/>
                  </a:cubicBezTo>
                  <a:cubicBezTo>
                    <a:pt x="1672" y="3826"/>
                    <a:pt x="1702" y="3856"/>
                    <a:pt x="1763" y="3856"/>
                  </a:cubicBezTo>
                  <a:cubicBezTo>
                    <a:pt x="2059" y="3972"/>
                    <a:pt x="2333" y="4033"/>
                    <a:pt x="2594" y="4033"/>
                  </a:cubicBezTo>
                  <a:cubicBezTo>
                    <a:pt x="2951" y="4033"/>
                    <a:pt x="3284" y="3919"/>
                    <a:pt x="3617" y="3674"/>
                  </a:cubicBezTo>
                  <a:cubicBezTo>
                    <a:pt x="4377" y="3096"/>
                    <a:pt x="4255" y="2610"/>
                    <a:pt x="4255" y="2579"/>
                  </a:cubicBezTo>
                  <a:cubicBezTo>
                    <a:pt x="4255" y="2524"/>
                    <a:pt x="4102" y="1957"/>
                    <a:pt x="4709" y="1957"/>
                  </a:cubicBezTo>
                  <a:cubicBezTo>
                    <a:pt x="4764" y="1957"/>
                    <a:pt x="4826" y="1961"/>
                    <a:pt x="4894" y="1972"/>
                  </a:cubicBezTo>
                  <a:cubicBezTo>
                    <a:pt x="5107" y="2002"/>
                    <a:pt x="5258" y="2032"/>
                    <a:pt x="5350" y="2063"/>
                  </a:cubicBezTo>
                  <a:cubicBezTo>
                    <a:pt x="5410" y="2124"/>
                    <a:pt x="5410" y="2124"/>
                    <a:pt x="5441" y="2124"/>
                  </a:cubicBezTo>
                  <a:cubicBezTo>
                    <a:pt x="5471" y="2154"/>
                    <a:pt x="5532" y="2154"/>
                    <a:pt x="5593" y="2184"/>
                  </a:cubicBezTo>
                  <a:cubicBezTo>
                    <a:pt x="5623" y="2215"/>
                    <a:pt x="5684" y="2215"/>
                    <a:pt x="5745" y="2276"/>
                  </a:cubicBezTo>
                  <a:cubicBezTo>
                    <a:pt x="5745" y="2306"/>
                    <a:pt x="5775" y="2306"/>
                    <a:pt x="5775" y="2306"/>
                  </a:cubicBezTo>
                  <a:cubicBezTo>
                    <a:pt x="5881" y="2341"/>
                    <a:pt x="6006" y="2376"/>
                    <a:pt x="6164" y="2376"/>
                  </a:cubicBezTo>
                  <a:cubicBezTo>
                    <a:pt x="6279" y="2376"/>
                    <a:pt x="6411" y="2357"/>
                    <a:pt x="6566" y="2306"/>
                  </a:cubicBezTo>
                  <a:cubicBezTo>
                    <a:pt x="7447" y="2063"/>
                    <a:pt x="7690" y="1880"/>
                    <a:pt x="7447" y="1698"/>
                  </a:cubicBezTo>
                  <a:cubicBezTo>
                    <a:pt x="7265" y="1546"/>
                    <a:pt x="6626" y="1120"/>
                    <a:pt x="5897" y="817"/>
                  </a:cubicBezTo>
                  <a:cubicBezTo>
                    <a:pt x="5806" y="786"/>
                    <a:pt x="5714" y="756"/>
                    <a:pt x="5623" y="695"/>
                  </a:cubicBezTo>
                  <a:cubicBezTo>
                    <a:pt x="5502" y="665"/>
                    <a:pt x="5410" y="634"/>
                    <a:pt x="5319" y="604"/>
                  </a:cubicBezTo>
                  <a:cubicBezTo>
                    <a:pt x="5198" y="543"/>
                    <a:pt x="5137" y="513"/>
                    <a:pt x="5015" y="482"/>
                  </a:cubicBezTo>
                  <a:cubicBezTo>
                    <a:pt x="4894" y="452"/>
                    <a:pt x="4742" y="361"/>
                    <a:pt x="4651" y="330"/>
                  </a:cubicBezTo>
                  <a:cubicBezTo>
                    <a:pt x="4529" y="300"/>
                    <a:pt x="4377" y="209"/>
                    <a:pt x="4255" y="178"/>
                  </a:cubicBezTo>
                  <a:cubicBezTo>
                    <a:pt x="3996" y="74"/>
                    <a:pt x="3737" y="0"/>
                    <a:pt x="347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109"/>
            <p:cNvSpPr/>
            <p:nvPr/>
          </p:nvSpPr>
          <p:spPr>
            <a:xfrm>
              <a:off x="6102625" y="1426900"/>
              <a:ext cx="161875" cy="200650"/>
            </a:xfrm>
            <a:custGeom>
              <a:avLst/>
              <a:gdLst/>
              <a:ahLst/>
              <a:cxnLst/>
              <a:rect l="l" t="t" r="r" b="b"/>
              <a:pathLst>
                <a:path w="6475" h="8026" extrusionOk="0">
                  <a:moveTo>
                    <a:pt x="1490" y="1"/>
                  </a:moveTo>
                  <a:cubicBezTo>
                    <a:pt x="426" y="305"/>
                    <a:pt x="365" y="1"/>
                    <a:pt x="304" y="639"/>
                  </a:cubicBezTo>
                  <a:cubicBezTo>
                    <a:pt x="274" y="1217"/>
                    <a:pt x="1" y="2159"/>
                    <a:pt x="1034" y="2584"/>
                  </a:cubicBezTo>
                  <a:cubicBezTo>
                    <a:pt x="1034" y="2645"/>
                    <a:pt x="1064" y="2645"/>
                    <a:pt x="1064" y="2645"/>
                  </a:cubicBezTo>
                  <a:cubicBezTo>
                    <a:pt x="1125" y="2645"/>
                    <a:pt x="1156" y="2676"/>
                    <a:pt x="1186" y="2676"/>
                  </a:cubicBezTo>
                  <a:cubicBezTo>
                    <a:pt x="1368" y="2767"/>
                    <a:pt x="1520" y="2828"/>
                    <a:pt x="1672" y="2858"/>
                  </a:cubicBezTo>
                  <a:cubicBezTo>
                    <a:pt x="1824" y="2949"/>
                    <a:pt x="1946" y="2980"/>
                    <a:pt x="2067" y="3010"/>
                  </a:cubicBezTo>
                  <a:cubicBezTo>
                    <a:pt x="2098" y="3010"/>
                    <a:pt x="2128" y="3071"/>
                    <a:pt x="2189" y="3071"/>
                  </a:cubicBezTo>
                  <a:cubicBezTo>
                    <a:pt x="2463" y="3223"/>
                    <a:pt x="2645" y="3314"/>
                    <a:pt x="2706" y="3618"/>
                  </a:cubicBezTo>
                  <a:cubicBezTo>
                    <a:pt x="2858" y="4195"/>
                    <a:pt x="2402" y="4621"/>
                    <a:pt x="2584" y="5563"/>
                  </a:cubicBezTo>
                  <a:cubicBezTo>
                    <a:pt x="2736" y="6354"/>
                    <a:pt x="3587" y="7691"/>
                    <a:pt x="4256" y="7995"/>
                  </a:cubicBezTo>
                  <a:lnTo>
                    <a:pt x="4286" y="7995"/>
                  </a:lnTo>
                  <a:cubicBezTo>
                    <a:pt x="4408" y="8025"/>
                    <a:pt x="4499" y="8025"/>
                    <a:pt x="4590" y="8025"/>
                  </a:cubicBezTo>
                  <a:cubicBezTo>
                    <a:pt x="5320" y="7934"/>
                    <a:pt x="4712" y="6749"/>
                    <a:pt x="5046" y="6323"/>
                  </a:cubicBezTo>
                  <a:cubicBezTo>
                    <a:pt x="5411" y="5898"/>
                    <a:pt x="5988" y="6202"/>
                    <a:pt x="6049" y="5594"/>
                  </a:cubicBezTo>
                  <a:cubicBezTo>
                    <a:pt x="6110" y="4986"/>
                    <a:pt x="6475" y="5381"/>
                    <a:pt x="5776" y="4226"/>
                  </a:cubicBezTo>
                  <a:cubicBezTo>
                    <a:pt x="5107" y="3132"/>
                    <a:pt x="5229" y="2615"/>
                    <a:pt x="4864" y="1885"/>
                  </a:cubicBezTo>
                  <a:cubicBezTo>
                    <a:pt x="4651" y="1460"/>
                    <a:pt x="4347" y="1125"/>
                    <a:pt x="4043" y="1004"/>
                  </a:cubicBezTo>
                  <a:lnTo>
                    <a:pt x="4013" y="1004"/>
                  </a:lnTo>
                  <a:cubicBezTo>
                    <a:pt x="3937" y="974"/>
                    <a:pt x="3846" y="958"/>
                    <a:pt x="3762" y="958"/>
                  </a:cubicBezTo>
                  <a:cubicBezTo>
                    <a:pt x="3678" y="958"/>
                    <a:pt x="3602" y="974"/>
                    <a:pt x="3557" y="1004"/>
                  </a:cubicBezTo>
                  <a:cubicBezTo>
                    <a:pt x="3557" y="1004"/>
                    <a:pt x="3131" y="518"/>
                    <a:pt x="2523" y="244"/>
                  </a:cubicBezTo>
                  <a:cubicBezTo>
                    <a:pt x="2493" y="244"/>
                    <a:pt x="2493" y="214"/>
                    <a:pt x="2432" y="214"/>
                  </a:cubicBezTo>
                  <a:cubicBezTo>
                    <a:pt x="2189" y="92"/>
                    <a:pt x="1824" y="62"/>
                    <a:pt x="149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109"/>
            <p:cNvSpPr/>
            <p:nvPr/>
          </p:nvSpPr>
          <p:spPr>
            <a:xfrm>
              <a:off x="5550950" y="1285575"/>
              <a:ext cx="715075" cy="1422075"/>
            </a:xfrm>
            <a:custGeom>
              <a:avLst/>
              <a:gdLst/>
              <a:ahLst/>
              <a:cxnLst/>
              <a:rect l="l" t="t" r="r" b="b"/>
              <a:pathLst>
                <a:path w="28603" h="56883" extrusionOk="0">
                  <a:moveTo>
                    <a:pt x="6809" y="0"/>
                  </a:moveTo>
                  <a:cubicBezTo>
                    <a:pt x="4347" y="1429"/>
                    <a:pt x="2067" y="3161"/>
                    <a:pt x="0" y="5168"/>
                  </a:cubicBezTo>
                  <a:cubicBezTo>
                    <a:pt x="190" y="5204"/>
                    <a:pt x="391" y="5221"/>
                    <a:pt x="597" y="5221"/>
                  </a:cubicBezTo>
                  <a:cubicBezTo>
                    <a:pt x="1249" y="5221"/>
                    <a:pt x="1960" y="5049"/>
                    <a:pt x="2584" y="4772"/>
                  </a:cubicBezTo>
                  <a:cubicBezTo>
                    <a:pt x="3063" y="4533"/>
                    <a:pt x="3523" y="4419"/>
                    <a:pt x="3969" y="4419"/>
                  </a:cubicBezTo>
                  <a:cubicBezTo>
                    <a:pt x="4315" y="4419"/>
                    <a:pt x="4653" y="4488"/>
                    <a:pt x="4985" y="4620"/>
                  </a:cubicBezTo>
                  <a:cubicBezTo>
                    <a:pt x="5623" y="4924"/>
                    <a:pt x="6201" y="5441"/>
                    <a:pt x="6566" y="6201"/>
                  </a:cubicBezTo>
                  <a:cubicBezTo>
                    <a:pt x="7386" y="7812"/>
                    <a:pt x="8450" y="9514"/>
                    <a:pt x="9271" y="11247"/>
                  </a:cubicBezTo>
                  <a:cubicBezTo>
                    <a:pt x="10061" y="13010"/>
                    <a:pt x="8329" y="14225"/>
                    <a:pt x="7143" y="16232"/>
                  </a:cubicBezTo>
                  <a:cubicBezTo>
                    <a:pt x="5958" y="18207"/>
                    <a:pt x="5471" y="20730"/>
                    <a:pt x="7903" y="23162"/>
                  </a:cubicBezTo>
                  <a:cubicBezTo>
                    <a:pt x="7910" y="23164"/>
                    <a:pt x="7917" y="23165"/>
                    <a:pt x="7924" y="23165"/>
                  </a:cubicBezTo>
                  <a:cubicBezTo>
                    <a:pt x="8018" y="23165"/>
                    <a:pt x="8148" y="22939"/>
                    <a:pt x="7782" y="21277"/>
                  </a:cubicBezTo>
                  <a:cubicBezTo>
                    <a:pt x="7460" y="19748"/>
                    <a:pt x="7753" y="19213"/>
                    <a:pt x="8098" y="19213"/>
                  </a:cubicBezTo>
                  <a:cubicBezTo>
                    <a:pt x="8144" y="19213"/>
                    <a:pt x="8191" y="19223"/>
                    <a:pt x="8237" y="19241"/>
                  </a:cubicBezTo>
                  <a:cubicBezTo>
                    <a:pt x="8359" y="19271"/>
                    <a:pt x="8481" y="19393"/>
                    <a:pt x="8541" y="19514"/>
                  </a:cubicBezTo>
                  <a:cubicBezTo>
                    <a:pt x="8937" y="20061"/>
                    <a:pt x="10730" y="24074"/>
                    <a:pt x="10335" y="24833"/>
                  </a:cubicBezTo>
                  <a:cubicBezTo>
                    <a:pt x="9970" y="25593"/>
                    <a:pt x="9149" y="28025"/>
                    <a:pt x="10456" y="28694"/>
                  </a:cubicBezTo>
                  <a:cubicBezTo>
                    <a:pt x="11733" y="29393"/>
                    <a:pt x="13070" y="31581"/>
                    <a:pt x="13405" y="33435"/>
                  </a:cubicBezTo>
                  <a:cubicBezTo>
                    <a:pt x="13344" y="33496"/>
                    <a:pt x="11824" y="34013"/>
                    <a:pt x="11520" y="35016"/>
                  </a:cubicBezTo>
                  <a:cubicBezTo>
                    <a:pt x="11216" y="35989"/>
                    <a:pt x="9271" y="38846"/>
                    <a:pt x="10456" y="40396"/>
                  </a:cubicBezTo>
                  <a:cubicBezTo>
                    <a:pt x="11642" y="41946"/>
                    <a:pt x="12250" y="41946"/>
                    <a:pt x="11186" y="43922"/>
                  </a:cubicBezTo>
                  <a:cubicBezTo>
                    <a:pt x="10152" y="45958"/>
                    <a:pt x="9666" y="49028"/>
                    <a:pt x="8511" y="49606"/>
                  </a:cubicBezTo>
                  <a:cubicBezTo>
                    <a:pt x="7386" y="50123"/>
                    <a:pt x="7569" y="49697"/>
                    <a:pt x="6535" y="51946"/>
                  </a:cubicBezTo>
                  <a:cubicBezTo>
                    <a:pt x="6505" y="52068"/>
                    <a:pt x="5623" y="53952"/>
                    <a:pt x="6353" y="54712"/>
                  </a:cubicBezTo>
                  <a:cubicBezTo>
                    <a:pt x="6930" y="55381"/>
                    <a:pt x="7934" y="56506"/>
                    <a:pt x="8693" y="56810"/>
                  </a:cubicBezTo>
                  <a:cubicBezTo>
                    <a:pt x="8777" y="56860"/>
                    <a:pt x="8861" y="56882"/>
                    <a:pt x="8939" y="56882"/>
                  </a:cubicBezTo>
                  <a:cubicBezTo>
                    <a:pt x="9004" y="56882"/>
                    <a:pt x="9064" y="56867"/>
                    <a:pt x="9119" y="56840"/>
                  </a:cubicBezTo>
                  <a:cubicBezTo>
                    <a:pt x="9757" y="56597"/>
                    <a:pt x="8085" y="54621"/>
                    <a:pt x="8997" y="53436"/>
                  </a:cubicBezTo>
                  <a:cubicBezTo>
                    <a:pt x="9909" y="52250"/>
                    <a:pt x="14073" y="51642"/>
                    <a:pt x="14621" y="50579"/>
                  </a:cubicBezTo>
                  <a:cubicBezTo>
                    <a:pt x="15198" y="49515"/>
                    <a:pt x="16292" y="48481"/>
                    <a:pt x="17660" y="48086"/>
                  </a:cubicBezTo>
                  <a:cubicBezTo>
                    <a:pt x="17801" y="48030"/>
                    <a:pt x="17930" y="48006"/>
                    <a:pt x="18045" y="48006"/>
                  </a:cubicBezTo>
                  <a:cubicBezTo>
                    <a:pt x="18177" y="48006"/>
                    <a:pt x="18292" y="48037"/>
                    <a:pt x="18390" y="48086"/>
                  </a:cubicBezTo>
                  <a:cubicBezTo>
                    <a:pt x="18542" y="48147"/>
                    <a:pt x="18663" y="48208"/>
                    <a:pt x="18785" y="48329"/>
                  </a:cubicBezTo>
                  <a:cubicBezTo>
                    <a:pt x="18846" y="48451"/>
                    <a:pt x="18967" y="48512"/>
                    <a:pt x="19119" y="48603"/>
                  </a:cubicBezTo>
                  <a:cubicBezTo>
                    <a:pt x="19175" y="48619"/>
                    <a:pt x="19236" y="48629"/>
                    <a:pt x="19303" y="48629"/>
                  </a:cubicBezTo>
                  <a:cubicBezTo>
                    <a:pt x="19491" y="48629"/>
                    <a:pt x="19734" y="48553"/>
                    <a:pt x="20092" y="48329"/>
                  </a:cubicBezTo>
                  <a:cubicBezTo>
                    <a:pt x="21551" y="47387"/>
                    <a:pt x="21216" y="45898"/>
                    <a:pt x="22645" y="44955"/>
                  </a:cubicBezTo>
                  <a:cubicBezTo>
                    <a:pt x="24134" y="43983"/>
                    <a:pt x="25077" y="44621"/>
                    <a:pt x="24742" y="42554"/>
                  </a:cubicBezTo>
                  <a:cubicBezTo>
                    <a:pt x="24438" y="40548"/>
                    <a:pt x="23101" y="38998"/>
                    <a:pt x="23253" y="38177"/>
                  </a:cubicBezTo>
                  <a:cubicBezTo>
                    <a:pt x="23405" y="37387"/>
                    <a:pt x="23101" y="36931"/>
                    <a:pt x="21004" y="36019"/>
                  </a:cubicBezTo>
                  <a:cubicBezTo>
                    <a:pt x="19210" y="35259"/>
                    <a:pt x="19666" y="34043"/>
                    <a:pt x="18116" y="33375"/>
                  </a:cubicBezTo>
                  <a:cubicBezTo>
                    <a:pt x="18086" y="33375"/>
                    <a:pt x="18055" y="33314"/>
                    <a:pt x="17994" y="33314"/>
                  </a:cubicBezTo>
                  <a:cubicBezTo>
                    <a:pt x="17751" y="33223"/>
                    <a:pt x="17387" y="33131"/>
                    <a:pt x="17022" y="33071"/>
                  </a:cubicBezTo>
                  <a:cubicBezTo>
                    <a:pt x="16687" y="32979"/>
                    <a:pt x="16323" y="32919"/>
                    <a:pt x="16080" y="32797"/>
                  </a:cubicBezTo>
                  <a:cubicBezTo>
                    <a:pt x="16019" y="32767"/>
                    <a:pt x="15958" y="32767"/>
                    <a:pt x="15928" y="32706"/>
                  </a:cubicBezTo>
                  <a:cubicBezTo>
                    <a:pt x="13952" y="31885"/>
                    <a:pt x="13648" y="30031"/>
                    <a:pt x="13587" y="28876"/>
                  </a:cubicBezTo>
                  <a:cubicBezTo>
                    <a:pt x="13587" y="27751"/>
                    <a:pt x="13192" y="27174"/>
                    <a:pt x="12493" y="26870"/>
                  </a:cubicBezTo>
                  <a:cubicBezTo>
                    <a:pt x="12432" y="26870"/>
                    <a:pt x="12341" y="26840"/>
                    <a:pt x="12219" y="26779"/>
                  </a:cubicBezTo>
                  <a:cubicBezTo>
                    <a:pt x="11617" y="26505"/>
                    <a:pt x="12173" y="24385"/>
                    <a:pt x="13487" y="24385"/>
                  </a:cubicBezTo>
                  <a:cubicBezTo>
                    <a:pt x="13633" y="24385"/>
                    <a:pt x="13788" y="24411"/>
                    <a:pt x="13952" y="24469"/>
                  </a:cubicBezTo>
                  <a:cubicBezTo>
                    <a:pt x="14560" y="24712"/>
                    <a:pt x="15046" y="25198"/>
                    <a:pt x="15472" y="25624"/>
                  </a:cubicBezTo>
                  <a:cubicBezTo>
                    <a:pt x="15867" y="26019"/>
                    <a:pt x="16232" y="26444"/>
                    <a:pt x="16535" y="26566"/>
                  </a:cubicBezTo>
                  <a:cubicBezTo>
                    <a:pt x="16576" y="26566"/>
                    <a:pt x="16630" y="26580"/>
                    <a:pt x="16680" y="26580"/>
                  </a:cubicBezTo>
                  <a:cubicBezTo>
                    <a:pt x="16704" y="26580"/>
                    <a:pt x="16728" y="26576"/>
                    <a:pt x="16748" y="26566"/>
                  </a:cubicBezTo>
                  <a:cubicBezTo>
                    <a:pt x="17356" y="26384"/>
                    <a:pt x="15654" y="25320"/>
                    <a:pt x="16687" y="24165"/>
                  </a:cubicBezTo>
                  <a:cubicBezTo>
                    <a:pt x="17721" y="23040"/>
                    <a:pt x="17508" y="23587"/>
                    <a:pt x="18815" y="22919"/>
                  </a:cubicBezTo>
                  <a:cubicBezTo>
                    <a:pt x="20092" y="22189"/>
                    <a:pt x="19089" y="22159"/>
                    <a:pt x="20183" y="21581"/>
                  </a:cubicBezTo>
                  <a:cubicBezTo>
                    <a:pt x="21277" y="21004"/>
                    <a:pt x="22037" y="20001"/>
                    <a:pt x="23435" y="19332"/>
                  </a:cubicBezTo>
                  <a:cubicBezTo>
                    <a:pt x="23577" y="19261"/>
                    <a:pt x="23712" y="19236"/>
                    <a:pt x="23840" y="19236"/>
                  </a:cubicBezTo>
                  <a:cubicBezTo>
                    <a:pt x="23987" y="19236"/>
                    <a:pt x="24126" y="19269"/>
                    <a:pt x="24256" y="19301"/>
                  </a:cubicBezTo>
                  <a:cubicBezTo>
                    <a:pt x="24469" y="19393"/>
                    <a:pt x="24621" y="19575"/>
                    <a:pt x="24803" y="19727"/>
                  </a:cubicBezTo>
                  <a:cubicBezTo>
                    <a:pt x="25016" y="19879"/>
                    <a:pt x="25168" y="20031"/>
                    <a:pt x="25381" y="20153"/>
                  </a:cubicBezTo>
                  <a:cubicBezTo>
                    <a:pt x="25458" y="20178"/>
                    <a:pt x="25541" y="20195"/>
                    <a:pt x="25631" y="20195"/>
                  </a:cubicBezTo>
                  <a:cubicBezTo>
                    <a:pt x="25857" y="20195"/>
                    <a:pt x="26127" y="20092"/>
                    <a:pt x="26475" y="19788"/>
                  </a:cubicBezTo>
                  <a:cubicBezTo>
                    <a:pt x="28055" y="18481"/>
                    <a:pt x="28603" y="16353"/>
                    <a:pt x="26779" y="15228"/>
                  </a:cubicBezTo>
                  <a:cubicBezTo>
                    <a:pt x="26019" y="14773"/>
                    <a:pt x="25350" y="14286"/>
                    <a:pt x="24651" y="14013"/>
                  </a:cubicBezTo>
                  <a:cubicBezTo>
                    <a:pt x="24621" y="13982"/>
                    <a:pt x="24560" y="13982"/>
                    <a:pt x="24499" y="13952"/>
                  </a:cubicBezTo>
                  <a:cubicBezTo>
                    <a:pt x="24176" y="13833"/>
                    <a:pt x="23869" y="13761"/>
                    <a:pt x="23579" y="13761"/>
                  </a:cubicBezTo>
                  <a:cubicBezTo>
                    <a:pt x="23051" y="13761"/>
                    <a:pt x="22582" y="14003"/>
                    <a:pt x="22189" y="14651"/>
                  </a:cubicBezTo>
                  <a:cubicBezTo>
                    <a:pt x="21532" y="15691"/>
                    <a:pt x="21023" y="16189"/>
                    <a:pt x="20618" y="16189"/>
                  </a:cubicBezTo>
                  <a:cubicBezTo>
                    <a:pt x="20573" y="16189"/>
                    <a:pt x="20529" y="16183"/>
                    <a:pt x="20487" y="16171"/>
                  </a:cubicBezTo>
                  <a:cubicBezTo>
                    <a:pt x="20244" y="16080"/>
                    <a:pt x="20092" y="15806"/>
                    <a:pt x="19940" y="15411"/>
                  </a:cubicBezTo>
                  <a:cubicBezTo>
                    <a:pt x="19484" y="14073"/>
                    <a:pt x="16535" y="11672"/>
                    <a:pt x="19150" y="10760"/>
                  </a:cubicBezTo>
                  <a:cubicBezTo>
                    <a:pt x="21764" y="9848"/>
                    <a:pt x="22584" y="10487"/>
                    <a:pt x="22189" y="8906"/>
                  </a:cubicBezTo>
                  <a:cubicBezTo>
                    <a:pt x="21885" y="7660"/>
                    <a:pt x="21460" y="6049"/>
                    <a:pt x="21216" y="5927"/>
                  </a:cubicBezTo>
                  <a:cubicBezTo>
                    <a:pt x="21207" y="5924"/>
                    <a:pt x="21198" y="5923"/>
                    <a:pt x="21189" y="5923"/>
                  </a:cubicBezTo>
                  <a:cubicBezTo>
                    <a:pt x="21113" y="5923"/>
                    <a:pt x="21058" y="6040"/>
                    <a:pt x="21004" y="6231"/>
                  </a:cubicBezTo>
                  <a:cubicBezTo>
                    <a:pt x="20851" y="7119"/>
                    <a:pt x="20614" y="8156"/>
                    <a:pt x="19762" y="8156"/>
                  </a:cubicBezTo>
                  <a:cubicBezTo>
                    <a:pt x="19594" y="8156"/>
                    <a:pt x="19401" y="8115"/>
                    <a:pt x="19180" y="8025"/>
                  </a:cubicBezTo>
                  <a:cubicBezTo>
                    <a:pt x="17873" y="7386"/>
                    <a:pt x="16019" y="6809"/>
                    <a:pt x="15684" y="5867"/>
                  </a:cubicBezTo>
                  <a:cubicBezTo>
                    <a:pt x="15380" y="4985"/>
                    <a:pt x="14681" y="3891"/>
                    <a:pt x="13800" y="3557"/>
                  </a:cubicBezTo>
                  <a:cubicBezTo>
                    <a:pt x="13557" y="3465"/>
                    <a:pt x="13253" y="3344"/>
                    <a:pt x="12766" y="3161"/>
                  </a:cubicBezTo>
                  <a:cubicBezTo>
                    <a:pt x="12736" y="3131"/>
                    <a:pt x="12645" y="3131"/>
                    <a:pt x="12584" y="3101"/>
                  </a:cubicBezTo>
                  <a:cubicBezTo>
                    <a:pt x="11939" y="2852"/>
                    <a:pt x="11233" y="2604"/>
                    <a:pt x="10830" y="2604"/>
                  </a:cubicBezTo>
                  <a:cubicBezTo>
                    <a:pt x="10739" y="2604"/>
                    <a:pt x="10664" y="2617"/>
                    <a:pt x="10608" y="2645"/>
                  </a:cubicBezTo>
                  <a:cubicBezTo>
                    <a:pt x="10245" y="2827"/>
                    <a:pt x="10068" y="3076"/>
                    <a:pt x="9709" y="3076"/>
                  </a:cubicBezTo>
                  <a:cubicBezTo>
                    <a:pt x="9589" y="3076"/>
                    <a:pt x="9447" y="3048"/>
                    <a:pt x="9271" y="2979"/>
                  </a:cubicBezTo>
                  <a:cubicBezTo>
                    <a:pt x="9241" y="2918"/>
                    <a:pt x="8602" y="2098"/>
                    <a:pt x="7569" y="760"/>
                  </a:cubicBezTo>
                  <a:cubicBezTo>
                    <a:pt x="7386" y="547"/>
                    <a:pt x="7113" y="274"/>
                    <a:pt x="680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6">
  <p:cSld name="CUSTOM_55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110"/>
          <p:cNvSpPr/>
          <p:nvPr/>
        </p:nvSpPr>
        <p:spPr>
          <a:xfrm rot="288678" flipH="1">
            <a:off x="-1260167" y="932436"/>
            <a:ext cx="4658411" cy="4765187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9" name="Google Shape;1969;p110"/>
          <p:cNvSpPr/>
          <p:nvPr/>
        </p:nvSpPr>
        <p:spPr>
          <a:xfrm>
            <a:off x="2133225" y="276648"/>
            <a:ext cx="1522302" cy="1342795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0" name="Google Shape;1970;p110"/>
          <p:cNvGrpSpPr/>
          <p:nvPr/>
        </p:nvGrpSpPr>
        <p:grpSpPr>
          <a:xfrm>
            <a:off x="713218" y="2026831"/>
            <a:ext cx="2270935" cy="2260334"/>
            <a:chOff x="6762468" y="1386456"/>
            <a:chExt cx="2270935" cy="2260334"/>
          </a:xfrm>
        </p:grpSpPr>
        <p:sp>
          <p:nvSpPr>
            <p:cNvPr id="1971" name="Google Shape;1971;p110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110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110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110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110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110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110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110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110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110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110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110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110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110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110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110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110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110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110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110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110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110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110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110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110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110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110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110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110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110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110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110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110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7">
  <p:cSld name="CUSTOM_56">
    <p:spTree>
      <p:nvGrpSpPr>
        <p:cNvPr id="1" name="Shape 2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" name="Google Shape;2005;p111"/>
          <p:cNvSpPr/>
          <p:nvPr/>
        </p:nvSpPr>
        <p:spPr>
          <a:xfrm>
            <a:off x="4641450" y="534225"/>
            <a:ext cx="3513000" cy="403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006" name="Google Shape;2006;p111"/>
          <p:cNvSpPr/>
          <p:nvPr/>
        </p:nvSpPr>
        <p:spPr>
          <a:xfrm>
            <a:off x="7751050" y="3432419"/>
            <a:ext cx="764314" cy="674188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07" name="Google Shape;2007;p111"/>
          <p:cNvGrpSpPr/>
          <p:nvPr/>
        </p:nvGrpSpPr>
        <p:grpSpPr>
          <a:xfrm>
            <a:off x="-380995" y="-80449"/>
            <a:ext cx="2277317" cy="5304377"/>
            <a:chOff x="224725" y="566950"/>
            <a:chExt cx="1850875" cy="4311100"/>
          </a:xfrm>
        </p:grpSpPr>
        <p:sp>
          <p:nvSpPr>
            <p:cNvPr id="2008" name="Google Shape;2008;p111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111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111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111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111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111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111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111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111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111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111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111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111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111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111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111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111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111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111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111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111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111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111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111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2" name="Google Shape;2032;p111"/>
          <p:cNvSpPr/>
          <p:nvPr/>
        </p:nvSpPr>
        <p:spPr>
          <a:xfrm>
            <a:off x="2025295" y="640223"/>
            <a:ext cx="1915200" cy="191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3" name="Google Shape;2033;p111"/>
          <p:cNvGrpSpPr/>
          <p:nvPr/>
        </p:nvGrpSpPr>
        <p:grpSpPr>
          <a:xfrm>
            <a:off x="2794804" y="1419152"/>
            <a:ext cx="1830972" cy="1822411"/>
            <a:chOff x="2414491" y="671177"/>
            <a:chExt cx="1830972" cy="1822411"/>
          </a:xfrm>
        </p:grpSpPr>
        <p:sp>
          <p:nvSpPr>
            <p:cNvPr id="2034" name="Google Shape;2034;p111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111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111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111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111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111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111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111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111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111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111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111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111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111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111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111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111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111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111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111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111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111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111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111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111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111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111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111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111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111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111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111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111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111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8">
  <p:cSld name="CUSTOM_56_1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12"/>
          <p:cNvSpPr/>
          <p:nvPr/>
        </p:nvSpPr>
        <p:spPr>
          <a:xfrm>
            <a:off x="4641450" y="534225"/>
            <a:ext cx="3513000" cy="403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070" name="Google Shape;2070;p112"/>
          <p:cNvSpPr/>
          <p:nvPr/>
        </p:nvSpPr>
        <p:spPr>
          <a:xfrm rot="10800000">
            <a:off x="-1183925" y="-623592"/>
            <a:ext cx="4913539" cy="3022943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1" name="Google Shape;2071;p112"/>
          <p:cNvSpPr/>
          <p:nvPr/>
        </p:nvSpPr>
        <p:spPr>
          <a:xfrm>
            <a:off x="1860975" y="1631350"/>
            <a:ext cx="1758151" cy="2296225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2" name="Google Shape;2072;p112"/>
          <p:cNvSpPr/>
          <p:nvPr/>
        </p:nvSpPr>
        <p:spPr>
          <a:xfrm rot="-1848056" flipH="1">
            <a:off x="3421950" y="2383786"/>
            <a:ext cx="1938888" cy="3305698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3" name="Google Shape;2073;p112"/>
          <p:cNvSpPr/>
          <p:nvPr/>
        </p:nvSpPr>
        <p:spPr>
          <a:xfrm rot="10800000">
            <a:off x="-892221" y="2755207"/>
            <a:ext cx="3210883" cy="3197570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9">
  <p:cSld name="CUSTOM_57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5" name="Google Shape;2075;p113"/>
          <p:cNvSpPr/>
          <p:nvPr/>
        </p:nvSpPr>
        <p:spPr>
          <a:xfrm flipH="1">
            <a:off x="1008588" y="534225"/>
            <a:ext cx="3513000" cy="403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076" name="Google Shape;2076;p113"/>
          <p:cNvSpPr/>
          <p:nvPr/>
        </p:nvSpPr>
        <p:spPr>
          <a:xfrm rot="-5400000" flipH="1">
            <a:off x="5336828" y="1091734"/>
            <a:ext cx="4906632" cy="3196913"/>
          </a:xfrm>
          <a:custGeom>
            <a:avLst/>
            <a:gdLst/>
            <a:ahLst/>
            <a:cxnLst/>
            <a:rect l="l" t="t" r="r" b="b"/>
            <a:pathLst>
              <a:path w="142469" h="136664" extrusionOk="0">
                <a:moveTo>
                  <a:pt x="97052" y="0"/>
                </a:moveTo>
                <a:cubicBezTo>
                  <a:pt x="94985" y="0"/>
                  <a:pt x="92658" y="685"/>
                  <a:pt x="89955" y="2065"/>
                </a:cubicBezTo>
                <a:cubicBezTo>
                  <a:pt x="76197" y="9104"/>
                  <a:pt x="81149" y="14564"/>
                  <a:pt x="82755" y="40634"/>
                </a:cubicBezTo>
                <a:cubicBezTo>
                  <a:pt x="85458" y="83646"/>
                  <a:pt x="12896" y="58112"/>
                  <a:pt x="4519" y="103881"/>
                </a:cubicBezTo>
                <a:cubicBezTo>
                  <a:pt x="0" y="128495"/>
                  <a:pt x="10558" y="136664"/>
                  <a:pt x="39417" y="136664"/>
                </a:cubicBezTo>
                <a:cubicBezTo>
                  <a:pt x="47997" y="136664"/>
                  <a:pt x="58195" y="135942"/>
                  <a:pt x="70095" y="134715"/>
                </a:cubicBezTo>
                <a:cubicBezTo>
                  <a:pt x="122047" y="129389"/>
                  <a:pt x="142469" y="101392"/>
                  <a:pt x="125767" y="56907"/>
                </a:cubicBezTo>
                <a:cubicBezTo>
                  <a:pt x="111706" y="19432"/>
                  <a:pt x="108060" y="0"/>
                  <a:pt x="9705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7" name="Google Shape;2077;p113"/>
          <p:cNvSpPr/>
          <p:nvPr/>
        </p:nvSpPr>
        <p:spPr>
          <a:xfrm flipH="1">
            <a:off x="3423660" y="3435644"/>
            <a:ext cx="1419128" cy="1251787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8" name="Google Shape;2078;p113"/>
          <p:cNvGrpSpPr/>
          <p:nvPr/>
        </p:nvGrpSpPr>
        <p:grpSpPr>
          <a:xfrm flipH="1">
            <a:off x="4535411" y="548656"/>
            <a:ext cx="2270935" cy="2260334"/>
            <a:chOff x="6762468" y="1386456"/>
            <a:chExt cx="2270935" cy="2260334"/>
          </a:xfrm>
        </p:grpSpPr>
        <p:sp>
          <p:nvSpPr>
            <p:cNvPr id="2079" name="Google Shape;2079;p113"/>
            <p:cNvSpPr/>
            <p:nvPr/>
          </p:nvSpPr>
          <p:spPr>
            <a:xfrm>
              <a:off x="6762468" y="1386456"/>
              <a:ext cx="2270935" cy="2260292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113"/>
            <p:cNvSpPr/>
            <p:nvPr/>
          </p:nvSpPr>
          <p:spPr>
            <a:xfrm>
              <a:off x="7236329" y="1587480"/>
              <a:ext cx="12035" cy="9350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113"/>
            <p:cNvSpPr/>
            <p:nvPr/>
          </p:nvSpPr>
          <p:spPr>
            <a:xfrm>
              <a:off x="7364144" y="1394464"/>
              <a:ext cx="356781" cy="300882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113"/>
            <p:cNvSpPr/>
            <p:nvPr/>
          </p:nvSpPr>
          <p:spPr>
            <a:xfrm>
              <a:off x="7836713" y="1386456"/>
              <a:ext cx="358124" cy="308889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113"/>
            <p:cNvSpPr/>
            <p:nvPr/>
          </p:nvSpPr>
          <p:spPr>
            <a:xfrm>
              <a:off x="8310574" y="1516908"/>
              <a:ext cx="135819" cy="79920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113"/>
            <p:cNvSpPr/>
            <p:nvPr/>
          </p:nvSpPr>
          <p:spPr>
            <a:xfrm>
              <a:off x="8484940" y="1543565"/>
              <a:ext cx="8057" cy="151784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113"/>
            <p:cNvSpPr/>
            <p:nvPr/>
          </p:nvSpPr>
          <p:spPr>
            <a:xfrm>
              <a:off x="6838311" y="2099984"/>
              <a:ext cx="2735" cy="537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113"/>
            <p:cNvSpPr/>
            <p:nvPr/>
          </p:nvSpPr>
          <p:spPr>
            <a:xfrm>
              <a:off x="7012727" y="1801781"/>
              <a:ext cx="2686" cy="273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113"/>
            <p:cNvSpPr/>
            <p:nvPr/>
          </p:nvSpPr>
          <p:spPr>
            <a:xfrm>
              <a:off x="6912862" y="1942876"/>
              <a:ext cx="102548" cy="63956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113"/>
            <p:cNvSpPr/>
            <p:nvPr/>
          </p:nvSpPr>
          <p:spPr>
            <a:xfrm>
              <a:off x="7131192" y="1696645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113"/>
            <p:cNvSpPr/>
            <p:nvPr/>
          </p:nvSpPr>
          <p:spPr>
            <a:xfrm>
              <a:off x="7603761" y="1696645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113"/>
            <p:cNvSpPr/>
            <p:nvPr/>
          </p:nvSpPr>
          <p:spPr>
            <a:xfrm>
              <a:off x="8077622" y="1696645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113"/>
            <p:cNvSpPr/>
            <p:nvPr/>
          </p:nvSpPr>
          <p:spPr>
            <a:xfrm>
              <a:off x="8550190" y="1736581"/>
              <a:ext cx="356781" cy="367424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113"/>
            <p:cNvSpPr/>
            <p:nvPr/>
          </p:nvSpPr>
          <p:spPr>
            <a:xfrm>
              <a:off x="6891576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113"/>
            <p:cNvSpPr/>
            <p:nvPr/>
          </p:nvSpPr>
          <p:spPr>
            <a:xfrm>
              <a:off x="7364144" y="2115948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113"/>
            <p:cNvSpPr/>
            <p:nvPr/>
          </p:nvSpPr>
          <p:spPr>
            <a:xfrm>
              <a:off x="7836713" y="2115948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113"/>
            <p:cNvSpPr/>
            <p:nvPr/>
          </p:nvSpPr>
          <p:spPr>
            <a:xfrm>
              <a:off x="8310574" y="2114606"/>
              <a:ext cx="356781" cy="408702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113"/>
            <p:cNvSpPr/>
            <p:nvPr/>
          </p:nvSpPr>
          <p:spPr>
            <a:xfrm>
              <a:off x="8783142" y="2114606"/>
              <a:ext cx="239661" cy="408702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113"/>
            <p:cNvSpPr/>
            <p:nvPr/>
          </p:nvSpPr>
          <p:spPr>
            <a:xfrm>
              <a:off x="6773111" y="2511280"/>
              <a:ext cx="242297" cy="40735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113"/>
            <p:cNvSpPr/>
            <p:nvPr/>
          </p:nvSpPr>
          <p:spPr>
            <a:xfrm>
              <a:off x="713119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113"/>
            <p:cNvSpPr/>
            <p:nvPr/>
          </p:nvSpPr>
          <p:spPr>
            <a:xfrm>
              <a:off x="7603761" y="2511280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113"/>
            <p:cNvSpPr/>
            <p:nvPr/>
          </p:nvSpPr>
          <p:spPr>
            <a:xfrm>
              <a:off x="8077622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113"/>
            <p:cNvSpPr/>
            <p:nvPr/>
          </p:nvSpPr>
          <p:spPr>
            <a:xfrm>
              <a:off x="8550190" y="2511280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113"/>
            <p:cNvSpPr/>
            <p:nvPr/>
          </p:nvSpPr>
          <p:spPr>
            <a:xfrm>
              <a:off x="6891576" y="2934613"/>
              <a:ext cx="356781" cy="363445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113"/>
            <p:cNvSpPr/>
            <p:nvPr/>
          </p:nvSpPr>
          <p:spPr>
            <a:xfrm>
              <a:off x="736414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113"/>
            <p:cNvSpPr/>
            <p:nvPr/>
          </p:nvSpPr>
          <p:spPr>
            <a:xfrm>
              <a:off x="7836713" y="2934613"/>
              <a:ext cx="358124" cy="40735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113"/>
            <p:cNvSpPr/>
            <p:nvPr/>
          </p:nvSpPr>
          <p:spPr>
            <a:xfrm>
              <a:off x="8310574" y="2934613"/>
              <a:ext cx="356781" cy="40735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113"/>
            <p:cNvSpPr/>
            <p:nvPr/>
          </p:nvSpPr>
          <p:spPr>
            <a:xfrm>
              <a:off x="8783142" y="3033085"/>
              <a:ext cx="97227" cy="6127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113"/>
            <p:cNvSpPr/>
            <p:nvPr/>
          </p:nvSpPr>
          <p:spPr>
            <a:xfrm>
              <a:off x="7345494" y="3428467"/>
              <a:ext cx="142484" cy="85242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113"/>
            <p:cNvSpPr/>
            <p:nvPr/>
          </p:nvSpPr>
          <p:spPr>
            <a:xfrm>
              <a:off x="7305558" y="3329945"/>
              <a:ext cx="8057" cy="161133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113"/>
            <p:cNvSpPr/>
            <p:nvPr/>
          </p:nvSpPr>
          <p:spPr>
            <a:xfrm>
              <a:off x="7603761" y="3329945"/>
              <a:ext cx="358124" cy="316846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113"/>
            <p:cNvSpPr/>
            <p:nvPr/>
          </p:nvSpPr>
          <p:spPr>
            <a:xfrm>
              <a:off x="8077622" y="3329945"/>
              <a:ext cx="356781" cy="307546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113"/>
            <p:cNvSpPr/>
            <p:nvPr/>
          </p:nvSpPr>
          <p:spPr>
            <a:xfrm>
              <a:off x="8550190" y="3428467"/>
              <a:ext cx="16014" cy="12035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0">
  <p:cSld name="CUSTOM_58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114"/>
          <p:cNvSpPr/>
          <p:nvPr/>
        </p:nvSpPr>
        <p:spPr>
          <a:xfrm flipH="1">
            <a:off x="1008588" y="534225"/>
            <a:ext cx="3513000" cy="403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114" name="Google Shape;2114;p114"/>
          <p:cNvSpPr/>
          <p:nvPr/>
        </p:nvSpPr>
        <p:spPr>
          <a:xfrm rot="-2266405" flipH="1">
            <a:off x="6427723" y="2503263"/>
            <a:ext cx="1938828" cy="3305595"/>
          </a:xfrm>
          <a:custGeom>
            <a:avLst/>
            <a:gdLst/>
            <a:ahLst/>
            <a:cxnLst/>
            <a:rect l="l" t="t" r="r" b="b"/>
            <a:pathLst>
              <a:path w="19210" h="32752" extrusionOk="0">
                <a:moveTo>
                  <a:pt x="14053" y="490"/>
                </a:moveTo>
                <a:lnTo>
                  <a:pt x="14053" y="490"/>
                </a:lnTo>
                <a:cubicBezTo>
                  <a:pt x="14026" y="597"/>
                  <a:pt x="13999" y="758"/>
                  <a:pt x="13972" y="918"/>
                </a:cubicBezTo>
                <a:cubicBezTo>
                  <a:pt x="13972" y="865"/>
                  <a:pt x="13972" y="838"/>
                  <a:pt x="13946" y="838"/>
                </a:cubicBezTo>
                <a:cubicBezTo>
                  <a:pt x="13972" y="731"/>
                  <a:pt x="14026" y="597"/>
                  <a:pt x="14053" y="490"/>
                </a:cubicBezTo>
                <a:close/>
                <a:moveTo>
                  <a:pt x="13651" y="1560"/>
                </a:moveTo>
                <a:lnTo>
                  <a:pt x="13651" y="1560"/>
                </a:lnTo>
                <a:cubicBezTo>
                  <a:pt x="13276" y="3862"/>
                  <a:pt x="12045" y="5923"/>
                  <a:pt x="11189" y="8038"/>
                </a:cubicBezTo>
                <a:cubicBezTo>
                  <a:pt x="10522" y="9665"/>
                  <a:pt x="10466" y="11531"/>
                  <a:pt x="10493" y="13318"/>
                </a:cubicBezTo>
                <a:lnTo>
                  <a:pt x="10493" y="13318"/>
                </a:lnTo>
                <a:cubicBezTo>
                  <a:pt x="10490" y="13217"/>
                  <a:pt x="10464" y="13118"/>
                  <a:pt x="10439" y="13043"/>
                </a:cubicBezTo>
                <a:cubicBezTo>
                  <a:pt x="10091" y="10634"/>
                  <a:pt x="9904" y="8412"/>
                  <a:pt x="11001" y="6191"/>
                </a:cubicBezTo>
                <a:cubicBezTo>
                  <a:pt x="11724" y="4772"/>
                  <a:pt x="12714" y="3541"/>
                  <a:pt x="13410" y="2123"/>
                </a:cubicBezTo>
                <a:cubicBezTo>
                  <a:pt x="13491" y="1935"/>
                  <a:pt x="13571" y="1748"/>
                  <a:pt x="13651" y="1560"/>
                </a:cubicBezTo>
                <a:close/>
                <a:moveTo>
                  <a:pt x="13972" y="945"/>
                </a:moveTo>
                <a:lnTo>
                  <a:pt x="13972" y="945"/>
                </a:lnTo>
                <a:cubicBezTo>
                  <a:pt x="13972" y="1079"/>
                  <a:pt x="13946" y="1212"/>
                  <a:pt x="13946" y="1346"/>
                </a:cubicBezTo>
                <a:cubicBezTo>
                  <a:pt x="13946" y="2524"/>
                  <a:pt x="13758" y="3702"/>
                  <a:pt x="13517" y="4853"/>
                </a:cubicBezTo>
                <a:cubicBezTo>
                  <a:pt x="12821" y="7877"/>
                  <a:pt x="11376" y="10580"/>
                  <a:pt x="10760" y="13605"/>
                </a:cubicBezTo>
                <a:cubicBezTo>
                  <a:pt x="10787" y="11357"/>
                  <a:pt x="10921" y="9189"/>
                  <a:pt x="11858" y="7074"/>
                </a:cubicBezTo>
                <a:cubicBezTo>
                  <a:pt x="12741" y="5094"/>
                  <a:pt x="13785" y="3140"/>
                  <a:pt x="13972" y="945"/>
                </a:cubicBezTo>
                <a:close/>
                <a:moveTo>
                  <a:pt x="5002" y="14350"/>
                </a:moveTo>
                <a:cubicBezTo>
                  <a:pt x="5585" y="14350"/>
                  <a:pt x="6085" y="14646"/>
                  <a:pt x="6746" y="15104"/>
                </a:cubicBezTo>
                <a:cubicBezTo>
                  <a:pt x="6879" y="15184"/>
                  <a:pt x="7013" y="15264"/>
                  <a:pt x="7147" y="15372"/>
                </a:cubicBezTo>
                <a:cubicBezTo>
                  <a:pt x="6694" y="15252"/>
                  <a:pt x="6232" y="15200"/>
                  <a:pt x="5767" y="15200"/>
                </a:cubicBezTo>
                <a:cubicBezTo>
                  <a:pt x="4364" y="15200"/>
                  <a:pt x="2927" y="15672"/>
                  <a:pt x="1580" y="16174"/>
                </a:cubicBezTo>
                <a:cubicBezTo>
                  <a:pt x="2329" y="15666"/>
                  <a:pt x="3025" y="15077"/>
                  <a:pt x="3855" y="14676"/>
                </a:cubicBezTo>
                <a:cubicBezTo>
                  <a:pt x="4297" y="14450"/>
                  <a:pt x="4663" y="14350"/>
                  <a:pt x="5002" y="14350"/>
                </a:cubicBezTo>
                <a:close/>
                <a:moveTo>
                  <a:pt x="5753" y="15432"/>
                </a:moveTo>
                <a:cubicBezTo>
                  <a:pt x="6514" y="15432"/>
                  <a:pt x="7262" y="15581"/>
                  <a:pt x="7977" y="15960"/>
                </a:cubicBezTo>
                <a:cubicBezTo>
                  <a:pt x="8619" y="16389"/>
                  <a:pt x="9208" y="16870"/>
                  <a:pt x="9743" y="17406"/>
                </a:cubicBezTo>
                <a:cubicBezTo>
                  <a:pt x="8352" y="16737"/>
                  <a:pt x="6906" y="16389"/>
                  <a:pt x="5381" y="16335"/>
                </a:cubicBezTo>
                <a:lnTo>
                  <a:pt x="4765" y="16335"/>
                </a:lnTo>
                <a:cubicBezTo>
                  <a:pt x="3828" y="16335"/>
                  <a:pt x="2918" y="16469"/>
                  <a:pt x="1981" y="16576"/>
                </a:cubicBezTo>
                <a:cubicBezTo>
                  <a:pt x="1633" y="16603"/>
                  <a:pt x="1312" y="16629"/>
                  <a:pt x="964" y="16656"/>
                </a:cubicBezTo>
                <a:cubicBezTo>
                  <a:pt x="2489" y="16094"/>
                  <a:pt x="4149" y="15432"/>
                  <a:pt x="5753" y="15432"/>
                </a:cubicBezTo>
                <a:close/>
                <a:moveTo>
                  <a:pt x="18748" y="11060"/>
                </a:moveTo>
                <a:cubicBezTo>
                  <a:pt x="18737" y="11089"/>
                  <a:pt x="18737" y="11129"/>
                  <a:pt x="18737" y="11169"/>
                </a:cubicBezTo>
                <a:cubicBezTo>
                  <a:pt x="18603" y="11892"/>
                  <a:pt x="18442" y="12588"/>
                  <a:pt x="18282" y="13284"/>
                </a:cubicBezTo>
                <a:cubicBezTo>
                  <a:pt x="17907" y="14729"/>
                  <a:pt x="17291" y="16255"/>
                  <a:pt x="16087" y="17165"/>
                </a:cubicBezTo>
                <a:cubicBezTo>
                  <a:pt x="14963" y="17995"/>
                  <a:pt x="13223" y="18289"/>
                  <a:pt x="12045" y="19119"/>
                </a:cubicBezTo>
                <a:cubicBezTo>
                  <a:pt x="12473" y="18342"/>
                  <a:pt x="12955" y="17700"/>
                  <a:pt x="13785" y="17218"/>
                </a:cubicBezTo>
                <a:cubicBezTo>
                  <a:pt x="14508" y="16790"/>
                  <a:pt x="15257" y="16469"/>
                  <a:pt x="15873" y="15907"/>
                </a:cubicBezTo>
                <a:cubicBezTo>
                  <a:pt x="16542" y="15291"/>
                  <a:pt x="17077" y="14408"/>
                  <a:pt x="17532" y="13659"/>
                </a:cubicBezTo>
                <a:cubicBezTo>
                  <a:pt x="18036" y="12864"/>
                  <a:pt x="18250" y="11859"/>
                  <a:pt x="18748" y="11060"/>
                </a:cubicBezTo>
                <a:close/>
                <a:moveTo>
                  <a:pt x="18549" y="10928"/>
                </a:moveTo>
                <a:lnTo>
                  <a:pt x="18549" y="10928"/>
                </a:lnTo>
                <a:cubicBezTo>
                  <a:pt x="18201" y="11517"/>
                  <a:pt x="18014" y="12213"/>
                  <a:pt x="17693" y="12856"/>
                </a:cubicBezTo>
                <a:cubicBezTo>
                  <a:pt x="17184" y="13899"/>
                  <a:pt x="16488" y="14863"/>
                  <a:pt x="15712" y="15719"/>
                </a:cubicBezTo>
                <a:cubicBezTo>
                  <a:pt x="15016" y="16469"/>
                  <a:pt x="13919" y="16844"/>
                  <a:pt x="13062" y="17379"/>
                </a:cubicBezTo>
                <a:cubicBezTo>
                  <a:pt x="12313" y="17861"/>
                  <a:pt x="11911" y="18798"/>
                  <a:pt x="11510" y="19547"/>
                </a:cubicBezTo>
                <a:cubicBezTo>
                  <a:pt x="11485" y="19571"/>
                  <a:pt x="11461" y="19573"/>
                  <a:pt x="11457" y="19594"/>
                </a:cubicBezTo>
                <a:lnTo>
                  <a:pt x="11457" y="19594"/>
                </a:lnTo>
                <a:cubicBezTo>
                  <a:pt x="11836" y="15557"/>
                  <a:pt x="16249" y="13818"/>
                  <a:pt x="18549" y="10928"/>
                </a:cubicBezTo>
                <a:close/>
                <a:moveTo>
                  <a:pt x="6505" y="16683"/>
                </a:moveTo>
                <a:lnTo>
                  <a:pt x="6505" y="16683"/>
                </a:lnTo>
                <a:cubicBezTo>
                  <a:pt x="7763" y="16844"/>
                  <a:pt x="8994" y="17245"/>
                  <a:pt x="10145" y="17914"/>
                </a:cubicBezTo>
                <a:cubicBezTo>
                  <a:pt x="10573" y="18450"/>
                  <a:pt x="10921" y="19065"/>
                  <a:pt x="11135" y="19788"/>
                </a:cubicBezTo>
                <a:cubicBezTo>
                  <a:pt x="9315" y="19172"/>
                  <a:pt x="8191" y="17432"/>
                  <a:pt x="6505" y="16683"/>
                </a:cubicBezTo>
                <a:close/>
                <a:moveTo>
                  <a:pt x="6772" y="20270"/>
                </a:moveTo>
                <a:cubicBezTo>
                  <a:pt x="7736" y="21581"/>
                  <a:pt x="9342" y="22384"/>
                  <a:pt x="10466" y="23535"/>
                </a:cubicBezTo>
                <a:cubicBezTo>
                  <a:pt x="9074" y="22598"/>
                  <a:pt x="7120" y="22331"/>
                  <a:pt x="6826" y="20350"/>
                </a:cubicBezTo>
                <a:cubicBezTo>
                  <a:pt x="6799" y="20323"/>
                  <a:pt x="6772" y="20296"/>
                  <a:pt x="6746" y="20270"/>
                </a:cubicBezTo>
                <a:close/>
                <a:moveTo>
                  <a:pt x="16221" y="20698"/>
                </a:moveTo>
                <a:cubicBezTo>
                  <a:pt x="15685" y="21635"/>
                  <a:pt x="14267" y="22304"/>
                  <a:pt x="13464" y="22812"/>
                </a:cubicBezTo>
                <a:cubicBezTo>
                  <a:pt x="12955" y="23187"/>
                  <a:pt x="12233" y="23615"/>
                  <a:pt x="11831" y="24177"/>
                </a:cubicBezTo>
                <a:cubicBezTo>
                  <a:pt x="12286" y="22357"/>
                  <a:pt x="14722" y="21768"/>
                  <a:pt x="16221" y="20698"/>
                </a:cubicBezTo>
                <a:close/>
                <a:moveTo>
                  <a:pt x="6692" y="20939"/>
                </a:moveTo>
                <a:cubicBezTo>
                  <a:pt x="7388" y="22893"/>
                  <a:pt x="9957" y="22866"/>
                  <a:pt x="11135" y="24445"/>
                </a:cubicBezTo>
                <a:cubicBezTo>
                  <a:pt x="9395" y="23481"/>
                  <a:pt x="6772" y="23080"/>
                  <a:pt x="6692" y="20939"/>
                </a:cubicBezTo>
                <a:close/>
                <a:moveTo>
                  <a:pt x="16194" y="21126"/>
                </a:moveTo>
                <a:cubicBezTo>
                  <a:pt x="15766" y="22304"/>
                  <a:pt x="14749" y="22919"/>
                  <a:pt x="13571" y="23455"/>
                </a:cubicBezTo>
                <a:cubicBezTo>
                  <a:pt x="12982" y="23722"/>
                  <a:pt x="12393" y="24017"/>
                  <a:pt x="11938" y="24445"/>
                </a:cubicBezTo>
                <a:cubicBezTo>
                  <a:pt x="12447" y="23562"/>
                  <a:pt x="13785" y="22919"/>
                  <a:pt x="14534" y="22411"/>
                </a:cubicBezTo>
                <a:cubicBezTo>
                  <a:pt x="15070" y="22063"/>
                  <a:pt x="15739" y="21661"/>
                  <a:pt x="16194" y="21126"/>
                </a:cubicBezTo>
                <a:close/>
                <a:moveTo>
                  <a:pt x="14048" y="0"/>
                </a:moveTo>
                <a:cubicBezTo>
                  <a:pt x="14002" y="0"/>
                  <a:pt x="13958" y="28"/>
                  <a:pt x="13946" y="88"/>
                </a:cubicBezTo>
                <a:cubicBezTo>
                  <a:pt x="13196" y="2390"/>
                  <a:pt x="11751" y="4183"/>
                  <a:pt x="10680" y="6298"/>
                </a:cubicBezTo>
                <a:cubicBezTo>
                  <a:pt x="9610" y="8466"/>
                  <a:pt x="9877" y="10795"/>
                  <a:pt x="10225" y="13096"/>
                </a:cubicBezTo>
                <a:cubicBezTo>
                  <a:pt x="10305" y="13766"/>
                  <a:pt x="10413" y="14435"/>
                  <a:pt x="10520" y="15104"/>
                </a:cubicBezTo>
                <a:cubicBezTo>
                  <a:pt x="10520" y="15131"/>
                  <a:pt x="10520" y="15157"/>
                  <a:pt x="10520" y="15157"/>
                </a:cubicBezTo>
                <a:cubicBezTo>
                  <a:pt x="10520" y="15184"/>
                  <a:pt x="10520" y="15211"/>
                  <a:pt x="10546" y="15211"/>
                </a:cubicBezTo>
                <a:cubicBezTo>
                  <a:pt x="10734" y="16469"/>
                  <a:pt x="10921" y="17727"/>
                  <a:pt x="11082" y="18985"/>
                </a:cubicBezTo>
                <a:cubicBezTo>
                  <a:pt x="10520" y="17700"/>
                  <a:pt x="9502" y="16737"/>
                  <a:pt x="8352" y="15907"/>
                </a:cubicBezTo>
                <a:cubicBezTo>
                  <a:pt x="8352" y="15880"/>
                  <a:pt x="8352" y="15853"/>
                  <a:pt x="8325" y="15853"/>
                </a:cubicBezTo>
                <a:cubicBezTo>
                  <a:pt x="8298" y="15853"/>
                  <a:pt x="8271" y="15827"/>
                  <a:pt x="8271" y="15827"/>
                </a:cubicBezTo>
                <a:cubicBezTo>
                  <a:pt x="7602" y="15345"/>
                  <a:pt x="6906" y="14890"/>
                  <a:pt x="6237" y="14461"/>
                </a:cubicBezTo>
                <a:cubicBezTo>
                  <a:pt x="5829" y="14193"/>
                  <a:pt x="5417" y="14081"/>
                  <a:pt x="5004" y="14081"/>
                </a:cubicBezTo>
                <a:cubicBezTo>
                  <a:pt x="3280" y="14081"/>
                  <a:pt x="1550" y="16040"/>
                  <a:pt x="81" y="16710"/>
                </a:cubicBezTo>
                <a:cubicBezTo>
                  <a:pt x="27" y="16737"/>
                  <a:pt x="1" y="16790"/>
                  <a:pt x="27" y="16844"/>
                </a:cubicBezTo>
                <a:cubicBezTo>
                  <a:pt x="27" y="16870"/>
                  <a:pt x="54" y="16870"/>
                  <a:pt x="54" y="16870"/>
                </a:cubicBezTo>
                <a:cubicBezTo>
                  <a:pt x="54" y="16870"/>
                  <a:pt x="54" y="16897"/>
                  <a:pt x="81" y="16897"/>
                </a:cubicBezTo>
                <a:cubicBezTo>
                  <a:pt x="81" y="16924"/>
                  <a:pt x="108" y="16924"/>
                  <a:pt x="108" y="16924"/>
                </a:cubicBezTo>
                <a:lnTo>
                  <a:pt x="135" y="16924"/>
                </a:lnTo>
                <a:cubicBezTo>
                  <a:pt x="1580" y="16924"/>
                  <a:pt x="2972" y="16656"/>
                  <a:pt x="4390" y="16576"/>
                </a:cubicBezTo>
                <a:lnTo>
                  <a:pt x="5354" y="16576"/>
                </a:lnTo>
                <a:cubicBezTo>
                  <a:pt x="7736" y="16870"/>
                  <a:pt x="8967" y="19413"/>
                  <a:pt x="11242" y="20082"/>
                </a:cubicBezTo>
                <a:cubicBezTo>
                  <a:pt x="11376" y="21367"/>
                  <a:pt x="11483" y="22679"/>
                  <a:pt x="11483" y="23990"/>
                </a:cubicBezTo>
                <a:cubicBezTo>
                  <a:pt x="11483" y="24124"/>
                  <a:pt x="11483" y="24284"/>
                  <a:pt x="11483" y="24445"/>
                </a:cubicBezTo>
                <a:cubicBezTo>
                  <a:pt x="10413" y="22545"/>
                  <a:pt x="7977" y="21715"/>
                  <a:pt x="6799" y="19895"/>
                </a:cubicBezTo>
                <a:cubicBezTo>
                  <a:pt x="6778" y="19863"/>
                  <a:pt x="6740" y="19848"/>
                  <a:pt x="6701" y="19848"/>
                </a:cubicBezTo>
                <a:cubicBezTo>
                  <a:pt x="6640" y="19848"/>
                  <a:pt x="6574" y="19884"/>
                  <a:pt x="6558" y="19948"/>
                </a:cubicBezTo>
                <a:cubicBezTo>
                  <a:pt x="6237" y="21340"/>
                  <a:pt x="6719" y="22411"/>
                  <a:pt x="7897" y="23241"/>
                </a:cubicBezTo>
                <a:cubicBezTo>
                  <a:pt x="8967" y="23990"/>
                  <a:pt x="10386" y="24177"/>
                  <a:pt x="11456" y="24954"/>
                </a:cubicBezTo>
                <a:cubicBezTo>
                  <a:pt x="11349" y="27523"/>
                  <a:pt x="10734" y="30093"/>
                  <a:pt x="10145" y="32609"/>
                </a:cubicBezTo>
                <a:cubicBezTo>
                  <a:pt x="10112" y="32690"/>
                  <a:pt x="10188" y="32751"/>
                  <a:pt x="10265" y="32751"/>
                </a:cubicBezTo>
                <a:cubicBezTo>
                  <a:pt x="10315" y="32751"/>
                  <a:pt x="10365" y="32725"/>
                  <a:pt x="10386" y="32662"/>
                </a:cubicBezTo>
                <a:cubicBezTo>
                  <a:pt x="10760" y="31003"/>
                  <a:pt x="11108" y="29343"/>
                  <a:pt x="11430" y="27684"/>
                </a:cubicBezTo>
                <a:cubicBezTo>
                  <a:pt x="11563" y="26854"/>
                  <a:pt x="11670" y="26024"/>
                  <a:pt x="11697" y="25194"/>
                </a:cubicBezTo>
                <a:cubicBezTo>
                  <a:pt x="12179" y="24017"/>
                  <a:pt x="13839" y="23669"/>
                  <a:pt x="14829" y="23080"/>
                </a:cubicBezTo>
                <a:cubicBezTo>
                  <a:pt x="15899" y="22491"/>
                  <a:pt x="16488" y="21581"/>
                  <a:pt x="16595" y="20377"/>
                </a:cubicBezTo>
                <a:cubicBezTo>
                  <a:pt x="16595" y="20350"/>
                  <a:pt x="16595" y="20350"/>
                  <a:pt x="16595" y="20323"/>
                </a:cubicBezTo>
                <a:cubicBezTo>
                  <a:pt x="16622" y="20270"/>
                  <a:pt x="16569" y="20243"/>
                  <a:pt x="16515" y="20216"/>
                </a:cubicBezTo>
                <a:lnTo>
                  <a:pt x="16462" y="20216"/>
                </a:lnTo>
                <a:cubicBezTo>
                  <a:pt x="16435" y="20216"/>
                  <a:pt x="16435" y="20243"/>
                  <a:pt x="16408" y="20243"/>
                </a:cubicBezTo>
                <a:cubicBezTo>
                  <a:pt x="15043" y="21474"/>
                  <a:pt x="12473" y="21983"/>
                  <a:pt x="11724" y="23722"/>
                </a:cubicBezTo>
                <a:cubicBezTo>
                  <a:pt x="11724" y="22571"/>
                  <a:pt x="11644" y="21447"/>
                  <a:pt x="11510" y="20323"/>
                </a:cubicBezTo>
                <a:cubicBezTo>
                  <a:pt x="11510" y="20189"/>
                  <a:pt x="11483" y="20082"/>
                  <a:pt x="11483" y="19948"/>
                </a:cubicBezTo>
                <a:cubicBezTo>
                  <a:pt x="12072" y="19172"/>
                  <a:pt x="13250" y="18824"/>
                  <a:pt x="14106" y="18450"/>
                </a:cubicBezTo>
                <a:cubicBezTo>
                  <a:pt x="15070" y="18021"/>
                  <a:pt x="16060" y="17593"/>
                  <a:pt x="16809" y="16844"/>
                </a:cubicBezTo>
                <a:cubicBezTo>
                  <a:pt x="18522" y="15157"/>
                  <a:pt x="18790" y="12160"/>
                  <a:pt x="19192" y="9938"/>
                </a:cubicBezTo>
                <a:cubicBezTo>
                  <a:pt x="19210" y="9848"/>
                  <a:pt x="19130" y="9770"/>
                  <a:pt x="19060" y="9770"/>
                </a:cubicBezTo>
                <a:cubicBezTo>
                  <a:pt x="19026" y="9770"/>
                  <a:pt x="18995" y="9788"/>
                  <a:pt x="18978" y="9831"/>
                </a:cubicBezTo>
                <a:cubicBezTo>
                  <a:pt x="18014" y="11758"/>
                  <a:pt x="15846" y="13070"/>
                  <a:pt x="14294" y="14488"/>
                </a:cubicBezTo>
                <a:cubicBezTo>
                  <a:pt x="12982" y="15693"/>
                  <a:pt x="11751" y="17138"/>
                  <a:pt x="11349" y="18851"/>
                </a:cubicBezTo>
                <a:cubicBezTo>
                  <a:pt x="11162" y="17593"/>
                  <a:pt x="10975" y="16335"/>
                  <a:pt x="10760" y="15104"/>
                </a:cubicBezTo>
                <a:cubicBezTo>
                  <a:pt x="11028" y="12534"/>
                  <a:pt x="11911" y="10233"/>
                  <a:pt x="12821" y="7877"/>
                </a:cubicBezTo>
                <a:cubicBezTo>
                  <a:pt x="13758" y="5334"/>
                  <a:pt x="14267" y="2818"/>
                  <a:pt x="14160" y="115"/>
                </a:cubicBezTo>
                <a:cubicBezTo>
                  <a:pt x="14160" y="42"/>
                  <a:pt x="14103" y="0"/>
                  <a:pt x="1404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5" name="Google Shape;2115;p114"/>
          <p:cNvSpPr/>
          <p:nvPr/>
        </p:nvSpPr>
        <p:spPr>
          <a:xfrm>
            <a:off x="5666513" y="-1056875"/>
            <a:ext cx="3967449" cy="3950999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6" name="Google Shape;2116;p114"/>
          <p:cNvSpPr/>
          <p:nvPr/>
        </p:nvSpPr>
        <p:spPr>
          <a:xfrm flipH="1">
            <a:off x="4993460" y="976475"/>
            <a:ext cx="1871779" cy="1796023"/>
          </a:xfrm>
          <a:custGeom>
            <a:avLst/>
            <a:gdLst/>
            <a:ahLst/>
            <a:cxnLst/>
            <a:rect l="l" t="t" r="r" b="b"/>
            <a:pathLst>
              <a:path w="20582" h="19749" extrusionOk="0">
                <a:moveTo>
                  <a:pt x="15178" y="401"/>
                </a:moveTo>
                <a:cubicBezTo>
                  <a:pt x="11542" y="1"/>
                  <a:pt x="4470" y="1235"/>
                  <a:pt x="2235" y="7773"/>
                </a:cubicBezTo>
                <a:cubicBezTo>
                  <a:pt x="0" y="14311"/>
                  <a:pt x="7939" y="17947"/>
                  <a:pt x="11675" y="18848"/>
                </a:cubicBezTo>
                <a:cubicBezTo>
                  <a:pt x="15445" y="19748"/>
                  <a:pt x="20315" y="19448"/>
                  <a:pt x="20448" y="13477"/>
                </a:cubicBezTo>
                <a:cubicBezTo>
                  <a:pt x="20582" y="7506"/>
                  <a:pt x="18780" y="835"/>
                  <a:pt x="15178" y="40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1">
  <p:cSld name="CUSTOM_59">
    <p:spTree>
      <p:nvGrpSpPr>
        <p:cNvPr id="1" name="Shape 2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8" name="Google Shape;2118;p115"/>
          <p:cNvSpPr/>
          <p:nvPr/>
        </p:nvSpPr>
        <p:spPr>
          <a:xfrm flipH="1">
            <a:off x="1017188" y="539150"/>
            <a:ext cx="3513000" cy="403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grpSp>
        <p:nvGrpSpPr>
          <p:cNvPr id="2119" name="Google Shape;2119;p115"/>
          <p:cNvGrpSpPr/>
          <p:nvPr/>
        </p:nvGrpSpPr>
        <p:grpSpPr>
          <a:xfrm rot="5400000" flipH="1">
            <a:off x="5410792" y="1327438"/>
            <a:ext cx="2277317" cy="5304377"/>
            <a:chOff x="224725" y="566950"/>
            <a:chExt cx="1850875" cy="4311100"/>
          </a:xfrm>
        </p:grpSpPr>
        <p:sp>
          <p:nvSpPr>
            <p:cNvPr id="2120" name="Google Shape;2120;p115"/>
            <p:cNvSpPr/>
            <p:nvPr/>
          </p:nvSpPr>
          <p:spPr>
            <a:xfrm>
              <a:off x="1914975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45" y="15394"/>
                    <a:pt x="2945" y="15447"/>
                    <a:pt x="2945" y="15501"/>
                  </a:cubicBezTo>
                  <a:cubicBezTo>
                    <a:pt x="2998" y="17321"/>
                    <a:pt x="1848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316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45" y="35762"/>
                  </a:cubicBezTo>
                  <a:cubicBezTo>
                    <a:pt x="3106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1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6" y="78427"/>
                    <a:pt x="3186" y="76366"/>
                  </a:cubicBezTo>
                  <a:cubicBezTo>
                    <a:pt x="5166" y="75322"/>
                    <a:pt x="6424" y="73314"/>
                    <a:pt x="6424" y="71066"/>
                  </a:cubicBezTo>
                  <a:cubicBezTo>
                    <a:pt x="6424" y="68818"/>
                    <a:pt x="5166" y="66784"/>
                    <a:pt x="3186" y="65766"/>
                  </a:cubicBezTo>
                  <a:cubicBezTo>
                    <a:pt x="3106" y="63786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104"/>
                  </a:cubicBezTo>
                  <a:cubicBezTo>
                    <a:pt x="5166" y="55060"/>
                    <a:pt x="6424" y="53053"/>
                    <a:pt x="6424" y="50804"/>
                  </a:cubicBezTo>
                  <a:cubicBezTo>
                    <a:pt x="6424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66" y="26260"/>
                    <a:pt x="3186" y="25243"/>
                  </a:cubicBezTo>
                  <a:cubicBezTo>
                    <a:pt x="3106" y="23236"/>
                    <a:pt x="2062" y="21443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66" y="14537"/>
                    <a:pt x="6424" y="12503"/>
                    <a:pt x="6424" y="10255"/>
                  </a:cubicBezTo>
                  <a:cubicBezTo>
                    <a:pt x="6424" y="8033"/>
                    <a:pt x="5166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115"/>
            <p:cNvSpPr/>
            <p:nvPr/>
          </p:nvSpPr>
          <p:spPr>
            <a:xfrm>
              <a:off x="1761075" y="8188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49" y="1"/>
                  </a:moveTo>
                  <a:cubicBezTo>
                    <a:pt x="110" y="1"/>
                    <a:pt x="71" y="20"/>
                    <a:pt x="54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1" y="231"/>
                  </a:cubicBezTo>
                  <a:cubicBezTo>
                    <a:pt x="1821" y="1248"/>
                    <a:pt x="2972" y="3175"/>
                    <a:pt x="2945" y="5022"/>
                  </a:cubicBezTo>
                  <a:cubicBezTo>
                    <a:pt x="2945" y="5076"/>
                    <a:pt x="2972" y="5129"/>
                    <a:pt x="2998" y="5156"/>
                  </a:cubicBezTo>
                  <a:cubicBezTo>
                    <a:pt x="4952" y="6119"/>
                    <a:pt x="6183" y="8073"/>
                    <a:pt x="6183" y="10268"/>
                  </a:cubicBezTo>
                  <a:cubicBezTo>
                    <a:pt x="6183" y="12436"/>
                    <a:pt x="4952" y="14390"/>
                    <a:pt x="2998" y="15354"/>
                  </a:cubicBezTo>
                  <a:cubicBezTo>
                    <a:pt x="2972" y="15380"/>
                    <a:pt x="2945" y="15461"/>
                    <a:pt x="2945" y="15487"/>
                  </a:cubicBezTo>
                  <a:cubicBezTo>
                    <a:pt x="2998" y="17334"/>
                    <a:pt x="1847" y="19235"/>
                    <a:pt x="108" y="20278"/>
                  </a:cubicBezTo>
                  <a:cubicBezTo>
                    <a:pt x="81" y="20278"/>
                    <a:pt x="27" y="20305"/>
                    <a:pt x="27" y="20359"/>
                  </a:cubicBezTo>
                  <a:cubicBezTo>
                    <a:pt x="27" y="20412"/>
                    <a:pt x="27" y="20466"/>
                    <a:pt x="81" y="20493"/>
                  </a:cubicBezTo>
                  <a:cubicBezTo>
                    <a:pt x="1821" y="21510"/>
                    <a:pt x="2891" y="23303"/>
                    <a:pt x="2945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83" y="28362"/>
                    <a:pt x="6183" y="30530"/>
                  </a:cubicBezTo>
                  <a:cubicBezTo>
                    <a:pt x="6183" y="32698"/>
                    <a:pt x="4952" y="34652"/>
                    <a:pt x="2998" y="35642"/>
                  </a:cubicBezTo>
                  <a:cubicBezTo>
                    <a:pt x="2972" y="35642"/>
                    <a:pt x="2945" y="35695"/>
                    <a:pt x="2945" y="35749"/>
                  </a:cubicBezTo>
                  <a:cubicBezTo>
                    <a:pt x="3105" y="37837"/>
                    <a:pt x="1633" y="39630"/>
                    <a:pt x="108" y="40540"/>
                  </a:cubicBezTo>
                  <a:cubicBezTo>
                    <a:pt x="81" y="40540"/>
                    <a:pt x="27" y="40594"/>
                    <a:pt x="27" y="40620"/>
                  </a:cubicBezTo>
                  <a:cubicBezTo>
                    <a:pt x="27" y="40674"/>
                    <a:pt x="27" y="40727"/>
                    <a:pt x="81" y="40754"/>
                  </a:cubicBezTo>
                  <a:cubicBezTo>
                    <a:pt x="1821" y="41771"/>
                    <a:pt x="2945" y="43645"/>
                    <a:pt x="2945" y="45545"/>
                  </a:cubicBezTo>
                  <a:cubicBezTo>
                    <a:pt x="2945" y="45545"/>
                    <a:pt x="2945" y="45545"/>
                    <a:pt x="2945" y="45572"/>
                  </a:cubicBezTo>
                  <a:cubicBezTo>
                    <a:pt x="2945" y="45626"/>
                    <a:pt x="2972" y="45652"/>
                    <a:pt x="2998" y="45679"/>
                  </a:cubicBezTo>
                  <a:cubicBezTo>
                    <a:pt x="4952" y="46669"/>
                    <a:pt x="6183" y="48623"/>
                    <a:pt x="6183" y="50791"/>
                  </a:cubicBezTo>
                  <a:cubicBezTo>
                    <a:pt x="6183" y="52959"/>
                    <a:pt x="4952" y="54913"/>
                    <a:pt x="2998" y="55904"/>
                  </a:cubicBezTo>
                  <a:cubicBezTo>
                    <a:pt x="2972" y="55930"/>
                    <a:pt x="2945" y="55957"/>
                    <a:pt x="2945" y="56011"/>
                  </a:cubicBezTo>
                  <a:cubicBezTo>
                    <a:pt x="2891" y="57991"/>
                    <a:pt x="1847" y="59785"/>
                    <a:pt x="108" y="60802"/>
                  </a:cubicBezTo>
                  <a:cubicBezTo>
                    <a:pt x="81" y="60828"/>
                    <a:pt x="27" y="60855"/>
                    <a:pt x="27" y="60882"/>
                  </a:cubicBezTo>
                  <a:cubicBezTo>
                    <a:pt x="27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45" y="65834"/>
                  </a:cubicBezTo>
                  <a:cubicBezTo>
                    <a:pt x="2945" y="65887"/>
                    <a:pt x="2972" y="65914"/>
                    <a:pt x="2998" y="65941"/>
                  </a:cubicBezTo>
                  <a:cubicBezTo>
                    <a:pt x="4952" y="66931"/>
                    <a:pt x="6183" y="68885"/>
                    <a:pt x="6183" y="71053"/>
                  </a:cubicBezTo>
                  <a:cubicBezTo>
                    <a:pt x="6183" y="73221"/>
                    <a:pt x="4952" y="75175"/>
                    <a:pt x="2998" y="76165"/>
                  </a:cubicBezTo>
                  <a:cubicBezTo>
                    <a:pt x="2972" y="76192"/>
                    <a:pt x="2945" y="76219"/>
                    <a:pt x="2945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54" y="81251"/>
                  </a:cubicBezTo>
                  <a:cubicBezTo>
                    <a:pt x="74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5" y="81304"/>
                  </a:cubicBezTo>
                  <a:cubicBezTo>
                    <a:pt x="2008" y="80260"/>
                    <a:pt x="3105" y="78413"/>
                    <a:pt x="3186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6" y="65753"/>
                  </a:cubicBezTo>
                  <a:cubicBezTo>
                    <a:pt x="3132" y="63773"/>
                    <a:pt x="2088" y="61979"/>
                    <a:pt x="402" y="60909"/>
                  </a:cubicBezTo>
                  <a:cubicBezTo>
                    <a:pt x="2088" y="59865"/>
                    <a:pt x="3132" y="58072"/>
                    <a:pt x="3186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6" y="45492"/>
                  </a:cubicBezTo>
                  <a:cubicBezTo>
                    <a:pt x="3186" y="43591"/>
                    <a:pt x="2088" y="41718"/>
                    <a:pt x="402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6" y="25230"/>
                  </a:cubicBezTo>
                  <a:cubicBezTo>
                    <a:pt x="3105" y="23223"/>
                    <a:pt x="2062" y="21429"/>
                    <a:pt x="402" y="20386"/>
                  </a:cubicBezTo>
                  <a:cubicBezTo>
                    <a:pt x="2115" y="19315"/>
                    <a:pt x="3212" y="17415"/>
                    <a:pt x="3186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2008" y="1061"/>
                    <a:pt x="215" y="17"/>
                  </a:cubicBezTo>
                  <a:cubicBezTo>
                    <a:pt x="195" y="7"/>
                    <a:pt x="172" y="1"/>
                    <a:pt x="1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115"/>
            <p:cNvSpPr/>
            <p:nvPr/>
          </p:nvSpPr>
          <p:spPr>
            <a:xfrm>
              <a:off x="1607850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71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0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0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64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64" y="78266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44" y="81297"/>
                    <a:pt x="81" y="81320"/>
                    <a:pt x="119" y="81320"/>
                  </a:cubicBezTo>
                  <a:cubicBezTo>
                    <a:pt x="143" y="81320"/>
                    <a:pt x="167" y="81311"/>
                    <a:pt x="188" y="81290"/>
                  </a:cubicBezTo>
                  <a:cubicBezTo>
                    <a:pt x="1981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723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61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115"/>
            <p:cNvSpPr/>
            <p:nvPr/>
          </p:nvSpPr>
          <p:spPr>
            <a:xfrm>
              <a:off x="1453950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36" y="1"/>
                  </a:moveTo>
                  <a:cubicBezTo>
                    <a:pt x="95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27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34"/>
                    <a:pt x="2944" y="15487"/>
                  </a:cubicBezTo>
                  <a:cubicBezTo>
                    <a:pt x="2944" y="15514"/>
                    <a:pt x="2944" y="15568"/>
                    <a:pt x="2944" y="15595"/>
                  </a:cubicBezTo>
                  <a:cubicBezTo>
                    <a:pt x="2944" y="17415"/>
                    <a:pt x="1820" y="19261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44" y="35642"/>
                    <a:pt x="2918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72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27" y="81251"/>
                  </a:cubicBezTo>
                  <a:cubicBezTo>
                    <a:pt x="66" y="81290"/>
                    <a:pt x="120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66" y="75309"/>
                    <a:pt x="6424" y="73301"/>
                    <a:pt x="6424" y="71053"/>
                  </a:cubicBezTo>
                  <a:cubicBezTo>
                    <a:pt x="6424" y="68805"/>
                    <a:pt x="5166" y="66797"/>
                    <a:pt x="3185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85" y="56091"/>
                  </a:cubicBezTo>
                  <a:cubicBezTo>
                    <a:pt x="5166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66" y="26247"/>
                    <a:pt x="3185" y="25230"/>
                  </a:cubicBezTo>
                  <a:cubicBezTo>
                    <a:pt x="3105" y="23223"/>
                    <a:pt x="2061" y="21429"/>
                    <a:pt x="375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cubicBezTo>
                    <a:pt x="3185" y="3041"/>
                    <a:pt x="2008" y="1061"/>
                    <a:pt x="214" y="17"/>
                  </a:cubicBezTo>
                  <a:cubicBezTo>
                    <a:pt x="185" y="7"/>
                    <a:pt x="159" y="1"/>
                    <a:pt x="1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115"/>
            <p:cNvSpPr/>
            <p:nvPr/>
          </p:nvSpPr>
          <p:spPr>
            <a:xfrm>
              <a:off x="1300050" y="566950"/>
              <a:ext cx="160600" cy="2033000"/>
            </a:xfrm>
            <a:custGeom>
              <a:avLst/>
              <a:gdLst/>
              <a:ahLst/>
              <a:cxnLst/>
              <a:rect l="l" t="t" r="r" b="b"/>
              <a:pathLst>
                <a:path w="6424" h="81320" extrusionOk="0">
                  <a:moveTo>
                    <a:pt x="146" y="1"/>
                  </a:moveTo>
                  <a:cubicBezTo>
                    <a:pt x="107" y="1"/>
                    <a:pt x="70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61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3025" y="5169"/>
                  </a:cubicBezTo>
                  <a:cubicBezTo>
                    <a:pt x="4952" y="6133"/>
                    <a:pt x="6183" y="8086"/>
                    <a:pt x="6183" y="10255"/>
                  </a:cubicBezTo>
                  <a:cubicBezTo>
                    <a:pt x="6183" y="12449"/>
                    <a:pt x="4952" y="14403"/>
                    <a:pt x="3025" y="15367"/>
                  </a:cubicBezTo>
                  <a:cubicBezTo>
                    <a:pt x="2971" y="15394"/>
                    <a:pt x="2944" y="15447"/>
                    <a:pt x="2944" y="15501"/>
                  </a:cubicBezTo>
                  <a:cubicBezTo>
                    <a:pt x="2998" y="17321"/>
                    <a:pt x="1847" y="19248"/>
                    <a:pt x="107" y="20292"/>
                  </a:cubicBezTo>
                  <a:cubicBezTo>
                    <a:pt x="80" y="20292"/>
                    <a:pt x="54" y="20318"/>
                    <a:pt x="27" y="20372"/>
                  </a:cubicBezTo>
                  <a:cubicBezTo>
                    <a:pt x="27" y="20425"/>
                    <a:pt x="27" y="20479"/>
                    <a:pt x="80" y="20506"/>
                  </a:cubicBezTo>
                  <a:cubicBezTo>
                    <a:pt x="1820" y="21496"/>
                    <a:pt x="2891" y="23316"/>
                    <a:pt x="2944" y="25324"/>
                  </a:cubicBezTo>
                  <a:cubicBezTo>
                    <a:pt x="2944" y="25350"/>
                    <a:pt x="2971" y="25404"/>
                    <a:pt x="3025" y="25431"/>
                  </a:cubicBezTo>
                  <a:cubicBezTo>
                    <a:pt x="4952" y="26394"/>
                    <a:pt x="6183" y="28348"/>
                    <a:pt x="6183" y="30543"/>
                  </a:cubicBezTo>
                  <a:cubicBezTo>
                    <a:pt x="6183" y="32711"/>
                    <a:pt x="4952" y="34665"/>
                    <a:pt x="3025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53"/>
                  </a:cubicBezTo>
                  <a:cubicBezTo>
                    <a:pt x="80" y="40553"/>
                    <a:pt x="54" y="40580"/>
                    <a:pt x="27" y="40633"/>
                  </a:cubicBezTo>
                  <a:cubicBezTo>
                    <a:pt x="27" y="40687"/>
                    <a:pt x="27" y="40741"/>
                    <a:pt x="80" y="40767"/>
                  </a:cubicBezTo>
                  <a:cubicBezTo>
                    <a:pt x="1820" y="41784"/>
                    <a:pt x="2944" y="43658"/>
                    <a:pt x="2944" y="45532"/>
                  </a:cubicBezTo>
                  <a:cubicBezTo>
                    <a:pt x="2944" y="45558"/>
                    <a:pt x="2944" y="45558"/>
                    <a:pt x="2944" y="45585"/>
                  </a:cubicBezTo>
                  <a:cubicBezTo>
                    <a:pt x="2944" y="45612"/>
                    <a:pt x="2971" y="45665"/>
                    <a:pt x="3025" y="45692"/>
                  </a:cubicBezTo>
                  <a:cubicBezTo>
                    <a:pt x="4952" y="46656"/>
                    <a:pt x="6183" y="48636"/>
                    <a:pt x="6183" y="50804"/>
                  </a:cubicBezTo>
                  <a:cubicBezTo>
                    <a:pt x="6183" y="52972"/>
                    <a:pt x="4952" y="54926"/>
                    <a:pt x="3025" y="55917"/>
                  </a:cubicBezTo>
                  <a:cubicBezTo>
                    <a:pt x="2971" y="55917"/>
                    <a:pt x="2944" y="55970"/>
                    <a:pt x="2944" y="56024"/>
                  </a:cubicBezTo>
                  <a:cubicBezTo>
                    <a:pt x="2891" y="58004"/>
                    <a:pt x="1847" y="59798"/>
                    <a:pt x="107" y="60815"/>
                  </a:cubicBezTo>
                  <a:cubicBezTo>
                    <a:pt x="80" y="60815"/>
                    <a:pt x="54" y="60868"/>
                    <a:pt x="27" y="60895"/>
                  </a:cubicBezTo>
                  <a:cubicBezTo>
                    <a:pt x="27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900"/>
                    <a:pt x="2971" y="65927"/>
                    <a:pt x="3025" y="65954"/>
                  </a:cubicBezTo>
                  <a:cubicBezTo>
                    <a:pt x="4952" y="66944"/>
                    <a:pt x="6183" y="68898"/>
                    <a:pt x="6183" y="71066"/>
                  </a:cubicBezTo>
                  <a:cubicBezTo>
                    <a:pt x="6183" y="73234"/>
                    <a:pt x="4952" y="75188"/>
                    <a:pt x="3025" y="76178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86"/>
                    <a:pt x="80" y="81076"/>
                  </a:cubicBezTo>
                  <a:cubicBezTo>
                    <a:pt x="27" y="81130"/>
                    <a:pt x="0" y="81183"/>
                    <a:pt x="54" y="81264"/>
                  </a:cubicBezTo>
                  <a:cubicBezTo>
                    <a:pt x="70" y="81297"/>
                    <a:pt x="107" y="81320"/>
                    <a:pt x="146" y="81320"/>
                  </a:cubicBezTo>
                  <a:cubicBezTo>
                    <a:pt x="169" y="81320"/>
                    <a:pt x="194" y="81311"/>
                    <a:pt x="214" y="81290"/>
                  </a:cubicBezTo>
                  <a:cubicBezTo>
                    <a:pt x="2007" y="80273"/>
                    <a:pt x="3105" y="78427"/>
                    <a:pt x="3185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5" y="65766"/>
                  </a:cubicBezTo>
                  <a:cubicBezTo>
                    <a:pt x="3132" y="63786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5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27" y="39723"/>
                    <a:pt x="3319" y="37903"/>
                    <a:pt x="3212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5" y="25243"/>
                  </a:cubicBezTo>
                  <a:cubicBezTo>
                    <a:pt x="3105" y="23236"/>
                    <a:pt x="2061" y="21443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608"/>
                    <a:pt x="3185" y="15581"/>
                    <a:pt x="3185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2007" y="1074"/>
                    <a:pt x="214" y="30"/>
                  </a:cubicBezTo>
                  <a:cubicBezTo>
                    <a:pt x="194" y="10"/>
                    <a:pt x="169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115"/>
            <p:cNvSpPr/>
            <p:nvPr/>
          </p:nvSpPr>
          <p:spPr>
            <a:xfrm>
              <a:off x="1146800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3" y="1"/>
                  </a:moveTo>
                  <a:cubicBezTo>
                    <a:pt x="83" y="1"/>
                    <a:pt x="44" y="20"/>
                    <a:pt x="28" y="70"/>
                  </a:cubicBezTo>
                  <a:cubicBezTo>
                    <a:pt x="28" y="70"/>
                    <a:pt x="1" y="97"/>
                    <a:pt x="1" y="124"/>
                  </a:cubicBezTo>
                  <a:cubicBezTo>
                    <a:pt x="1" y="178"/>
                    <a:pt x="28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98" y="17334"/>
                    <a:pt x="1848" y="19235"/>
                    <a:pt x="81" y="20278"/>
                  </a:cubicBezTo>
                  <a:cubicBezTo>
                    <a:pt x="54" y="20278"/>
                    <a:pt x="28" y="20305"/>
                    <a:pt x="1" y="20359"/>
                  </a:cubicBezTo>
                  <a:cubicBezTo>
                    <a:pt x="1" y="20412"/>
                    <a:pt x="28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9" y="37837"/>
                    <a:pt x="1633" y="39630"/>
                    <a:pt x="81" y="40540"/>
                  </a:cubicBezTo>
                  <a:cubicBezTo>
                    <a:pt x="54" y="40540"/>
                    <a:pt x="28" y="40594"/>
                    <a:pt x="1" y="40620"/>
                  </a:cubicBezTo>
                  <a:cubicBezTo>
                    <a:pt x="1" y="40674"/>
                    <a:pt x="28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81" y="60802"/>
                  </a:cubicBezTo>
                  <a:cubicBezTo>
                    <a:pt x="54" y="60828"/>
                    <a:pt x="28" y="60855"/>
                    <a:pt x="1" y="60882"/>
                  </a:cubicBezTo>
                  <a:cubicBezTo>
                    <a:pt x="1" y="60935"/>
                    <a:pt x="28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8" y="81117"/>
                    <a:pt x="1" y="81197"/>
                    <a:pt x="28" y="81251"/>
                  </a:cubicBezTo>
                  <a:cubicBezTo>
                    <a:pt x="47" y="81290"/>
                    <a:pt x="95" y="81315"/>
                    <a:pt x="151" y="81315"/>
                  </a:cubicBezTo>
                  <a:cubicBezTo>
                    <a:pt x="172" y="81315"/>
                    <a:pt x="193" y="81311"/>
                    <a:pt x="215" y="81304"/>
                  </a:cubicBezTo>
                  <a:cubicBezTo>
                    <a:pt x="1981" y="80260"/>
                    <a:pt x="3106" y="78413"/>
                    <a:pt x="3186" y="76352"/>
                  </a:cubicBezTo>
                  <a:cubicBezTo>
                    <a:pt x="5167" y="75309"/>
                    <a:pt x="6398" y="73301"/>
                    <a:pt x="6398" y="71053"/>
                  </a:cubicBezTo>
                  <a:cubicBezTo>
                    <a:pt x="6398" y="68805"/>
                    <a:pt x="5167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7" y="55047"/>
                    <a:pt x="6398" y="53040"/>
                    <a:pt x="6398" y="50791"/>
                  </a:cubicBezTo>
                  <a:cubicBezTo>
                    <a:pt x="6398" y="48543"/>
                    <a:pt x="5167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293" y="37890"/>
                    <a:pt x="3186" y="35829"/>
                  </a:cubicBezTo>
                  <a:cubicBezTo>
                    <a:pt x="5167" y="34785"/>
                    <a:pt x="6398" y="32751"/>
                    <a:pt x="6398" y="30530"/>
                  </a:cubicBezTo>
                  <a:cubicBezTo>
                    <a:pt x="6398" y="28281"/>
                    <a:pt x="5167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15"/>
                    <a:pt x="3186" y="15541"/>
                  </a:cubicBezTo>
                  <a:cubicBezTo>
                    <a:pt x="5167" y="14524"/>
                    <a:pt x="6398" y="12490"/>
                    <a:pt x="6398" y="10268"/>
                  </a:cubicBezTo>
                  <a:cubicBezTo>
                    <a:pt x="6398" y="8020"/>
                    <a:pt x="5167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188" y="17"/>
                  </a:cubicBezTo>
                  <a:cubicBezTo>
                    <a:pt x="169" y="7"/>
                    <a:pt x="145" y="1"/>
                    <a:pt x="1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115"/>
            <p:cNvSpPr/>
            <p:nvPr/>
          </p:nvSpPr>
          <p:spPr>
            <a:xfrm>
              <a:off x="992900" y="566950"/>
              <a:ext cx="160625" cy="2033000"/>
            </a:xfrm>
            <a:custGeom>
              <a:avLst/>
              <a:gdLst/>
              <a:ahLst/>
              <a:cxnLst/>
              <a:rect l="l" t="t" r="r" b="b"/>
              <a:pathLst>
                <a:path w="6425" h="81320" extrusionOk="0">
                  <a:moveTo>
                    <a:pt x="145" y="1"/>
                  </a:moveTo>
                  <a:cubicBezTo>
                    <a:pt x="104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61"/>
                    <a:pt x="2972" y="3188"/>
                    <a:pt x="2945" y="5035"/>
                  </a:cubicBezTo>
                  <a:cubicBezTo>
                    <a:pt x="2945" y="5089"/>
                    <a:pt x="2972" y="5142"/>
                    <a:pt x="2998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8" y="15367"/>
                  </a:cubicBezTo>
                  <a:cubicBezTo>
                    <a:pt x="2972" y="15394"/>
                    <a:pt x="2945" y="15447"/>
                    <a:pt x="2945" y="15501"/>
                  </a:cubicBezTo>
                  <a:cubicBezTo>
                    <a:pt x="2998" y="17347"/>
                    <a:pt x="1847" y="19248"/>
                    <a:pt x="108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45" y="25324"/>
                  </a:cubicBezTo>
                  <a:cubicBezTo>
                    <a:pt x="2945" y="25350"/>
                    <a:pt x="2972" y="25404"/>
                    <a:pt x="2998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45" y="43658"/>
                    <a:pt x="2945" y="45532"/>
                  </a:cubicBezTo>
                  <a:cubicBezTo>
                    <a:pt x="2945" y="45558"/>
                    <a:pt x="2945" y="45558"/>
                    <a:pt x="2945" y="45585"/>
                  </a:cubicBez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8" y="55917"/>
                  </a:cubicBezTo>
                  <a:cubicBezTo>
                    <a:pt x="2972" y="55917"/>
                    <a:pt x="2945" y="55970"/>
                    <a:pt x="2945" y="56024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900"/>
                    <a:pt x="2972" y="65927"/>
                    <a:pt x="2998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8" y="76178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86"/>
                    <a:pt x="81" y="81076"/>
                  </a:cubicBezTo>
                  <a:cubicBezTo>
                    <a:pt x="27" y="81130"/>
                    <a:pt x="1" y="81183"/>
                    <a:pt x="27" y="81264"/>
                  </a:cubicBezTo>
                  <a:cubicBezTo>
                    <a:pt x="60" y="81297"/>
                    <a:pt x="104" y="81320"/>
                    <a:pt x="145" y="81320"/>
                  </a:cubicBezTo>
                  <a:cubicBezTo>
                    <a:pt x="170" y="81320"/>
                    <a:pt x="194" y="81311"/>
                    <a:pt x="215" y="81290"/>
                  </a:cubicBezTo>
                  <a:cubicBezTo>
                    <a:pt x="2008" y="80273"/>
                    <a:pt x="3105" y="78427"/>
                    <a:pt x="3186" y="76366"/>
                  </a:cubicBezTo>
                  <a:cubicBezTo>
                    <a:pt x="5193" y="75322"/>
                    <a:pt x="6424" y="73314"/>
                    <a:pt x="6424" y="71066"/>
                  </a:cubicBezTo>
                  <a:cubicBezTo>
                    <a:pt x="6424" y="68818"/>
                    <a:pt x="5193" y="66784"/>
                    <a:pt x="3186" y="65766"/>
                  </a:cubicBezTo>
                  <a:cubicBezTo>
                    <a:pt x="3105" y="63786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6" y="56104"/>
                  </a:cubicBezTo>
                  <a:cubicBezTo>
                    <a:pt x="5193" y="55060"/>
                    <a:pt x="6424" y="53053"/>
                    <a:pt x="6424" y="50804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59" y="43604"/>
                    <a:pt x="2088" y="41731"/>
                    <a:pt x="402" y="40660"/>
                  </a:cubicBezTo>
                  <a:cubicBezTo>
                    <a:pt x="1901" y="39723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43"/>
                  </a:cubicBezTo>
                  <a:cubicBezTo>
                    <a:pt x="6424" y="28295"/>
                    <a:pt x="5193" y="26260"/>
                    <a:pt x="3186" y="25243"/>
                  </a:cubicBezTo>
                  <a:cubicBezTo>
                    <a:pt x="3105" y="23236"/>
                    <a:pt x="2062" y="21443"/>
                    <a:pt x="402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608"/>
                    <a:pt x="3186" y="15581"/>
                    <a:pt x="3186" y="15554"/>
                  </a:cubicBezTo>
                  <a:cubicBezTo>
                    <a:pt x="5193" y="14537"/>
                    <a:pt x="6424" y="12503"/>
                    <a:pt x="6424" y="10255"/>
                  </a:cubicBezTo>
                  <a:cubicBezTo>
                    <a:pt x="6424" y="8033"/>
                    <a:pt x="5193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2008" y="1074"/>
                    <a:pt x="215" y="30"/>
                  </a:cubicBezTo>
                  <a:cubicBezTo>
                    <a:pt x="194" y="10"/>
                    <a:pt x="170" y="1"/>
                    <a:pt x="1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115"/>
            <p:cNvSpPr/>
            <p:nvPr/>
          </p:nvSpPr>
          <p:spPr>
            <a:xfrm>
              <a:off x="83967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2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0" y="70"/>
                    <a:pt x="0" y="97"/>
                    <a:pt x="0" y="124"/>
                  </a:cubicBezTo>
                  <a:cubicBezTo>
                    <a:pt x="0" y="178"/>
                    <a:pt x="27" y="204"/>
                    <a:pt x="54" y="231"/>
                  </a:cubicBezTo>
                  <a:cubicBezTo>
                    <a:pt x="1794" y="1248"/>
                    <a:pt x="2971" y="3175"/>
                    <a:pt x="2918" y="5022"/>
                  </a:cubicBezTo>
                  <a:cubicBezTo>
                    <a:pt x="2918" y="5076"/>
                    <a:pt x="2945" y="5129"/>
                    <a:pt x="2998" y="5156"/>
                  </a:cubicBezTo>
                  <a:cubicBezTo>
                    <a:pt x="4925" y="6119"/>
                    <a:pt x="6156" y="8073"/>
                    <a:pt x="6156" y="10268"/>
                  </a:cubicBezTo>
                  <a:cubicBezTo>
                    <a:pt x="6156" y="12436"/>
                    <a:pt x="4925" y="14390"/>
                    <a:pt x="2998" y="15354"/>
                  </a:cubicBezTo>
                  <a:cubicBezTo>
                    <a:pt x="2945" y="15380"/>
                    <a:pt x="2918" y="15434"/>
                    <a:pt x="2918" y="15487"/>
                  </a:cubicBezTo>
                  <a:cubicBezTo>
                    <a:pt x="2971" y="17334"/>
                    <a:pt x="1847" y="19235"/>
                    <a:pt x="81" y="20278"/>
                  </a:cubicBezTo>
                  <a:cubicBezTo>
                    <a:pt x="54" y="20278"/>
                    <a:pt x="27" y="20305"/>
                    <a:pt x="0" y="20359"/>
                  </a:cubicBezTo>
                  <a:cubicBezTo>
                    <a:pt x="0" y="20412"/>
                    <a:pt x="27" y="20466"/>
                    <a:pt x="54" y="20493"/>
                  </a:cubicBezTo>
                  <a:cubicBezTo>
                    <a:pt x="1794" y="21510"/>
                    <a:pt x="2864" y="23303"/>
                    <a:pt x="2918" y="25310"/>
                  </a:cubicBezTo>
                  <a:cubicBezTo>
                    <a:pt x="2918" y="25364"/>
                    <a:pt x="2945" y="25391"/>
                    <a:pt x="2998" y="25417"/>
                  </a:cubicBezTo>
                  <a:cubicBezTo>
                    <a:pt x="4925" y="26381"/>
                    <a:pt x="6156" y="28362"/>
                    <a:pt x="6156" y="30530"/>
                  </a:cubicBezTo>
                  <a:cubicBezTo>
                    <a:pt x="6156" y="32698"/>
                    <a:pt x="4925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078" y="37837"/>
                    <a:pt x="1606" y="39630"/>
                    <a:pt x="81" y="40540"/>
                  </a:cubicBezTo>
                  <a:cubicBezTo>
                    <a:pt x="54" y="40540"/>
                    <a:pt x="27" y="40594"/>
                    <a:pt x="0" y="40620"/>
                  </a:cubicBezTo>
                  <a:cubicBezTo>
                    <a:pt x="0" y="40674"/>
                    <a:pt x="27" y="40727"/>
                    <a:pt x="54" y="40754"/>
                  </a:cubicBezTo>
                  <a:cubicBezTo>
                    <a:pt x="1794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25" y="46669"/>
                    <a:pt x="6156" y="48623"/>
                    <a:pt x="6156" y="50791"/>
                  </a:cubicBezTo>
                  <a:cubicBezTo>
                    <a:pt x="6156" y="52959"/>
                    <a:pt x="4925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64" y="57991"/>
                    <a:pt x="1820" y="59785"/>
                    <a:pt x="81" y="60802"/>
                  </a:cubicBezTo>
                  <a:cubicBezTo>
                    <a:pt x="54" y="60828"/>
                    <a:pt x="27" y="60855"/>
                    <a:pt x="0" y="60882"/>
                  </a:cubicBezTo>
                  <a:cubicBezTo>
                    <a:pt x="0" y="60935"/>
                    <a:pt x="27" y="60989"/>
                    <a:pt x="54" y="61016"/>
                  </a:cubicBezTo>
                  <a:cubicBezTo>
                    <a:pt x="1794" y="62033"/>
                    <a:pt x="2864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25" y="66931"/>
                    <a:pt x="6156" y="68885"/>
                    <a:pt x="6156" y="71053"/>
                  </a:cubicBezTo>
                  <a:cubicBezTo>
                    <a:pt x="6156" y="73221"/>
                    <a:pt x="4925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64" y="78280"/>
                    <a:pt x="1794" y="80073"/>
                    <a:pt x="81" y="81090"/>
                  </a:cubicBezTo>
                  <a:cubicBezTo>
                    <a:pt x="0" y="81117"/>
                    <a:pt x="0" y="81197"/>
                    <a:pt x="27" y="81251"/>
                  </a:cubicBezTo>
                  <a:cubicBezTo>
                    <a:pt x="47" y="81290"/>
                    <a:pt x="95" y="81315"/>
                    <a:pt x="140" y="81315"/>
                  </a:cubicBezTo>
                  <a:cubicBezTo>
                    <a:pt x="157" y="81315"/>
                    <a:pt x="173" y="81311"/>
                    <a:pt x="188" y="81304"/>
                  </a:cubicBezTo>
                  <a:cubicBezTo>
                    <a:pt x="1981" y="80260"/>
                    <a:pt x="3105" y="78413"/>
                    <a:pt x="3159" y="76352"/>
                  </a:cubicBezTo>
                  <a:cubicBezTo>
                    <a:pt x="5166" y="75309"/>
                    <a:pt x="6397" y="73301"/>
                    <a:pt x="6397" y="71053"/>
                  </a:cubicBezTo>
                  <a:cubicBezTo>
                    <a:pt x="6397" y="68805"/>
                    <a:pt x="5166" y="66797"/>
                    <a:pt x="3159" y="65753"/>
                  </a:cubicBezTo>
                  <a:cubicBezTo>
                    <a:pt x="3105" y="63773"/>
                    <a:pt x="2061" y="61979"/>
                    <a:pt x="375" y="60909"/>
                  </a:cubicBezTo>
                  <a:cubicBezTo>
                    <a:pt x="2061" y="59865"/>
                    <a:pt x="3105" y="58072"/>
                    <a:pt x="3159" y="56091"/>
                  </a:cubicBezTo>
                  <a:cubicBezTo>
                    <a:pt x="5166" y="55047"/>
                    <a:pt x="6397" y="53040"/>
                    <a:pt x="6397" y="50791"/>
                  </a:cubicBezTo>
                  <a:cubicBezTo>
                    <a:pt x="6397" y="48543"/>
                    <a:pt x="5166" y="46536"/>
                    <a:pt x="3159" y="45492"/>
                  </a:cubicBezTo>
                  <a:cubicBezTo>
                    <a:pt x="3159" y="43591"/>
                    <a:pt x="2061" y="41718"/>
                    <a:pt x="375" y="40647"/>
                  </a:cubicBezTo>
                  <a:cubicBezTo>
                    <a:pt x="1901" y="39710"/>
                    <a:pt x="3292" y="37890"/>
                    <a:pt x="3185" y="35829"/>
                  </a:cubicBezTo>
                  <a:cubicBezTo>
                    <a:pt x="5166" y="34785"/>
                    <a:pt x="6397" y="32751"/>
                    <a:pt x="6397" y="30530"/>
                  </a:cubicBezTo>
                  <a:cubicBezTo>
                    <a:pt x="6397" y="28281"/>
                    <a:pt x="5166" y="26247"/>
                    <a:pt x="3159" y="25230"/>
                  </a:cubicBezTo>
                  <a:cubicBezTo>
                    <a:pt x="3078" y="23223"/>
                    <a:pt x="2035" y="21429"/>
                    <a:pt x="375" y="20386"/>
                  </a:cubicBezTo>
                  <a:cubicBezTo>
                    <a:pt x="2061" y="19315"/>
                    <a:pt x="3159" y="17441"/>
                    <a:pt x="3159" y="15595"/>
                  </a:cubicBezTo>
                  <a:cubicBezTo>
                    <a:pt x="3159" y="15595"/>
                    <a:pt x="3159" y="15568"/>
                    <a:pt x="3159" y="15541"/>
                  </a:cubicBezTo>
                  <a:cubicBezTo>
                    <a:pt x="5166" y="14524"/>
                    <a:pt x="6397" y="12490"/>
                    <a:pt x="6397" y="10268"/>
                  </a:cubicBezTo>
                  <a:cubicBezTo>
                    <a:pt x="6397" y="8020"/>
                    <a:pt x="5166" y="5986"/>
                    <a:pt x="3159" y="4969"/>
                  </a:cubicBezTo>
                  <a:lnTo>
                    <a:pt x="3159" y="4942"/>
                  </a:lnTo>
                  <a:cubicBezTo>
                    <a:pt x="3159" y="3041"/>
                    <a:pt x="1981" y="1061"/>
                    <a:pt x="188" y="17"/>
                  </a:cubicBezTo>
                  <a:cubicBezTo>
                    <a:pt x="168" y="7"/>
                    <a:pt x="145" y="1"/>
                    <a:pt x="1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115"/>
            <p:cNvSpPr/>
            <p:nvPr/>
          </p:nvSpPr>
          <p:spPr>
            <a:xfrm>
              <a:off x="68577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0" y="110"/>
                    <a:pt x="0" y="137"/>
                  </a:cubicBezTo>
                  <a:cubicBezTo>
                    <a:pt x="0" y="164"/>
                    <a:pt x="27" y="217"/>
                    <a:pt x="81" y="244"/>
                  </a:cubicBezTo>
                  <a:cubicBezTo>
                    <a:pt x="1820" y="1261"/>
                    <a:pt x="2944" y="3188"/>
                    <a:pt x="2918" y="5035"/>
                  </a:cubicBezTo>
                  <a:cubicBezTo>
                    <a:pt x="2918" y="5089"/>
                    <a:pt x="2944" y="5142"/>
                    <a:pt x="2998" y="5169"/>
                  </a:cubicBezTo>
                  <a:cubicBezTo>
                    <a:pt x="4952" y="6133"/>
                    <a:pt x="6156" y="8086"/>
                    <a:pt x="6156" y="10255"/>
                  </a:cubicBezTo>
                  <a:cubicBezTo>
                    <a:pt x="6156" y="12449"/>
                    <a:pt x="4952" y="14403"/>
                    <a:pt x="2998" y="15367"/>
                  </a:cubicBezTo>
                  <a:cubicBezTo>
                    <a:pt x="2944" y="15394"/>
                    <a:pt x="2918" y="15447"/>
                    <a:pt x="2918" y="15501"/>
                  </a:cubicBezTo>
                  <a:cubicBezTo>
                    <a:pt x="2998" y="17347"/>
                    <a:pt x="1847" y="19248"/>
                    <a:pt x="81" y="20292"/>
                  </a:cubicBezTo>
                  <a:cubicBezTo>
                    <a:pt x="54" y="20292"/>
                    <a:pt x="27" y="20318"/>
                    <a:pt x="27" y="20372"/>
                  </a:cubicBezTo>
                  <a:cubicBezTo>
                    <a:pt x="0" y="20425"/>
                    <a:pt x="27" y="20479"/>
                    <a:pt x="81" y="20506"/>
                  </a:cubicBezTo>
                  <a:cubicBezTo>
                    <a:pt x="1794" y="21496"/>
                    <a:pt x="2864" y="23316"/>
                    <a:pt x="2918" y="25324"/>
                  </a:cubicBezTo>
                  <a:cubicBezTo>
                    <a:pt x="2918" y="25350"/>
                    <a:pt x="2944" y="25404"/>
                    <a:pt x="2998" y="25431"/>
                  </a:cubicBezTo>
                  <a:cubicBezTo>
                    <a:pt x="4952" y="26394"/>
                    <a:pt x="6156" y="28348"/>
                    <a:pt x="6156" y="30543"/>
                  </a:cubicBezTo>
                  <a:cubicBezTo>
                    <a:pt x="6156" y="32711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18" y="35762"/>
                  </a:cubicBezTo>
                  <a:cubicBezTo>
                    <a:pt x="3078" y="37823"/>
                    <a:pt x="1633" y="39643"/>
                    <a:pt x="81" y="40553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1" y="40767"/>
                  </a:cubicBezTo>
                  <a:cubicBezTo>
                    <a:pt x="1820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4" y="45665"/>
                    <a:pt x="2998" y="45692"/>
                  </a:cubicBezTo>
                  <a:cubicBezTo>
                    <a:pt x="4952" y="46656"/>
                    <a:pt x="6156" y="48636"/>
                    <a:pt x="6156" y="50804"/>
                  </a:cubicBezTo>
                  <a:cubicBezTo>
                    <a:pt x="6156" y="52972"/>
                    <a:pt x="4952" y="54926"/>
                    <a:pt x="2998" y="55917"/>
                  </a:cubicBezTo>
                  <a:cubicBezTo>
                    <a:pt x="2944" y="55917"/>
                    <a:pt x="2918" y="55970"/>
                    <a:pt x="2918" y="56024"/>
                  </a:cubicBezTo>
                  <a:cubicBezTo>
                    <a:pt x="2891" y="58004"/>
                    <a:pt x="1820" y="59798"/>
                    <a:pt x="81" y="60815"/>
                  </a:cubicBezTo>
                  <a:cubicBezTo>
                    <a:pt x="54" y="60815"/>
                    <a:pt x="27" y="60868"/>
                    <a:pt x="27" y="60895"/>
                  </a:cubicBezTo>
                  <a:cubicBezTo>
                    <a:pt x="0" y="60949"/>
                    <a:pt x="27" y="61002"/>
                    <a:pt x="81" y="61029"/>
                  </a:cubicBezTo>
                  <a:cubicBezTo>
                    <a:pt x="1820" y="62046"/>
                    <a:pt x="2891" y="63839"/>
                    <a:pt x="2918" y="65847"/>
                  </a:cubicBezTo>
                  <a:cubicBezTo>
                    <a:pt x="2918" y="65900"/>
                    <a:pt x="2944" y="65927"/>
                    <a:pt x="2998" y="65954"/>
                  </a:cubicBezTo>
                  <a:cubicBezTo>
                    <a:pt x="4952" y="66944"/>
                    <a:pt x="6156" y="68898"/>
                    <a:pt x="6156" y="71066"/>
                  </a:cubicBezTo>
                  <a:cubicBezTo>
                    <a:pt x="6156" y="73234"/>
                    <a:pt x="4952" y="75188"/>
                    <a:pt x="2998" y="76178"/>
                  </a:cubicBezTo>
                  <a:cubicBezTo>
                    <a:pt x="2944" y="76178"/>
                    <a:pt x="2918" y="76232"/>
                    <a:pt x="2918" y="76285"/>
                  </a:cubicBezTo>
                  <a:cubicBezTo>
                    <a:pt x="2891" y="78293"/>
                    <a:pt x="1820" y="80086"/>
                    <a:pt x="81" y="81076"/>
                  </a:cubicBezTo>
                  <a:cubicBezTo>
                    <a:pt x="27" y="81130"/>
                    <a:pt x="0" y="81183"/>
                    <a:pt x="27" y="81264"/>
                  </a:cubicBezTo>
                  <a:cubicBezTo>
                    <a:pt x="60" y="81297"/>
                    <a:pt x="93" y="81320"/>
                    <a:pt x="133" y="81320"/>
                  </a:cubicBezTo>
                  <a:cubicBezTo>
                    <a:pt x="157" y="81320"/>
                    <a:pt x="184" y="81311"/>
                    <a:pt x="214" y="81290"/>
                  </a:cubicBezTo>
                  <a:cubicBezTo>
                    <a:pt x="2008" y="80273"/>
                    <a:pt x="3105" y="78427"/>
                    <a:pt x="3185" y="76366"/>
                  </a:cubicBezTo>
                  <a:cubicBezTo>
                    <a:pt x="5166" y="75322"/>
                    <a:pt x="6397" y="73314"/>
                    <a:pt x="6397" y="71066"/>
                  </a:cubicBezTo>
                  <a:cubicBezTo>
                    <a:pt x="6397" y="68818"/>
                    <a:pt x="5166" y="66784"/>
                    <a:pt x="3185" y="65766"/>
                  </a:cubicBezTo>
                  <a:cubicBezTo>
                    <a:pt x="3105" y="63786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104"/>
                  </a:cubicBezTo>
                  <a:cubicBezTo>
                    <a:pt x="5166" y="55060"/>
                    <a:pt x="6397" y="53053"/>
                    <a:pt x="6397" y="50804"/>
                  </a:cubicBezTo>
                  <a:cubicBezTo>
                    <a:pt x="6397" y="48556"/>
                    <a:pt x="5166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723"/>
                    <a:pt x="3292" y="37903"/>
                    <a:pt x="3185" y="35816"/>
                  </a:cubicBezTo>
                  <a:cubicBezTo>
                    <a:pt x="5166" y="34799"/>
                    <a:pt x="6397" y="32764"/>
                    <a:pt x="6397" y="30543"/>
                  </a:cubicBezTo>
                  <a:cubicBezTo>
                    <a:pt x="6397" y="28295"/>
                    <a:pt x="5166" y="26260"/>
                    <a:pt x="3185" y="25243"/>
                  </a:cubicBezTo>
                  <a:cubicBezTo>
                    <a:pt x="3078" y="23236"/>
                    <a:pt x="2061" y="21443"/>
                    <a:pt x="375" y="20399"/>
                  </a:cubicBezTo>
                  <a:cubicBezTo>
                    <a:pt x="2088" y="19328"/>
                    <a:pt x="3185" y="17401"/>
                    <a:pt x="3185" y="15554"/>
                  </a:cubicBezTo>
                  <a:cubicBezTo>
                    <a:pt x="5166" y="14537"/>
                    <a:pt x="6397" y="12503"/>
                    <a:pt x="6397" y="10255"/>
                  </a:cubicBezTo>
                  <a:cubicBezTo>
                    <a:pt x="6397" y="8033"/>
                    <a:pt x="5166" y="5999"/>
                    <a:pt x="3185" y="4982"/>
                  </a:cubicBezTo>
                  <a:lnTo>
                    <a:pt x="3185" y="4955"/>
                  </a:lnTo>
                  <a:cubicBezTo>
                    <a:pt x="3185" y="3028"/>
                    <a:pt x="1981" y="1074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115"/>
            <p:cNvSpPr/>
            <p:nvPr/>
          </p:nvSpPr>
          <p:spPr>
            <a:xfrm>
              <a:off x="531875" y="8188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47" y="1"/>
                  </a:moveTo>
                  <a:cubicBezTo>
                    <a:pt x="106" y="1"/>
                    <a:pt x="61" y="20"/>
                    <a:pt x="27" y="70"/>
                  </a:cubicBezTo>
                  <a:cubicBezTo>
                    <a:pt x="27" y="70"/>
                    <a:pt x="27" y="97"/>
                    <a:pt x="27" y="124"/>
                  </a:cubicBezTo>
                  <a:cubicBezTo>
                    <a:pt x="27" y="178"/>
                    <a:pt x="54" y="204"/>
                    <a:pt x="80" y="231"/>
                  </a:cubicBezTo>
                  <a:cubicBezTo>
                    <a:pt x="1820" y="1248"/>
                    <a:pt x="2971" y="3175"/>
                    <a:pt x="2944" y="5022"/>
                  </a:cubicBezTo>
                  <a:cubicBezTo>
                    <a:pt x="2944" y="5076"/>
                    <a:pt x="2971" y="5129"/>
                    <a:pt x="2998" y="5156"/>
                  </a:cubicBezTo>
                  <a:cubicBezTo>
                    <a:pt x="4952" y="6119"/>
                    <a:pt x="6156" y="8073"/>
                    <a:pt x="6156" y="10268"/>
                  </a:cubicBezTo>
                  <a:cubicBezTo>
                    <a:pt x="6156" y="12436"/>
                    <a:pt x="4952" y="14390"/>
                    <a:pt x="2998" y="15354"/>
                  </a:cubicBezTo>
                  <a:cubicBezTo>
                    <a:pt x="2971" y="15380"/>
                    <a:pt x="2944" y="15461"/>
                    <a:pt x="2944" y="15487"/>
                  </a:cubicBezTo>
                  <a:cubicBezTo>
                    <a:pt x="2998" y="17334"/>
                    <a:pt x="1847" y="19235"/>
                    <a:pt x="107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0" y="20412"/>
                    <a:pt x="27" y="20466"/>
                    <a:pt x="80" y="20493"/>
                  </a:cubicBezTo>
                  <a:cubicBezTo>
                    <a:pt x="1793" y="21510"/>
                    <a:pt x="2864" y="23303"/>
                    <a:pt x="2944" y="25310"/>
                  </a:cubicBezTo>
                  <a:cubicBezTo>
                    <a:pt x="2944" y="25364"/>
                    <a:pt x="2971" y="25391"/>
                    <a:pt x="2998" y="25417"/>
                  </a:cubicBezTo>
                  <a:cubicBezTo>
                    <a:pt x="4952" y="26381"/>
                    <a:pt x="6156" y="28362"/>
                    <a:pt x="6156" y="30530"/>
                  </a:cubicBezTo>
                  <a:cubicBezTo>
                    <a:pt x="6156" y="32698"/>
                    <a:pt x="4952" y="34652"/>
                    <a:pt x="2998" y="35642"/>
                  </a:cubicBezTo>
                  <a:cubicBezTo>
                    <a:pt x="2971" y="35642"/>
                    <a:pt x="2944" y="35695"/>
                    <a:pt x="2944" y="35749"/>
                  </a:cubicBezTo>
                  <a:cubicBezTo>
                    <a:pt x="3105" y="37837"/>
                    <a:pt x="1633" y="39630"/>
                    <a:pt x="107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0" y="40674"/>
                    <a:pt x="27" y="40727"/>
                    <a:pt x="80" y="40754"/>
                  </a:cubicBezTo>
                  <a:cubicBezTo>
                    <a:pt x="1820" y="41771"/>
                    <a:pt x="2944" y="43645"/>
                    <a:pt x="2944" y="45545"/>
                  </a:cubicBezTo>
                  <a:cubicBezTo>
                    <a:pt x="2944" y="45545"/>
                    <a:pt x="2944" y="45545"/>
                    <a:pt x="2944" y="45572"/>
                  </a:cubicBezTo>
                  <a:cubicBezTo>
                    <a:pt x="2944" y="45626"/>
                    <a:pt x="2971" y="45652"/>
                    <a:pt x="2998" y="45679"/>
                  </a:cubicBezTo>
                  <a:cubicBezTo>
                    <a:pt x="4952" y="46669"/>
                    <a:pt x="6156" y="48623"/>
                    <a:pt x="6156" y="50791"/>
                  </a:cubicBezTo>
                  <a:cubicBezTo>
                    <a:pt x="6156" y="52959"/>
                    <a:pt x="4952" y="54913"/>
                    <a:pt x="2998" y="55904"/>
                  </a:cubicBezTo>
                  <a:cubicBezTo>
                    <a:pt x="2971" y="55930"/>
                    <a:pt x="2944" y="55957"/>
                    <a:pt x="2944" y="56011"/>
                  </a:cubicBezTo>
                  <a:cubicBezTo>
                    <a:pt x="2891" y="57991"/>
                    <a:pt x="1820" y="59785"/>
                    <a:pt x="107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0" y="60935"/>
                    <a:pt x="27" y="60989"/>
                    <a:pt x="80" y="61016"/>
                  </a:cubicBezTo>
                  <a:cubicBezTo>
                    <a:pt x="1820" y="62033"/>
                    <a:pt x="2891" y="63826"/>
                    <a:pt x="2944" y="65834"/>
                  </a:cubicBezTo>
                  <a:cubicBezTo>
                    <a:pt x="2944" y="65887"/>
                    <a:pt x="2971" y="65914"/>
                    <a:pt x="2998" y="65941"/>
                  </a:cubicBezTo>
                  <a:cubicBezTo>
                    <a:pt x="4952" y="66931"/>
                    <a:pt x="6156" y="68885"/>
                    <a:pt x="6156" y="71053"/>
                  </a:cubicBezTo>
                  <a:cubicBezTo>
                    <a:pt x="6156" y="73221"/>
                    <a:pt x="4952" y="75175"/>
                    <a:pt x="2998" y="76165"/>
                  </a:cubicBezTo>
                  <a:cubicBezTo>
                    <a:pt x="2971" y="76192"/>
                    <a:pt x="2944" y="76219"/>
                    <a:pt x="2944" y="76272"/>
                  </a:cubicBezTo>
                  <a:cubicBezTo>
                    <a:pt x="2891" y="78280"/>
                    <a:pt x="1820" y="80073"/>
                    <a:pt x="80" y="81090"/>
                  </a:cubicBezTo>
                  <a:cubicBezTo>
                    <a:pt x="27" y="81117"/>
                    <a:pt x="0" y="81197"/>
                    <a:pt x="54" y="81251"/>
                  </a:cubicBezTo>
                  <a:cubicBezTo>
                    <a:pt x="73" y="81290"/>
                    <a:pt x="122" y="81315"/>
                    <a:pt x="167" y="81315"/>
                  </a:cubicBezTo>
                  <a:cubicBezTo>
                    <a:pt x="184" y="81315"/>
                    <a:pt x="200" y="81311"/>
                    <a:pt x="214" y="81304"/>
                  </a:cubicBezTo>
                  <a:cubicBezTo>
                    <a:pt x="2008" y="80260"/>
                    <a:pt x="3105" y="78413"/>
                    <a:pt x="3185" y="76352"/>
                  </a:cubicBezTo>
                  <a:cubicBezTo>
                    <a:pt x="5193" y="75309"/>
                    <a:pt x="6424" y="73301"/>
                    <a:pt x="6424" y="71053"/>
                  </a:cubicBezTo>
                  <a:cubicBezTo>
                    <a:pt x="6424" y="68805"/>
                    <a:pt x="5193" y="66797"/>
                    <a:pt x="3185" y="65753"/>
                  </a:cubicBezTo>
                  <a:cubicBezTo>
                    <a:pt x="3105" y="63773"/>
                    <a:pt x="2088" y="61979"/>
                    <a:pt x="402" y="60909"/>
                  </a:cubicBezTo>
                  <a:cubicBezTo>
                    <a:pt x="2088" y="59865"/>
                    <a:pt x="3105" y="58072"/>
                    <a:pt x="3185" y="56091"/>
                  </a:cubicBezTo>
                  <a:cubicBezTo>
                    <a:pt x="5193" y="55047"/>
                    <a:pt x="6424" y="53040"/>
                    <a:pt x="6424" y="50791"/>
                  </a:cubicBezTo>
                  <a:cubicBezTo>
                    <a:pt x="6424" y="48543"/>
                    <a:pt x="5193" y="46536"/>
                    <a:pt x="3185" y="45492"/>
                  </a:cubicBezTo>
                  <a:cubicBezTo>
                    <a:pt x="3185" y="43591"/>
                    <a:pt x="2088" y="41718"/>
                    <a:pt x="402" y="40647"/>
                  </a:cubicBezTo>
                  <a:cubicBezTo>
                    <a:pt x="1900" y="39710"/>
                    <a:pt x="3319" y="37890"/>
                    <a:pt x="3185" y="35829"/>
                  </a:cubicBezTo>
                  <a:cubicBezTo>
                    <a:pt x="5193" y="34785"/>
                    <a:pt x="6424" y="32751"/>
                    <a:pt x="6424" y="30530"/>
                  </a:cubicBezTo>
                  <a:cubicBezTo>
                    <a:pt x="6424" y="28281"/>
                    <a:pt x="5193" y="26247"/>
                    <a:pt x="3185" y="25230"/>
                  </a:cubicBezTo>
                  <a:cubicBezTo>
                    <a:pt x="3105" y="23223"/>
                    <a:pt x="2061" y="21429"/>
                    <a:pt x="402" y="20386"/>
                  </a:cubicBezTo>
                  <a:cubicBezTo>
                    <a:pt x="2088" y="19315"/>
                    <a:pt x="3185" y="17441"/>
                    <a:pt x="3185" y="15595"/>
                  </a:cubicBezTo>
                  <a:cubicBezTo>
                    <a:pt x="3185" y="15595"/>
                    <a:pt x="3185" y="15568"/>
                    <a:pt x="3185" y="15541"/>
                  </a:cubicBezTo>
                  <a:cubicBezTo>
                    <a:pt x="5193" y="14524"/>
                    <a:pt x="6424" y="12490"/>
                    <a:pt x="6424" y="10268"/>
                  </a:cubicBezTo>
                  <a:cubicBezTo>
                    <a:pt x="6424" y="8020"/>
                    <a:pt x="5193" y="5986"/>
                    <a:pt x="3185" y="4969"/>
                  </a:cubicBezTo>
                  <a:lnTo>
                    <a:pt x="3185" y="4942"/>
                  </a:lnTo>
                  <a:cubicBezTo>
                    <a:pt x="3185" y="3041"/>
                    <a:pt x="2008" y="1061"/>
                    <a:pt x="214" y="17"/>
                  </a:cubicBezTo>
                  <a:cubicBezTo>
                    <a:pt x="195" y="7"/>
                    <a:pt x="171" y="1"/>
                    <a:pt x="1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115"/>
            <p:cNvSpPr/>
            <p:nvPr/>
          </p:nvSpPr>
          <p:spPr>
            <a:xfrm>
              <a:off x="378625" y="566950"/>
              <a:ext cx="159950" cy="2033000"/>
            </a:xfrm>
            <a:custGeom>
              <a:avLst/>
              <a:gdLst/>
              <a:ahLst/>
              <a:cxnLst/>
              <a:rect l="l" t="t" r="r" b="b"/>
              <a:pathLst>
                <a:path w="6398" h="81320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1" y="84"/>
                    <a:pt x="1" y="110"/>
                    <a:pt x="1" y="137"/>
                  </a:cubicBezTo>
                  <a:cubicBezTo>
                    <a:pt x="1" y="164"/>
                    <a:pt x="28" y="217"/>
                    <a:pt x="54" y="244"/>
                  </a:cubicBezTo>
                  <a:cubicBezTo>
                    <a:pt x="1821" y="1261"/>
                    <a:pt x="2972" y="3188"/>
                    <a:pt x="2918" y="5035"/>
                  </a:cubicBezTo>
                  <a:cubicBezTo>
                    <a:pt x="2918" y="5116"/>
                    <a:pt x="2945" y="5142"/>
                    <a:pt x="2999" y="5169"/>
                  </a:cubicBezTo>
                  <a:cubicBezTo>
                    <a:pt x="4952" y="6133"/>
                    <a:pt x="6157" y="8086"/>
                    <a:pt x="6157" y="10255"/>
                  </a:cubicBezTo>
                  <a:cubicBezTo>
                    <a:pt x="6157" y="12449"/>
                    <a:pt x="4952" y="14403"/>
                    <a:pt x="2999" y="15367"/>
                  </a:cubicBezTo>
                  <a:cubicBezTo>
                    <a:pt x="2945" y="15394"/>
                    <a:pt x="2918" y="15447"/>
                    <a:pt x="2918" y="15501"/>
                  </a:cubicBezTo>
                  <a:cubicBezTo>
                    <a:pt x="2972" y="17347"/>
                    <a:pt x="1848" y="19248"/>
                    <a:pt x="81" y="20292"/>
                  </a:cubicBezTo>
                  <a:cubicBezTo>
                    <a:pt x="54" y="20292"/>
                    <a:pt x="28" y="20318"/>
                    <a:pt x="1" y="20372"/>
                  </a:cubicBezTo>
                  <a:cubicBezTo>
                    <a:pt x="1" y="20425"/>
                    <a:pt x="28" y="20479"/>
                    <a:pt x="54" y="20506"/>
                  </a:cubicBezTo>
                  <a:cubicBezTo>
                    <a:pt x="1794" y="21496"/>
                    <a:pt x="2865" y="23316"/>
                    <a:pt x="2918" y="25324"/>
                  </a:cubicBezTo>
                  <a:cubicBezTo>
                    <a:pt x="2918" y="25350"/>
                    <a:pt x="2945" y="25404"/>
                    <a:pt x="2999" y="25431"/>
                  </a:cubicBezTo>
                  <a:cubicBezTo>
                    <a:pt x="4952" y="26394"/>
                    <a:pt x="6157" y="28348"/>
                    <a:pt x="6157" y="30543"/>
                  </a:cubicBezTo>
                  <a:cubicBezTo>
                    <a:pt x="6157" y="32711"/>
                    <a:pt x="4952" y="34665"/>
                    <a:pt x="2999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07" y="39643"/>
                    <a:pt x="81" y="40553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54" y="40767"/>
                  </a:cubicBezTo>
                  <a:cubicBezTo>
                    <a:pt x="1794" y="41784"/>
                    <a:pt x="2918" y="43658"/>
                    <a:pt x="2918" y="45532"/>
                  </a:cubicBezTo>
                  <a:cubicBezTo>
                    <a:pt x="2918" y="45558"/>
                    <a:pt x="2918" y="45558"/>
                    <a:pt x="2918" y="45585"/>
                  </a:cubicBezTo>
                  <a:cubicBezTo>
                    <a:pt x="2918" y="45612"/>
                    <a:pt x="2945" y="45665"/>
                    <a:pt x="2999" y="45692"/>
                  </a:cubicBezTo>
                  <a:cubicBezTo>
                    <a:pt x="4952" y="46656"/>
                    <a:pt x="6157" y="48636"/>
                    <a:pt x="6157" y="50804"/>
                  </a:cubicBezTo>
                  <a:cubicBezTo>
                    <a:pt x="6157" y="52972"/>
                    <a:pt x="4952" y="54926"/>
                    <a:pt x="2999" y="55917"/>
                  </a:cubicBezTo>
                  <a:cubicBezTo>
                    <a:pt x="2945" y="55917"/>
                    <a:pt x="2918" y="55970"/>
                    <a:pt x="2918" y="56024"/>
                  </a:cubicBezTo>
                  <a:cubicBezTo>
                    <a:pt x="2865" y="58004"/>
                    <a:pt x="1821" y="59798"/>
                    <a:pt x="81" y="60815"/>
                  </a:cubicBezTo>
                  <a:cubicBezTo>
                    <a:pt x="54" y="60815"/>
                    <a:pt x="28" y="60868"/>
                    <a:pt x="1" y="60895"/>
                  </a:cubicBezTo>
                  <a:cubicBezTo>
                    <a:pt x="1" y="60949"/>
                    <a:pt x="28" y="61002"/>
                    <a:pt x="54" y="61029"/>
                  </a:cubicBezTo>
                  <a:cubicBezTo>
                    <a:pt x="1794" y="62046"/>
                    <a:pt x="2865" y="63839"/>
                    <a:pt x="2918" y="65847"/>
                  </a:cubicBezTo>
                  <a:cubicBezTo>
                    <a:pt x="2918" y="65900"/>
                    <a:pt x="2945" y="65927"/>
                    <a:pt x="2999" y="65954"/>
                  </a:cubicBezTo>
                  <a:cubicBezTo>
                    <a:pt x="4952" y="66944"/>
                    <a:pt x="6157" y="68898"/>
                    <a:pt x="6157" y="71066"/>
                  </a:cubicBezTo>
                  <a:cubicBezTo>
                    <a:pt x="6157" y="73234"/>
                    <a:pt x="4952" y="75188"/>
                    <a:pt x="2999" y="76178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5" y="78293"/>
                    <a:pt x="1821" y="80086"/>
                    <a:pt x="81" y="81076"/>
                  </a:cubicBezTo>
                  <a:cubicBezTo>
                    <a:pt x="1" y="81130"/>
                    <a:pt x="1" y="81183"/>
                    <a:pt x="28" y="81264"/>
                  </a:cubicBezTo>
                  <a:cubicBezTo>
                    <a:pt x="44" y="81297"/>
                    <a:pt x="81" y="81320"/>
                    <a:pt x="120" y="81320"/>
                  </a:cubicBezTo>
                  <a:cubicBezTo>
                    <a:pt x="143" y="81320"/>
                    <a:pt x="168" y="81311"/>
                    <a:pt x="188" y="81290"/>
                  </a:cubicBezTo>
                  <a:cubicBezTo>
                    <a:pt x="1981" y="80273"/>
                    <a:pt x="3106" y="78427"/>
                    <a:pt x="3159" y="76366"/>
                  </a:cubicBezTo>
                  <a:cubicBezTo>
                    <a:pt x="5167" y="75322"/>
                    <a:pt x="6398" y="73314"/>
                    <a:pt x="6398" y="71066"/>
                  </a:cubicBezTo>
                  <a:cubicBezTo>
                    <a:pt x="6398" y="68818"/>
                    <a:pt x="5167" y="66784"/>
                    <a:pt x="3159" y="65766"/>
                  </a:cubicBezTo>
                  <a:cubicBezTo>
                    <a:pt x="3106" y="63786"/>
                    <a:pt x="2062" y="61992"/>
                    <a:pt x="376" y="60922"/>
                  </a:cubicBezTo>
                  <a:cubicBezTo>
                    <a:pt x="2062" y="59878"/>
                    <a:pt x="3106" y="58085"/>
                    <a:pt x="3159" y="56104"/>
                  </a:cubicBezTo>
                  <a:cubicBezTo>
                    <a:pt x="5167" y="55060"/>
                    <a:pt x="6398" y="53053"/>
                    <a:pt x="6398" y="50804"/>
                  </a:cubicBezTo>
                  <a:cubicBezTo>
                    <a:pt x="6398" y="48556"/>
                    <a:pt x="5167" y="46522"/>
                    <a:pt x="3159" y="45505"/>
                  </a:cubicBezTo>
                  <a:cubicBezTo>
                    <a:pt x="3159" y="43604"/>
                    <a:pt x="2062" y="41731"/>
                    <a:pt x="376" y="40660"/>
                  </a:cubicBezTo>
                  <a:cubicBezTo>
                    <a:pt x="1901" y="39723"/>
                    <a:pt x="3293" y="37903"/>
                    <a:pt x="3186" y="35816"/>
                  </a:cubicBezTo>
                  <a:cubicBezTo>
                    <a:pt x="5167" y="34799"/>
                    <a:pt x="6398" y="32764"/>
                    <a:pt x="6398" y="30543"/>
                  </a:cubicBezTo>
                  <a:cubicBezTo>
                    <a:pt x="6398" y="28295"/>
                    <a:pt x="5167" y="26260"/>
                    <a:pt x="3159" y="25243"/>
                  </a:cubicBezTo>
                  <a:cubicBezTo>
                    <a:pt x="3079" y="23236"/>
                    <a:pt x="2035" y="21443"/>
                    <a:pt x="376" y="20399"/>
                  </a:cubicBezTo>
                  <a:cubicBezTo>
                    <a:pt x="2089" y="19328"/>
                    <a:pt x="3186" y="17401"/>
                    <a:pt x="3186" y="15554"/>
                  </a:cubicBezTo>
                  <a:cubicBezTo>
                    <a:pt x="5167" y="14537"/>
                    <a:pt x="6398" y="12503"/>
                    <a:pt x="6398" y="10255"/>
                  </a:cubicBezTo>
                  <a:cubicBezTo>
                    <a:pt x="6398" y="8033"/>
                    <a:pt x="5167" y="5999"/>
                    <a:pt x="3186" y="4982"/>
                  </a:cubicBezTo>
                  <a:lnTo>
                    <a:pt x="3186" y="4955"/>
                  </a:lnTo>
                  <a:cubicBezTo>
                    <a:pt x="3186" y="3028"/>
                    <a:pt x="1981" y="1074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115"/>
            <p:cNvSpPr/>
            <p:nvPr/>
          </p:nvSpPr>
          <p:spPr>
            <a:xfrm>
              <a:off x="224725" y="8188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29" y="1"/>
                  </a:moveTo>
                  <a:cubicBezTo>
                    <a:pt x="83" y="1"/>
                    <a:pt x="44" y="20"/>
                    <a:pt x="27" y="70"/>
                  </a:cubicBezTo>
                  <a:cubicBezTo>
                    <a:pt x="27" y="70"/>
                    <a:pt x="1" y="97"/>
                    <a:pt x="1" y="124"/>
                  </a:cubicBezTo>
                  <a:cubicBezTo>
                    <a:pt x="1" y="178"/>
                    <a:pt x="27" y="204"/>
                    <a:pt x="81" y="231"/>
                  </a:cubicBezTo>
                  <a:cubicBezTo>
                    <a:pt x="1821" y="1248"/>
                    <a:pt x="2972" y="3175"/>
                    <a:pt x="2918" y="5022"/>
                  </a:cubicBezTo>
                  <a:cubicBezTo>
                    <a:pt x="2945" y="5076"/>
                    <a:pt x="2945" y="5129"/>
                    <a:pt x="2998" y="5156"/>
                  </a:cubicBezTo>
                  <a:cubicBezTo>
                    <a:pt x="4952" y="6119"/>
                    <a:pt x="6157" y="8073"/>
                    <a:pt x="6157" y="10268"/>
                  </a:cubicBezTo>
                  <a:cubicBezTo>
                    <a:pt x="6157" y="12436"/>
                    <a:pt x="4952" y="14390"/>
                    <a:pt x="2998" y="15354"/>
                  </a:cubicBezTo>
                  <a:cubicBezTo>
                    <a:pt x="2945" y="15380"/>
                    <a:pt x="2918" y="15461"/>
                    <a:pt x="2918" y="15487"/>
                  </a:cubicBezTo>
                  <a:cubicBezTo>
                    <a:pt x="2998" y="17334"/>
                    <a:pt x="1848" y="19235"/>
                    <a:pt x="108" y="20278"/>
                  </a:cubicBezTo>
                  <a:cubicBezTo>
                    <a:pt x="54" y="20278"/>
                    <a:pt x="27" y="20305"/>
                    <a:pt x="27" y="20359"/>
                  </a:cubicBezTo>
                  <a:cubicBezTo>
                    <a:pt x="1" y="20412"/>
                    <a:pt x="27" y="20466"/>
                    <a:pt x="81" y="20493"/>
                  </a:cubicBezTo>
                  <a:cubicBezTo>
                    <a:pt x="1794" y="21510"/>
                    <a:pt x="2865" y="23303"/>
                    <a:pt x="2918" y="25310"/>
                  </a:cubicBezTo>
                  <a:cubicBezTo>
                    <a:pt x="2945" y="25364"/>
                    <a:pt x="2972" y="25391"/>
                    <a:pt x="2998" y="25417"/>
                  </a:cubicBezTo>
                  <a:cubicBezTo>
                    <a:pt x="4952" y="26381"/>
                    <a:pt x="6157" y="28362"/>
                    <a:pt x="6157" y="30530"/>
                  </a:cubicBezTo>
                  <a:cubicBezTo>
                    <a:pt x="6157" y="32698"/>
                    <a:pt x="4952" y="34652"/>
                    <a:pt x="2998" y="35642"/>
                  </a:cubicBezTo>
                  <a:cubicBezTo>
                    <a:pt x="2945" y="35642"/>
                    <a:pt x="2918" y="35695"/>
                    <a:pt x="2918" y="35749"/>
                  </a:cubicBezTo>
                  <a:cubicBezTo>
                    <a:pt x="3106" y="37837"/>
                    <a:pt x="1633" y="39630"/>
                    <a:pt x="108" y="40540"/>
                  </a:cubicBezTo>
                  <a:cubicBezTo>
                    <a:pt x="54" y="40540"/>
                    <a:pt x="27" y="40594"/>
                    <a:pt x="27" y="40620"/>
                  </a:cubicBezTo>
                  <a:cubicBezTo>
                    <a:pt x="1" y="40674"/>
                    <a:pt x="27" y="40727"/>
                    <a:pt x="81" y="40754"/>
                  </a:cubicBezTo>
                  <a:cubicBezTo>
                    <a:pt x="1821" y="41771"/>
                    <a:pt x="2918" y="43645"/>
                    <a:pt x="2918" y="45545"/>
                  </a:cubicBezTo>
                  <a:cubicBezTo>
                    <a:pt x="2918" y="45545"/>
                    <a:pt x="2918" y="45545"/>
                    <a:pt x="2918" y="45572"/>
                  </a:cubicBezTo>
                  <a:cubicBezTo>
                    <a:pt x="2918" y="45626"/>
                    <a:pt x="2945" y="45652"/>
                    <a:pt x="2998" y="45679"/>
                  </a:cubicBezTo>
                  <a:cubicBezTo>
                    <a:pt x="4952" y="46669"/>
                    <a:pt x="6157" y="48623"/>
                    <a:pt x="6157" y="50791"/>
                  </a:cubicBezTo>
                  <a:cubicBezTo>
                    <a:pt x="6157" y="52959"/>
                    <a:pt x="4952" y="54913"/>
                    <a:pt x="2998" y="55904"/>
                  </a:cubicBezTo>
                  <a:cubicBezTo>
                    <a:pt x="2945" y="55930"/>
                    <a:pt x="2918" y="55957"/>
                    <a:pt x="2918" y="56011"/>
                  </a:cubicBezTo>
                  <a:cubicBezTo>
                    <a:pt x="2891" y="57991"/>
                    <a:pt x="1821" y="59785"/>
                    <a:pt x="108" y="60802"/>
                  </a:cubicBezTo>
                  <a:cubicBezTo>
                    <a:pt x="54" y="60828"/>
                    <a:pt x="27" y="60855"/>
                    <a:pt x="27" y="60882"/>
                  </a:cubicBezTo>
                  <a:cubicBezTo>
                    <a:pt x="1" y="60935"/>
                    <a:pt x="27" y="60989"/>
                    <a:pt x="81" y="61016"/>
                  </a:cubicBezTo>
                  <a:cubicBezTo>
                    <a:pt x="1821" y="62033"/>
                    <a:pt x="2891" y="63826"/>
                    <a:pt x="2918" y="65834"/>
                  </a:cubicBezTo>
                  <a:cubicBezTo>
                    <a:pt x="2918" y="65887"/>
                    <a:pt x="2945" y="65914"/>
                    <a:pt x="2998" y="65941"/>
                  </a:cubicBezTo>
                  <a:cubicBezTo>
                    <a:pt x="4952" y="66931"/>
                    <a:pt x="6157" y="68885"/>
                    <a:pt x="6157" y="71053"/>
                  </a:cubicBezTo>
                  <a:cubicBezTo>
                    <a:pt x="6157" y="73221"/>
                    <a:pt x="4952" y="75175"/>
                    <a:pt x="2998" y="76165"/>
                  </a:cubicBezTo>
                  <a:cubicBezTo>
                    <a:pt x="2945" y="76192"/>
                    <a:pt x="2918" y="76219"/>
                    <a:pt x="2918" y="76272"/>
                  </a:cubicBezTo>
                  <a:cubicBezTo>
                    <a:pt x="2891" y="78280"/>
                    <a:pt x="1821" y="80073"/>
                    <a:pt x="81" y="81090"/>
                  </a:cubicBezTo>
                  <a:cubicBezTo>
                    <a:pt x="27" y="81117"/>
                    <a:pt x="1" y="81197"/>
                    <a:pt x="27" y="81251"/>
                  </a:cubicBezTo>
                  <a:cubicBezTo>
                    <a:pt x="67" y="81290"/>
                    <a:pt x="106" y="81315"/>
                    <a:pt x="156" y="81315"/>
                  </a:cubicBezTo>
                  <a:cubicBezTo>
                    <a:pt x="174" y="81315"/>
                    <a:pt x="193" y="81311"/>
                    <a:pt x="215" y="81304"/>
                  </a:cubicBezTo>
                  <a:cubicBezTo>
                    <a:pt x="2008" y="80260"/>
                    <a:pt x="3106" y="78413"/>
                    <a:pt x="3186" y="76352"/>
                  </a:cubicBezTo>
                  <a:cubicBezTo>
                    <a:pt x="5166" y="75309"/>
                    <a:pt x="6398" y="73301"/>
                    <a:pt x="6398" y="71053"/>
                  </a:cubicBezTo>
                  <a:cubicBezTo>
                    <a:pt x="6398" y="68805"/>
                    <a:pt x="5166" y="66797"/>
                    <a:pt x="3186" y="65753"/>
                  </a:cubicBezTo>
                  <a:cubicBezTo>
                    <a:pt x="3106" y="63773"/>
                    <a:pt x="2062" y="61979"/>
                    <a:pt x="375" y="60909"/>
                  </a:cubicBezTo>
                  <a:cubicBezTo>
                    <a:pt x="2062" y="59865"/>
                    <a:pt x="3106" y="58072"/>
                    <a:pt x="3186" y="56091"/>
                  </a:cubicBezTo>
                  <a:cubicBezTo>
                    <a:pt x="5166" y="55047"/>
                    <a:pt x="6398" y="53040"/>
                    <a:pt x="6398" y="50791"/>
                  </a:cubicBezTo>
                  <a:cubicBezTo>
                    <a:pt x="6398" y="48543"/>
                    <a:pt x="5166" y="46536"/>
                    <a:pt x="3186" y="45492"/>
                  </a:cubicBezTo>
                  <a:cubicBezTo>
                    <a:pt x="3159" y="43591"/>
                    <a:pt x="2088" y="41718"/>
                    <a:pt x="375" y="40647"/>
                  </a:cubicBezTo>
                  <a:cubicBezTo>
                    <a:pt x="1901" y="39710"/>
                    <a:pt x="3320" y="37890"/>
                    <a:pt x="3186" y="35829"/>
                  </a:cubicBezTo>
                  <a:cubicBezTo>
                    <a:pt x="5166" y="34785"/>
                    <a:pt x="6398" y="32751"/>
                    <a:pt x="6398" y="30530"/>
                  </a:cubicBezTo>
                  <a:cubicBezTo>
                    <a:pt x="6398" y="28281"/>
                    <a:pt x="5166" y="26247"/>
                    <a:pt x="3186" y="25230"/>
                  </a:cubicBezTo>
                  <a:cubicBezTo>
                    <a:pt x="3079" y="23223"/>
                    <a:pt x="2062" y="21429"/>
                    <a:pt x="375" y="20386"/>
                  </a:cubicBezTo>
                  <a:cubicBezTo>
                    <a:pt x="2088" y="19315"/>
                    <a:pt x="3186" y="17441"/>
                    <a:pt x="3186" y="15595"/>
                  </a:cubicBezTo>
                  <a:cubicBezTo>
                    <a:pt x="3186" y="15595"/>
                    <a:pt x="3186" y="15568"/>
                    <a:pt x="3186" y="15541"/>
                  </a:cubicBezTo>
                  <a:cubicBezTo>
                    <a:pt x="5166" y="14524"/>
                    <a:pt x="6398" y="12490"/>
                    <a:pt x="6398" y="10268"/>
                  </a:cubicBezTo>
                  <a:cubicBezTo>
                    <a:pt x="6398" y="8020"/>
                    <a:pt x="5166" y="5986"/>
                    <a:pt x="3186" y="4969"/>
                  </a:cubicBezTo>
                  <a:lnTo>
                    <a:pt x="3186" y="4942"/>
                  </a:lnTo>
                  <a:cubicBezTo>
                    <a:pt x="3186" y="3041"/>
                    <a:pt x="1981" y="1061"/>
                    <a:pt x="215" y="17"/>
                  </a:cubicBezTo>
                  <a:cubicBezTo>
                    <a:pt x="185" y="7"/>
                    <a:pt x="156" y="1"/>
                    <a:pt x="1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115"/>
            <p:cNvSpPr/>
            <p:nvPr/>
          </p:nvSpPr>
          <p:spPr>
            <a:xfrm>
              <a:off x="1914975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51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27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45" y="15402"/>
                    <a:pt x="2945" y="15428"/>
                    <a:pt x="2945" y="15482"/>
                  </a:cubicBezTo>
                  <a:cubicBezTo>
                    <a:pt x="2998" y="17355"/>
                    <a:pt x="1848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45" y="35663"/>
                    <a:pt x="2918" y="35717"/>
                    <a:pt x="2945" y="35770"/>
                  </a:cubicBezTo>
                  <a:cubicBezTo>
                    <a:pt x="3106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45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6" y="78408"/>
                    <a:pt x="3186" y="76347"/>
                  </a:cubicBezTo>
                  <a:cubicBezTo>
                    <a:pt x="5166" y="75330"/>
                    <a:pt x="6424" y="73296"/>
                    <a:pt x="6424" y="71047"/>
                  </a:cubicBezTo>
                  <a:cubicBezTo>
                    <a:pt x="6424" y="68826"/>
                    <a:pt x="5166" y="66792"/>
                    <a:pt x="3186" y="65748"/>
                  </a:cubicBezTo>
                  <a:cubicBezTo>
                    <a:pt x="3106" y="63767"/>
                    <a:pt x="2062" y="61974"/>
                    <a:pt x="375" y="60930"/>
                  </a:cubicBezTo>
                  <a:cubicBezTo>
                    <a:pt x="2062" y="59859"/>
                    <a:pt x="3106" y="58093"/>
                    <a:pt x="3186" y="56085"/>
                  </a:cubicBezTo>
                  <a:cubicBezTo>
                    <a:pt x="5166" y="55068"/>
                    <a:pt x="6424" y="53034"/>
                    <a:pt x="6424" y="50786"/>
                  </a:cubicBezTo>
                  <a:cubicBezTo>
                    <a:pt x="6424" y="48537"/>
                    <a:pt x="5166" y="46530"/>
                    <a:pt x="3186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66" y="26268"/>
                    <a:pt x="3186" y="25225"/>
                  </a:cubicBezTo>
                  <a:cubicBezTo>
                    <a:pt x="3106" y="23244"/>
                    <a:pt x="2062" y="21451"/>
                    <a:pt x="375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66" y="14518"/>
                    <a:pt x="6424" y="12511"/>
                    <a:pt x="6424" y="10263"/>
                  </a:cubicBezTo>
                  <a:cubicBezTo>
                    <a:pt x="6424" y="8014"/>
                    <a:pt x="5166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193" y="4"/>
                    <a:pt x="172" y="1"/>
                    <a:pt x="1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115"/>
            <p:cNvSpPr/>
            <p:nvPr/>
          </p:nvSpPr>
          <p:spPr>
            <a:xfrm>
              <a:off x="1761075" y="2845375"/>
              <a:ext cx="160625" cy="2032675"/>
            </a:xfrm>
            <a:custGeom>
              <a:avLst/>
              <a:gdLst/>
              <a:ahLst/>
              <a:cxnLst/>
              <a:rect l="l" t="t" r="r" b="b"/>
              <a:pathLst>
                <a:path w="6425" h="81307" extrusionOk="0">
                  <a:moveTo>
                    <a:pt x="146" y="1"/>
                  </a:moveTo>
                  <a:cubicBezTo>
                    <a:pt x="108" y="1"/>
                    <a:pt x="71" y="24"/>
                    <a:pt x="54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1" y="244"/>
                  </a:cubicBezTo>
                  <a:cubicBezTo>
                    <a:pt x="1821" y="1234"/>
                    <a:pt x="2972" y="3162"/>
                    <a:pt x="2945" y="5035"/>
                  </a:cubicBezTo>
                  <a:cubicBezTo>
                    <a:pt x="2945" y="5089"/>
                    <a:pt x="2972" y="5142"/>
                    <a:pt x="2998" y="5142"/>
                  </a:cubicBezTo>
                  <a:cubicBezTo>
                    <a:pt x="4952" y="6133"/>
                    <a:pt x="6183" y="8086"/>
                    <a:pt x="6183" y="10254"/>
                  </a:cubicBezTo>
                  <a:cubicBezTo>
                    <a:pt x="6183" y="12422"/>
                    <a:pt x="4952" y="14376"/>
                    <a:pt x="2998" y="15367"/>
                  </a:cubicBezTo>
                  <a:cubicBezTo>
                    <a:pt x="2972" y="15393"/>
                    <a:pt x="2945" y="15447"/>
                    <a:pt x="2945" y="15474"/>
                  </a:cubicBezTo>
                  <a:cubicBezTo>
                    <a:pt x="2998" y="17321"/>
                    <a:pt x="1847" y="19248"/>
                    <a:pt x="108" y="20265"/>
                  </a:cubicBezTo>
                  <a:cubicBezTo>
                    <a:pt x="81" y="20292"/>
                    <a:pt x="27" y="20318"/>
                    <a:pt x="27" y="20345"/>
                  </a:cubicBezTo>
                  <a:cubicBezTo>
                    <a:pt x="27" y="20425"/>
                    <a:pt x="27" y="20479"/>
                    <a:pt x="81" y="20506"/>
                  </a:cubicBezTo>
                  <a:cubicBezTo>
                    <a:pt x="1821" y="21496"/>
                    <a:pt x="2891" y="23289"/>
                    <a:pt x="2945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83" y="28348"/>
                    <a:pt x="6183" y="30516"/>
                  </a:cubicBezTo>
                  <a:cubicBezTo>
                    <a:pt x="6183" y="32684"/>
                    <a:pt x="4952" y="34665"/>
                    <a:pt x="2998" y="35628"/>
                  </a:cubicBezTo>
                  <a:cubicBezTo>
                    <a:pt x="2972" y="35655"/>
                    <a:pt x="2945" y="35709"/>
                    <a:pt x="2945" y="35762"/>
                  </a:cubicBezTo>
                  <a:cubicBezTo>
                    <a:pt x="3105" y="37823"/>
                    <a:pt x="1633" y="39643"/>
                    <a:pt x="108" y="40526"/>
                  </a:cubicBezTo>
                  <a:cubicBezTo>
                    <a:pt x="81" y="40553"/>
                    <a:pt x="27" y="40580"/>
                    <a:pt x="27" y="40633"/>
                  </a:cubicBezTo>
                  <a:cubicBezTo>
                    <a:pt x="27" y="40687"/>
                    <a:pt x="27" y="40741"/>
                    <a:pt x="81" y="40767"/>
                  </a:cubicBezTo>
                  <a:cubicBezTo>
                    <a:pt x="1821" y="41784"/>
                    <a:pt x="2945" y="43631"/>
                    <a:pt x="2945" y="45532"/>
                  </a:cubicBezTo>
                  <a:lnTo>
                    <a:pt x="2945" y="45558"/>
                  </a:lnTo>
                  <a:cubicBezTo>
                    <a:pt x="2945" y="45612"/>
                    <a:pt x="2972" y="45665"/>
                    <a:pt x="2998" y="45692"/>
                  </a:cubicBezTo>
                  <a:cubicBezTo>
                    <a:pt x="4952" y="46656"/>
                    <a:pt x="6183" y="48610"/>
                    <a:pt x="6183" y="50778"/>
                  </a:cubicBezTo>
                  <a:cubicBezTo>
                    <a:pt x="6183" y="52972"/>
                    <a:pt x="4952" y="54926"/>
                    <a:pt x="2998" y="55890"/>
                  </a:cubicBezTo>
                  <a:cubicBezTo>
                    <a:pt x="2972" y="55917"/>
                    <a:pt x="2945" y="55970"/>
                    <a:pt x="2945" y="55997"/>
                  </a:cubicBezTo>
                  <a:cubicBezTo>
                    <a:pt x="2891" y="58004"/>
                    <a:pt x="1847" y="59798"/>
                    <a:pt x="108" y="60815"/>
                  </a:cubicBezTo>
                  <a:cubicBezTo>
                    <a:pt x="81" y="60815"/>
                    <a:pt x="27" y="60841"/>
                    <a:pt x="27" y="60895"/>
                  </a:cubicBezTo>
                  <a:cubicBezTo>
                    <a:pt x="27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45" y="65847"/>
                  </a:cubicBezTo>
                  <a:cubicBezTo>
                    <a:pt x="2945" y="65873"/>
                    <a:pt x="2972" y="65927"/>
                    <a:pt x="2998" y="65954"/>
                  </a:cubicBezTo>
                  <a:cubicBezTo>
                    <a:pt x="4952" y="66917"/>
                    <a:pt x="6183" y="68871"/>
                    <a:pt x="6183" y="71066"/>
                  </a:cubicBezTo>
                  <a:cubicBezTo>
                    <a:pt x="6183" y="73234"/>
                    <a:pt x="4952" y="75188"/>
                    <a:pt x="2998" y="76151"/>
                  </a:cubicBezTo>
                  <a:cubicBezTo>
                    <a:pt x="2972" y="76178"/>
                    <a:pt x="2945" y="76232"/>
                    <a:pt x="2945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54" y="81237"/>
                  </a:cubicBezTo>
                  <a:cubicBezTo>
                    <a:pt x="71" y="81288"/>
                    <a:pt x="110" y="81306"/>
                    <a:pt x="149" y="81306"/>
                  </a:cubicBezTo>
                  <a:cubicBezTo>
                    <a:pt x="172" y="81306"/>
                    <a:pt x="195" y="81300"/>
                    <a:pt x="215" y="81290"/>
                  </a:cubicBezTo>
                  <a:cubicBezTo>
                    <a:pt x="2008" y="80247"/>
                    <a:pt x="3105" y="78400"/>
                    <a:pt x="3186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6" y="65766"/>
                  </a:cubicBezTo>
                  <a:cubicBezTo>
                    <a:pt x="3132" y="63759"/>
                    <a:pt x="2088" y="61992"/>
                    <a:pt x="402" y="60922"/>
                  </a:cubicBezTo>
                  <a:cubicBezTo>
                    <a:pt x="2088" y="59878"/>
                    <a:pt x="3132" y="58085"/>
                    <a:pt x="3186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6" y="45505"/>
                  </a:cubicBezTo>
                  <a:cubicBezTo>
                    <a:pt x="3186" y="43604"/>
                    <a:pt x="2088" y="41731"/>
                    <a:pt x="402" y="40660"/>
                  </a:cubicBezTo>
                  <a:cubicBezTo>
                    <a:pt x="1901" y="39697"/>
                    <a:pt x="3320" y="37877"/>
                    <a:pt x="3186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6" y="25216"/>
                  </a:cubicBezTo>
                  <a:cubicBezTo>
                    <a:pt x="3105" y="23236"/>
                    <a:pt x="2062" y="21442"/>
                    <a:pt x="402" y="20399"/>
                  </a:cubicBezTo>
                  <a:cubicBezTo>
                    <a:pt x="2115" y="19328"/>
                    <a:pt x="3212" y="17401"/>
                    <a:pt x="3186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6" y="4955"/>
                  </a:cubicBezTo>
                  <a:cubicBezTo>
                    <a:pt x="3186" y="3028"/>
                    <a:pt x="2008" y="1047"/>
                    <a:pt x="215" y="30"/>
                  </a:cubicBezTo>
                  <a:cubicBezTo>
                    <a:pt x="194" y="10"/>
                    <a:pt x="170" y="1"/>
                    <a:pt x="1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115"/>
            <p:cNvSpPr/>
            <p:nvPr/>
          </p:nvSpPr>
          <p:spPr>
            <a:xfrm>
              <a:off x="1607850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0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71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0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0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64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0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64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64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44" y="81296"/>
                    <a:pt x="82" y="81315"/>
                    <a:pt x="122" y="81315"/>
                  </a:cubicBezTo>
                  <a:cubicBezTo>
                    <a:pt x="145" y="81315"/>
                    <a:pt x="168" y="81308"/>
                    <a:pt x="188" y="81299"/>
                  </a:cubicBezTo>
                  <a:cubicBezTo>
                    <a:pt x="1981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61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61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115"/>
            <p:cNvSpPr/>
            <p:nvPr/>
          </p:nvSpPr>
          <p:spPr>
            <a:xfrm>
              <a:off x="1453950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33" y="1"/>
                  </a:moveTo>
                  <a:cubicBezTo>
                    <a:pt x="9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27" y="217"/>
                    <a:pt x="80" y="244"/>
                  </a:cubicBezTo>
                  <a:cubicBezTo>
                    <a:pt x="1820" y="1234"/>
                    <a:pt x="2971" y="3188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20"/>
                    <a:pt x="2944" y="15474"/>
                  </a:cubicBezTo>
                  <a:cubicBezTo>
                    <a:pt x="2998" y="17347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44" y="35655"/>
                    <a:pt x="2918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cubicBezTo>
                    <a:pt x="2944" y="45558"/>
                    <a:pt x="2944" y="45558"/>
                    <a:pt x="2944" y="45558"/>
                  </a:cubicBez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27" y="81237"/>
                  </a:cubicBezTo>
                  <a:cubicBezTo>
                    <a:pt x="61" y="81288"/>
                    <a:pt x="106" y="81306"/>
                    <a:pt x="147" y="81306"/>
                  </a:cubicBezTo>
                  <a:cubicBezTo>
                    <a:pt x="172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66" y="75322"/>
                    <a:pt x="6424" y="73288"/>
                    <a:pt x="6424" y="71066"/>
                  </a:cubicBezTo>
                  <a:cubicBezTo>
                    <a:pt x="6424" y="68818"/>
                    <a:pt x="5166" y="66783"/>
                    <a:pt x="3185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85" y="56077"/>
                  </a:cubicBezTo>
                  <a:cubicBezTo>
                    <a:pt x="5166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66" y="26260"/>
                    <a:pt x="3185" y="25216"/>
                  </a:cubicBezTo>
                  <a:cubicBezTo>
                    <a:pt x="3105" y="23236"/>
                    <a:pt x="2061" y="21442"/>
                    <a:pt x="375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84" y="10"/>
                    <a:pt x="157" y="1"/>
                    <a:pt x="1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115"/>
            <p:cNvSpPr/>
            <p:nvPr/>
          </p:nvSpPr>
          <p:spPr>
            <a:xfrm>
              <a:off x="1300050" y="2593575"/>
              <a:ext cx="160600" cy="2032875"/>
            </a:xfrm>
            <a:custGeom>
              <a:avLst/>
              <a:gdLst/>
              <a:ahLst/>
              <a:cxnLst/>
              <a:rect l="l" t="t" r="r" b="b"/>
              <a:pathLst>
                <a:path w="6424" h="81315" extrusionOk="0">
                  <a:moveTo>
                    <a:pt x="167" y="1"/>
                  </a:moveTo>
                  <a:cubicBezTo>
                    <a:pt x="121" y="1"/>
                    <a:pt x="73" y="26"/>
                    <a:pt x="54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0" y="225"/>
                  </a:cubicBezTo>
                  <a:cubicBezTo>
                    <a:pt x="1820" y="1243"/>
                    <a:pt x="2971" y="3170"/>
                    <a:pt x="2944" y="5043"/>
                  </a:cubicBezTo>
                  <a:cubicBezTo>
                    <a:pt x="2944" y="5070"/>
                    <a:pt x="2971" y="5124"/>
                    <a:pt x="3025" y="5150"/>
                  </a:cubicBezTo>
                  <a:cubicBezTo>
                    <a:pt x="4952" y="6141"/>
                    <a:pt x="6183" y="8095"/>
                    <a:pt x="6183" y="10263"/>
                  </a:cubicBezTo>
                  <a:cubicBezTo>
                    <a:pt x="6183" y="12431"/>
                    <a:pt x="4952" y="14384"/>
                    <a:pt x="3025" y="15375"/>
                  </a:cubicBezTo>
                  <a:cubicBezTo>
                    <a:pt x="2971" y="15402"/>
                    <a:pt x="2944" y="15428"/>
                    <a:pt x="2944" y="15482"/>
                  </a:cubicBezTo>
                  <a:cubicBezTo>
                    <a:pt x="2998" y="17355"/>
                    <a:pt x="1847" y="19256"/>
                    <a:pt x="107" y="20273"/>
                  </a:cubicBezTo>
                  <a:cubicBezTo>
                    <a:pt x="80" y="20300"/>
                    <a:pt x="54" y="20326"/>
                    <a:pt x="27" y="20353"/>
                  </a:cubicBezTo>
                  <a:cubicBezTo>
                    <a:pt x="27" y="20407"/>
                    <a:pt x="27" y="20460"/>
                    <a:pt x="80" y="20514"/>
                  </a:cubicBezTo>
                  <a:cubicBezTo>
                    <a:pt x="1820" y="21504"/>
                    <a:pt x="2891" y="23297"/>
                    <a:pt x="2944" y="25305"/>
                  </a:cubicBezTo>
                  <a:cubicBezTo>
                    <a:pt x="2944" y="25358"/>
                    <a:pt x="2971" y="25385"/>
                    <a:pt x="3025" y="25412"/>
                  </a:cubicBezTo>
                  <a:cubicBezTo>
                    <a:pt x="4952" y="26402"/>
                    <a:pt x="6183" y="28356"/>
                    <a:pt x="6183" y="30524"/>
                  </a:cubicBezTo>
                  <a:cubicBezTo>
                    <a:pt x="6183" y="32692"/>
                    <a:pt x="4952" y="34646"/>
                    <a:pt x="3025" y="35636"/>
                  </a:cubicBezTo>
                  <a:cubicBezTo>
                    <a:pt x="2971" y="35663"/>
                    <a:pt x="2944" y="35717"/>
                    <a:pt x="2944" y="35770"/>
                  </a:cubicBezTo>
                  <a:cubicBezTo>
                    <a:pt x="3105" y="37831"/>
                    <a:pt x="1633" y="39651"/>
                    <a:pt x="107" y="40535"/>
                  </a:cubicBezTo>
                  <a:cubicBezTo>
                    <a:pt x="80" y="40561"/>
                    <a:pt x="54" y="40588"/>
                    <a:pt x="27" y="40615"/>
                  </a:cubicBezTo>
                  <a:cubicBezTo>
                    <a:pt x="27" y="40668"/>
                    <a:pt x="27" y="40749"/>
                    <a:pt x="80" y="40775"/>
                  </a:cubicBezTo>
                  <a:cubicBezTo>
                    <a:pt x="1820" y="41766"/>
                    <a:pt x="2944" y="43639"/>
                    <a:pt x="2944" y="45540"/>
                  </a:cubicBezTo>
                  <a:cubicBezTo>
                    <a:pt x="2944" y="45540"/>
                    <a:pt x="2944" y="45566"/>
                    <a:pt x="2944" y="45566"/>
                  </a:cubicBezTo>
                  <a:cubicBezTo>
                    <a:pt x="2944" y="45620"/>
                    <a:pt x="2971" y="45674"/>
                    <a:pt x="3025" y="45674"/>
                  </a:cubicBezTo>
                  <a:cubicBezTo>
                    <a:pt x="4952" y="46664"/>
                    <a:pt x="6183" y="48618"/>
                    <a:pt x="6183" y="50786"/>
                  </a:cubicBezTo>
                  <a:cubicBezTo>
                    <a:pt x="6183" y="52954"/>
                    <a:pt x="4952" y="54934"/>
                    <a:pt x="3025" y="55898"/>
                  </a:cubicBezTo>
                  <a:cubicBezTo>
                    <a:pt x="2971" y="55925"/>
                    <a:pt x="2944" y="55952"/>
                    <a:pt x="2944" y="56005"/>
                  </a:cubicBezTo>
                  <a:cubicBezTo>
                    <a:pt x="2891" y="58012"/>
                    <a:pt x="1847" y="59806"/>
                    <a:pt x="107" y="60796"/>
                  </a:cubicBezTo>
                  <a:cubicBezTo>
                    <a:pt x="80" y="60823"/>
                    <a:pt x="54" y="60850"/>
                    <a:pt x="27" y="60903"/>
                  </a:cubicBezTo>
                  <a:cubicBezTo>
                    <a:pt x="27" y="60957"/>
                    <a:pt x="27" y="61010"/>
                    <a:pt x="80" y="61037"/>
                  </a:cubicBezTo>
                  <a:cubicBezTo>
                    <a:pt x="1820" y="62054"/>
                    <a:pt x="2891" y="63847"/>
                    <a:pt x="2944" y="65828"/>
                  </a:cubicBezTo>
                  <a:cubicBezTo>
                    <a:pt x="2944" y="65882"/>
                    <a:pt x="2971" y="65935"/>
                    <a:pt x="3025" y="65962"/>
                  </a:cubicBezTo>
                  <a:cubicBezTo>
                    <a:pt x="4952" y="66925"/>
                    <a:pt x="6183" y="68879"/>
                    <a:pt x="6183" y="71047"/>
                  </a:cubicBezTo>
                  <a:cubicBezTo>
                    <a:pt x="6183" y="73242"/>
                    <a:pt x="4952" y="75196"/>
                    <a:pt x="3025" y="76160"/>
                  </a:cubicBezTo>
                  <a:cubicBezTo>
                    <a:pt x="2971" y="76186"/>
                    <a:pt x="2944" y="76240"/>
                    <a:pt x="2944" y="76267"/>
                  </a:cubicBezTo>
                  <a:cubicBezTo>
                    <a:pt x="2891" y="78274"/>
                    <a:pt x="1820" y="80067"/>
                    <a:pt x="80" y="81084"/>
                  </a:cubicBezTo>
                  <a:cubicBezTo>
                    <a:pt x="27" y="81111"/>
                    <a:pt x="0" y="81191"/>
                    <a:pt x="54" y="81245"/>
                  </a:cubicBezTo>
                  <a:cubicBezTo>
                    <a:pt x="71" y="81296"/>
                    <a:pt x="109" y="81315"/>
                    <a:pt x="149" y="81315"/>
                  </a:cubicBezTo>
                  <a:cubicBezTo>
                    <a:pt x="171" y="81315"/>
                    <a:pt x="195" y="81308"/>
                    <a:pt x="214" y="81299"/>
                  </a:cubicBezTo>
                  <a:cubicBezTo>
                    <a:pt x="2007" y="80255"/>
                    <a:pt x="3105" y="78408"/>
                    <a:pt x="3185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5" y="65748"/>
                  </a:cubicBezTo>
                  <a:cubicBezTo>
                    <a:pt x="3132" y="63767"/>
                    <a:pt x="2088" y="61974"/>
                    <a:pt x="402" y="60930"/>
                  </a:cubicBezTo>
                  <a:cubicBezTo>
                    <a:pt x="2088" y="59859"/>
                    <a:pt x="3132" y="58093"/>
                    <a:pt x="3185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5" y="45486"/>
                  </a:cubicBezTo>
                  <a:cubicBezTo>
                    <a:pt x="3185" y="43586"/>
                    <a:pt x="2088" y="41739"/>
                    <a:pt x="402" y="40668"/>
                  </a:cubicBezTo>
                  <a:cubicBezTo>
                    <a:pt x="1927" y="39705"/>
                    <a:pt x="3319" y="37885"/>
                    <a:pt x="3212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5" y="25225"/>
                  </a:cubicBezTo>
                  <a:cubicBezTo>
                    <a:pt x="3105" y="23244"/>
                    <a:pt x="2061" y="21451"/>
                    <a:pt x="402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62"/>
                    <a:pt x="3185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5" y="4963"/>
                  </a:cubicBezTo>
                  <a:cubicBezTo>
                    <a:pt x="3185" y="3036"/>
                    <a:pt x="2007" y="1055"/>
                    <a:pt x="214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115"/>
            <p:cNvSpPr/>
            <p:nvPr/>
          </p:nvSpPr>
          <p:spPr>
            <a:xfrm>
              <a:off x="1146800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0" y="1"/>
                  </a:moveTo>
                  <a:cubicBezTo>
                    <a:pt x="81" y="1"/>
                    <a:pt x="44" y="24"/>
                    <a:pt x="28" y="57"/>
                  </a:cubicBezTo>
                  <a:cubicBezTo>
                    <a:pt x="28" y="84"/>
                    <a:pt x="1" y="110"/>
                    <a:pt x="1" y="137"/>
                  </a:cubicBezTo>
                  <a:cubicBezTo>
                    <a:pt x="1" y="164"/>
                    <a:pt x="28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2" y="17321"/>
                    <a:pt x="1848" y="19248"/>
                    <a:pt x="81" y="20265"/>
                  </a:cubicBezTo>
                  <a:cubicBezTo>
                    <a:pt x="54" y="20292"/>
                    <a:pt x="28" y="20318"/>
                    <a:pt x="1" y="20345"/>
                  </a:cubicBezTo>
                  <a:cubicBezTo>
                    <a:pt x="1" y="20425"/>
                    <a:pt x="28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9" y="37823"/>
                    <a:pt x="1633" y="39643"/>
                    <a:pt x="81" y="40526"/>
                  </a:cubicBezTo>
                  <a:cubicBezTo>
                    <a:pt x="54" y="40553"/>
                    <a:pt x="28" y="40580"/>
                    <a:pt x="1" y="40633"/>
                  </a:cubicBezTo>
                  <a:cubicBezTo>
                    <a:pt x="1" y="40687"/>
                    <a:pt x="28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32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81" y="60815"/>
                  </a:cubicBezTo>
                  <a:cubicBezTo>
                    <a:pt x="54" y="60815"/>
                    <a:pt x="28" y="60841"/>
                    <a:pt x="1" y="60895"/>
                  </a:cubicBezTo>
                  <a:cubicBezTo>
                    <a:pt x="1" y="60949"/>
                    <a:pt x="28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8" y="81103"/>
                    <a:pt x="1" y="81183"/>
                    <a:pt x="28" y="81237"/>
                  </a:cubicBezTo>
                  <a:cubicBezTo>
                    <a:pt x="44" y="81288"/>
                    <a:pt x="83" y="81306"/>
                    <a:pt x="129" y="81306"/>
                  </a:cubicBezTo>
                  <a:cubicBezTo>
                    <a:pt x="156" y="81306"/>
                    <a:pt x="185" y="81300"/>
                    <a:pt x="215" y="81290"/>
                  </a:cubicBezTo>
                  <a:cubicBezTo>
                    <a:pt x="1981" y="80247"/>
                    <a:pt x="3106" y="78400"/>
                    <a:pt x="3186" y="76366"/>
                  </a:cubicBezTo>
                  <a:cubicBezTo>
                    <a:pt x="5167" y="75322"/>
                    <a:pt x="6398" y="73288"/>
                    <a:pt x="6398" y="71066"/>
                  </a:cubicBezTo>
                  <a:cubicBezTo>
                    <a:pt x="6398" y="68818"/>
                    <a:pt x="5167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7" y="55060"/>
                    <a:pt x="6398" y="53026"/>
                    <a:pt x="6398" y="50778"/>
                  </a:cubicBezTo>
                  <a:cubicBezTo>
                    <a:pt x="6398" y="48556"/>
                    <a:pt x="5167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7" y="34799"/>
                    <a:pt x="6398" y="32764"/>
                    <a:pt x="6398" y="30516"/>
                  </a:cubicBezTo>
                  <a:cubicBezTo>
                    <a:pt x="6398" y="28268"/>
                    <a:pt x="5167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01"/>
                    <a:pt x="3186" y="15554"/>
                  </a:cubicBezTo>
                  <a:cubicBezTo>
                    <a:pt x="5167" y="14510"/>
                    <a:pt x="6398" y="12503"/>
                    <a:pt x="6398" y="10254"/>
                  </a:cubicBezTo>
                  <a:cubicBezTo>
                    <a:pt x="6398" y="8006"/>
                    <a:pt x="5167" y="5999"/>
                    <a:pt x="3186" y="4955"/>
                  </a:cubicBezTo>
                  <a:cubicBezTo>
                    <a:pt x="3186" y="3028"/>
                    <a:pt x="1981" y="1047"/>
                    <a:pt x="188" y="30"/>
                  </a:cubicBezTo>
                  <a:cubicBezTo>
                    <a:pt x="168" y="10"/>
                    <a:pt x="143" y="1"/>
                    <a:pt x="1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115"/>
            <p:cNvSpPr/>
            <p:nvPr/>
          </p:nvSpPr>
          <p:spPr>
            <a:xfrm>
              <a:off x="992900" y="2593575"/>
              <a:ext cx="160625" cy="2032875"/>
            </a:xfrm>
            <a:custGeom>
              <a:avLst/>
              <a:gdLst/>
              <a:ahLst/>
              <a:cxnLst/>
              <a:rect l="l" t="t" r="r" b="b"/>
              <a:pathLst>
                <a:path w="6425" h="81315" extrusionOk="0">
                  <a:moveTo>
                    <a:pt x="167" y="1"/>
                  </a:moveTo>
                  <a:cubicBezTo>
                    <a:pt x="120" y="1"/>
                    <a:pt x="67" y="26"/>
                    <a:pt x="27" y="65"/>
                  </a:cubicBezTo>
                  <a:cubicBezTo>
                    <a:pt x="27" y="92"/>
                    <a:pt x="27" y="118"/>
                    <a:pt x="27" y="118"/>
                  </a:cubicBezTo>
                  <a:cubicBezTo>
                    <a:pt x="27" y="172"/>
                    <a:pt x="54" y="225"/>
                    <a:pt x="81" y="225"/>
                  </a:cubicBezTo>
                  <a:cubicBezTo>
                    <a:pt x="1821" y="1243"/>
                    <a:pt x="2972" y="3170"/>
                    <a:pt x="2945" y="5043"/>
                  </a:cubicBezTo>
                  <a:cubicBezTo>
                    <a:pt x="2945" y="5070"/>
                    <a:pt x="2972" y="5124"/>
                    <a:pt x="2998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8" y="15375"/>
                  </a:cubicBezTo>
                  <a:cubicBezTo>
                    <a:pt x="2972" y="15402"/>
                    <a:pt x="2945" y="15428"/>
                    <a:pt x="2945" y="15482"/>
                  </a:cubicBezTo>
                  <a:cubicBezTo>
                    <a:pt x="2998" y="17329"/>
                    <a:pt x="1847" y="19256"/>
                    <a:pt x="108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1" y="20407"/>
                    <a:pt x="27" y="20460"/>
                    <a:pt x="81" y="20514"/>
                  </a:cubicBezTo>
                  <a:cubicBezTo>
                    <a:pt x="1794" y="21504"/>
                    <a:pt x="2865" y="23297"/>
                    <a:pt x="2945" y="25305"/>
                  </a:cubicBezTo>
                  <a:cubicBezTo>
                    <a:pt x="2945" y="25358"/>
                    <a:pt x="2972" y="25385"/>
                    <a:pt x="2998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8" y="35636"/>
                  </a:cubicBezTo>
                  <a:cubicBezTo>
                    <a:pt x="2972" y="35663"/>
                    <a:pt x="2945" y="35717"/>
                    <a:pt x="2945" y="35770"/>
                  </a:cubicBezTo>
                  <a:cubicBezTo>
                    <a:pt x="3105" y="37831"/>
                    <a:pt x="1633" y="39651"/>
                    <a:pt x="108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1" y="40668"/>
                    <a:pt x="27" y="40749"/>
                    <a:pt x="81" y="40775"/>
                  </a:cubicBezTo>
                  <a:cubicBezTo>
                    <a:pt x="1821" y="41766"/>
                    <a:pt x="2945" y="43639"/>
                    <a:pt x="2945" y="45540"/>
                  </a:cubicBezTo>
                  <a:cubicBezTo>
                    <a:pt x="2945" y="45540"/>
                    <a:pt x="2945" y="45566"/>
                    <a:pt x="2945" y="45566"/>
                  </a:cubicBezTo>
                  <a:cubicBezTo>
                    <a:pt x="2918" y="45620"/>
                    <a:pt x="2972" y="45674"/>
                    <a:pt x="2998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8" y="55898"/>
                  </a:cubicBezTo>
                  <a:cubicBezTo>
                    <a:pt x="2972" y="55925"/>
                    <a:pt x="2945" y="55952"/>
                    <a:pt x="2945" y="56005"/>
                  </a:cubicBezTo>
                  <a:cubicBezTo>
                    <a:pt x="2891" y="58012"/>
                    <a:pt x="1821" y="59806"/>
                    <a:pt x="108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1" y="60957"/>
                    <a:pt x="27" y="61010"/>
                    <a:pt x="81" y="61037"/>
                  </a:cubicBezTo>
                  <a:cubicBezTo>
                    <a:pt x="1821" y="62054"/>
                    <a:pt x="2891" y="63847"/>
                    <a:pt x="2945" y="65828"/>
                  </a:cubicBezTo>
                  <a:cubicBezTo>
                    <a:pt x="2945" y="65882"/>
                    <a:pt x="2972" y="65935"/>
                    <a:pt x="2998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8" y="76160"/>
                  </a:cubicBezTo>
                  <a:cubicBezTo>
                    <a:pt x="2972" y="76186"/>
                    <a:pt x="2945" y="76240"/>
                    <a:pt x="2945" y="76267"/>
                  </a:cubicBezTo>
                  <a:cubicBezTo>
                    <a:pt x="2891" y="78274"/>
                    <a:pt x="1821" y="80067"/>
                    <a:pt x="81" y="81084"/>
                  </a:cubicBezTo>
                  <a:cubicBezTo>
                    <a:pt x="27" y="81111"/>
                    <a:pt x="1" y="81191"/>
                    <a:pt x="27" y="81245"/>
                  </a:cubicBezTo>
                  <a:cubicBezTo>
                    <a:pt x="61" y="81296"/>
                    <a:pt x="106" y="81315"/>
                    <a:pt x="148" y="81315"/>
                  </a:cubicBezTo>
                  <a:cubicBezTo>
                    <a:pt x="172" y="81315"/>
                    <a:pt x="195" y="81308"/>
                    <a:pt x="215" y="81299"/>
                  </a:cubicBezTo>
                  <a:cubicBezTo>
                    <a:pt x="2008" y="80255"/>
                    <a:pt x="3105" y="78408"/>
                    <a:pt x="3186" y="76347"/>
                  </a:cubicBezTo>
                  <a:cubicBezTo>
                    <a:pt x="5193" y="75330"/>
                    <a:pt x="6424" y="73296"/>
                    <a:pt x="6424" y="71047"/>
                  </a:cubicBezTo>
                  <a:cubicBezTo>
                    <a:pt x="6424" y="68826"/>
                    <a:pt x="5193" y="66792"/>
                    <a:pt x="3186" y="65748"/>
                  </a:cubicBezTo>
                  <a:cubicBezTo>
                    <a:pt x="3105" y="63767"/>
                    <a:pt x="2088" y="61974"/>
                    <a:pt x="402" y="60930"/>
                  </a:cubicBezTo>
                  <a:cubicBezTo>
                    <a:pt x="2088" y="59859"/>
                    <a:pt x="3105" y="58093"/>
                    <a:pt x="3186" y="56085"/>
                  </a:cubicBezTo>
                  <a:cubicBezTo>
                    <a:pt x="5193" y="55068"/>
                    <a:pt x="6424" y="53034"/>
                    <a:pt x="6424" y="50786"/>
                  </a:cubicBezTo>
                  <a:cubicBezTo>
                    <a:pt x="6424" y="48537"/>
                    <a:pt x="5193" y="46530"/>
                    <a:pt x="3186" y="45486"/>
                  </a:cubicBezTo>
                  <a:cubicBezTo>
                    <a:pt x="3159" y="43586"/>
                    <a:pt x="2088" y="41739"/>
                    <a:pt x="402" y="40668"/>
                  </a:cubicBezTo>
                  <a:cubicBezTo>
                    <a:pt x="1901" y="39705"/>
                    <a:pt x="3320" y="37885"/>
                    <a:pt x="3186" y="35824"/>
                  </a:cubicBezTo>
                  <a:cubicBezTo>
                    <a:pt x="5193" y="34780"/>
                    <a:pt x="6424" y="32772"/>
                    <a:pt x="6424" y="30524"/>
                  </a:cubicBezTo>
                  <a:cubicBezTo>
                    <a:pt x="6424" y="28276"/>
                    <a:pt x="5193" y="26268"/>
                    <a:pt x="3186" y="25225"/>
                  </a:cubicBezTo>
                  <a:cubicBezTo>
                    <a:pt x="3105" y="23244"/>
                    <a:pt x="2062" y="21451"/>
                    <a:pt x="402" y="20407"/>
                  </a:cubicBezTo>
                  <a:cubicBezTo>
                    <a:pt x="2088" y="19336"/>
                    <a:pt x="3186" y="17436"/>
                    <a:pt x="3186" y="15616"/>
                  </a:cubicBezTo>
                  <a:cubicBezTo>
                    <a:pt x="3186" y="15589"/>
                    <a:pt x="3186" y="15562"/>
                    <a:pt x="3186" y="15562"/>
                  </a:cubicBezTo>
                  <a:cubicBezTo>
                    <a:pt x="5193" y="14518"/>
                    <a:pt x="6424" y="12511"/>
                    <a:pt x="6424" y="10263"/>
                  </a:cubicBezTo>
                  <a:cubicBezTo>
                    <a:pt x="6424" y="8014"/>
                    <a:pt x="5193" y="6007"/>
                    <a:pt x="3186" y="4963"/>
                  </a:cubicBezTo>
                  <a:cubicBezTo>
                    <a:pt x="3186" y="3036"/>
                    <a:pt x="2008" y="1055"/>
                    <a:pt x="215" y="11"/>
                  </a:cubicBezTo>
                  <a:cubicBezTo>
                    <a:pt x="200" y="4"/>
                    <a:pt x="184" y="1"/>
                    <a:pt x="1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115"/>
            <p:cNvSpPr/>
            <p:nvPr/>
          </p:nvSpPr>
          <p:spPr>
            <a:xfrm>
              <a:off x="83967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19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0" y="84"/>
                    <a:pt x="0" y="110"/>
                    <a:pt x="0" y="137"/>
                  </a:cubicBezTo>
                  <a:cubicBezTo>
                    <a:pt x="0" y="164"/>
                    <a:pt x="27" y="217"/>
                    <a:pt x="54" y="244"/>
                  </a:cubicBezTo>
                  <a:cubicBezTo>
                    <a:pt x="1794" y="1234"/>
                    <a:pt x="2971" y="3162"/>
                    <a:pt x="2918" y="5035"/>
                  </a:cubicBezTo>
                  <a:cubicBezTo>
                    <a:pt x="2918" y="5089"/>
                    <a:pt x="2945" y="5142"/>
                    <a:pt x="2998" y="5142"/>
                  </a:cubicBezTo>
                  <a:cubicBezTo>
                    <a:pt x="4925" y="6133"/>
                    <a:pt x="6156" y="8086"/>
                    <a:pt x="6156" y="10254"/>
                  </a:cubicBezTo>
                  <a:cubicBezTo>
                    <a:pt x="6156" y="12422"/>
                    <a:pt x="4925" y="14376"/>
                    <a:pt x="2998" y="15367"/>
                  </a:cubicBezTo>
                  <a:cubicBezTo>
                    <a:pt x="2945" y="15393"/>
                    <a:pt x="2918" y="15420"/>
                    <a:pt x="2918" y="15474"/>
                  </a:cubicBezTo>
                  <a:cubicBezTo>
                    <a:pt x="2971" y="17321"/>
                    <a:pt x="1847" y="19248"/>
                    <a:pt x="81" y="20265"/>
                  </a:cubicBezTo>
                  <a:cubicBezTo>
                    <a:pt x="54" y="20292"/>
                    <a:pt x="27" y="20318"/>
                    <a:pt x="0" y="20345"/>
                  </a:cubicBezTo>
                  <a:cubicBezTo>
                    <a:pt x="0" y="20425"/>
                    <a:pt x="27" y="20479"/>
                    <a:pt x="54" y="20506"/>
                  </a:cubicBezTo>
                  <a:cubicBezTo>
                    <a:pt x="1794" y="21496"/>
                    <a:pt x="2864" y="23289"/>
                    <a:pt x="2918" y="25297"/>
                  </a:cubicBezTo>
                  <a:cubicBezTo>
                    <a:pt x="2918" y="25350"/>
                    <a:pt x="2945" y="25404"/>
                    <a:pt x="2998" y="25404"/>
                  </a:cubicBezTo>
                  <a:cubicBezTo>
                    <a:pt x="4925" y="26394"/>
                    <a:pt x="6156" y="28348"/>
                    <a:pt x="6156" y="30516"/>
                  </a:cubicBezTo>
                  <a:cubicBezTo>
                    <a:pt x="6156" y="32684"/>
                    <a:pt x="4925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078" y="37823"/>
                    <a:pt x="1606" y="39643"/>
                    <a:pt x="81" y="40526"/>
                  </a:cubicBezTo>
                  <a:cubicBezTo>
                    <a:pt x="54" y="40553"/>
                    <a:pt x="27" y="40580"/>
                    <a:pt x="0" y="40633"/>
                  </a:cubicBezTo>
                  <a:cubicBezTo>
                    <a:pt x="0" y="40687"/>
                    <a:pt x="27" y="40741"/>
                    <a:pt x="54" y="40767"/>
                  </a:cubicBezTo>
                  <a:cubicBezTo>
                    <a:pt x="1794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25" y="46656"/>
                    <a:pt x="6156" y="48610"/>
                    <a:pt x="6156" y="50778"/>
                  </a:cubicBezTo>
                  <a:cubicBezTo>
                    <a:pt x="6156" y="52972"/>
                    <a:pt x="4925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64" y="58004"/>
                    <a:pt x="1820" y="59798"/>
                    <a:pt x="81" y="60815"/>
                  </a:cubicBezTo>
                  <a:cubicBezTo>
                    <a:pt x="54" y="60815"/>
                    <a:pt x="27" y="60841"/>
                    <a:pt x="0" y="60895"/>
                  </a:cubicBezTo>
                  <a:cubicBezTo>
                    <a:pt x="0" y="60949"/>
                    <a:pt x="27" y="61002"/>
                    <a:pt x="54" y="61029"/>
                  </a:cubicBezTo>
                  <a:cubicBezTo>
                    <a:pt x="1794" y="62046"/>
                    <a:pt x="2864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25" y="66917"/>
                    <a:pt x="6156" y="68871"/>
                    <a:pt x="6156" y="71066"/>
                  </a:cubicBezTo>
                  <a:cubicBezTo>
                    <a:pt x="6156" y="73234"/>
                    <a:pt x="4925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64" y="78266"/>
                    <a:pt x="1794" y="80059"/>
                    <a:pt x="81" y="81076"/>
                  </a:cubicBezTo>
                  <a:cubicBezTo>
                    <a:pt x="0" y="81103"/>
                    <a:pt x="0" y="81183"/>
                    <a:pt x="27" y="81237"/>
                  </a:cubicBezTo>
                  <a:cubicBezTo>
                    <a:pt x="44" y="81288"/>
                    <a:pt x="83" y="81306"/>
                    <a:pt x="122" y="81306"/>
                  </a:cubicBezTo>
                  <a:cubicBezTo>
                    <a:pt x="145" y="81306"/>
                    <a:pt x="168" y="81300"/>
                    <a:pt x="188" y="81290"/>
                  </a:cubicBezTo>
                  <a:cubicBezTo>
                    <a:pt x="1981" y="80247"/>
                    <a:pt x="3105" y="78400"/>
                    <a:pt x="3159" y="76366"/>
                  </a:cubicBezTo>
                  <a:cubicBezTo>
                    <a:pt x="5166" y="75322"/>
                    <a:pt x="6397" y="73288"/>
                    <a:pt x="6397" y="71066"/>
                  </a:cubicBezTo>
                  <a:cubicBezTo>
                    <a:pt x="6397" y="68818"/>
                    <a:pt x="5166" y="66783"/>
                    <a:pt x="3159" y="65766"/>
                  </a:cubicBezTo>
                  <a:cubicBezTo>
                    <a:pt x="3105" y="63759"/>
                    <a:pt x="2061" y="61992"/>
                    <a:pt x="375" y="60922"/>
                  </a:cubicBezTo>
                  <a:cubicBezTo>
                    <a:pt x="2061" y="59878"/>
                    <a:pt x="3105" y="58085"/>
                    <a:pt x="3159" y="56077"/>
                  </a:cubicBezTo>
                  <a:cubicBezTo>
                    <a:pt x="5166" y="55060"/>
                    <a:pt x="6397" y="53026"/>
                    <a:pt x="6397" y="50778"/>
                  </a:cubicBezTo>
                  <a:cubicBezTo>
                    <a:pt x="6397" y="48556"/>
                    <a:pt x="5166" y="46522"/>
                    <a:pt x="3159" y="45505"/>
                  </a:cubicBezTo>
                  <a:cubicBezTo>
                    <a:pt x="3159" y="43604"/>
                    <a:pt x="2061" y="41731"/>
                    <a:pt x="375" y="40660"/>
                  </a:cubicBezTo>
                  <a:cubicBezTo>
                    <a:pt x="1901" y="39697"/>
                    <a:pt x="3292" y="37877"/>
                    <a:pt x="3185" y="35816"/>
                  </a:cubicBezTo>
                  <a:cubicBezTo>
                    <a:pt x="5166" y="34799"/>
                    <a:pt x="6397" y="32764"/>
                    <a:pt x="6397" y="30516"/>
                  </a:cubicBezTo>
                  <a:cubicBezTo>
                    <a:pt x="6397" y="28268"/>
                    <a:pt x="5166" y="26260"/>
                    <a:pt x="3159" y="25216"/>
                  </a:cubicBezTo>
                  <a:cubicBezTo>
                    <a:pt x="3078" y="23236"/>
                    <a:pt x="2035" y="21442"/>
                    <a:pt x="375" y="20399"/>
                  </a:cubicBezTo>
                  <a:cubicBezTo>
                    <a:pt x="2061" y="19328"/>
                    <a:pt x="3159" y="17454"/>
                    <a:pt x="3159" y="15608"/>
                  </a:cubicBezTo>
                  <a:cubicBezTo>
                    <a:pt x="3159" y="15581"/>
                    <a:pt x="3159" y="15581"/>
                    <a:pt x="3159" y="15554"/>
                  </a:cubicBezTo>
                  <a:cubicBezTo>
                    <a:pt x="5166" y="14510"/>
                    <a:pt x="6397" y="12503"/>
                    <a:pt x="6397" y="10254"/>
                  </a:cubicBezTo>
                  <a:cubicBezTo>
                    <a:pt x="6397" y="8006"/>
                    <a:pt x="5166" y="5999"/>
                    <a:pt x="3159" y="4955"/>
                  </a:cubicBezTo>
                  <a:cubicBezTo>
                    <a:pt x="3159" y="3028"/>
                    <a:pt x="1981" y="1047"/>
                    <a:pt x="188" y="30"/>
                  </a:cubicBezTo>
                  <a:cubicBezTo>
                    <a:pt x="167" y="10"/>
                    <a:pt x="143" y="1"/>
                    <a:pt x="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115"/>
            <p:cNvSpPr/>
            <p:nvPr/>
          </p:nvSpPr>
          <p:spPr>
            <a:xfrm>
              <a:off x="68577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0" y="1"/>
                  </a:moveTo>
                  <a:cubicBezTo>
                    <a:pt x="95" y="1"/>
                    <a:pt x="47" y="26"/>
                    <a:pt x="27" y="65"/>
                  </a:cubicBezTo>
                  <a:cubicBezTo>
                    <a:pt x="27" y="92"/>
                    <a:pt x="0" y="118"/>
                    <a:pt x="0" y="118"/>
                  </a:cubicBezTo>
                  <a:cubicBezTo>
                    <a:pt x="0" y="172"/>
                    <a:pt x="27" y="225"/>
                    <a:pt x="81" y="225"/>
                  </a:cubicBezTo>
                  <a:cubicBezTo>
                    <a:pt x="1820" y="1243"/>
                    <a:pt x="2944" y="3170"/>
                    <a:pt x="2918" y="5043"/>
                  </a:cubicBezTo>
                  <a:cubicBezTo>
                    <a:pt x="2918" y="5070"/>
                    <a:pt x="2944" y="5124"/>
                    <a:pt x="2998" y="5150"/>
                  </a:cubicBezTo>
                  <a:cubicBezTo>
                    <a:pt x="4952" y="6141"/>
                    <a:pt x="6156" y="8095"/>
                    <a:pt x="6156" y="10263"/>
                  </a:cubicBezTo>
                  <a:cubicBezTo>
                    <a:pt x="6156" y="12431"/>
                    <a:pt x="4952" y="14384"/>
                    <a:pt x="2998" y="15375"/>
                  </a:cubicBezTo>
                  <a:cubicBezTo>
                    <a:pt x="2944" y="15402"/>
                    <a:pt x="2918" y="15428"/>
                    <a:pt x="2918" y="15482"/>
                  </a:cubicBezTo>
                  <a:cubicBezTo>
                    <a:pt x="2998" y="17329"/>
                    <a:pt x="1847" y="19256"/>
                    <a:pt x="81" y="20273"/>
                  </a:cubicBezTo>
                  <a:cubicBezTo>
                    <a:pt x="54" y="20300"/>
                    <a:pt x="27" y="20326"/>
                    <a:pt x="27" y="20353"/>
                  </a:cubicBezTo>
                  <a:cubicBezTo>
                    <a:pt x="0" y="20407"/>
                    <a:pt x="27" y="20460"/>
                    <a:pt x="81" y="20514"/>
                  </a:cubicBezTo>
                  <a:cubicBezTo>
                    <a:pt x="1794" y="21504"/>
                    <a:pt x="2864" y="23297"/>
                    <a:pt x="2918" y="25305"/>
                  </a:cubicBezTo>
                  <a:cubicBezTo>
                    <a:pt x="2918" y="25358"/>
                    <a:pt x="2944" y="25385"/>
                    <a:pt x="2998" y="25412"/>
                  </a:cubicBezTo>
                  <a:cubicBezTo>
                    <a:pt x="4952" y="26402"/>
                    <a:pt x="6156" y="28356"/>
                    <a:pt x="6156" y="30524"/>
                  </a:cubicBezTo>
                  <a:cubicBezTo>
                    <a:pt x="6156" y="32692"/>
                    <a:pt x="4952" y="34646"/>
                    <a:pt x="2998" y="35636"/>
                  </a:cubicBezTo>
                  <a:cubicBezTo>
                    <a:pt x="2944" y="35663"/>
                    <a:pt x="2918" y="35717"/>
                    <a:pt x="2918" y="35770"/>
                  </a:cubicBezTo>
                  <a:cubicBezTo>
                    <a:pt x="3078" y="37831"/>
                    <a:pt x="1633" y="39651"/>
                    <a:pt x="81" y="40535"/>
                  </a:cubicBezTo>
                  <a:cubicBezTo>
                    <a:pt x="54" y="40561"/>
                    <a:pt x="27" y="40588"/>
                    <a:pt x="27" y="40615"/>
                  </a:cubicBezTo>
                  <a:cubicBezTo>
                    <a:pt x="0" y="40668"/>
                    <a:pt x="27" y="40749"/>
                    <a:pt x="81" y="40775"/>
                  </a:cubicBezTo>
                  <a:cubicBezTo>
                    <a:pt x="1820" y="41766"/>
                    <a:pt x="2918" y="43639"/>
                    <a:pt x="2918" y="45540"/>
                  </a:cubicBezTo>
                  <a:lnTo>
                    <a:pt x="2918" y="45566"/>
                  </a:lnTo>
                  <a:cubicBezTo>
                    <a:pt x="2918" y="45620"/>
                    <a:pt x="2944" y="45674"/>
                    <a:pt x="2998" y="45674"/>
                  </a:cubicBezTo>
                  <a:cubicBezTo>
                    <a:pt x="4952" y="46664"/>
                    <a:pt x="6156" y="48618"/>
                    <a:pt x="6156" y="50786"/>
                  </a:cubicBezTo>
                  <a:cubicBezTo>
                    <a:pt x="6156" y="52954"/>
                    <a:pt x="4952" y="54934"/>
                    <a:pt x="2998" y="55898"/>
                  </a:cubicBezTo>
                  <a:cubicBezTo>
                    <a:pt x="2944" y="55925"/>
                    <a:pt x="2918" y="55952"/>
                    <a:pt x="2918" y="56005"/>
                  </a:cubicBezTo>
                  <a:cubicBezTo>
                    <a:pt x="2891" y="58012"/>
                    <a:pt x="1820" y="59806"/>
                    <a:pt x="81" y="60796"/>
                  </a:cubicBezTo>
                  <a:cubicBezTo>
                    <a:pt x="54" y="60823"/>
                    <a:pt x="27" y="60850"/>
                    <a:pt x="27" y="60903"/>
                  </a:cubicBezTo>
                  <a:cubicBezTo>
                    <a:pt x="0" y="60957"/>
                    <a:pt x="27" y="61010"/>
                    <a:pt x="81" y="61037"/>
                  </a:cubicBezTo>
                  <a:cubicBezTo>
                    <a:pt x="1820" y="62054"/>
                    <a:pt x="2891" y="63847"/>
                    <a:pt x="2918" y="65828"/>
                  </a:cubicBezTo>
                  <a:cubicBezTo>
                    <a:pt x="2918" y="65882"/>
                    <a:pt x="2944" y="65935"/>
                    <a:pt x="2998" y="65962"/>
                  </a:cubicBezTo>
                  <a:cubicBezTo>
                    <a:pt x="4952" y="66925"/>
                    <a:pt x="6156" y="68879"/>
                    <a:pt x="6156" y="71047"/>
                  </a:cubicBezTo>
                  <a:cubicBezTo>
                    <a:pt x="6156" y="73242"/>
                    <a:pt x="4952" y="75196"/>
                    <a:pt x="2998" y="76160"/>
                  </a:cubicBezTo>
                  <a:cubicBezTo>
                    <a:pt x="2944" y="76186"/>
                    <a:pt x="2918" y="76240"/>
                    <a:pt x="2918" y="76267"/>
                  </a:cubicBezTo>
                  <a:cubicBezTo>
                    <a:pt x="2891" y="78274"/>
                    <a:pt x="1820" y="80067"/>
                    <a:pt x="81" y="81084"/>
                  </a:cubicBezTo>
                  <a:cubicBezTo>
                    <a:pt x="27" y="81111"/>
                    <a:pt x="0" y="81191"/>
                    <a:pt x="27" y="81245"/>
                  </a:cubicBezTo>
                  <a:cubicBezTo>
                    <a:pt x="61" y="81296"/>
                    <a:pt x="95" y="81315"/>
                    <a:pt x="136" y="81315"/>
                  </a:cubicBezTo>
                  <a:cubicBezTo>
                    <a:pt x="159" y="81315"/>
                    <a:pt x="185" y="81308"/>
                    <a:pt x="214" y="81299"/>
                  </a:cubicBezTo>
                  <a:cubicBezTo>
                    <a:pt x="2008" y="80255"/>
                    <a:pt x="3105" y="78408"/>
                    <a:pt x="3185" y="76347"/>
                  </a:cubicBezTo>
                  <a:cubicBezTo>
                    <a:pt x="5166" y="75330"/>
                    <a:pt x="6397" y="73296"/>
                    <a:pt x="6397" y="71047"/>
                  </a:cubicBezTo>
                  <a:cubicBezTo>
                    <a:pt x="6397" y="68826"/>
                    <a:pt x="5166" y="66792"/>
                    <a:pt x="3185" y="65748"/>
                  </a:cubicBezTo>
                  <a:cubicBezTo>
                    <a:pt x="3105" y="63767"/>
                    <a:pt x="2061" y="61974"/>
                    <a:pt x="375" y="60930"/>
                  </a:cubicBezTo>
                  <a:cubicBezTo>
                    <a:pt x="2061" y="59859"/>
                    <a:pt x="3105" y="58093"/>
                    <a:pt x="3185" y="56085"/>
                  </a:cubicBezTo>
                  <a:cubicBezTo>
                    <a:pt x="5166" y="55068"/>
                    <a:pt x="6397" y="53034"/>
                    <a:pt x="6397" y="50786"/>
                  </a:cubicBezTo>
                  <a:cubicBezTo>
                    <a:pt x="6397" y="48537"/>
                    <a:pt x="5166" y="46530"/>
                    <a:pt x="3185" y="45486"/>
                  </a:cubicBezTo>
                  <a:cubicBezTo>
                    <a:pt x="3159" y="43586"/>
                    <a:pt x="2088" y="41739"/>
                    <a:pt x="375" y="40668"/>
                  </a:cubicBezTo>
                  <a:cubicBezTo>
                    <a:pt x="1901" y="39705"/>
                    <a:pt x="3292" y="37885"/>
                    <a:pt x="3185" y="35824"/>
                  </a:cubicBezTo>
                  <a:cubicBezTo>
                    <a:pt x="5166" y="34780"/>
                    <a:pt x="6397" y="32772"/>
                    <a:pt x="6397" y="30524"/>
                  </a:cubicBezTo>
                  <a:cubicBezTo>
                    <a:pt x="6397" y="28276"/>
                    <a:pt x="5166" y="26268"/>
                    <a:pt x="3185" y="25225"/>
                  </a:cubicBezTo>
                  <a:cubicBezTo>
                    <a:pt x="3078" y="23244"/>
                    <a:pt x="2061" y="21451"/>
                    <a:pt x="375" y="20407"/>
                  </a:cubicBezTo>
                  <a:cubicBezTo>
                    <a:pt x="2088" y="19336"/>
                    <a:pt x="3185" y="17436"/>
                    <a:pt x="3185" y="15616"/>
                  </a:cubicBezTo>
                  <a:cubicBezTo>
                    <a:pt x="3185" y="15589"/>
                    <a:pt x="3185" y="15589"/>
                    <a:pt x="3185" y="15562"/>
                  </a:cubicBezTo>
                  <a:cubicBezTo>
                    <a:pt x="5166" y="14518"/>
                    <a:pt x="6397" y="12511"/>
                    <a:pt x="6397" y="10263"/>
                  </a:cubicBezTo>
                  <a:cubicBezTo>
                    <a:pt x="6397" y="8014"/>
                    <a:pt x="5166" y="6007"/>
                    <a:pt x="3185" y="4963"/>
                  </a:cubicBezTo>
                  <a:cubicBezTo>
                    <a:pt x="3185" y="3036"/>
                    <a:pt x="1981" y="1055"/>
                    <a:pt x="188" y="11"/>
                  </a:cubicBezTo>
                  <a:cubicBezTo>
                    <a:pt x="173" y="4"/>
                    <a:pt x="157" y="1"/>
                    <a:pt x="14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115"/>
            <p:cNvSpPr/>
            <p:nvPr/>
          </p:nvSpPr>
          <p:spPr>
            <a:xfrm>
              <a:off x="531875" y="2845375"/>
              <a:ext cx="160600" cy="2032675"/>
            </a:xfrm>
            <a:custGeom>
              <a:avLst/>
              <a:gdLst/>
              <a:ahLst/>
              <a:cxnLst/>
              <a:rect l="l" t="t" r="r" b="b"/>
              <a:pathLst>
                <a:path w="6424" h="81307" extrusionOk="0">
                  <a:moveTo>
                    <a:pt x="144" y="1"/>
                  </a:moveTo>
                  <a:cubicBezTo>
                    <a:pt x="103" y="1"/>
                    <a:pt x="60" y="24"/>
                    <a:pt x="27" y="57"/>
                  </a:cubicBezTo>
                  <a:cubicBezTo>
                    <a:pt x="27" y="84"/>
                    <a:pt x="27" y="110"/>
                    <a:pt x="27" y="137"/>
                  </a:cubicBezTo>
                  <a:cubicBezTo>
                    <a:pt x="27" y="164"/>
                    <a:pt x="54" y="217"/>
                    <a:pt x="80" y="244"/>
                  </a:cubicBezTo>
                  <a:cubicBezTo>
                    <a:pt x="1820" y="1234"/>
                    <a:pt x="2971" y="3162"/>
                    <a:pt x="2944" y="5035"/>
                  </a:cubicBezTo>
                  <a:cubicBezTo>
                    <a:pt x="2944" y="5089"/>
                    <a:pt x="2971" y="5142"/>
                    <a:pt x="2998" y="5142"/>
                  </a:cubicBezTo>
                  <a:cubicBezTo>
                    <a:pt x="4952" y="6133"/>
                    <a:pt x="6156" y="8086"/>
                    <a:pt x="6156" y="10254"/>
                  </a:cubicBezTo>
                  <a:cubicBezTo>
                    <a:pt x="6156" y="12422"/>
                    <a:pt x="4952" y="14376"/>
                    <a:pt x="2998" y="15367"/>
                  </a:cubicBezTo>
                  <a:cubicBezTo>
                    <a:pt x="2971" y="15393"/>
                    <a:pt x="2944" y="15447"/>
                    <a:pt x="2944" y="15474"/>
                  </a:cubicBezTo>
                  <a:cubicBezTo>
                    <a:pt x="2998" y="17321"/>
                    <a:pt x="1847" y="19248"/>
                    <a:pt x="107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0" y="20425"/>
                    <a:pt x="27" y="20479"/>
                    <a:pt x="80" y="20506"/>
                  </a:cubicBezTo>
                  <a:cubicBezTo>
                    <a:pt x="1793" y="21496"/>
                    <a:pt x="2864" y="23289"/>
                    <a:pt x="2944" y="25297"/>
                  </a:cubicBezTo>
                  <a:cubicBezTo>
                    <a:pt x="2944" y="25350"/>
                    <a:pt x="2971" y="25404"/>
                    <a:pt x="2998" y="25404"/>
                  </a:cubicBezTo>
                  <a:cubicBezTo>
                    <a:pt x="4952" y="26394"/>
                    <a:pt x="6156" y="28348"/>
                    <a:pt x="6156" y="30516"/>
                  </a:cubicBezTo>
                  <a:cubicBezTo>
                    <a:pt x="6156" y="32684"/>
                    <a:pt x="4952" y="34665"/>
                    <a:pt x="2998" y="35628"/>
                  </a:cubicBezTo>
                  <a:cubicBezTo>
                    <a:pt x="2971" y="35655"/>
                    <a:pt x="2944" y="35709"/>
                    <a:pt x="2944" y="35762"/>
                  </a:cubicBezTo>
                  <a:cubicBezTo>
                    <a:pt x="3105" y="37823"/>
                    <a:pt x="1633" y="39643"/>
                    <a:pt x="107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0" y="40687"/>
                    <a:pt x="27" y="40741"/>
                    <a:pt x="80" y="40767"/>
                  </a:cubicBezTo>
                  <a:cubicBezTo>
                    <a:pt x="1820" y="41784"/>
                    <a:pt x="2944" y="43631"/>
                    <a:pt x="2944" y="45532"/>
                  </a:cubicBezTo>
                  <a:lnTo>
                    <a:pt x="2944" y="45558"/>
                  </a:lnTo>
                  <a:cubicBezTo>
                    <a:pt x="2918" y="45612"/>
                    <a:pt x="2971" y="45665"/>
                    <a:pt x="2998" y="45692"/>
                  </a:cubicBezTo>
                  <a:cubicBezTo>
                    <a:pt x="4952" y="46656"/>
                    <a:pt x="6156" y="48610"/>
                    <a:pt x="6156" y="50778"/>
                  </a:cubicBezTo>
                  <a:cubicBezTo>
                    <a:pt x="6156" y="52972"/>
                    <a:pt x="4952" y="54926"/>
                    <a:pt x="2998" y="55890"/>
                  </a:cubicBezTo>
                  <a:cubicBezTo>
                    <a:pt x="2971" y="55917"/>
                    <a:pt x="2944" y="55970"/>
                    <a:pt x="2944" y="55997"/>
                  </a:cubicBezTo>
                  <a:cubicBezTo>
                    <a:pt x="2891" y="58004"/>
                    <a:pt x="1820" y="59798"/>
                    <a:pt x="107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0" y="60949"/>
                    <a:pt x="27" y="61002"/>
                    <a:pt x="80" y="61029"/>
                  </a:cubicBezTo>
                  <a:cubicBezTo>
                    <a:pt x="1820" y="62046"/>
                    <a:pt x="2891" y="63839"/>
                    <a:pt x="2944" y="65847"/>
                  </a:cubicBezTo>
                  <a:cubicBezTo>
                    <a:pt x="2944" y="65873"/>
                    <a:pt x="2971" y="65927"/>
                    <a:pt x="2998" y="65954"/>
                  </a:cubicBezTo>
                  <a:cubicBezTo>
                    <a:pt x="4952" y="66917"/>
                    <a:pt x="6156" y="68871"/>
                    <a:pt x="6156" y="71066"/>
                  </a:cubicBezTo>
                  <a:cubicBezTo>
                    <a:pt x="6156" y="73234"/>
                    <a:pt x="4952" y="75188"/>
                    <a:pt x="2998" y="76151"/>
                  </a:cubicBezTo>
                  <a:cubicBezTo>
                    <a:pt x="2971" y="76178"/>
                    <a:pt x="2944" y="76232"/>
                    <a:pt x="2944" y="76285"/>
                  </a:cubicBezTo>
                  <a:cubicBezTo>
                    <a:pt x="2891" y="78266"/>
                    <a:pt x="1820" y="80059"/>
                    <a:pt x="80" y="81076"/>
                  </a:cubicBezTo>
                  <a:cubicBezTo>
                    <a:pt x="27" y="81103"/>
                    <a:pt x="0" y="81183"/>
                    <a:pt x="54" y="81237"/>
                  </a:cubicBezTo>
                  <a:cubicBezTo>
                    <a:pt x="71" y="81288"/>
                    <a:pt x="109" y="81306"/>
                    <a:pt x="149" y="81306"/>
                  </a:cubicBezTo>
                  <a:cubicBezTo>
                    <a:pt x="171" y="81306"/>
                    <a:pt x="195" y="81300"/>
                    <a:pt x="214" y="81290"/>
                  </a:cubicBezTo>
                  <a:cubicBezTo>
                    <a:pt x="2008" y="80247"/>
                    <a:pt x="3105" y="78400"/>
                    <a:pt x="3185" y="76366"/>
                  </a:cubicBezTo>
                  <a:cubicBezTo>
                    <a:pt x="5193" y="75322"/>
                    <a:pt x="6424" y="73288"/>
                    <a:pt x="6424" y="71066"/>
                  </a:cubicBezTo>
                  <a:cubicBezTo>
                    <a:pt x="6424" y="68818"/>
                    <a:pt x="5193" y="66783"/>
                    <a:pt x="3185" y="65766"/>
                  </a:cubicBezTo>
                  <a:cubicBezTo>
                    <a:pt x="3105" y="63759"/>
                    <a:pt x="2088" y="61992"/>
                    <a:pt x="402" y="60922"/>
                  </a:cubicBezTo>
                  <a:cubicBezTo>
                    <a:pt x="2088" y="59878"/>
                    <a:pt x="3105" y="58085"/>
                    <a:pt x="3185" y="56077"/>
                  </a:cubicBezTo>
                  <a:cubicBezTo>
                    <a:pt x="5193" y="55060"/>
                    <a:pt x="6424" y="53026"/>
                    <a:pt x="6424" y="50778"/>
                  </a:cubicBezTo>
                  <a:cubicBezTo>
                    <a:pt x="6424" y="48556"/>
                    <a:pt x="5193" y="46522"/>
                    <a:pt x="3185" y="45505"/>
                  </a:cubicBezTo>
                  <a:cubicBezTo>
                    <a:pt x="3185" y="43604"/>
                    <a:pt x="2088" y="41731"/>
                    <a:pt x="402" y="40660"/>
                  </a:cubicBezTo>
                  <a:cubicBezTo>
                    <a:pt x="1900" y="39697"/>
                    <a:pt x="3319" y="37877"/>
                    <a:pt x="3185" y="35816"/>
                  </a:cubicBezTo>
                  <a:cubicBezTo>
                    <a:pt x="5193" y="34799"/>
                    <a:pt x="6424" y="32764"/>
                    <a:pt x="6424" y="30516"/>
                  </a:cubicBezTo>
                  <a:cubicBezTo>
                    <a:pt x="6424" y="28268"/>
                    <a:pt x="5193" y="26260"/>
                    <a:pt x="3185" y="25216"/>
                  </a:cubicBezTo>
                  <a:cubicBezTo>
                    <a:pt x="3105" y="23236"/>
                    <a:pt x="2061" y="21442"/>
                    <a:pt x="402" y="20399"/>
                  </a:cubicBezTo>
                  <a:cubicBezTo>
                    <a:pt x="2088" y="19328"/>
                    <a:pt x="3185" y="17454"/>
                    <a:pt x="3185" y="15608"/>
                  </a:cubicBezTo>
                  <a:cubicBezTo>
                    <a:pt x="3185" y="15581"/>
                    <a:pt x="3185" y="15581"/>
                    <a:pt x="3185" y="15554"/>
                  </a:cubicBezTo>
                  <a:cubicBezTo>
                    <a:pt x="5193" y="14510"/>
                    <a:pt x="6424" y="12503"/>
                    <a:pt x="6424" y="10254"/>
                  </a:cubicBezTo>
                  <a:cubicBezTo>
                    <a:pt x="6424" y="8006"/>
                    <a:pt x="5193" y="5999"/>
                    <a:pt x="3185" y="4955"/>
                  </a:cubicBezTo>
                  <a:cubicBezTo>
                    <a:pt x="3185" y="3028"/>
                    <a:pt x="2008" y="1047"/>
                    <a:pt x="214" y="30"/>
                  </a:cubicBezTo>
                  <a:cubicBezTo>
                    <a:pt x="194" y="10"/>
                    <a:pt x="169" y="1"/>
                    <a:pt x="1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115"/>
            <p:cNvSpPr/>
            <p:nvPr/>
          </p:nvSpPr>
          <p:spPr>
            <a:xfrm>
              <a:off x="378625" y="2593575"/>
              <a:ext cx="159950" cy="2032875"/>
            </a:xfrm>
            <a:custGeom>
              <a:avLst/>
              <a:gdLst/>
              <a:ahLst/>
              <a:cxnLst/>
              <a:rect l="l" t="t" r="r" b="b"/>
              <a:pathLst>
                <a:path w="6398" h="81315" extrusionOk="0">
                  <a:moveTo>
                    <a:pt x="141" y="1"/>
                  </a:moveTo>
                  <a:cubicBezTo>
                    <a:pt x="95" y="1"/>
                    <a:pt x="47" y="26"/>
                    <a:pt x="28" y="65"/>
                  </a:cubicBezTo>
                  <a:cubicBezTo>
                    <a:pt x="1" y="92"/>
                    <a:pt x="1" y="118"/>
                    <a:pt x="1" y="118"/>
                  </a:cubicBezTo>
                  <a:cubicBezTo>
                    <a:pt x="1" y="172"/>
                    <a:pt x="28" y="225"/>
                    <a:pt x="54" y="225"/>
                  </a:cubicBezTo>
                  <a:cubicBezTo>
                    <a:pt x="1794" y="1243"/>
                    <a:pt x="2918" y="3116"/>
                    <a:pt x="2918" y="4963"/>
                  </a:cubicBezTo>
                  <a:cubicBezTo>
                    <a:pt x="2918" y="4990"/>
                    <a:pt x="2918" y="5017"/>
                    <a:pt x="2918" y="5043"/>
                  </a:cubicBezTo>
                  <a:cubicBezTo>
                    <a:pt x="2918" y="5070"/>
                    <a:pt x="2945" y="5124"/>
                    <a:pt x="2999" y="5150"/>
                  </a:cubicBezTo>
                  <a:cubicBezTo>
                    <a:pt x="4952" y="6141"/>
                    <a:pt x="6157" y="8095"/>
                    <a:pt x="6157" y="10263"/>
                  </a:cubicBezTo>
                  <a:cubicBezTo>
                    <a:pt x="6157" y="12431"/>
                    <a:pt x="4952" y="14384"/>
                    <a:pt x="2999" y="15375"/>
                  </a:cubicBezTo>
                  <a:cubicBezTo>
                    <a:pt x="2945" y="15402"/>
                    <a:pt x="2918" y="15428"/>
                    <a:pt x="2918" y="15482"/>
                  </a:cubicBezTo>
                  <a:cubicBezTo>
                    <a:pt x="2972" y="17329"/>
                    <a:pt x="1848" y="19256"/>
                    <a:pt x="81" y="20273"/>
                  </a:cubicBezTo>
                  <a:cubicBezTo>
                    <a:pt x="54" y="20300"/>
                    <a:pt x="28" y="20326"/>
                    <a:pt x="1" y="20353"/>
                  </a:cubicBezTo>
                  <a:cubicBezTo>
                    <a:pt x="1" y="20407"/>
                    <a:pt x="28" y="20487"/>
                    <a:pt x="54" y="20514"/>
                  </a:cubicBezTo>
                  <a:cubicBezTo>
                    <a:pt x="1794" y="21504"/>
                    <a:pt x="2865" y="23297"/>
                    <a:pt x="2918" y="25305"/>
                  </a:cubicBezTo>
                  <a:cubicBezTo>
                    <a:pt x="2918" y="25358"/>
                    <a:pt x="2945" y="25412"/>
                    <a:pt x="2999" y="25412"/>
                  </a:cubicBezTo>
                  <a:cubicBezTo>
                    <a:pt x="4952" y="26402"/>
                    <a:pt x="6157" y="28356"/>
                    <a:pt x="6157" y="30524"/>
                  </a:cubicBezTo>
                  <a:cubicBezTo>
                    <a:pt x="6157" y="32692"/>
                    <a:pt x="4952" y="34646"/>
                    <a:pt x="2999" y="35636"/>
                  </a:cubicBezTo>
                  <a:cubicBezTo>
                    <a:pt x="2945" y="35663"/>
                    <a:pt x="2918" y="35717"/>
                    <a:pt x="2918" y="35770"/>
                  </a:cubicBezTo>
                  <a:cubicBezTo>
                    <a:pt x="3079" y="37831"/>
                    <a:pt x="1607" y="39651"/>
                    <a:pt x="81" y="40535"/>
                  </a:cubicBezTo>
                  <a:cubicBezTo>
                    <a:pt x="54" y="40561"/>
                    <a:pt x="28" y="40588"/>
                    <a:pt x="1" y="40615"/>
                  </a:cubicBezTo>
                  <a:cubicBezTo>
                    <a:pt x="1" y="40668"/>
                    <a:pt x="28" y="40749"/>
                    <a:pt x="54" y="40775"/>
                  </a:cubicBezTo>
                  <a:cubicBezTo>
                    <a:pt x="1794" y="41766"/>
                    <a:pt x="2918" y="43639"/>
                    <a:pt x="2918" y="45540"/>
                  </a:cubicBezTo>
                  <a:cubicBezTo>
                    <a:pt x="2918" y="45540"/>
                    <a:pt x="2918" y="45566"/>
                    <a:pt x="2918" y="45566"/>
                  </a:cubicBezTo>
                  <a:cubicBezTo>
                    <a:pt x="2918" y="45620"/>
                    <a:pt x="2945" y="45674"/>
                    <a:pt x="2999" y="45674"/>
                  </a:cubicBezTo>
                  <a:cubicBezTo>
                    <a:pt x="4952" y="46664"/>
                    <a:pt x="6157" y="48618"/>
                    <a:pt x="6157" y="50786"/>
                  </a:cubicBezTo>
                  <a:cubicBezTo>
                    <a:pt x="6157" y="52954"/>
                    <a:pt x="4952" y="54934"/>
                    <a:pt x="2999" y="55898"/>
                  </a:cubicBezTo>
                  <a:cubicBezTo>
                    <a:pt x="2945" y="55925"/>
                    <a:pt x="2918" y="55952"/>
                    <a:pt x="2918" y="56005"/>
                  </a:cubicBezTo>
                  <a:cubicBezTo>
                    <a:pt x="2865" y="58012"/>
                    <a:pt x="1821" y="59806"/>
                    <a:pt x="81" y="60796"/>
                  </a:cubicBezTo>
                  <a:cubicBezTo>
                    <a:pt x="54" y="60823"/>
                    <a:pt x="28" y="60850"/>
                    <a:pt x="1" y="60903"/>
                  </a:cubicBezTo>
                  <a:cubicBezTo>
                    <a:pt x="1" y="60957"/>
                    <a:pt x="28" y="61010"/>
                    <a:pt x="54" y="61037"/>
                  </a:cubicBezTo>
                  <a:cubicBezTo>
                    <a:pt x="1794" y="62054"/>
                    <a:pt x="2865" y="63847"/>
                    <a:pt x="2918" y="65828"/>
                  </a:cubicBezTo>
                  <a:cubicBezTo>
                    <a:pt x="2918" y="65882"/>
                    <a:pt x="2945" y="65935"/>
                    <a:pt x="2999" y="65962"/>
                  </a:cubicBezTo>
                  <a:cubicBezTo>
                    <a:pt x="4952" y="66925"/>
                    <a:pt x="6157" y="68879"/>
                    <a:pt x="6157" y="71047"/>
                  </a:cubicBezTo>
                  <a:cubicBezTo>
                    <a:pt x="6157" y="73242"/>
                    <a:pt x="4952" y="75196"/>
                    <a:pt x="2999" y="76160"/>
                  </a:cubicBezTo>
                  <a:cubicBezTo>
                    <a:pt x="2945" y="76186"/>
                    <a:pt x="2918" y="76240"/>
                    <a:pt x="2918" y="76267"/>
                  </a:cubicBezTo>
                  <a:cubicBezTo>
                    <a:pt x="2865" y="78274"/>
                    <a:pt x="1821" y="80067"/>
                    <a:pt x="81" y="81084"/>
                  </a:cubicBezTo>
                  <a:cubicBezTo>
                    <a:pt x="1" y="81111"/>
                    <a:pt x="1" y="81191"/>
                    <a:pt x="28" y="81245"/>
                  </a:cubicBezTo>
                  <a:cubicBezTo>
                    <a:pt x="45" y="81296"/>
                    <a:pt x="83" y="81315"/>
                    <a:pt x="123" y="81315"/>
                  </a:cubicBezTo>
                  <a:cubicBezTo>
                    <a:pt x="145" y="81315"/>
                    <a:pt x="169" y="81308"/>
                    <a:pt x="188" y="81299"/>
                  </a:cubicBezTo>
                  <a:cubicBezTo>
                    <a:pt x="1981" y="80255"/>
                    <a:pt x="3106" y="78408"/>
                    <a:pt x="3159" y="76347"/>
                  </a:cubicBezTo>
                  <a:cubicBezTo>
                    <a:pt x="5167" y="75330"/>
                    <a:pt x="6398" y="73296"/>
                    <a:pt x="6398" y="71047"/>
                  </a:cubicBezTo>
                  <a:cubicBezTo>
                    <a:pt x="6398" y="68826"/>
                    <a:pt x="5167" y="66792"/>
                    <a:pt x="3159" y="65748"/>
                  </a:cubicBezTo>
                  <a:cubicBezTo>
                    <a:pt x="3106" y="63767"/>
                    <a:pt x="2062" y="61974"/>
                    <a:pt x="376" y="60930"/>
                  </a:cubicBezTo>
                  <a:cubicBezTo>
                    <a:pt x="2062" y="59859"/>
                    <a:pt x="3106" y="58093"/>
                    <a:pt x="3159" y="56085"/>
                  </a:cubicBezTo>
                  <a:cubicBezTo>
                    <a:pt x="5167" y="55068"/>
                    <a:pt x="6398" y="53034"/>
                    <a:pt x="6398" y="50786"/>
                  </a:cubicBezTo>
                  <a:cubicBezTo>
                    <a:pt x="6398" y="48537"/>
                    <a:pt x="5167" y="46530"/>
                    <a:pt x="3159" y="45486"/>
                  </a:cubicBezTo>
                  <a:cubicBezTo>
                    <a:pt x="3159" y="43586"/>
                    <a:pt x="2062" y="41739"/>
                    <a:pt x="376" y="40668"/>
                  </a:cubicBezTo>
                  <a:cubicBezTo>
                    <a:pt x="1901" y="39705"/>
                    <a:pt x="3293" y="37885"/>
                    <a:pt x="3186" y="35824"/>
                  </a:cubicBezTo>
                  <a:cubicBezTo>
                    <a:pt x="5167" y="34780"/>
                    <a:pt x="6398" y="32772"/>
                    <a:pt x="6398" y="30524"/>
                  </a:cubicBezTo>
                  <a:cubicBezTo>
                    <a:pt x="6398" y="28276"/>
                    <a:pt x="5167" y="26268"/>
                    <a:pt x="3159" y="25225"/>
                  </a:cubicBezTo>
                  <a:cubicBezTo>
                    <a:pt x="3079" y="23244"/>
                    <a:pt x="2035" y="21451"/>
                    <a:pt x="376" y="20407"/>
                  </a:cubicBezTo>
                  <a:cubicBezTo>
                    <a:pt x="2062" y="19336"/>
                    <a:pt x="3186" y="17436"/>
                    <a:pt x="3186" y="15616"/>
                  </a:cubicBezTo>
                  <a:cubicBezTo>
                    <a:pt x="3186" y="15589"/>
                    <a:pt x="3186" y="15589"/>
                    <a:pt x="3186" y="15562"/>
                  </a:cubicBezTo>
                  <a:cubicBezTo>
                    <a:pt x="5167" y="14518"/>
                    <a:pt x="6398" y="12511"/>
                    <a:pt x="6398" y="10263"/>
                  </a:cubicBezTo>
                  <a:cubicBezTo>
                    <a:pt x="6398" y="8014"/>
                    <a:pt x="5167" y="6007"/>
                    <a:pt x="3186" y="4963"/>
                  </a:cubicBezTo>
                  <a:cubicBezTo>
                    <a:pt x="3186" y="3036"/>
                    <a:pt x="1981" y="1055"/>
                    <a:pt x="188" y="11"/>
                  </a:cubicBezTo>
                  <a:cubicBezTo>
                    <a:pt x="174" y="4"/>
                    <a:pt x="158" y="1"/>
                    <a:pt x="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115"/>
            <p:cNvSpPr/>
            <p:nvPr/>
          </p:nvSpPr>
          <p:spPr>
            <a:xfrm>
              <a:off x="224725" y="2845375"/>
              <a:ext cx="159950" cy="2032675"/>
            </a:xfrm>
            <a:custGeom>
              <a:avLst/>
              <a:gdLst/>
              <a:ahLst/>
              <a:cxnLst/>
              <a:rect l="l" t="t" r="r" b="b"/>
              <a:pathLst>
                <a:path w="6398" h="81307" extrusionOk="0">
                  <a:moveTo>
                    <a:pt x="126" y="1"/>
                  </a:moveTo>
                  <a:cubicBezTo>
                    <a:pt x="81" y="1"/>
                    <a:pt x="44" y="24"/>
                    <a:pt x="27" y="57"/>
                  </a:cubicBezTo>
                  <a:cubicBezTo>
                    <a:pt x="27" y="84"/>
                    <a:pt x="1" y="110"/>
                    <a:pt x="1" y="137"/>
                  </a:cubicBezTo>
                  <a:cubicBezTo>
                    <a:pt x="1" y="164"/>
                    <a:pt x="27" y="217"/>
                    <a:pt x="81" y="244"/>
                  </a:cubicBezTo>
                  <a:cubicBezTo>
                    <a:pt x="1821" y="1234"/>
                    <a:pt x="2972" y="3162"/>
                    <a:pt x="2918" y="5035"/>
                  </a:cubicBezTo>
                  <a:cubicBezTo>
                    <a:pt x="2945" y="5089"/>
                    <a:pt x="2945" y="5142"/>
                    <a:pt x="2998" y="5142"/>
                  </a:cubicBezTo>
                  <a:cubicBezTo>
                    <a:pt x="4952" y="6133"/>
                    <a:pt x="6157" y="8086"/>
                    <a:pt x="6157" y="10254"/>
                  </a:cubicBezTo>
                  <a:cubicBezTo>
                    <a:pt x="6157" y="12422"/>
                    <a:pt x="4952" y="14376"/>
                    <a:pt x="2998" y="15367"/>
                  </a:cubicBezTo>
                  <a:cubicBezTo>
                    <a:pt x="2945" y="15393"/>
                    <a:pt x="2918" y="15447"/>
                    <a:pt x="2918" y="15474"/>
                  </a:cubicBezTo>
                  <a:cubicBezTo>
                    <a:pt x="2972" y="17321"/>
                    <a:pt x="1848" y="19248"/>
                    <a:pt x="108" y="20265"/>
                  </a:cubicBezTo>
                  <a:cubicBezTo>
                    <a:pt x="54" y="20292"/>
                    <a:pt x="27" y="20318"/>
                    <a:pt x="27" y="20345"/>
                  </a:cubicBezTo>
                  <a:cubicBezTo>
                    <a:pt x="1" y="20425"/>
                    <a:pt x="27" y="20479"/>
                    <a:pt x="81" y="20506"/>
                  </a:cubicBezTo>
                  <a:cubicBezTo>
                    <a:pt x="1794" y="21496"/>
                    <a:pt x="2865" y="23289"/>
                    <a:pt x="2918" y="25297"/>
                  </a:cubicBezTo>
                  <a:cubicBezTo>
                    <a:pt x="2945" y="25350"/>
                    <a:pt x="2972" y="25404"/>
                    <a:pt x="2998" y="25404"/>
                  </a:cubicBezTo>
                  <a:cubicBezTo>
                    <a:pt x="4952" y="26394"/>
                    <a:pt x="6157" y="28348"/>
                    <a:pt x="6157" y="30516"/>
                  </a:cubicBezTo>
                  <a:cubicBezTo>
                    <a:pt x="6157" y="32684"/>
                    <a:pt x="4952" y="34665"/>
                    <a:pt x="2998" y="35628"/>
                  </a:cubicBezTo>
                  <a:cubicBezTo>
                    <a:pt x="2945" y="35655"/>
                    <a:pt x="2918" y="35709"/>
                    <a:pt x="2918" y="35762"/>
                  </a:cubicBezTo>
                  <a:cubicBezTo>
                    <a:pt x="3106" y="37823"/>
                    <a:pt x="1633" y="39643"/>
                    <a:pt x="108" y="40526"/>
                  </a:cubicBezTo>
                  <a:cubicBezTo>
                    <a:pt x="54" y="40553"/>
                    <a:pt x="27" y="40580"/>
                    <a:pt x="27" y="40633"/>
                  </a:cubicBezTo>
                  <a:cubicBezTo>
                    <a:pt x="1" y="40687"/>
                    <a:pt x="27" y="40741"/>
                    <a:pt x="81" y="40767"/>
                  </a:cubicBezTo>
                  <a:cubicBezTo>
                    <a:pt x="1821" y="41784"/>
                    <a:pt x="2918" y="43631"/>
                    <a:pt x="2918" y="45532"/>
                  </a:cubicBezTo>
                  <a:cubicBezTo>
                    <a:pt x="2918" y="45558"/>
                    <a:pt x="2918" y="45558"/>
                    <a:pt x="2918" y="45558"/>
                  </a:cubicBezTo>
                  <a:cubicBezTo>
                    <a:pt x="2918" y="45612"/>
                    <a:pt x="2945" y="45665"/>
                    <a:pt x="2998" y="45692"/>
                  </a:cubicBezTo>
                  <a:cubicBezTo>
                    <a:pt x="4952" y="46656"/>
                    <a:pt x="6157" y="48610"/>
                    <a:pt x="6157" y="50778"/>
                  </a:cubicBezTo>
                  <a:cubicBezTo>
                    <a:pt x="6157" y="52972"/>
                    <a:pt x="4952" y="54926"/>
                    <a:pt x="2998" y="55890"/>
                  </a:cubicBezTo>
                  <a:cubicBezTo>
                    <a:pt x="2945" y="55917"/>
                    <a:pt x="2918" y="55970"/>
                    <a:pt x="2918" y="55997"/>
                  </a:cubicBezTo>
                  <a:cubicBezTo>
                    <a:pt x="2891" y="58004"/>
                    <a:pt x="1821" y="59798"/>
                    <a:pt x="108" y="60815"/>
                  </a:cubicBezTo>
                  <a:cubicBezTo>
                    <a:pt x="54" y="60815"/>
                    <a:pt x="27" y="60841"/>
                    <a:pt x="27" y="60895"/>
                  </a:cubicBezTo>
                  <a:cubicBezTo>
                    <a:pt x="1" y="60949"/>
                    <a:pt x="27" y="61002"/>
                    <a:pt x="81" y="61029"/>
                  </a:cubicBezTo>
                  <a:cubicBezTo>
                    <a:pt x="1821" y="62046"/>
                    <a:pt x="2891" y="63839"/>
                    <a:pt x="2918" y="65847"/>
                  </a:cubicBezTo>
                  <a:cubicBezTo>
                    <a:pt x="2918" y="65873"/>
                    <a:pt x="2945" y="65927"/>
                    <a:pt x="2998" y="65954"/>
                  </a:cubicBezTo>
                  <a:cubicBezTo>
                    <a:pt x="4952" y="66917"/>
                    <a:pt x="6157" y="68871"/>
                    <a:pt x="6157" y="71066"/>
                  </a:cubicBezTo>
                  <a:cubicBezTo>
                    <a:pt x="6157" y="73234"/>
                    <a:pt x="4952" y="75188"/>
                    <a:pt x="2998" y="76151"/>
                  </a:cubicBezTo>
                  <a:cubicBezTo>
                    <a:pt x="2945" y="76178"/>
                    <a:pt x="2918" y="76232"/>
                    <a:pt x="2918" y="76285"/>
                  </a:cubicBezTo>
                  <a:cubicBezTo>
                    <a:pt x="2891" y="78266"/>
                    <a:pt x="1821" y="80059"/>
                    <a:pt x="81" y="81076"/>
                  </a:cubicBezTo>
                  <a:cubicBezTo>
                    <a:pt x="27" y="81103"/>
                    <a:pt x="1" y="81183"/>
                    <a:pt x="27" y="81237"/>
                  </a:cubicBezTo>
                  <a:cubicBezTo>
                    <a:pt x="61" y="81288"/>
                    <a:pt x="95" y="81306"/>
                    <a:pt x="136" y="81306"/>
                  </a:cubicBezTo>
                  <a:cubicBezTo>
                    <a:pt x="160" y="81306"/>
                    <a:pt x="185" y="81300"/>
                    <a:pt x="215" y="81290"/>
                  </a:cubicBezTo>
                  <a:cubicBezTo>
                    <a:pt x="2008" y="80247"/>
                    <a:pt x="3106" y="78400"/>
                    <a:pt x="3186" y="76366"/>
                  </a:cubicBezTo>
                  <a:cubicBezTo>
                    <a:pt x="5166" y="75322"/>
                    <a:pt x="6398" y="73288"/>
                    <a:pt x="6398" y="71066"/>
                  </a:cubicBezTo>
                  <a:cubicBezTo>
                    <a:pt x="6398" y="68818"/>
                    <a:pt x="5166" y="66783"/>
                    <a:pt x="3186" y="65766"/>
                  </a:cubicBezTo>
                  <a:cubicBezTo>
                    <a:pt x="3106" y="63759"/>
                    <a:pt x="2062" y="61992"/>
                    <a:pt x="375" y="60922"/>
                  </a:cubicBezTo>
                  <a:cubicBezTo>
                    <a:pt x="2062" y="59878"/>
                    <a:pt x="3106" y="58085"/>
                    <a:pt x="3186" y="56077"/>
                  </a:cubicBezTo>
                  <a:cubicBezTo>
                    <a:pt x="5166" y="55060"/>
                    <a:pt x="6398" y="53026"/>
                    <a:pt x="6398" y="50778"/>
                  </a:cubicBezTo>
                  <a:cubicBezTo>
                    <a:pt x="6398" y="48556"/>
                    <a:pt x="5166" y="46522"/>
                    <a:pt x="3186" y="45505"/>
                  </a:cubicBezTo>
                  <a:cubicBezTo>
                    <a:pt x="3159" y="43604"/>
                    <a:pt x="2088" y="41731"/>
                    <a:pt x="375" y="40660"/>
                  </a:cubicBezTo>
                  <a:cubicBezTo>
                    <a:pt x="1901" y="39697"/>
                    <a:pt x="3293" y="37877"/>
                    <a:pt x="3186" y="35816"/>
                  </a:cubicBezTo>
                  <a:cubicBezTo>
                    <a:pt x="5166" y="34799"/>
                    <a:pt x="6398" y="32764"/>
                    <a:pt x="6398" y="30516"/>
                  </a:cubicBezTo>
                  <a:cubicBezTo>
                    <a:pt x="6398" y="28268"/>
                    <a:pt x="5166" y="26260"/>
                    <a:pt x="3186" y="25216"/>
                  </a:cubicBezTo>
                  <a:cubicBezTo>
                    <a:pt x="3079" y="23236"/>
                    <a:pt x="2062" y="21442"/>
                    <a:pt x="375" y="20399"/>
                  </a:cubicBezTo>
                  <a:cubicBezTo>
                    <a:pt x="2088" y="19328"/>
                    <a:pt x="3186" y="17454"/>
                    <a:pt x="3186" y="15608"/>
                  </a:cubicBezTo>
                  <a:cubicBezTo>
                    <a:pt x="3186" y="15581"/>
                    <a:pt x="3186" y="15581"/>
                    <a:pt x="3186" y="15554"/>
                  </a:cubicBezTo>
                  <a:cubicBezTo>
                    <a:pt x="5166" y="14510"/>
                    <a:pt x="6398" y="12503"/>
                    <a:pt x="6398" y="10254"/>
                  </a:cubicBezTo>
                  <a:cubicBezTo>
                    <a:pt x="6398" y="8006"/>
                    <a:pt x="5166" y="5999"/>
                    <a:pt x="3186" y="4955"/>
                  </a:cubicBezTo>
                  <a:cubicBezTo>
                    <a:pt x="3186" y="3028"/>
                    <a:pt x="1981" y="1047"/>
                    <a:pt x="215" y="30"/>
                  </a:cubicBezTo>
                  <a:cubicBezTo>
                    <a:pt x="184" y="10"/>
                    <a:pt x="153" y="1"/>
                    <a:pt x="1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44" name="Google Shape;2144;p115"/>
          <p:cNvSpPr/>
          <p:nvPr/>
        </p:nvSpPr>
        <p:spPr>
          <a:xfrm rot="-3415034" flipH="1">
            <a:off x="5358889" y="524097"/>
            <a:ext cx="4814608" cy="4095305"/>
          </a:xfrm>
          <a:custGeom>
            <a:avLst/>
            <a:gdLst/>
            <a:ahLst/>
            <a:cxnLst/>
            <a:rect l="l" t="t" r="r" b="b"/>
            <a:pathLst>
              <a:path w="61178" h="52038" extrusionOk="0">
                <a:moveTo>
                  <a:pt x="4170" y="12043"/>
                </a:moveTo>
                <a:cubicBezTo>
                  <a:pt x="7339" y="7239"/>
                  <a:pt x="14177" y="1"/>
                  <a:pt x="24184" y="5571"/>
                </a:cubicBezTo>
                <a:cubicBezTo>
                  <a:pt x="34191" y="11142"/>
                  <a:pt x="29988" y="17146"/>
                  <a:pt x="34024" y="21249"/>
                </a:cubicBezTo>
                <a:cubicBezTo>
                  <a:pt x="38061" y="25319"/>
                  <a:pt x="43198" y="25586"/>
                  <a:pt x="51103" y="27253"/>
                </a:cubicBezTo>
                <a:cubicBezTo>
                  <a:pt x="58976" y="28921"/>
                  <a:pt x="61177" y="36093"/>
                  <a:pt x="54472" y="41664"/>
                </a:cubicBezTo>
                <a:cubicBezTo>
                  <a:pt x="47801" y="47268"/>
                  <a:pt x="33758" y="52038"/>
                  <a:pt x="26819" y="46467"/>
                </a:cubicBezTo>
                <a:cubicBezTo>
                  <a:pt x="19848" y="40930"/>
                  <a:pt x="11108" y="34826"/>
                  <a:pt x="5537" y="31590"/>
                </a:cubicBezTo>
                <a:cubicBezTo>
                  <a:pt x="0" y="28388"/>
                  <a:pt x="967" y="16879"/>
                  <a:pt x="4170" y="12043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5" name="Google Shape;2145;p115"/>
          <p:cNvSpPr/>
          <p:nvPr/>
        </p:nvSpPr>
        <p:spPr>
          <a:xfrm rot="-1379372" flipH="1">
            <a:off x="5148635" y="1183665"/>
            <a:ext cx="1343009" cy="1754062"/>
          </a:xfrm>
          <a:custGeom>
            <a:avLst/>
            <a:gdLst/>
            <a:ahLst/>
            <a:cxnLst/>
            <a:rect l="l" t="t" r="r" b="b"/>
            <a:pathLst>
              <a:path w="17277" h="22564" extrusionOk="0">
                <a:moveTo>
                  <a:pt x="9074" y="0"/>
                </a:moveTo>
                <a:cubicBezTo>
                  <a:pt x="8555" y="0"/>
                  <a:pt x="8010" y="60"/>
                  <a:pt x="7441" y="188"/>
                </a:cubicBezTo>
                <a:cubicBezTo>
                  <a:pt x="2543" y="1285"/>
                  <a:pt x="1" y="6692"/>
                  <a:pt x="54" y="12607"/>
                </a:cubicBezTo>
                <a:cubicBezTo>
                  <a:pt x="134" y="18683"/>
                  <a:pt x="3989" y="22189"/>
                  <a:pt x="8592" y="22564"/>
                </a:cubicBezTo>
                <a:cubicBezTo>
                  <a:pt x="14641" y="22082"/>
                  <a:pt x="16354" y="18388"/>
                  <a:pt x="16836" y="12312"/>
                </a:cubicBezTo>
                <a:cubicBezTo>
                  <a:pt x="17276" y="6737"/>
                  <a:pt x="14567" y="0"/>
                  <a:pt x="907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6" name="Google Shape;2146;p115"/>
          <p:cNvSpPr/>
          <p:nvPr/>
        </p:nvSpPr>
        <p:spPr>
          <a:xfrm flipH="1">
            <a:off x="794051" y="3667402"/>
            <a:ext cx="1062209" cy="936955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2">
  <p:cSld name="CUSTOM_60">
    <p:spTree>
      <p:nvGrpSpPr>
        <p:cNvPr id="1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16"/>
          <p:cNvSpPr/>
          <p:nvPr/>
        </p:nvSpPr>
        <p:spPr>
          <a:xfrm flipH="1">
            <a:off x="1008588" y="534225"/>
            <a:ext cx="3513000" cy="4031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2149" name="Google Shape;2149;p116"/>
          <p:cNvSpPr/>
          <p:nvPr/>
        </p:nvSpPr>
        <p:spPr>
          <a:xfrm rot="-5096759" flipH="1">
            <a:off x="5974001" y="2294202"/>
            <a:ext cx="4913557" cy="3022954"/>
          </a:xfrm>
          <a:custGeom>
            <a:avLst/>
            <a:gdLst/>
            <a:ahLst/>
            <a:cxnLst/>
            <a:rect l="l" t="t" r="r" b="b"/>
            <a:pathLst>
              <a:path w="59643" h="36694" extrusionOk="0">
                <a:moveTo>
                  <a:pt x="6271" y="15779"/>
                </a:moveTo>
                <a:cubicBezTo>
                  <a:pt x="9374" y="14178"/>
                  <a:pt x="17513" y="18347"/>
                  <a:pt x="23150" y="11676"/>
                </a:cubicBezTo>
                <a:cubicBezTo>
                  <a:pt x="28787" y="5004"/>
                  <a:pt x="30455" y="1"/>
                  <a:pt x="37327" y="2302"/>
                </a:cubicBezTo>
                <a:cubicBezTo>
                  <a:pt x="44198" y="4571"/>
                  <a:pt x="43064" y="13410"/>
                  <a:pt x="47601" y="15779"/>
                </a:cubicBezTo>
                <a:cubicBezTo>
                  <a:pt x="52104" y="18147"/>
                  <a:pt x="59643" y="31690"/>
                  <a:pt x="43364" y="34192"/>
                </a:cubicBezTo>
                <a:cubicBezTo>
                  <a:pt x="27120" y="36694"/>
                  <a:pt x="10441" y="33158"/>
                  <a:pt x="5204" y="27520"/>
                </a:cubicBezTo>
                <a:cubicBezTo>
                  <a:pt x="0" y="21883"/>
                  <a:pt x="3136" y="17380"/>
                  <a:pt x="6271" y="15779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0" name="Google Shape;2150;p116"/>
          <p:cNvSpPr/>
          <p:nvPr/>
        </p:nvSpPr>
        <p:spPr>
          <a:xfrm>
            <a:off x="4236525" y="3712869"/>
            <a:ext cx="764314" cy="674188"/>
          </a:xfrm>
          <a:custGeom>
            <a:avLst/>
            <a:gdLst/>
            <a:ahLst/>
            <a:cxnLst/>
            <a:rect l="l" t="t" r="r" b="b"/>
            <a:pathLst>
              <a:path w="13679" h="12066" extrusionOk="0">
                <a:moveTo>
                  <a:pt x="7541" y="1"/>
                </a:moveTo>
                <a:cubicBezTo>
                  <a:pt x="7109" y="1"/>
                  <a:pt x="6648" y="24"/>
                  <a:pt x="6157" y="68"/>
                </a:cubicBezTo>
                <a:cubicBezTo>
                  <a:pt x="1981" y="443"/>
                  <a:pt x="28" y="3173"/>
                  <a:pt x="1" y="6385"/>
                </a:cubicBezTo>
                <a:cubicBezTo>
                  <a:pt x="598" y="10109"/>
                  <a:pt x="2003" y="12066"/>
                  <a:pt x="5300" y="12066"/>
                </a:cubicBezTo>
                <a:cubicBezTo>
                  <a:pt x="5700" y="12066"/>
                  <a:pt x="6128" y="12037"/>
                  <a:pt x="6585" y="11979"/>
                </a:cubicBezTo>
                <a:cubicBezTo>
                  <a:pt x="10680" y="11470"/>
                  <a:pt x="13678" y="9516"/>
                  <a:pt x="12822" y="4297"/>
                </a:cubicBezTo>
                <a:cubicBezTo>
                  <a:pt x="12326" y="1256"/>
                  <a:pt x="10731" y="1"/>
                  <a:pt x="75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1" name="Google Shape;2151;p116"/>
          <p:cNvGrpSpPr/>
          <p:nvPr/>
        </p:nvGrpSpPr>
        <p:grpSpPr>
          <a:xfrm>
            <a:off x="6148229" y="1251727"/>
            <a:ext cx="1830972" cy="1822411"/>
            <a:chOff x="2414491" y="671177"/>
            <a:chExt cx="1830972" cy="1822411"/>
          </a:xfrm>
        </p:grpSpPr>
        <p:sp>
          <p:nvSpPr>
            <p:cNvPr id="2152" name="Google Shape;2152;p116"/>
            <p:cNvSpPr/>
            <p:nvPr/>
          </p:nvSpPr>
          <p:spPr>
            <a:xfrm>
              <a:off x="2414491" y="671177"/>
              <a:ext cx="1830972" cy="1822391"/>
            </a:xfrm>
            <a:custGeom>
              <a:avLst/>
              <a:gdLst/>
              <a:ahLst/>
              <a:cxnLst/>
              <a:rect l="l" t="t" r="r" b="b"/>
              <a:pathLst>
                <a:path w="45663" h="45449" extrusionOk="0">
                  <a:moveTo>
                    <a:pt x="10947" y="4979"/>
                  </a:moveTo>
                  <a:lnTo>
                    <a:pt x="15605" y="7656"/>
                  </a:lnTo>
                  <a:lnTo>
                    <a:pt x="15605" y="13062"/>
                  </a:lnTo>
                  <a:lnTo>
                    <a:pt x="10947" y="15766"/>
                  </a:lnTo>
                  <a:lnTo>
                    <a:pt x="6263" y="13062"/>
                  </a:lnTo>
                  <a:lnTo>
                    <a:pt x="6263" y="7656"/>
                  </a:lnTo>
                  <a:lnTo>
                    <a:pt x="10947" y="4979"/>
                  </a:lnTo>
                  <a:close/>
                  <a:moveTo>
                    <a:pt x="20449" y="4979"/>
                  </a:moveTo>
                  <a:lnTo>
                    <a:pt x="25133" y="7656"/>
                  </a:lnTo>
                  <a:lnTo>
                    <a:pt x="25133" y="13062"/>
                  </a:lnTo>
                  <a:lnTo>
                    <a:pt x="20449" y="15766"/>
                  </a:lnTo>
                  <a:lnTo>
                    <a:pt x="15792" y="13062"/>
                  </a:lnTo>
                  <a:lnTo>
                    <a:pt x="15792" y="7656"/>
                  </a:lnTo>
                  <a:lnTo>
                    <a:pt x="20449" y="4979"/>
                  </a:lnTo>
                  <a:close/>
                  <a:moveTo>
                    <a:pt x="29978" y="4979"/>
                  </a:moveTo>
                  <a:lnTo>
                    <a:pt x="34635" y="7656"/>
                  </a:lnTo>
                  <a:lnTo>
                    <a:pt x="34635" y="13062"/>
                  </a:lnTo>
                  <a:lnTo>
                    <a:pt x="29978" y="15766"/>
                  </a:lnTo>
                  <a:lnTo>
                    <a:pt x="25294" y="13062"/>
                  </a:lnTo>
                  <a:lnTo>
                    <a:pt x="25294" y="7656"/>
                  </a:lnTo>
                  <a:lnTo>
                    <a:pt x="29978" y="4979"/>
                  </a:lnTo>
                  <a:close/>
                  <a:moveTo>
                    <a:pt x="6183" y="13196"/>
                  </a:moveTo>
                  <a:lnTo>
                    <a:pt x="10867" y="15899"/>
                  </a:lnTo>
                  <a:lnTo>
                    <a:pt x="10867" y="21306"/>
                  </a:lnTo>
                  <a:lnTo>
                    <a:pt x="6183" y="23983"/>
                  </a:lnTo>
                  <a:lnTo>
                    <a:pt x="1526" y="21306"/>
                  </a:lnTo>
                  <a:lnTo>
                    <a:pt x="1526" y="15899"/>
                  </a:lnTo>
                  <a:lnTo>
                    <a:pt x="6183" y="13196"/>
                  </a:lnTo>
                  <a:close/>
                  <a:moveTo>
                    <a:pt x="15712" y="13196"/>
                  </a:moveTo>
                  <a:lnTo>
                    <a:pt x="20369" y="15899"/>
                  </a:lnTo>
                  <a:lnTo>
                    <a:pt x="20369" y="21306"/>
                  </a:lnTo>
                  <a:lnTo>
                    <a:pt x="15712" y="23983"/>
                  </a:lnTo>
                  <a:lnTo>
                    <a:pt x="11028" y="21306"/>
                  </a:lnTo>
                  <a:lnTo>
                    <a:pt x="11028" y="15899"/>
                  </a:lnTo>
                  <a:lnTo>
                    <a:pt x="15712" y="13196"/>
                  </a:lnTo>
                  <a:close/>
                  <a:moveTo>
                    <a:pt x="25213" y="13196"/>
                  </a:moveTo>
                  <a:lnTo>
                    <a:pt x="29871" y="15899"/>
                  </a:lnTo>
                  <a:lnTo>
                    <a:pt x="29871" y="21306"/>
                  </a:lnTo>
                  <a:lnTo>
                    <a:pt x="25213" y="23983"/>
                  </a:lnTo>
                  <a:lnTo>
                    <a:pt x="20529" y="21306"/>
                  </a:lnTo>
                  <a:lnTo>
                    <a:pt x="20529" y="15899"/>
                  </a:lnTo>
                  <a:lnTo>
                    <a:pt x="25213" y="13196"/>
                  </a:lnTo>
                  <a:close/>
                  <a:moveTo>
                    <a:pt x="34715" y="13196"/>
                  </a:moveTo>
                  <a:lnTo>
                    <a:pt x="39399" y="15899"/>
                  </a:lnTo>
                  <a:lnTo>
                    <a:pt x="39399" y="21306"/>
                  </a:lnTo>
                  <a:lnTo>
                    <a:pt x="34715" y="23983"/>
                  </a:lnTo>
                  <a:lnTo>
                    <a:pt x="30058" y="21306"/>
                  </a:lnTo>
                  <a:lnTo>
                    <a:pt x="30058" y="15899"/>
                  </a:lnTo>
                  <a:lnTo>
                    <a:pt x="34715" y="13196"/>
                  </a:lnTo>
                  <a:close/>
                  <a:moveTo>
                    <a:pt x="10947" y="21440"/>
                  </a:moveTo>
                  <a:lnTo>
                    <a:pt x="15605" y="24143"/>
                  </a:lnTo>
                  <a:lnTo>
                    <a:pt x="15605" y="29523"/>
                  </a:lnTo>
                  <a:lnTo>
                    <a:pt x="10947" y="32226"/>
                  </a:lnTo>
                  <a:lnTo>
                    <a:pt x="6263" y="29523"/>
                  </a:lnTo>
                  <a:lnTo>
                    <a:pt x="6263" y="24143"/>
                  </a:lnTo>
                  <a:lnTo>
                    <a:pt x="10947" y="21440"/>
                  </a:lnTo>
                  <a:close/>
                  <a:moveTo>
                    <a:pt x="20449" y="21440"/>
                  </a:moveTo>
                  <a:lnTo>
                    <a:pt x="25133" y="24143"/>
                  </a:lnTo>
                  <a:lnTo>
                    <a:pt x="25133" y="29523"/>
                  </a:lnTo>
                  <a:lnTo>
                    <a:pt x="20449" y="32226"/>
                  </a:lnTo>
                  <a:lnTo>
                    <a:pt x="15792" y="29523"/>
                  </a:lnTo>
                  <a:lnTo>
                    <a:pt x="15792" y="24143"/>
                  </a:lnTo>
                  <a:lnTo>
                    <a:pt x="20449" y="21440"/>
                  </a:lnTo>
                  <a:close/>
                  <a:moveTo>
                    <a:pt x="29978" y="21440"/>
                  </a:moveTo>
                  <a:lnTo>
                    <a:pt x="34635" y="24143"/>
                  </a:lnTo>
                  <a:lnTo>
                    <a:pt x="34635" y="29523"/>
                  </a:lnTo>
                  <a:lnTo>
                    <a:pt x="29978" y="32226"/>
                  </a:lnTo>
                  <a:lnTo>
                    <a:pt x="25294" y="29523"/>
                  </a:lnTo>
                  <a:lnTo>
                    <a:pt x="25294" y="24143"/>
                  </a:lnTo>
                  <a:lnTo>
                    <a:pt x="29978" y="21440"/>
                  </a:lnTo>
                  <a:close/>
                  <a:moveTo>
                    <a:pt x="39480" y="21440"/>
                  </a:moveTo>
                  <a:lnTo>
                    <a:pt x="44137" y="24143"/>
                  </a:lnTo>
                  <a:lnTo>
                    <a:pt x="44137" y="29523"/>
                  </a:lnTo>
                  <a:lnTo>
                    <a:pt x="39480" y="32226"/>
                  </a:lnTo>
                  <a:lnTo>
                    <a:pt x="34796" y="29523"/>
                  </a:lnTo>
                  <a:lnTo>
                    <a:pt x="34796" y="24143"/>
                  </a:lnTo>
                  <a:lnTo>
                    <a:pt x="39480" y="21440"/>
                  </a:lnTo>
                  <a:close/>
                  <a:moveTo>
                    <a:pt x="15712" y="29684"/>
                  </a:moveTo>
                  <a:lnTo>
                    <a:pt x="20369" y="32387"/>
                  </a:lnTo>
                  <a:lnTo>
                    <a:pt x="20369" y="37767"/>
                  </a:lnTo>
                  <a:lnTo>
                    <a:pt x="15712" y="40470"/>
                  </a:lnTo>
                  <a:lnTo>
                    <a:pt x="11028" y="37767"/>
                  </a:lnTo>
                  <a:lnTo>
                    <a:pt x="11028" y="32387"/>
                  </a:lnTo>
                  <a:lnTo>
                    <a:pt x="15712" y="29684"/>
                  </a:lnTo>
                  <a:close/>
                  <a:moveTo>
                    <a:pt x="25213" y="29684"/>
                  </a:moveTo>
                  <a:lnTo>
                    <a:pt x="29871" y="32387"/>
                  </a:lnTo>
                  <a:lnTo>
                    <a:pt x="29871" y="37767"/>
                  </a:lnTo>
                  <a:lnTo>
                    <a:pt x="25213" y="40470"/>
                  </a:lnTo>
                  <a:lnTo>
                    <a:pt x="20529" y="37767"/>
                  </a:lnTo>
                  <a:lnTo>
                    <a:pt x="20529" y="32387"/>
                  </a:lnTo>
                  <a:lnTo>
                    <a:pt x="25213" y="29684"/>
                  </a:lnTo>
                  <a:close/>
                  <a:moveTo>
                    <a:pt x="34715" y="29684"/>
                  </a:moveTo>
                  <a:lnTo>
                    <a:pt x="39399" y="32387"/>
                  </a:lnTo>
                  <a:lnTo>
                    <a:pt x="39399" y="37767"/>
                  </a:lnTo>
                  <a:lnTo>
                    <a:pt x="34715" y="40470"/>
                  </a:lnTo>
                  <a:lnTo>
                    <a:pt x="30058" y="37767"/>
                  </a:lnTo>
                  <a:lnTo>
                    <a:pt x="30058" y="32387"/>
                  </a:lnTo>
                  <a:lnTo>
                    <a:pt x="34715" y="29684"/>
                  </a:lnTo>
                  <a:close/>
                  <a:moveTo>
                    <a:pt x="20369" y="1"/>
                  </a:moveTo>
                  <a:lnTo>
                    <a:pt x="20369" y="4818"/>
                  </a:lnTo>
                  <a:lnTo>
                    <a:pt x="15712" y="7522"/>
                  </a:lnTo>
                  <a:lnTo>
                    <a:pt x="11028" y="4818"/>
                  </a:lnTo>
                  <a:lnTo>
                    <a:pt x="11028" y="3159"/>
                  </a:lnTo>
                  <a:cubicBezTo>
                    <a:pt x="10974" y="3186"/>
                    <a:pt x="10921" y="3239"/>
                    <a:pt x="10867" y="3266"/>
                  </a:cubicBezTo>
                  <a:lnTo>
                    <a:pt x="10867" y="4818"/>
                  </a:lnTo>
                  <a:lnTo>
                    <a:pt x="6183" y="7522"/>
                  </a:lnTo>
                  <a:lnTo>
                    <a:pt x="5915" y="7361"/>
                  </a:lnTo>
                  <a:cubicBezTo>
                    <a:pt x="5889" y="7415"/>
                    <a:pt x="5835" y="7442"/>
                    <a:pt x="5808" y="7495"/>
                  </a:cubicBezTo>
                  <a:lnTo>
                    <a:pt x="6103" y="7656"/>
                  </a:lnTo>
                  <a:lnTo>
                    <a:pt x="6103" y="13062"/>
                  </a:lnTo>
                  <a:lnTo>
                    <a:pt x="1419" y="15766"/>
                  </a:lnTo>
                  <a:lnTo>
                    <a:pt x="1124" y="15578"/>
                  </a:lnTo>
                  <a:cubicBezTo>
                    <a:pt x="1124" y="15632"/>
                    <a:pt x="1098" y="15685"/>
                    <a:pt x="1071" y="15739"/>
                  </a:cubicBezTo>
                  <a:lnTo>
                    <a:pt x="1338" y="15899"/>
                  </a:lnTo>
                  <a:lnTo>
                    <a:pt x="1338" y="21306"/>
                  </a:lnTo>
                  <a:lnTo>
                    <a:pt x="0" y="22082"/>
                  </a:lnTo>
                  <a:cubicBezTo>
                    <a:pt x="0" y="22136"/>
                    <a:pt x="0" y="22216"/>
                    <a:pt x="0" y="22270"/>
                  </a:cubicBezTo>
                  <a:lnTo>
                    <a:pt x="1419" y="21440"/>
                  </a:lnTo>
                  <a:lnTo>
                    <a:pt x="6103" y="24143"/>
                  </a:lnTo>
                  <a:lnTo>
                    <a:pt x="6103" y="29523"/>
                  </a:lnTo>
                  <a:lnTo>
                    <a:pt x="1927" y="31932"/>
                  </a:lnTo>
                  <a:cubicBezTo>
                    <a:pt x="1954" y="31986"/>
                    <a:pt x="1981" y="32039"/>
                    <a:pt x="2008" y="32093"/>
                  </a:cubicBezTo>
                  <a:lnTo>
                    <a:pt x="6183" y="29684"/>
                  </a:lnTo>
                  <a:lnTo>
                    <a:pt x="10867" y="32387"/>
                  </a:lnTo>
                  <a:lnTo>
                    <a:pt x="10867" y="37767"/>
                  </a:lnTo>
                  <a:lnTo>
                    <a:pt x="7548" y="39694"/>
                  </a:lnTo>
                  <a:cubicBezTo>
                    <a:pt x="7575" y="39721"/>
                    <a:pt x="7628" y="39774"/>
                    <a:pt x="7682" y="39801"/>
                  </a:cubicBezTo>
                  <a:lnTo>
                    <a:pt x="10947" y="37928"/>
                  </a:lnTo>
                  <a:lnTo>
                    <a:pt x="15605" y="40631"/>
                  </a:lnTo>
                  <a:lnTo>
                    <a:pt x="15605" y="44405"/>
                  </a:lnTo>
                  <a:cubicBezTo>
                    <a:pt x="15658" y="44405"/>
                    <a:pt x="15738" y="44432"/>
                    <a:pt x="15792" y="44458"/>
                  </a:cubicBezTo>
                  <a:lnTo>
                    <a:pt x="15792" y="40631"/>
                  </a:lnTo>
                  <a:lnTo>
                    <a:pt x="20449" y="37928"/>
                  </a:lnTo>
                  <a:lnTo>
                    <a:pt x="25133" y="40631"/>
                  </a:lnTo>
                  <a:lnTo>
                    <a:pt x="25133" y="45449"/>
                  </a:lnTo>
                  <a:cubicBezTo>
                    <a:pt x="25187" y="45449"/>
                    <a:pt x="25240" y="45449"/>
                    <a:pt x="25294" y="45422"/>
                  </a:cubicBezTo>
                  <a:lnTo>
                    <a:pt x="25294" y="40631"/>
                  </a:lnTo>
                  <a:lnTo>
                    <a:pt x="29978" y="37928"/>
                  </a:lnTo>
                  <a:lnTo>
                    <a:pt x="34635" y="40631"/>
                  </a:lnTo>
                  <a:lnTo>
                    <a:pt x="34635" y="42290"/>
                  </a:lnTo>
                  <a:cubicBezTo>
                    <a:pt x="34688" y="42237"/>
                    <a:pt x="34742" y="42210"/>
                    <a:pt x="34796" y="42183"/>
                  </a:cubicBezTo>
                  <a:lnTo>
                    <a:pt x="34796" y="40631"/>
                  </a:lnTo>
                  <a:lnTo>
                    <a:pt x="39480" y="37928"/>
                  </a:lnTo>
                  <a:lnTo>
                    <a:pt x="39747" y="38088"/>
                  </a:lnTo>
                  <a:cubicBezTo>
                    <a:pt x="39774" y="38035"/>
                    <a:pt x="39827" y="37981"/>
                    <a:pt x="39854" y="37954"/>
                  </a:cubicBezTo>
                  <a:lnTo>
                    <a:pt x="39560" y="37767"/>
                  </a:lnTo>
                  <a:lnTo>
                    <a:pt x="39560" y="32387"/>
                  </a:lnTo>
                  <a:lnTo>
                    <a:pt x="44244" y="29684"/>
                  </a:lnTo>
                  <a:lnTo>
                    <a:pt x="44538" y="29871"/>
                  </a:lnTo>
                  <a:cubicBezTo>
                    <a:pt x="44565" y="29791"/>
                    <a:pt x="44565" y="29737"/>
                    <a:pt x="44592" y="29684"/>
                  </a:cubicBezTo>
                  <a:lnTo>
                    <a:pt x="44324" y="29523"/>
                  </a:lnTo>
                  <a:lnTo>
                    <a:pt x="44324" y="24143"/>
                  </a:lnTo>
                  <a:lnTo>
                    <a:pt x="45662" y="23367"/>
                  </a:lnTo>
                  <a:cubicBezTo>
                    <a:pt x="45662" y="23314"/>
                    <a:pt x="45662" y="23233"/>
                    <a:pt x="45662" y="23153"/>
                  </a:cubicBezTo>
                  <a:lnTo>
                    <a:pt x="44244" y="23983"/>
                  </a:lnTo>
                  <a:lnTo>
                    <a:pt x="39560" y="21306"/>
                  </a:lnTo>
                  <a:lnTo>
                    <a:pt x="39560" y="15899"/>
                  </a:lnTo>
                  <a:lnTo>
                    <a:pt x="43735" y="13491"/>
                  </a:lnTo>
                  <a:cubicBezTo>
                    <a:pt x="43709" y="13437"/>
                    <a:pt x="43682" y="13383"/>
                    <a:pt x="43655" y="13330"/>
                  </a:cubicBezTo>
                  <a:lnTo>
                    <a:pt x="39480" y="15766"/>
                  </a:lnTo>
                  <a:lnTo>
                    <a:pt x="34796" y="13062"/>
                  </a:lnTo>
                  <a:lnTo>
                    <a:pt x="34796" y="7656"/>
                  </a:lnTo>
                  <a:lnTo>
                    <a:pt x="38114" y="5755"/>
                  </a:lnTo>
                  <a:cubicBezTo>
                    <a:pt x="38088" y="5702"/>
                    <a:pt x="38034" y="5675"/>
                    <a:pt x="37981" y="5621"/>
                  </a:cubicBezTo>
                  <a:lnTo>
                    <a:pt x="34715" y="7522"/>
                  </a:lnTo>
                  <a:lnTo>
                    <a:pt x="30058" y="4818"/>
                  </a:lnTo>
                  <a:lnTo>
                    <a:pt x="30058" y="1045"/>
                  </a:lnTo>
                  <a:cubicBezTo>
                    <a:pt x="30004" y="1018"/>
                    <a:pt x="29951" y="1018"/>
                    <a:pt x="29871" y="991"/>
                  </a:cubicBezTo>
                  <a:lnTo>
                    <a:pt x="29871" y="4818"/>
                  </a:lnTo>
                  <a:lnTo>
                    <a:pt x="25213" y="7522"/>
                  </a:lnTo>
                  <a:lnTo>
                    <a:pt x="20529" y="4818"/>
                  </a:lnTo>
                  <a:lnTo>
                    <a:pt x="2052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116"/>
            <p:cNvSpPr/>
            <p:nvPr/>
          </p:nvSpPr>
          <p:spPr>
            <a:xfrm>
              <a:off x="2796545" y="833253"/>
              <a:ext cx="9704" cy="7538"/>
            </a:xfrm>
            <a:custGeom>
              <a:avLst/>
              <a:gdLst/>
              <a:ahLst/>
              <a:cxnLst/>
              <a:rect l="l" t="t" r="r" b="b"/>
              <a:pathLst>
                <a:path w="242" h="188" extrusionOk="0">
                  <a:moveTo>
                    <a:pt x="161" y="0"/>
                  </a:moveTo>
                  <a:cubicBezTo>
                    <a:pt x="108" y="27"/>
                    <a:pt x="54" y="81"/>
                    <a:pt x="1" y="107"/>
                  </a:cubicBezTo>
                  <a:lnTo>
                    <a:pt x="161" y="188"/>
                  </a:lnTo>
                  <a:lnTo>
                    <a:pt x="242" y="54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116"/>
            <p:cNvSpPr/>
            <p:nvPr/>
          </p:nvSpPr>
          <p:spPr>
            <a:xfrm>
              <a:off x="2899597" y="677633"/>
              <a:ext cx="287659" cy="242590"/>
            </a:xfrm>
            <a:custGeom>
              <a:avLst/>
              <a:gdLst/>
              <a:ahLst/>
              <a:cxnLst/>
              <a:rect l="l" t="t" r="r" b="b"/>
              <a:pathLst>
                <a:path w="7174" h="6050" extrusionOk="0">
                  <a:moveTo>
                    <a:pt x="7173" y="0"/>
                  </a:moveTo>
                  <a:lnTo>
                    <a:pt x="7173" y="0"/>
                  </a:lnTo>
                  <a:cubicBezTo>
                    <a:pt x="7013" y="27"/>
                    <a:pt x="6852" y="54"/>
                    <a:pt x="6692" y="81"/>
                  </a:cubicBezTo>
                  <a:lnTo>
                    <a:pt x="3667" y="1794"/>
                  </a:lnTo>
                  <a:lnTo>
                    <a:pt x="3667" y="830"/>
                  </a:lnTo>
                  <a:cubicBezTo>
                    <a:pt x="3614" y="857"/>
                    <a:pt x="3560" y="857"/>
                    <a:pt x="3507" y="884"/>
                  </a:cubicBezTo>
                  <a:lnTo>
                    <a:pt x="3507" y="1794"/>
                  </a:lnTo>
                  <a:lnTo>
                    <a:pt x="2516" y="1231"/>
                  </a:lnTo>
                  <a:cubicBezTo>
                    <a:pt x="2463" y="1258"/>
                    <a:pt x="2382" y="1285"/>
                    <a:pt x="2329" y="1312"/>
                  </a:cubicBezTo>
                  <a:lnTo>
                    <a:pt x="3426" y="1954"/>
                  </a:lnTo>
                  <a:lnTo>
                    <a:pt x="0" y="3935"/>
                  </a:lnTo>
                  <a:lnTo>
                    <a:pt x="81" y="4069"/>
                  </a:lnTo>
                  <a:lnTo>
                    <a:pt x="3507" y="2115"/>
                  </a:lnTo>
                  <a:lnTo>
                    <a:pt x="3507" y="6049"/>
                  </a:lnTo>
                  <a:lnTo>
                    <a:pt x="3667" y="6049"/>
                  </a:lnTo>
                  <a:lnTo>
                    <a:pt x="3667" y="2115"/>
                  </a:lnTo>
                  <a:lnTo>
                    <a:pt x="7093" y="4069"/>
                  </a:lnTo>
                  <a:lnTo>
                    <a:pt x="7173" y="3935"/>
                  </a:lnTo>
                  <a:lnTo>
                    <a:pt x="3774" y="1954"/>
                  </a:lnTo>
                  <a:lnTo>
                    <a:pt x="717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116"/>
            <p:cNvSpPr/>
            <p:nvPr/>
          </p:nvSpPr>
          <p:spPr>
            <a:xfrm>
              <a:off x="3280608" y="671177"/>
              <a:ext cx="288742" cy="249046"/>
            </a:xfrm>
            <a:custGeom>
              <a:avLst/>
              <a:gdLst/>
              <a:ahLst/>
              <a:cxnLst/>
              <a:rect l="l" t="t" r="r" b="b"/>
              <a:pathLst>
                <a:path w="7201" h="6211" extrusionOk="0">
                  <a:moveTo>
                    <a:pt x="107" y="1"/>
                  </a:moveTo>
                  <a:lnTo>
                    <a:pt x="0" y="134"/>
                  </a:lnTo>
                  <a:lnTo>
                    <a:pt x="3426" y="2115"/>
                  </a:lnTo>
                  <a:lnTo>
                    <a:pt x="0" y="4096"/>
                  </a:lnTo>
                  <a:lnTo>
                    <a:pt x="107" y="4230"/>
                  </a:lnTo>
                  <a:lnTo>
                    <a:pt x="3506" y="2276"/>
                  </a:lnTo>
                  <a:lnTo>
                    <a:pt x="3506" y="6210"/>
                  </a:lnTo>
                  <a:lnTo>
                    <a:pt x="3694" y="6210"/>
                  </a:lnTo>
                  <a:lnTo>
                    <a:pt x="3694" y="2276"/>
                  </a:lnTo>
                  <a:lnTo>
                    <a:pt x="7093" y="4230"/>
                  </a:lnTo>
                  <a:lnTo>
                    <a:pt x="7200" y="4096"/>
                  </a:lnTo>
                  <a:lnTo>
                    <a:pt x="3774" y="2115"/>
                  </a:lnTo>
                  <a:lnTo>
                    <a:pt x="6558" y="509"/>
                  </a:lnTo>
                  <a:cubicBezTo>
                    <a:pt x="6477" y="482"/>
                    <a:pt x="6397" y="456"/>
                    <a:pt x="6317" y="456"/>
                  </a:cubicBezTo>
                  <a:lnTo>
                    <a:pt x="3694" y="1955"/>
                  </a:lnTo>
                  <a:lnTo>
                    <a:pt x="3694" y="1"/>
                  </a:lnTo>
                  <a:lnTo>
                    <a:pt x="3506" y="1"/>
                  </a:lnTo>
                  <a:lnTo>
                    <a:pt x="3506" y="1955"/>
                  </a:lnTo>
                  <a:lnTo>
                    <a:pt x="10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116"/>
            <p:cNvSpPr/>
            <p:nvPr/>
          </p:nvSpPr>
          <p:spPr>
            <a:xfrm>
              <a:off x="3662662" y="776354"/>
              <a:ext cx="109506" cy="64437"/>
            </a:xfrm>
            <a:custGeom>
              <a:avLst/>
              <a:gdLst/>
              <a:ahLst/>
              <a:cxnLst/>
              <a:rect l="l" t="t" r="r" b="b"/>
              <a:pathLst>
                <a:path w="2731" h="1607" extrusionOk="0">
                  <a:moveTo>
                    <a:pt x="2543" y="1"/>
                  </a:moveTo>
                  <a:lnTo>
                    <a:pt x="1" y="1473"/>
                  </a:lnTo>
                  <a:lnTo>
                    <a:pt x="81" y="1607"/>
                  </a:lnTo>
                  <a:lnTo>
                    <a:pt x="2731" y="81"/>
                  </a:lnTo>
                  <a:cubicBezTo>
                    <a:pt x="2677" y="54"/>
                    <a:pt x="2597" y="27"/>
                    <a:pt x="25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116"/>
            <p:cNvSpPr/>
            <p:nvPr/>
          </p:nvSpPr>
          <p:spPr>
            <a:xfrm>
              <a:off x="3803246" y="797847"/>
              <a:ext cx="6496" cy="122378"/>
            </a:xfrm>
            <a:custGeom>
              <a:avLst/>
              <a:gdLst/>
              <a:ahLst/>
              <a:cxnLst/>
              <a:rect l="l" t="t" r="r" b="b"/>
              <a:pathLst>
                <a:path w="162" h="3052" extrusionOk="0">
                  <a:moveTo>
                    <a:pt x="1" y="0"/>
                  </a:moveTo>
                  <a:lnTo>
                    <a:pt x="1" y="3051"/>
                  </a:lnTo>
                  <a:lnTo>
                    <a:pt x="162" y="3051"/>
                  </a:lnTo>
                  <a:lnTo>
                    <a:pt x="162" y="107"/>
                  </a:lnTo>
                  <a:cubicBezTo>
                    <a:pt x="108" y="54"/>
                    <a:pt x="54" y="27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116"/>
            <p:cNvSpPr/>
            <p:nvPr/>
          </p:nvSpPr>
          <p:spPr>
            <a:xfrm>
              <a:off x="2475641" y="1246463"/>
              <a:ext cx="2205" cy="4331"/>
            </a:xfrm>
            <a:custGeom>
              <a:avLst/>
              <a:gdLst/>
              <a:ahLst/>
              <a:cxnLst/>
              <a:rect l="l" t="t" r="r" b="b"/>
              <a:pathLst>
                <a:path w="55" h="108" extrusionOk="0">
                  <a:moveTo>
                    <a:pt x="54" y="0"/>
                  </a:moveTo>
                  <a:cubicBezTo>
                    <a:pt x="28" y="27"/>
                    <a:pt x="28" y="54"/>
                    <a:pt x="1" y="107"/>
                  </a:cubicBezTo>
                  <a:lnTo>
                    <a:pt x="54" y="107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116"/>
            <p:cNvSpPr/>
            <p:nvPr/>
          </p:nvSpPr>
          <p:spPr>
            <a:xfrm>
              <a:off x="2616265" y="1006036"/>
              <a:ext cx="2165" cy="2205"/>
            </a:xfrm>
            <a:custGeom>
              <a:avLst/>
              <a:gdLst/>
              <a:ahLst/>
              <a:cxnLst/>
              <a:rect l="l" t="t" r="r" b="b"/>
              <a:pathLst>
                <a:path w="54" h="55" extrusionOk="0">
                  <a:moveTo>
                    <a:pt x="54" y="1"/>
                  </a:moveTo>
                  <a:cubicBezTo>
                    <a:pt x="27" y="27"/>
                    <a:pt x="27" y="27"/>
                    <a:pt x="0" y="54"/>
                  </a:cubicBezTo>
                  <a:lnTo>
                    <a:pt x="54" y="27"/>
                  </a:lnTo>
                  <a:lnTo>
                    <a:pt x="5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116"/>
            <p:cNvSpPr/>
            <p:nvPr/>
          </p:nvSpPr>
          <p:spPr>
            <a:xfrm>
              <a:off x="2535748" y="1119794"/>
              <a:ext cx="82681" cy="51565"/>
            </a:xfrm>
            <a:custGeom>
              <a:avLst/>
              <a:gdLst/>
              <a:ahLst/>
              <a:cxnLst/>
              <a:rect l="l" t="t" r="r" b="b"/>
              <a:pathLst>
                <a:path w="2062" h="1286" extrusionOk="0">
                  <a:moveTo>
                    <a:pt x="81" y="1"/>
                  </a:moveTo>
                  <a:cubicBezTo>
                    <a:pt x="54" y="54"/>
                    <a:pt x="27" y="108"/>
                    <a:pt x="1" y="135"/>
                  </a:cubicBezTo>
                  <a:lnTo>
                    <a:pt x="1981" y="1285"/>
                  </a:lnTo>
                  <a:lnTo>
                    <a:pt x="2062" y="1125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116"/>
            <p:cNvSpPr/>
            <p:nvPr/>
          </p:nvSpPr>
          <p:spPr>
            <a:xfrm>
              <a:off x="2711778" y="921268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217"/>
                  </a:lnTo>
                  <a:lnTo>
                    <a:pt x="3667" y="8217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116"/>
            <p:cNvSpPr/>
            <p:nvPr/>
          </p:nvSpPr>
          <p:spPr>
            <a:xfrm>
              <a:off x="3092789" y="92126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80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0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41"/>
                  </a:lnTo>
                  <a:lnTo>
                    <a:pt x="7093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116"/>
            <p:cNvSpPr/>
            <p:nvPr/>
          </p:nvSpPr>
          <p:spPr>
            <a:xfrm>
              <a:off x="3474843" y="92126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480" y="3961"/>
                  </a:lnTo>
                  <a:lnTo>
                    <a:pt x="81" y="1981"/>
                  </a:lnTo>
                  <a:lnTo>
                    <a:pt x="1" y="2141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36"/>
                  </a:lnTo>
                  <a:lnTo>
                    <a:pt x="3480" y="4256"/>
                  </a:lnTo>
                  <a:lnTo>
                    <a:pt x="3480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116"/>
            <p:cNvSpPr/>
            <p:nvPr/>
          </p:nvSpPr>
          <p:spPr>
            <a:xfrm>
              <a:off x="3855854" y="953467"/>
              <a:ext cx="287659" cy="296240"/>
            </a:xfrm>
            <a:custGeom>
              <a:avLst/>
              <a:gdLst/>
              <a:ahLst/>
              <a:cxnLst/>
              <a:rect l="l" t="t" r="r" b="b"/>
              <a:pathLst>
                <a:path w="7174" h="7388" extrusionOk="0">
                  <a:moveTo>
                    <a:pt x="3507" y="0"/>
                  </a:moveTo>
                  <a:lnTo>
                    <a:pt x="3507" y="3158"/>
                  </a:lnTo>
                  <a:lnTo>
                    <a:pt x="81" y="1178"/>
                  </a:lnTo>
                  <a:lnTo>
                    <a:pt x="0" y="1312"/>
                  </a:lnTo>
                  <a:lnTo>
                    <a:pt x="3426" y="3292"/>
                  </a:lnTo>
                  <a:lnTo>
                    <a:pt x="0" y="5273"/>
                  </a:lnTo>
                  <a:lnTo>
                    <a:pt x="81" y="5433"/>
                  </a:lnTo>
                  <a:lnTo>
                    <a:pt x="3507" y="3453"/>
                  </a:lnTo>
                  <a:lnTo>
                    <a:pt x="3507" y="7387"/>
                  </a:lnTo>
                  <a:lnTo>
                    <a:pt x="3667" y="7387"/>
                  </a:lnTo>
                  <a:lnTo>
                    <a:pt x="3667" y="3453"/>
                  </a:lnTo>
                  <a:lnTo>
                    <a:pt x="7093" y="5407"/>
                  </a:lnTo>
                  <a:lnTo>
                    <a:pt x="7174" y="5273"/>
                  </a:lnTo>
                  <a:lnTo>
                    <a:pt x="3748" y="3292"/>
                  </a:lnTo>
                  <a:lnTo>
                    <a:pt x="5434" y="2329"/>
                  </a:lnTo>
                  <a:cubicBezTo>
                    <a:pt x="5380" y="2302"/>
                    <a:pt x="5354" y="2248"/>
                    <a:pt x="5327" y="2195"/>
                  </a:cubicBezTo>
                  <a:lnTo>
                    <a:pt x="3667" y="3158"/>
                  </a:lnTo>
                  <a:lnTo>
                    <a:pt x="3667" y="187"/>
                  </a:lnTo>
                  <a:cubicBezTo>
                    <a:pt x="3614" y="134"/>
                    <a:pt x="3560" y="80"/>
                    <a:pt x="3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116"/>
            <p:cNvSpPr/>
            <p:nvPr/>
          </p:nvSpPr>
          <p:spPr>
            <a:xfrm>
              <a:off x="2417699" y="1498640"/>
              <a:ext cx="7538" cy="9704"/>
            </a:xfrm>
            <a:custGeom>
              <a:avLst/>
              <a:gdLst/>
              <a:ahLst/>
              <a:cxnLst/>
              <a:rect l="l" t="t" r="r" b="b"/>
              <a:pathLst>
                <a:path w="188" h="242" extrusionOk="0">
                  <a:moveTo>
                    <a:pt x="1" y="1"/>
                  </a:moveTo>
                  <a:cubicBezTo>
                    <a:pt x="1" y="54"/>
                    <a:pt x="1" y="135"/>
                    <a:pt x="1" y="188"/>
                  </a:cubicBezTo>
                  <a:lnTo>
                    <a:pt x="108" y="242"/>
                  </a:lnTo>
                  <a:lnTo>
                    <a:pt x="188" y="10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116"/>
            <p:cNvSpPr/>
            <p:nvPr/>
          </p:nvSpPr>
          <p:spPr>
            <a:xfrm>
              <a:off x="2518586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116"/>
            <p:cNvSpPr/>
            <p:nvPr/>
          </p:nvSpPr>
          <p:spPr>
            <a:xfrm>
              <a:off x="2899597" y="1259335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35"/>
                  </a:lnTo>
                  <a:lnTo>
                    <a:pt x="81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81" y="6210"/>
                  </a:lnTo>
                  <a:lnTo>
                    <a:pt x="3507" y="4229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29"/>
                  </a:lnTo>
                  <a:lnTo>
                    <a:pt x="7093" y="6210"/>
                  </a:lnTo>
                  <a:lnTo>
                    <a:pt x="7173" y="6049"/>
                  </a:lnTo>
                  <a:lnTo>
                    <a:pt x="3774" y="4095"/>
                  </a:lnTo>
                  <a:lnTo>
                    <a:pt x="7173" y="2115"/>
                  </a:lnTo>
                  <a:lnTo>
                    <a:pt x="7093" y="1954"/>
                  </a:lnTo>
                  <a:lnTo>
                    <a:pt x="3667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116"/>
            <p:cNvSpPr/>
            <p:nvPr/>
          </p:nvSpPr>
          <p:spPr>
            <a:xfrm>
              <a:off x="3280608" y="1259335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35"/>
                  </a:lnTo>
                  <a:lnTo>
                    <a:pt x="107" y="1954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49"/>
                  </a:lnTo>
                  <a:lnTo>
                    <a:pt x="107" y="6210"/>
                  </a:lnTo>
                  <a:lnTo>
                    <a:pt x="3506" y="4229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29"/>
                  </a:lnTo>
                  <a:lnTo>
                    <a:pt x="7093" y="6210"/>
                  </a:lnTo>
                  <a:lnTo>
                    <a:pt x="7200" y="6049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54"/>
                  </a:lnTo>
                  <a:lnTo>
                    <a:pt x="3694" y="3935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116"/>
            <p:cNvSpPr/>
            <p:nvPr/>
          </p:nvSpPr>
          <p:spPr>
            <a:xfrm>
              <a:off x="3662662" y="1258252"/>
              <a:ext cx="287659" cy="329521"/>
            </a:xfrm>
            <a:custGeom>
              <a:avLst/>
              <a:gdLst/>
              <a:ahLst/>
              <a:cxnLst/>
              <a:rect l="l" t="t" r="r" b="b"/>
              <a:pathLst>
                <a:path w="7174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122"/>
                  </a:lnTo>
                  <a:lnTo>
                    <a:pt x="1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8" y="8218"/>
                  </a:lnTo>
                  <a:lnTo>
                    <a:pt x="3668" y="4256"/>
                  </a:lnTo>
                  <a:lnTo>
                    <a:pt x="7094" y="6237"/>
                  </a:lnTo>
                  <a:lnTo>
                    <a:pt x="7174" y="6076"/>
                  </a:lnTo>
                  <a:lnTo>
                    <a:pt x="3748" y="4122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116"/>
            <p:cNvSpPr/>
            <p:nvPr/>
          </p:nvSpPr>
          <p:spPr>
            <a:xfrm>
              <a:off x="4043673" y="1258252"/>
              <a:ext cx="193230" cy="329521"/>
            </a:xfrm>
            <a:custGeom>
              <a:avLst/>
              <a:gdLst/>
              <a:ahLst/>
              <a:cxnLst/>
              <a:rect l="l" t="t" r="r" b="b"/>
              <a:pathLst>
                <a:path w="4819" h="8218" extrusionOk="0">
                  <a:moveTo>
                    <a:pt x="3507" y="0"/>
                  </a:moveTo>
                  <a:lnTo>
                    <a:pt x="3507" y="3962"/>
                  </a:lnTo>
                  <a:lnTo>
                    <a:pt x="81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37"/>
                  </a:lnTo>
                  <a:lnTo>
                    <a:pt x="3507" y="4256"/>
                  </a:lnTo>
                  <a:lnTo>
                    <a:pt x="3507" y="8218"/>
                  </a:lnTo>
                  <a:lnTo>
                    <a:pt x="3667" y="8218"/>
                  </a:lnTo>
                  <a:lnTo>
                    <a:pt x="3667" y="4256"/>
                  </a:lnTo>
                  <a:lnTo>
                    <a:pt x="4818" y="4925"/>
                  </a:lnTo>
                  <a:cubicBezTo>
                    <a:pt x="4818" y="4845"/>
                    <a:pt x="4818" y="4765"/>
                    <a:pt x="4792" y="4711"/>
                  </a:cubicBezTo>
                  <a:lnTo>
                    <a:pt x="3774" y="4096"/>
                  </a:lnTo>
                  <a:lnTo>
                    <a:pt x="4604" y="3614"/>
                  </a:lnTo>
                  <a:cubicBezTo>
                    <a:pt x="4604" y="3560"/>
                    <a:pt x="4577" y="3507"/>
                    <a:pt x="4577" y="3453"/>
                  </a:cubicBezTo>
                  <a:lnTo>
                    <a:pt x="3667" y="3962"/>
                  </a:lnTo>
                  <a:lnTo>
                    <a:pt x="3667" y="295"/>
                  </a:lnTo>
                  <a:cubicBezTo>
                    <a:pt x="3641" y="188"/>
                    <a:pt x="3614" y="108"/>
                    <a:pt x="3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116"/>
            <p:cNvSpPr/>
            <p:nvPr/>
          </p:nvSpPr>
          <p:spPr>
            <a:xfrm>
              <a:off x="2423072" y="1578074"/>
              <a:ext cx="195355" cy="328439"/>
            </a:xfrm>
            <a:custGeom>
              <a:avLst/>
              <a:gdLst/>
              <a:ahLst/>
              <a:cxnLst/>
              <a:rect l="l" t="t" r="r" b="b"/>
              <a:pathLst>
                <a:path w="4872" h="8191" extrusionOk="0">
                  <a:moveTo>
                    <a:pt x="1205" y="1"/>
                  </a:moveTo>
                  <a:lnTo>
                    <a:pt x="1205" y="3935"/>
                  </a:lnTo>
                  <a:lnTo>
                    <a:pt x="0" y="3266"/>
                  </a:lnTo>
                  <a:lnTo>
                    <a:pt x="0" y="3266"/>
                  </a:lnTo>
                  <a:cubicBezTo>
                    <a:pt x="0" y="3320"/>
                    <a:pt x="27" y="3400"/>
                    <a:pt x="27" y="3480"/>
                  </a:cubicBezTo>
                  <a:lnTo>
                    <a:pt x="1098" y="4096"/>
                  </a:lnTo>
                  <a:lnTo>
                    <a:pt x="214" y="4604"/>
                  </a:lnTo>
                  <a:cubicBezTo>
                    <a:pt x="241" y="4658"/>
                    <a:pt x="241" y="4738"/>
                    <a:pt x="268" y="4792"/>
                  </a:cubicBezTo>
                  <a:lnTo>
                    <a:pt x="1205" y="4256"/>
                  </a:lnTo>
                  <a:lnTo>
                    <a:pt x="1205" y="8030"/>
                  </a:lnTo>
                  <a:cubicBezTo>
                    <a:pt x="1205" y="8084"/>
                    <a:pt x="1232" y="8137"/>
                    <a:pt x="1258" y="8191"/>
                  </a:cubicBezTo>
                  <a:lnTo>
                    <a:pt x="1365" y="8191"/>
                  </a:lnTo>
                  <a:lnTo>
                    <a:pt x="1365" y="4256"/>
                  </a:lnTo>
                  <a:lnTo>
                    <a:pt x="4791" y="6210"/>
                  </a:lnTo>
                  <a:lnTo>
                    <a:pt x="4872" y="6076"/>
                  </a:lnTo>
                  <a:lnTo>
                    <a:pt x="1446" y="4096"/>
                  </a:lnTo>
                  <a:lnTo>
                    <a:pt x="4872" y="2115"/>
                  </a:lnTo>
                  <a:lnTo>
                    <a:pt x="4791" y="1981"/>
                  </a:lnTo>
                  <a:lnTo>
                    <a:pt x="1365" y="3935"/>
                  </a:lnTo>
                  <a:lnTo>
                    <a:pt x="1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116"/>
            <p:cNvSpPr/>
            <p:nvPr/>
          </p:nvSpPr>
          <p:spPr>
            <a:xfrm>
              <a:off x="2711778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56"/>
                  </a:lnTo>
                  <a:lnTo>
                    <a:pt x="7093" y="6210"/>
                  </a:lnTo>
                  <a:lnTo>
                    <a:pt x="7173" y="6076"/>
                  </a:lnTo>
                  <a:lnTo>
                    <a:pt x="3774" y="4096"/>
                  </a:lnTo>
                  <a:lnTo>
                    <a:pt x="7173" y="2115"/>
                  </a:lnTo>
                  <a:lnTo>
                    <a:pt x="7093" y="1981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116"/>
            <p:cNvSpPr/>
            <p:nvPr/>
          </p:nvSpPr>
          <p:spPr>
            <a:xfrm>
              <a:off x="3092789" y="1578074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1"/>
                  </a:moveTo>
                  <a:lnTo>
                    <a:pt x="3506" y="3935"/>
                  </a:lnTo>
                  <a:lnTo>
                    <a:pt x="80" y="1981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76"/>
                  </a:lnTo>
                  <a:lnTo>
                    <a:pt x="80" y="6210"/>
                  </a:lnTo>
                  <a:lnTo>
                    <a:pt x="3506" y="4230"/>
                  </a:lnTo>
                  <a:lnTo>
                    <a:pt x="3506" y="8191"/>
                  </a:lnTo>
                  <a:lnTo>
                    <a:pt x="3694" y="8191"/>
                  </a:lnTo>
                  <a:lnTo>
                    <a:pt x="3694" y="4230"/>
                  </a:lnTo>
                  <a:lnTo>
                    <a:pt x="7093" y="6210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15"/>
                  </a:lnTo>
                  <a:lnTo>
                    <a:pt x="7093" y="1981"/>
                  </a:lnTo>
                  <a:lnTo>
                    <a:pt x="3694" y="3935"/>
                  </a:lnTo>
                  <a:lnTo>
                    <a:pt x="3694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116"/>
            <p:cNvSpPr/>
            <p:nvPr/>
          </p:nvSpPr>
          <p:spPr>
            <a:xfrm>
              <a:off x="3474843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1" y="2115"/>
                  </a:lnTo>
                  <a:lnTo>
                    <a:pt x="3400" y="4096"/>
                  </a:lnTo>
                  <a:lnTo>
                    <a:pt x="1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480" y="8191"/>
                  </a:lnTo>
                  <a:lnTo>
                    <a:pt x="3668" y="8191"/>
                  </a:lnTo>
                  <a:lnTo>
                    <a:pt x="3668" y="4230"/>
                  </a:lnTo>
                  <a:lnTo>
                    <a:pt x="7094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4" y="1955"/>
                  </a:lnTo>
                  <a:lnTo>
                    <a:pt x="3668" y="3935"/>
                  </a:lnTo>
                  <a:lnTo>
                    <a:pt x="366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116"/>
            <p:cNvSpPr/>
            <p:nvPr/>
          </p:nvSpPr>
          <p:spPr>
            <a:xfrm>
              <a:off x="3855854" y="1578074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1"/>
                  </a:moveTo>
                  <a:lnTo>
                    <a:pt x="3507" y="3935"/>
                  </a:lnTo>
                  <a:lnTo>
                    <a:pt x="81" y="1955"/>
                  </a:lnTo>
                  <a:lnTo>
                    <a:pt x="0" y="2115"/>
                  </a:lnTo>
                  <a:lnTo>
                    <a:pt x="3426" y="4096"/>
                  </a:lnTo>
                  <a:lnTo>
                    <a:pt x="0" y="6050"/>
                  </a:lnTo>
                  <a:lnTo>
                    <a:pt x="81" y="6210"/>
                  </a:lnTo>
                  <a:lnTo>
                    <a:pt x="3507" y="4230"/>
                  </a:lnTo>
                  <a:lnTo>
                    <a:pt x="3507" y="8191"/>
                  </a:lnTo>
                  <a:lnTo>
                    <a:pt x="3667" y="8191"/>
                  </a:lnTo>
                  <a:lnTo>
                    <a:pt x="3667" y="4230"/>
                  </a:lnTo>
                  <a:lnTo>
                    <a:pt x="7093" y="6210"/>
                  </a:lnTo>
                  <a:lnTo>
                    <a:pt x="7174" y="6050"/>
                  </a:lnTo>
                  <a:lnTo>
                    <a:pt x="3748" y="4096"/>
                  </a:lnTo>
                  <a:lnTo>
                    <a:pt x="7174" y="2115"/>
                  </a:lnTo>
                  <a:lnTo>
                    <a:pt x="7093" y="1955"/>
                  </a:lnTo>
                  <a:lnTo>
                    <a:pt x="3667" y="3935"/>
                  </a:lnTo>
                  <a:lnTo>
                    <a:pt x="366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116"/>
            <p:cNvSpPr/>
            <p:nvPr/>
          </p:nvSpPr>
          <p:spPr>
            <a:xfrm>
              <a:off x="2518586" y="1919388"/>
              <a:ext cx="287659" cy="293033"/>
            </a:xfrm>
            <a:custGeom>
              <a:avLst/>
              <a:gdLst/>
              <a:ahLst/>
              <a:cxnLst/>
              <a:rect l="l" t="t" r="r" b="b"/>
              <a:pathLst>
                <a:path w="7174" h="7308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1767" y="5059"/>
                  </a:lnTo>
                  <a:cubicBezTo>
                    <a:pt x="1821" y="5086"/>
                    <a:pt x="1847" y="5139"/>
                    <a:pt x="1874" y="5193"/>
                  </a:cubicBezTo>
                  <a:lnTo>
                    <a:pt x="3507" y="4256"/>
                  </a:lnTo>
                  <a:lnTo>
                    <a:pt x="3507" y="7120"/>
                  </a:lnTo>
                  <a:cubicBezTo>
                    <a:pt x="3560" y="7200"/>
                    <a:pt x="3614" y="7254"/>
                    <a:pt x="3667" y="7307"/>
                  </a:cubicBezTo>
                  <a:lnTo>
                    <a:pt x="3667" y="4256"/>
                  </a:lnTo>
                  <a:lnTo>
                    <a:pt x="7093" y="6236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116"/>
            <p:cNvSpPr/>
            <p:nvPr/>
          </p:nvSpPr>
          <p:spPr>
            <a:xfrm>
              <a:off x="2899597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0" y="2141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81" y="6236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7" y="8190"/>
                  </a:lnTo>
                  <a:lnTo>
                    <a:pt x="3667" y="4256"/>
                  </a:lnTo>
                  <a:lnTo>
                    <a:pt x="7093" y="6236"/>
                  </a:lnTo>
                  <a:lnTo>
                    <a:pt x="7173" y="6076"/>
                  </a:lnTo>
                  <a:lnTo>
                    <a:pt x="3774" y="4095"/>
                  </a:lnTo>
                  <a:lnTo>
                    <a:pt x="7173" y="2141"/>
                  </a:lnTo>
                  <a:lnTo>
                    <a:pt x="7093" y="1981"/>
                  </a:lnTo>
                  <a:lnTo>
                    <a:pt x="3667" y="3961"/>
                  </a:lnTo>
                  <a:lnTo>
                    <a:pt x="3667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116"/>
            <p:cNvSpPr/>
            <p:nvPr/>
          </p:nvSpPr>
          <p:spPr>
            <a:xfrm>
              <a:off x="3280608" y="1919388"/>
              <a:ext cx="288742" cy="328439"/>
            </a:xfrm>
            <a:custGeom>
              <a:avLst/>
              <a:gdLst/>
              <a:ahLst/>
              <a:cxnLst/>
              <a:rect l="l" t="t" r="r" b="b"/>
              <a:pathLst>
                <a:path w="7201" h="8191" extrusionOk="0">
                  <a:moveTo>
                    <a:pt x="3506" y="0"/>
                  </a:moveTo>
                  <a:lnTo>
                    <a:pt x="3506" y="3961"/>
                  </a:lnTo>
                  <a:lnTo>
                    <a:pt x="107" y="1981"/>
                  </a:lnTo>
                  <a:lnTo>
                    <a:pt x="0" y="2115"/>
                  </a:lnTo>
                  <a:lnTo>
                    <a:pt x="3426" y="4095"/>
                  </a:lnTo>
                  <a:lnTo>
                    <a:pt x="0" y="6076"/>
                  </a:lnTo>
                  <a:lnTo>
                    <a:pt x="107" y="6236"/>
                  </a:lnTo>
                  <a:lnTo>
                    <a:pt x="3506" y="4256"/>
                  </a:lnTo>
                  <a:lnTo>
                    <a:pt x="3506" y="8190"/>
                  </a:lnTo>
                  <a:lnTo>
                    <a:pt x="3694" y="8190"/>
                  </a:lnTo>
                  <a:lnTo>
                    <a:pt x="3694" y="4256"/>
                  </a:lnTo>
                  <a:lnTo>
                    <a:pt x="7093" y="6236"/>
                  </a:lnTo>
                  <a:lnTo>
                    <a:pt x="7200" y="6076"/>
                  </a:lnTo>
                  <a:lnTo>
                    <a:pt x="3774" y="4095"/>
                  </a:lnTo>
                  <a:lnTo>
                    <a:pt x="7200" y="2115"/>
                  </a:lnTo>
                  <a:lnTo>
                    <a:pt x="7120" y="1981"/>
                  </a:lnTo>
                  <a:lnTo>
                    <a:pt x="3694" y="3961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116"/>
            <p:cNvSpPr/>
            <p:nvPr/>
          </p:nvSpPr>
          <p:spPr>
            <a:xfrm>
              <a:off x="3662662" y="1919388"/>
              <a:ext cx="287659" cy="328439"/>
            </a:xfrm>
            <a:custGeom>
              <a:avLst/>
              <a:gdLst/>
              <a:ahLst/>
              <a:cxnLst/>
              <a:rect l="l" t="t" r="r" b="b"/>
              <a:pathLst>
                <a:path w="7174" h="8191" extrusionOk="0">
                  <a:moveTo>
                    <a:pt x="3507" y="0"/>
                  </a:moveTo>
                  <a:lnTo>
                    <a:pt x="3507" y="3961"/>
                  </a:lnTo>
                  <a:lnTo>
                    <a:pt x="81" y="1981"/>
                  </a:lnTo>
                  <a:lnTo>
                    <a:pt x="1" y="2115"/>
                  </a:lnTo>
                  <a:lnTo>
                    <a:pt x="3400" y="4095"/>
                  </a:lnTo>
                  <a:lnTo>
                    <a:pt x="1" y="6076"/>
                  </a:lnTo>
                  <a:lnTo>
                    <a:pt x="81" y="6210"/>
                  </a:lnTo>
                  <a:lnTo>
                    <a:pt x="3507" y="4256"/>
                  </a:lnTo>
                  <a:lnTo>
                    <a:pt x="3507" y="8190"/>
                  </a:lnTo>
                  <a:lnTo>
                    <a:pt x="3668" y="8190"/>
                  </a:lnTo>
                  <a:lnTo>
                    <a:pt x="3668" y="4256"/>
                  </a:lnTo>
                  <a:lnTo>
                    <a:pt x="7094" y="6210"/>
                  </a:lnTo>
                  <a:lnTo>
                    <a:pt x="7174" y="6076"/>
                  </a:lnTo>
                  <a:lnTo>
                    <a:pt x="3748" y="4095"/>
                  </a:lnTo>
                  <a:lnTo>
                    <a:pt x="7174" y="2115"/>
                  </a:lnTo>
                  <a:lnTo>
                    <a:pt x="7094" y="1981"/>
                  </a:lnTo>
                  <a:lnTo>
                    <a:pt x="3668" y="3961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116"/>
            <p:cNvSpPr/>
            <p:nvPr/>
          </p:nvSpPr>
          <p:spPr>
            <a:xfrm>
              <a:off x="4043673" y="1998782"/>
              <a:ext cx="78391" cy="49400"/>
            </a:xfrm>
            <a:custGeom>
              <a:avLst/>
              <a:gdLst/>
              <a:ahLst/>
              <a:cxnLst/>
              <a:rect l="l" t="t" r="r" b="b"/>
              <a:pathLst>
                <a:path w="1955" h="1232" extrusionOk="0">
                  <a:moveTo>
                    <a:pt x="81" y="1"/>
                  </a:moveTo>
                  <a:lnTo>
                    <a:pt x="0" y="135"/>
                  </a:lnTo>
                  <a:lnTo>
                    <a:pt x="1874" y="1232"/>
                  </a:lnTo>
                  <a:cubicBezTo>
                    <a:pt x="1901" y="1178"/>
                    <a:pt x="1928" y="1125"/>
                    <a:pt x="1954" y="1071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116"/>
            <p:cNvSpPr/>
            <p:nvPr/>
          </p:nvSpPr>
          <p:spPr>
            <a:xfrm>
              <a:off x="2884560" y="2317561"/>
              <a:ext cx="114879" cy="68727"/>
            </a:xfrm>
            <a:custGeom>
              <a:avLst/>
              <a:gdLst/>
              <a:ahLst/>
              <a:cxnLst/>
              <a:rect l="l" t="t" r="r" b="b"/>
              <a:pathLst>
                <a:path w="2865" h="1714" extrusionOk="0">
                  <a:moveTo>
                    <a:pt x="2784" y="0"/>
                  </a:moveTo>
                  <a:lnTo>
                    <a:pt x="1" y="1606"/>
                  </a:lnTo>
                  <a:cubicBezTo>
                    <a:pt x="54" y="1660"/>
                    <a:pt x="108" y="1686"/>
                    <a:pt x="161" y="1713"/>
                  </a:cubicBezTo>
                  <a:lnTo>
                    <a:pt x="2864" y="161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116"/>
            <p:cNvSpPr/>
            <p:nvPr/>
          </p:nvSpPr>
          <p:spPr>
            <a:xfrm>
              <a:off x="2852362" y="2238127"/>
              <a:ext cx="6496" cy="129916"/>
            </a:xfrm>
            <a:custGeom>
              <a:avLst/>
              <a:gdLst/>
              <a:ahLst/>
              <a:cxnLst/>
              <a:rect l="l" t="t" r="r" b="b"/>
              <a:pathLst>
                <a:path w="162" h="3240" extrusionOk="0">
                  <a:moveTo>
                    <a:pt x="1" y="0"/>
                  </a:moveTo>
                  <a:lnTo>
                    <a:pt x="1" y="3132"/>
                  </a:lnTo>
                  <a:cubicBezTo>
                    <a:pt x="54" y="3159"/>
                    <a:pt x="108" y="3212"/>
                    <a:pt x="161" y="3239"/>
                  </a:cubicBezTo>
                  <a:lnTo>
                    <a:pt x="16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116"/>
            <p:cNvSpPr/>
            <p:nvPr/>
          </p:nvSpPr>
          <p:spPr>
            <a:xfrm>
              <a:off x="3092789" y="2238127"/>
              <a:ext cx="288742" cy="255461"/>
            </a:xfrm>
            <a:custGeom>
              <a:avLst/>
              <a:gdLst/>
              <a:ahLst/>
              <a:cxnLst/>
              <a:rect l="l" t="t" r="r" b="b"/>
              <a:pathLst>
                <a:path w="7201" h="6371" extrusionOk="0">
                  <a:moveTo>
                    <a:pt x="3506" y="0"/>
                  </a:moveTo>
                  <a:lnTo>
                    <a:pt x="3506" y="3962"/>
                  </a:lnTo>
                  <a:lnTo>
                    <a:pt x="80" y="1981"/>
                  </a:lnTo>
                  <a:lnTo>
                    <a:pt x="0" y="2142"/>
                  </a:lnTo>
                  <a:lnTo>
                    <a:pt x="3426" y="4096"/>
                  </a:lnTo>
                  <a:lnTo>
                    <a:pt x="455" y="5835"/>
                  </a:lnTo>
                  <a:cubicBezTo>
                    <a:pt x="535" y="5835"/>
                    <a:pt x="616" y="5862"/>
                    <a:pt x="696" y="5889"/>
                  </a:cubicBezTo>
                  <a:lnTo>
                    <a:pt x="3506" y="4256"/>
                  </a:lnTo>
                  <a:lnTo>
                    <a:pt x="3506" y="6371"/>
                  </a:lnTo>
                  <a:lnTo>
                    <a:pt x="3694" y="6371"/>
                  </a:lnTo>
                  <a:lnTo>
                    <a:pt x="3694" y="4256"/>
                  </a:lnTo>
                  <a:lnTo>
                    <a:pt x="7093" y="6237"/>
                  </a:lnTo>
                  <a:lnTo>
                    <a:pt x="7200" y="6076"/>
                  </a:lnTo>
                  <a:lnTo>
                    <a:pt x="3774" y="4096"/>
                  </a:lnTo>
                  <a:lnTo>
                    <a:pt x="7200" y="2142"/>
                  </a:lnTo>
                  <a:lnTo>
                    <a:pt x="7093" y="1981"/>
                  </a:lnTo>
                  <a:lnTo>
                    <a:pt x="3694" y="3962"/>
                  </a:lnTo>
                  <a:lnTo>
                    <a:pt x="36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116"/>
            <p:cNvSpPr/>
            <p:nvPr/>
          </p:nvSpPr>
          <p:spPr>
            <a:xfrm>
              <a:off x="3474843" y="2238127"/>
              <a:ext cx="287659" cy="247963"/>
            </a:xfrm>
            <a:custGeom>
              <a:avLst/>
              <a:gdLst/>
              <a:ahLst/>
              <a:cxnLst/>
              <a:rect l="l" t="t" r="r" b="b"/>
              <a:pathLst>
                <a:path w="7174" h="6184" extrusionOk="0">
                  <a:moveTo>
                    <a:pt x="3507" y="0"/>
                  </a:moveTo>
                  <a:lnTo>
                    <a:pt x="3480" y="3962"/>
                  </a:lnTo>
                  <a:lnTo>
                    <a:pt x="81" y="1981"/>
                  </a:lnTo>
                  <a:lnTo>
                    <a:pt x="1" y="2142"/>
                  </a:lnTo>
                  <a:lnTo>
                    <a:pt x="3400" y="4096"/>
                  </a:lnTo>
                  <a:lnTo>
                    <a:pt x="1" y="6076"/>
                  </a:lnTo>
                  <a:lnTo>
                    <a:pt x="54" y="6183"/>
                  </a:lnTo>
                  <a:lnTo>
                    <a:pt x="161" y="6183"/>
                  </a:lnTo>
                  <a:lnTo>
                    <a:pt x="3480" y="4256"/>
                  </a:lnTo>
                  <a:lnTo>
                    <a:pt x="3480" y="5354"/>
                  </a:lnTo>
                  <a:cubicBezTo>
                    <a:pt x="3560" y="5327"/>
                    <a:pt x="3614" y="5327"/>
                    <a:pt x="3668" y="5300"/>
                  </a:cubicBezTo>
                  <a:lnTo>
                    <a:pt x="3668" y="4256"/>
                  </a:lnTo>
                  <a:lnTo>
                    <a:pt x="4765" y="4899"/>
                  </a:lnTo>
                  <a:cubicBezTo>
                    <a:pt x="4845" y="4872"/>
                    <a:pt x="4899" y="4845"/>
                    <a:pt x="4979" y="4818"/>
                  </a:cubicBezTo>
                  <a:lnTo>
                    <a:pt x="3748" y="4096"/>
                  </a:lnTo>
                  <a:lnTo>
                    <a:pt x="7174" y="2142"/>
                  </a:lnTo>
                  <a:lnTo>
                    <a:pt x="7094" y="1981"/>
                  </a:lnTo>
                  <a:lnTo>
                    <a:pt x="3668" y="3962"/>
                  </a:lnTo>
                  <a:lnTo>
                    <a:pt x="366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116"/>
            <p:cNvSpPr/>
            <p:nvPr/>
          </p:nvSpPr>
          <p:spPr>
            <a:xfrm>
              <a:off x="3855854" y="2317561"/>
              <a:ext cx="12911" cy="9704"/>
            </a:xfrm>
            <a:custGeom>
              <a:avLst/>
              <a:gdLst/>
              <a:ahLst/>
              <a:cxnLst/>
              <a:rect l="l" t="t" r="r" b="b"/>
              <a:pathLst>
                <a:path w="322" h="242" extrusionOk="0">
                  <a:moveTo>
                    <a:pt x="81" y="0"/>
                  </a:moveTo>
                  <a:lnTo>
                    <a:pt x="0" y="134"/>
                  </a:lnTo>
                  <a:lnTo>
                    <a:pt x="161" y="241"/>
                  </a:lnTo>
                  <a:cubicBezTo>
                    <a:pt x="215" y="214"/>
                    <a:pt x="268" y="161"/>
                    <a:pt x="322" y="134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6" name="Google Shape;2186;p116"/>
          <p:cNvSpPr/>
          <p:nvPr/>
        </p:nvSpPr>
        <p:spPr>
          <a:xfrm rot="-4619829">
            <a:off x="5338279" y="-1392653"/>
            <a:ext cx="3210852" cy="3197538"/>
          </a:xfrm>
          <a:custGeom>
            <a:avLst/>
            <a:gdLst/>
            <a:ahLst/>
            <a:cxnLst/>
            <a:rect l="l" t="t" r="r" b="b"/>
            <a:pathLst>
              <a:path w="48235" h="48035" extrusionOk="0">
                <a:moveTo>
                  <a:pt x="3770" y="17379"/>
                </a:moveTo>
                <a:cubicBezTo>
                  <a:pt x="7573" y="20948"/>
                  <a:pt x="10108" y="20948"/>
                  <a:pt x="20515" y="21349"/>
                </a:cubicBezTo>
                <a:cubicBezTo>
                  <a:pt x="30956" y="21782"/>
                  <a:pt x="19314" y="35525"/>
                  <a:pt x="27520" y="41797"/>
                </a:cubicBezTo>
                <a:cubicBezTo>
                  <a:pt x="35726" y="48034"/>
                  <a:pt x="48235" y="37827"/>
                  <a:pt x="48235" y="26986"/>
                </a:cubicBezTo>
                <a:cubicBezTo>
                  <a:pt x="48235" y="16145"/>
                  <a:pt x="35026" y="0"/>
                  <a:pt x="18080" y="867"/>
                </a:cubicBezTo>
                <a:cubicBezTo>
                  <a:pt x="1135" y="1768"/>
                  <a:pt x="1" y="13843"/>
                  <a:pt x="3770" y="1737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37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64.xml"/><Relationship Id="rId21" Type="http://schemas.openxmlformats.org/officeDocument/2006/relationships/slideLayout" Target="../slideLayouts/slideLayout59.xml"/><Relationship Id="rId42" Type="http://schemas.openxmlformats.org/officeDocument/2006/relationships/slideLayout" Target="../slideLayouts/slideLayout80.xml"/><Relationship Id="rId47" Type="http://schemas.openxmlformats.org/officeDocument/2006/relationships/slideLayout" Target="../slideLayouts/slideLayout85.xml"/><Relationship Id="rId63" Type="http://schemas.openxmlformats.org/officeDocument/2006/relationships/slideLayout" Target="../slideLayouts/slideLayout101.xml"/><Relationship Id="rId68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9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32" Type="http://schemas.openxmlformats.org/officeDocument/2006/relationships/slideLayout" Target="../slideLayouts/slideLayout70.xml"/><Relationship Id="rId37" Type="http://schemas.openxmlformats.org/officeDocument/2006/relationships/slideLayout" Target="../slideLayouts/slideLayout75.xml"/><Relationship Id="rId40" Type="http://schemas.openxmlformats.org/officeDocument/2006/relationships/slideLayout" Target="../slideLayouts/slideLayout78.xml"/><Relationship Id="rId45" Type="http://schemas.openxmlformats.org/officeDocument/2006/relationships/slideLayout" Target="../slideLayouts/slideLayout83.xml"/><Relationship Id="rId53" Type="http://schemas.openxmlformats.org/officeDocument/2006/relationships/slideLayout" Target="../slideLayouts/slideLayout91.xml"/><Relationship Id="rId58" Type="http://schemas.openxmlformats.org/officeDocument/2006/relationships/slideLayout" Target="../slideLayouts/slideLayout96.xml"/><Relationship Id="rId66" Type="http://schemas.openxmlformats.org/officeDocument/2006/relationships/slideLayout" Target="../slideLayouts/slideLayout104.xml"/><Relationship Id="rId74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43.xml"/><Relationship Id="rId61" Type="http://schemas.openxmlformats.org/officeDocument/2006/relationships/slideLayout" Target="../slideLayouts/slideLayout99.xml"/><Relationship Id="rId1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8.xml"/><Relationship Id="rId35" Type="http://schemas.openxmlformats.org/officeDocument/2006/relationships/slideLayout" Target="../slideLayouts/slideLayout73.xml"/><Relationship Id="rId43" Type="http://schemas.openxmlformats.org/officeDocument/2006/relationships/slideLayout" Target="../slideLayouts/slideLayout81.xml"/><Relationship Id="rId48" Type="http://schemas.openxmlformats.org/officeDocument/2006/relationships/slideLayout" Target="../slideLayouts/slideLayout86.xml"/><Relationship Id="rId56" Type="http://schemas.openxmlformats.org/officeDocument/2006/relationships/slideLayout" Target="../slideLayouts/slideLayout94.xml"/><Relationship Id="rId64" Type="http://schemas.openxmlformats.org/officeDocument/2006/relationships/slideLayout" Target="../slideLayouts/slideLayout102.xml"/><Relationship Id="rId69" Type="http://schemas.openxmlformats.org/officeDocument/2006/relationships/slideLayout" Target="../slideLayouts/slideLayout107.xml"/><Relationship Id="rId8" Type="http://schemas.openxmlformats.org/officeDocument/2006/relationships/slideLayout" Target="../slideLayouts/slideLayout46.xml"/><Relationship Id="rId51" Type="http://schemas.openxmlformats.org/officeDocument/2006/relationships/slideLayout" Target="../slideLayouts/slideLayout89.xml"/><Relationship Id="rId72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33" Type="http://schemas.openxmlformats.org/officeDocument/2006/relationships/slideLayout" Target="../slideLayouts/slideLayout71.xml"/><Relationship Id="rId38" Type="http://schemas.openxmlformats.org/officeDocument/2006/relationships/slideLayout" Target="../slideLayouts/slideLayout76.xml"/><Relationship Id="rId46" Type="http://schemas.openxmlformats.org/officeDocument/2006/relationships/slideLayout" Target="../slideLayouts/slideLayout84.xml"/><Relationship Id="rId59" Type="http://schemas.openxmlformats.org/officeDocument/2006/relationships/slideLayout" Target="../slideLayouts/slideLayout97.xml"/><Relationship Id="rId67" Type="http://schemas.openxmlformats.org/officeDocument/2006/relationships/slideLayout" Target="../slideLayouts/slideLayout105.xml"/><Relationship Id="rId20" Type="http://schemas.openxmlformats.org/officeDocument/2006/relationships/slideLayout" Target="../slideLayouts/slideLayout58.xml"/><Relationship Id="rId41" Type="http://schemas.openxmlformats.org/officeDocument/2006/relationships/slideLayout" Target="../slideLayouts/slideLayout79.xml"/><Relationship Id="rId54" Type="http://schemas.openxmlformats.org/officeDocument/2006/relationships/slideLayout" Target="../slideLayouts/slideLayout92.xml"/><Relationship Id="rId62" Type="http://schemas.openxmlformats.org/officeDocument/2006/relationships/slideLayout" Target="../slideLayouts/slideLayout100.xml"/><Relationship Id="rId70" Type="http://schemas.openxmlformats.org/officeDocument/2006/relationships/slideLayout" Target="../slideLayouts/slideLayout108.xml"/><Relationship Id="rId75" Type="http://schemas.openxmlformats.org/officeDocument/2006/relationships/theme" Target="../theme/theme4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slideLayout" Target="../slideLayouts/slideLayout66.xml"/><Relationship Id="rId36" Type="http://schemas.openxmlformats.org/officeDocument/2006/relationships/slideLayout" Target="../slideLayouts/slideLayout74.xml"/><Relationship Id="rId49" Type="http://schemas.openxmlformats.org/officeDocument/2006/relationships/slideLayout" Target="../slideLayouts/slideLayout87.xml"/><Relationship Id="rId57" Type="http://schemas.openxmlformats.org/officeDocument/2006/relationships/slideLayout" Target="../slideLayouts/slideLayout95.xml"/><Relationship Id="rId10" Type="http://schemas.openxmlformats.org/officeDocument/2006/relationships/slideLayout" Target="../slideLayouts/slideLayout48.xml"/><Relationship Id="rId31" Type="http://schemas.openxmlformats.org/officeDocument/2006/relationships/slideLayout" Target="../slideLayouts/slideLayout69.xml"/><Relationship Id="rId44" Type="http://schemas.openxmlformats.org/officeDocument/2006/relationships/slideLayout" Target="../slideLayouts/slideLayout82.xml"/><Relationship Id="rId52" Type="http://schemas.openxmlformats.org/officeDocument/2006/relationships/slideLayout" Target="../slideLayouts/slideLayout90.xml"/><Relationship Id="rId60" Type="http://schemas.openxmlformats.org/officeDocument/2006/relationships/slideLayout" Target="../slideLayouts/slideLayout98.xml"/><Relationship Id="rId65" Type="http://schemas.openxmlformats.org/officeDocument/2006/relationships/slideLayout" Target="../slideLayouts/slideLayout103.xml"/><Relationship Id="rId73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9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72.xml"/><Relationship Id="rId50" Type="http://schemas.openxmlformats.org/officeDocument/2006/relationships/slideLayout" Target="../slideLayouts/slideLayout88.xml"/><Relationship Id="rId55" Type="http://schemas.openxmlformats.org/officeDocument/2006/relationships/slideLayout" Target="../slideLayouts/slideLayout93.xml"/><Relationship Id="rId7" Type="http://schemas.openxmlformats.org/officeDocument/2006/relationships/slideLayout" Target="../slideLayouts/slideLayout45.xml"/><Relationship Id="rId71" Type="http://schemas.openxmlformats.org/officeDocument/2006/relationships/slideLayout" Target="../slideLayouts/slideLayout10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ague Spartan Medium"/>
              <a:buNone/>
              <a:defRPr sz="2800">
                <a:solidFill>
                  <a:schemeClr val="dk1"/>
                </a:solidFill>
                <a:latin typeface="League Spartan Medium"/>
                <a:ea typeface="League Spartan Medium"/>
                <a:cs typeface="League Spartan Medium"/>
                <a:sym typeface="League Spartan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Inter"/>
              <a:buChar char="●"/>
              <a:defRPr sz="13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pen Sans"/>
              <a:buChar char="●"/>
              <a:defRPr sz="13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●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○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en Sans"/>
              <a:buChar char="■"/>
              <a:defRPr sz="12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3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ivvic"/>
              <a:buNone/>
              <a:defRPr sz="2800" b="1">
                <a:solidFill>
                  <a:schemeClr val="dk1"/>
                </a:solidFill>
                <a:latin typeface="Livvic"/>
                <a:ea typeface="Livvic"/>
                <a:cs typeface="Livvic"/>
                <a:sym typeface="Livvic"/>
              </a:defRPr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●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tamaran Light"/>
              <a:buChar char="○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tamaran Light"/>
              <a:buChar char="■"/>
              <a:defRPr sz="1200">
                <a:solidFill>
                  <a:schemeClr val="dk1"/>
                </a:solidFill>
                <a:latin typeface="Catamaran Light"/>
                <a:ea typeface="Catamaran Light"/>
                <a:cs typeface="Catamaran Light"/>
                <a:sym typeface="Catamaran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2"/>
          <p:cNvSpPr txBox="1">
            <a:spLocks noGrp="1"/>
          </p:cNvSpPr>
          <p:nvPr>
            <p:ph type="title"/>
          </p:nvPr>
        </p:nvSpPr>
        <p:spPr>
          <a:xfrm>
            <a:off x="544250" y="445025"/>
            <a:ext cx="805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Hammersmith One"/>
              <a:buNone/>
              <a:defRPr sz="3000" b="1">
                <a:solidFill>
                  <a:schemeClr val="accent2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>
            <a:endParaRPr/>
          </a:p>
        </p:txBody>
      </p:sp>
      <p:sp>
        <p:nvSpPr>
          <p:cNvPr id="207" name="Google Shape;207;p42"/>
          <p:cNvSpPr txBox="1">
            <a:spLocks noGrp="1"/>
          </p:cNvSpPr>
          <p:nvPr>
            <p:ph type="body" idx="1"/>
          </p:nvPr>
        </p:nvSpPr>
        <p:spPr>
          <a:xfrm>
            <a:off x="544250" y="1152475"/>
            <a:ext cx="8055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anjari"/>
              <a:buChar char="●"/>
              <a:defRPr sz="1800"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●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○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anjari"/>
              <a:buChar char="■"/>
              <a:defRPr>
                <a:solidFill>
                  <a:schemeClr val="accent2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5" r:id="rId40"/>
    <p:sldLayoutId id="2147483726" r:id="rId41"/>
    <p:sldLayoutId id="2147483727" r:id="rId42"/>
    <p:sldLayoutId id="2147483728" r:id="rId43"/>
    <p:sldLayoutId id="2147483729" r:id="rId44"/>
    <p:sldLayoutId id="2147483730" r:id="rId45"/>
    <p:sldLayoutId id="2147483731" r:id="rId46"/>
    <p:sldLayoutId id="2147483732" r:id="rId47"/>
    <p:sldLayoutId id="2147483733" r:id="rId48"/>
    <p:sldLayoutId id="2147483734" r:id="rId49"/>
    <p:sldLayoutId id="2147483735" r:id="rId50"/>
    <p:sldLayoutId id="2147483736" r:id="rId51"/>
    <p:sldLayoutId id="2147483737" r:id="rId52"/>
    <p:sldLayoutId id="2147483738" r:id="rId53"/>
    <p:sldLayoutId id="2147483739" r:id="rId54"/>
    <p:sldLayoutId id="2147483740" r:id="rId55"/>
    <p:sldLayoutId id="2147483741" r:id="rId56"/>
    <p:sldLayoutId id="2147483742" r:id="rId57"/>
    <p:sldLayoutId id="2147483743" r:id="rId58"/>
    <p:sldLayoutId id="2147483744" r:id="rId59"/>
    <p:sldLayoutId id="2147483745" r:id="rId60"/>
    <p:sldLayoutId id="2147483746" r:id="rId61"/>
    <p:sldLayoutId id="2147483747" r:id="rId62"/>
    <p:sldLayoutId id="2147483748" r:id="rId63"/>
    <p:sldLayoutId id="2147483749" r:id="rId64"/>
    <p:sldLayoutId id="2147483750" r:id="rId65"/>
    <p:sldLayoutId id="2147483751" r:id="rId66"/>
    <p:sldLayoutId id="2147483752" r:id="rId67"/>
    <p:sldLayoutId id="2147483753" r:id="rId68"/>
    <p:sldLayoutId id="2147483754" r:id="rId69"/>
    <p:sldLayoutId id="2147483755" r:id="rId70"/>
    <p:sldLayoutId id="2147483756" r:id="rId71"/>
    <p:sldLayoutId id="2147483757" r:id="rId72"/>
    <p:sldLayoutId id="2147483758" r:id="rId73"/>
    <p:sldLayoutId id="2147483759" r:id="rId74"/>
  </p:sldLayoutIdLst>
  <p:transition spd="slow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1" name="Google Shape;2191;p117"/>
          <p:cNvPicPr preferRelativeResize="0"/>
          <p:nvPr/>
        </p:nvPicPr>
        <p:blipFill rotWithShape="1">
          <a:blip r:embed="rId3">
            <a:alphaModFix/>
          </a:blip>
          <a:srcRect l="3901"/>
          <a:stretch/>
        </p:blipFill>
        <p:spPr>
          <a:xfrm>
            <a:off x="442625" y="4475"/>
            <a:ext cx="8787098" cy="5134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92" name="Google Shape;2192;p117"/>
          <p:cNvSpPr/>
          <p:nvPr/>
        </p:nvSpPr>
        <p:spPr>
          <a:xfrm rot="5400000">
            <a:off x="1276475" y="13850"/>
            <a:ext cx="3358800" cy="5026500"/>
          </a:xfrm>
          <a:prstGeom prst="rect">
            <a:avLst/>
          </a:prstGeom>
          <a:solidFill>
            <a:schemeClr val="accent1">
              <a:alpha val="861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3" name="Google Shape;2193;p117"/>
          <p:cNvSpPr txBox="1">
            <a:spLocks noGrp="1"/>
          </p:cNvSpPr>
          <p:nvPr>
            <p:ph type="subTitle" idx="1"/>
          </p:nvPr>
        </p:nvSpPr>
        <p:spPr>
          <a:xfrm>
            <a:off x="1039575" y="3187350"/>
            <a:ext cx="2402100" cy="97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Vladimir Yeghiazaryan</a:t>
            </a:r>
            <a:endParaRPr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Central Bank of Armenia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2194" name="Google Shape;2194;p117"/>
          <p:cNvSpPr txBox="1">
            <a:spLocks noGrp="1"/>
          </p:cNvSpPr>
          <p:nvPr>
            <p:ph type="ctrTitle"/>
          </p:nvPr>
        </p:nvSpPr>
        <p:spPr>
          <a:xfrm>
            <a:off x="887175" y="1209675"/>
            <a:ext cx="4592400" cy="227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 dirty="0">
                <a:solidFill>
                  <a:schemeClr val="lt1"/>
                </a:solidFill>
              </a:rPr>
              <a:t>The Role of </a:t>
            </a:r>
            <a:r>
              <a:rPr lang="en" sz="3300" dirty="0" err="1">
                <a:solidFill>
                  <a:schemeClr val="lt1"/>
                </a:solidFill>
              </a:rPr>
              <a:t>CCyB</a:t>
            </a:r>
            <a:r>
              <a:rPr lang="en" sz="3300" dirty="0">
                <a:solidFill>
                  <a:schemeClr val="lt1"/>
                </a:solidFill>
              </a:rPr>
              <a:t> and Forward Looking Perspectives</a:t>
            </a:r>
            <a:endParaRPr sz="3300" dirty="0">
              <a:solidFill>
                <a:schemeClr val="lt1"/>
              </a:solidFill>
              <a:latin typeface="Livvic"/>
              <a:ea typeface="Livvic"/>
              <a:cs typeface="Livvic"/>
              <a:sym typeface="Livvic"/>
            </a:endParaRPr>
          </a:p>
        </p:txBody>
      </p:sp>
      <p:sp>
        <p:nvSpPr>
          <p:cNvPr id="2195" name="Google Shape;2195;p117"/>
          <p:cNvSpPr/>
          <p:nvPr/>
        </p:nvSpPr>
        <p:spPr>
          <a:xfrm rot="-5400000" flipH="1">
            <a:off x="7354200" y="2416550"/>
            <a:ext cx="3358800" cy="221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118"/>
          <p:cNvSpPr txBox="1">
            <a:spLocks noGrp="1"/>
          </p:cNvSpPr>
          <p:nvPr>
            <p:ph type="title"/>
          </p:nvPr>
        </p:nvSpPr>
        <p:spPr>
          <a:xfrm>
            <a:off x="632175" y="920625"/>
            <a:ext cx="76797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Overview</a:t>
            </a:r>
            <a:endParaRPr dirty="0"/>
          </a:p>
        </p:txBody>
      </p:sp>
      <p:sp>
        <p:nvSpPr>
          <p:cNvPr id="2201" name="Google Shape;2201;p118"/>
          <p:cNvSpPr txBox="1">
            <a:spLocks noGrp="1"/>
          </p:cNvSpPr>
          <p:nvPr>
            <p:ph type="body" idx="1"/>
          </p:nvPr>
        </p:nvSpPr>
        <p:spPr>
          <a:xfrm>
            <a:off x="632175" y="1717350"/>
            <a:ext cx="5673300" cy="34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 dirty="0" err="1">
                <a:solidFill>
                  <a:srgbClr val="434343"/>
                </a:solidFill>
                <a:latin typeface=""/>
              </a:rPr>
              <a:t>CCyB</a:t>
            </a:r>
            <a:r>
              <a:rPr lang="en" sz="1500" dirty="0">
                <a:solidFill>
                  <a:srgbClr val="434343"/>
                </a:solidFill>
                <a:latin typeface=""/>
              </a:rPr>
              <a:t> requires banks to hold additional capital during periods of excessive credit growth and to release it during periods of stress, thus smoothing out credit cycles.</a:t>
            </a:r>
            <a:endParaRPr sz="1500" dirty="0">
              <a:solidFill>
                <a:srgbClr val="434343"/>
              </a:solidFill>
              <a:latin typeface=""/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rgbClr val="434343"/>
                </a:solidFill>
                <a:latin typeface=""/>
              </a:rPr>
              <a:t>The level of </a:t>
            </a:r>
            <a:r>
              <a:rPr lang="en" sz="1500" dirty="0" err="1">
                <a:solidFill>
                  <a:srgbClr val="434343"/>
                </a:solidFill>
                <a:latin typeface=""/>
              </a:rPr>
              <a:t>CCyB</a:t>
            </a:r>
            <a:r>
              <a:rPr lang="en" sz="1500" dirty="0">
                <a:solidFill>
                  <a:srgbClr val="434343"/>
                </a:solidFill>
                <a:latin typeface=""/>
              </a:rPr>
              <a:t> should be relative to the amount of accumulated risk within the system. The buffers should be increased before the existing risks are realized.</a:t>
            </a:r>
            <a:endParaRPr sz="1500" dirty="0">
              <a:solidFill>
                <a:srgbClr val="434343"/>
              </a:solidFill>
              <a:latin typeface="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dirty="0">
                <a:solidFill>
                  <a:srgbClr val="434343"/>
                </a:solidFill>
                <a:latin typeface=""/>
              </a:rPr>
              <a:t>Maintaining a </a:t>
            </a:r>
            <a:r>
              <a:rPr lang="en" sz="1500" b="1" dirty="0">
                <a:solidFill>
                  <a:srgbClr val="434343"/>
                </a:solidFill>
                <a:latin typeface=""/>
              </a:rPr>
              <a:t>positive neutral rate</a:t>
            </a:r>
            <a:r>
              <a:rPr lang="en" sz="1500" dirty="0">
                <a:solidFill>
                  <a:srgbClr val="434343"/>
                </a:solidFill>
                <a:latin typeface=""/>
              </a:rPr>
              <a:t> also helps with the implementation of this forward-looking policy.</a:t>
            </a:r>
            <a:endParaRPr sz="1500" dirty="0">
              <a:solidFill>
                <a:srgbClr val="434343"/>
              </a:solidFill>
              <a:latin typeface="Sana" pitchFamily="2" charset="-78"/>
              <a:cs typeface="Sana" pitchFamily="2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119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Clr>
                <a:schemeClr val="dk1"/>
              </a:buClr>
              <a:buSzPts val="2800"/>
              <a:buFont typeface="League Spartan Medium"/>
            </a:pPr>
            <a:r>
              <a:rPr lang="en" sz="2800" b="0" dirty="0">
                <a:solidFill>
                  <a:srgbClr val="000000"/>
                </a:solidFill>
                <a:latin typeface="League Spartan Medium"/>
                <a:sym typeface="Manjari"/>
              </a:rPr>
              <a:t>Decision criteria at CBA</a:t>
            </a:r>
            <a:endParaRPr sz="2800" b="0" dirty="0">
              <a:solidFill>
                <a:srgbClr val="000000"/>
              </a:solidFill>
              <a:latin typeface="League Spartan Medium"/>
              <a:sym typeface="Manjari"/>
            </a:endParaRPr>
          </a:p>
        </p:txBody>
      </p:sp>
      <p:sp>
        <p:nvSpPr>
          <p:cNvPr id="2207" name="Google Shape;2207;p119"/>
          <p:cNvSpPr txBox="1">
            <a:spLocks noGrp="1"/>
          </p:cNvSpPr>
          <p:nvPr>
            <p:ph type="body" idx="4294967295"/>
          </p:nvPr>
        </p:nvSpPr>
        <p:spPr>
          <a:xfrm>
            <a:off x="713250" y="1422075"/>
            <a:ext cx="6925800" cy="32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Inter"/>
              <a:buAutoNum type="arabicParenR"/>
            </a:pPr>
            <a:r>
              <a:rPr lang="en" sz="15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Changes in financial cycle</a:t>
            </a:r>
            <a:endParaRPr sz="1500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Inter"/>
              <a:buAutoNum type="arabicParenR"/>
            </a:pPr>
            <a:r>
              <a:rPr lang="en" sz="15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Early warning indicators and recent developments</a:t>
            </a:r>
            <a:endParaRPr sz="1500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Inter"/>
              <a:buAutoNum type="arabicParenR"/>
            </a:pPr>
            <a:r>
              <a:rPr lang="en" sz="15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Quantitative analysis  (fin cycle-based measures, stress testing)</a:t>
            </a:r>
            <a:endParaRPr sz="1500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Inter"/>
              <a:buAutoNum type="arabicParenR"/>
            </a:pPr>
            <a:r>
              <a:rPr lang="en" sz="15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Decision within the department based on </a:t>
            </a:r>
            <a:r>
              <a:rPr lang="en" sz="1500" b="1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expert judgment</a:t>
            </a:r>
            <a:endParaRPr sz="1500" b="1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Inter"/>
              <a:buAutoNum type="arabicParenR"/>
            </a:pPr>
            <a:r>
              <a:rPr lang="en-GB" sz="1500" dirty="0">
                <a:solidFill>
                  <a:srgbClr val="434343"/>
                </a:solidFill>
                <a:latin typeface=""/>
                <a:ea typeface="Inter"/>
              </a:rPr>
              <a:t>Scenario discussion and approval at the Board meeting</a:t>
            </a:r>
            <a:endParaRPr sz="1500" dirty="0">
              <a:solidFill>
                <a:srgbClr val="434343"/>
              </a:solidFill>
              <a:latin typeface=""/>
              <a:ea typeface="Inter"/>
              <a:sym typeface="Inter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Inter"/>
              <a:buAutoNum type="arabicParenR"/>
            </a:pPr>
            <a:r>
              <a:rPr lang="en" sz="15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Decision comes into force after 6 months (to minimize </a:t>
            </a:r>
            <a:r>
              <a:rPr lang="en" sz="1500" b="1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inaction bias </a:t>
            </a:r>
            <a:r>
              <a:rPr lang="en" sz="15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and</a:t>
            </a:r>
            <a:r>
              <a:rPr lang="en" sz="1500" b="1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 </a:t>
            </a:r>
            <a:r>
              <a:rPr lang="en" sz="15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maintain</a:t>
            </a:r>
            <a:r>
              <a:rPr lang="en" sz="1500" b="1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 resilience</a:t>
            </a:r>
            <a:r>
              <a:rPr lang="en" sz="15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)</a:t>
            </a:r>
            <a:endParaRPr sz="1500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latin typeface="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120"/>
          <p:cNvSpPr/>
          <p:nvPr/>
        </p:nvSpPr>
        <p:spPr>
          <a:xfrm>
            <a:off x="0" y="1577400"/>
            <a:ext cx="362100" cy="1988700"/>
          </a:xfrm>
          <a:prstGeom prst="rect">
            <a:avLst/>
          </a:prstGeom>
          <a:solidFill>
            <a:schemeClr val="accent3">
              <a:alpha val="584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3" name="Google Shape;2213;p120"/>
          <p:cNvSpPr txBox="1">
            <a:spLocks noGrp="1"/>
          </p:cNvSpPr>
          <p:nvPr>
            <p:ph type="title" idx="4294967295"/>
          </p:nvPr>
        </p:nvSpPr>
        <p:spPr>
          <a:xfrm>
            <a:off x="713250" y="523025"/>
            <a:ext cx="77175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" b="0" dirty="0">
                <a:solidFill>
                  <a:schemeClr val="accent2"/>
                </a:solidFill>
                <a:latin typeface="League Spartan Medium"/>
                <a:sym typeface="Manjari"/>
              </a:rPr>
              <a:t>Indicators of interest</a:t>
            </a:r>
            <a:endParaRPr b="0" dirty="0">
              <a:solidFill>
                <a:schemeClr val="accent2"/>
              </a:solidFill>
              <a:latin typeface="League Spartan Medium"/>
              <a:sym typeface="Manjari"/>
            </a:endParaRPr>
          </a:p>
        </p:txBody>
      </p:sp>
      <p:sp>
        <p:nvSpPr>
          <p:cNvPr id="2214" name="Google Shape;2214;p120"/>
          <p:cNvSpPr txBox="1">
            <a:spLocks noGrp="1"/>
          </p:cNvSpPr>
          <p:nvPr>
            <p:ph type="body" idx="4294967295"/>
          </p:nvPr>
        </p:nvSpPr>
        <p:spPr>
          <a:xfrm>
            <a:off x="561425" y="1930275"/>
            <a:ext cx="4010700" cy="22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Char char="❏"/>
            </a:pPr>
            <a:r>
              <a:rPr lang="en" sz="1400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Macro-financial indicators</a:t>
            </a:r>
            <a:endParaRPr sz="1400"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914400" lvl="0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" sz="1400" dirty="0">
                <a:latin typeface=""/>
                <a:ea typeface="Inter"/>
                <a:cs typeface="Inter"/>
                <a:sym typeface="Inter"/>
              </a:rPr>
              <a:t>credit/GDP ratio and gap (main part of FCI)</a:t>
            </a:r>
            <a:endParaRPr sz="1400" dirty="0">
              <a:latin typeface=""/>
              <a:ea typeface="Inter"/>
              <a:cs typeface="Inter"/>
              <a:sym typeface="Inter"/>
            </a:endParaRPr>
          </a:p>
          <a:p>
            <a:pPr marL="914400" lvl="0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Inter"/>
              <a:buChar char="●"/>
            </a:pPr>
            <a:r>
              <a:rPr lang="en" sz="1400" dirty="0">
                <a:latin typeface=""/>
                <a:ea typeface="Inter"/>
                <a:cs typeface="Inter"/>
                <a:sym typeface="Inter"/>
              </a:rPr>
              <a:t>debt service/GDP ratio</a:t>
            </a:r>
            <a:endParaRPr sz="1400" dirty="0">
              <a:latin typeface=""/>
              <a:ea typeface="Inter"/>
              <a:cs typeface="Inter"/>
              <a:sym typeface="Inter"/>
            </a:endParaRPr>
          </a:p>
          <a:p>
            <a:pPr marL="914400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Inter"/>
              <a:buChar char="●"/>
            </a:pPr>
            <a:r>
              <a:rPr lang="en-GB" sz="1500" dirty="0">
                <a:solidFill>
                  <a:srgbClr val="434343"/>
                </a:solidFill>
                <a:latin typeface=""/>
                <a:ea typeface="Inter"/>
                <a:sym typeface="Inter"/>
              </a:rPr>
              <a:t>real estate price dynamics</a:t>
            </a:r>
            <a:endParaRPr sz="1500" dirty="0">
              <a:solidFill>
                <a:srgbClr val="434343"/>
              </a:solidFill>
              <a:latin typeface=""/>
              <a:ea typeface="Inter"/>
              <a:sym typeface="Inter"/>
            </a:endParaRPr>
          </a:p>
        </p:txBody>
      </p:sp>
      <p:sp>
        <p:nvSpPr>
          <p:cNvPr id="2215" name="Google Shape;2215;p120"/>
          <p:cNvSpPr txBox="1"/>
          <p:nvPr/>
        </p:nvSpPr>
        <p:spPr>
          <a:xfrm>
            <a:off x="4572000" y="1930200"/>
            <a:ext cx="4572000" cy="2718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❏"/>
            </a:pPr>
            <a:r>
              <a:rPr lang="en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Indicators of financial system performance</a:t>
            </a:r>
            <a:endParaRPr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9144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leverage ratios</a:t>
            </a:r>
            <a:endParaRPr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9144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credit growth rates by industry sectors</a:t>
            </a:r>
            <a:endParaRPr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914400" lvl="0" indent="-3175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lending stock, flow, and growth rate indicators</a:t>
            </a:r>
            <a:endParaRPr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  <a:p>
            <a:pPr marL="914400" lvl="0" indent="-31750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bank risk absorption measures (</a:t>
            </a:r>
            <a:r>
              <a:rPr lang="en" dirty="0" err="1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CaR</a:t>
            </a:r>
            <a:r>
              <a:rPr lang="en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, liquidity, profitability, etc.)</a:t>
            </a:r>
            <a:endParaRPr dirty="0">
              <a:solidFill>
                <a:srgbClr val="434343"/>
              </a:solidFill>
              <a:latin typeface=""/>
              <a:ea typeface="Inter"/>
              <a:cs typeface="Inter"/>
              <a:sym typeface="Inter"/>
            </a:endParaRPr>
          </a:p>
        </p:txBody>
      </p:sp>
      <p:sp>
        <p:nvSpPr>
          <p:cNvPr id="2216" name="Google Shape;2216;p120"/>
          <p:cNvSpPr txBox="1"/>
          <p:nvPr/>
        </p:nvSpPr>
        <p:spPr>
          <a:xfrm>
            <a:off x="561425" y="1281398"/>
            <a:ext cx="5486400" cy="7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1600"/>
              </a:spcAft>
              <a:buNone/>
            </a:pPr>
            <a:r>
              <a:rPr lang="en" b="1" dirty="0">
                <a:solidFill>
                  <a:srgbClr val="434343"/>
                </a:solidFill>
                <a:latin typeface=""/>
                <a:ea typeface="Inter"/>
                <a:cs typeface="Inter"/>
                <a:sym typeface="Inter"/>
              </a:rPr>
              <a:t>Risk monitoring and measures</a:t>
            </a:r>
            <a:endParaRPr dirty="0">
              <a:solidFill>
                <a:srgbClr val="434343"/>
              </a:solidFill>
              <a:latin typeface=""/>
              <a:ea typeface="Catamaran Light"/>
              <a:cs typeface="Catamaran Light"/>
              <a:sym typeface="Catamaran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p121"/>
          <p:cNvSpPr txBox="1">
            <a:spLocks noGrp="1"/>
          </p:cNvSpPr>
          <p:nvPr>
            <p:ph type="subTitle" idx="1"/>
          </p:nvPr>
        </p:nvSpPr>
        <p:spPr>
          <a:xfrm>
            <a:off x="488550" y="1168800"/>
            <a:ext cx="24690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latin typeface=""/>
              </a:rPr>
              <a:t>Stable phase/Recovery:</a:t>
            </a:r>
            <a:endParaRPr dirty="0">
              <a:solidFill>
                <a:srgbClr val="434343"/>
              </a:solidFill>
              <a:latin typeface="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 err="1">
                <a:solidFill>
                  <a:srgbClr val="434343"/>
                </a:solidFill>
                <a:latin typeface=""/>
              </a:rPr>
              <a:t>CCyB</a:t>
            </a:r>
            <a:r>
              <a:rPr lang="en" dirty="0">
                <a:solidFill>
                  <a:srgbClr val="434343"/>
                </a:solidFill>
                <a:latin typeface=""/>
              </a:rPr>
              <a:t> </a:t>
            </a:r>
            <a:r>
              <a:rPr lang="en" b="1" dirty="0">
                <a:solidFill>
                  <a:srgbClr val="434343"/>
                </a:solidFill>
                <a:latin typeface=""/>
              </a:rPr>
              <a:t>at</a:t>
            </a:r>
            <a:r>
              <a:rPr lang="en" dirty="0">
                <a:solidFill>
                  <a:srgbClr val="434343"/>
                </a:solidFill>
                <a:latin typeface=""/>
              </a:rPr>
              <a:t> its neutral rate</a:t>
            </a:r>
            <a:endParaRPr dirty="0">
              <a:solidFill>
                <a:srgbClr val="434343"/>
              </a:solidFill>
              <a:latin typeface=""/>
            </a:endParaRPr>
          </a:p>
        </p:txBody>
      </p:sp>
      <p:sp>
        <p:nvSpPr>
          <p:cNvPr id="2222" name="Google Shape;2222;p121"/>
          <p:cNvSpPr txBox="1">
            <a:spLocks noGrp="1"/>
          </p:cNvSpPr>
          <p:nvPr>
            <p:ph type="title"/>
          </p:nvPr>
        </p:nvSpPr>
        <p:spPr>
          <a:xfrm>
            <a:off x="383075" y="401950"/>
            <a:ext cx="77535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Relevance of financial cycles</a:t>
            </a:r>
            <a:endParaRPr dirty="0"/>
          </a:p>
        </p:txBody>
      </p:sp>
      <p:sp>
        <p:nvSpPr>
          <p:cNvPr id="2223" name="Google Shape;2223;p121"/>
          <p:cNvSpPr txBox="1">
            <a:spLocks noGrp="1"/>
          </p:cNvSpPr>
          <p:nvPr>
            <p:ph type="subTitle" idx="3"/>
          </p:nvPr>
        </p:nvSpPr>
        <p:spPr>
          <a:xfrm>
            <a:off x="6186450" y="1168800"/>
            <a:ext cx="24690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latin typeface=""/>
              </a:rPr>
              <a:t>Contraction:</a:t>
            </a:r>
            <a:endParaRPr dirty="0">
              <a:solidFill>
                <a:srgbClr val="434343"/>
              </a:solidFill>
              <a:latin typeface="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 err="1">
                <a:solidFill>
                  <a:srgbClr val="434343"/>
                </a:solidFill>
                <a:latin typeface=""/>
              </a:rPr>
              <a:t>CCyB</a:t>
            </a:r>
            <a:r>
              <a:rPr lang="en" dirty="0">
                <a:solidFill>
                  <a:srgbClr val="434343"/>
                </a:solidFill>
                <a:latin typeface=""/>
              </a:rPr>
              <a:t> </a:t>
            </a:r>
            <a:r>
              <a:rPr lang="en" b="1" dirty="0">
                <a:solidFill>
                  <a:srgbClr val="434343"/>
                </a:solidFill>
                <a:latin typeface=""/>
              </a:rPr>
              <a:t>released</a:t>
            </a:r>
            <a:endParaRPr b="1" dirty="0">
              <a:solidFill>
                <a:srgbClr val="434343"/>
              </a:solidFill>
              <a:latin typeface=""/>
            </a:endParaRPr>
          </a:p>
        </p:txBody>
      </p:sp>
      <p:sp>
        <p:nvSpPr>
          <p:cNvPr id="2224" name="Google Shape;2224;p121"/>
          <p:cNvSpPr txBox="1">
            <a:spLocks noGrp="1"/>
          </p:cNvSpPr>
          <p:nvPr>
            <p:ph type="subTitle" idx="1"/>
          </p:nvPr>
        </p:nvSpPr>
        <p:spPr>
          <a:xfrm>
            <a:off x="3337500" y="1168800"/>
            <a:ext cx="2469000" cy="7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434343"/>
                </a:solidFill>
                <a:latin typeface=""/>
              </a:rPr>
              <a:t>Expansion and Peak:</a:t>
            </a:r>
            <a:endParaRPr dirty="0">
              <a:solidFill>
                <a:srgbClr val="434343"/>
              </a:solidFill>
              <a:latin typeface=""/>
            </a:endParaRPr>
          </a:p>
          <a:p>
            <a:pPr marL="0" lvl="0" indent="0"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 err="1">
                <a:solidFill>
                  <a:srgbClr val="434343"/>
                </a:solidFill>
                <a:latin typeface=""/>
              </a:rPr>
              <a:t>CCyB</a:t>
            </a:r>
            <a:r>
              <a:rPr lang="en" dirty="0">
                <a:solidFill>
                  <a:srgbClr val="434343"/>
                </a:solidFill>
                <a:latin typeface=""/>
              </a:rPr>
              <a:t> </a:t>
            </a:r>
            <a:r>
              <a:rPr lang="en" b="1" dirty="0">
                <a:solidFill>
                  <a:srgbClr val="434343"/>
                </a:solidFill>
                <a:latin typeface=""/>
              </a:rPr>
              <a:t>above</a:t>
            </a:r>
            <a:r>
              <a:rPr lang="en" dirty="0">
                <a:solidFill>
                  <a:srgbClr val="434343"/>
                </a:solidFill>
                <a:latin typeface=""/>
              </a:rPr>
              <a:t> the neutral rate</a:t>
            </a:r>
            <a:endParaRPr dirty="0">
              <a:solidFill>
                <a:srgbClr val="434343"/>
              </a:solidFill>
              <a:latin typeface=""/>
            </a:endParaRPr>
          </a:p>
        </p:txBody>
      </p:sp>
      <p:pic>
        <p:nvPicPr>
          <p:cNvPr id="2225" name="Google Shape;2225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950" y="2038500"/>
            <a:ext cx="6392100" cy="2952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p122"/>
          <p:cNvSpPr txBox="1">
            <a:spLocks noGrp="1"/>
          </p:cNvSpPr>
          <p:nvPr>
            <p:ph type="title"/>
          </p:nvPr>
        </p:nvSpPr>
        <p:spPr>
          <a:xfrm>
            <a:off x="632175" y="387225"/>
            <a:ext cx="64851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Neutral rate</a:t>
            </a:r>
            <a:endParaRPr dirty="0"/>
          </a:p>
        </p:txBody>
      </p:sp>
      <p:sp>
        <p:nvSpPr>
          <p:cNvPr id="2231" name="Google Shape;2231;p122"/>
          <p:cNvSpPr txBox="1">
            <a:spLocks noGrp="1"/>
          </p:cNvSpPr>
          <p:nvPr>
            <p:ph type="subTitle" idx="1"/>
          </p:nvPr>
        </p:nvSpPr>
        <p:spPr>
          <a:xfrm>
            <a:off x="642700" y="1056000"/>
            <a:ext cx="5767800" cy="11687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latin typeface=""/>
              </a:rPr>
              <a:t>Neutral rate at CBA:</a:t>
            </a:r>
            <a:endParaRPr dirty="0">
              <a:solidFill>
                <a:srgbClr val="434343"/>
              </a:solidFill>
              <a:latin typeface="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Rate applicable from May 2023: 1.0% (</a:t>
            </a:r>
            <a:r>
              <a:rPr lang="en" b="1" dirty="0">
                <a:solidFill>
                  <a:srgbClr val="434343"/>
                </a:solidFill>
                <a:latin typeface=""/>
              </a:rPr>
              <a:t>current rate</a:t>
            </a:r>
            <a:r>
              <a:rPr lang="en" dirty="0">
                <a:solidFill>
                  <a:srgbClr val="434343"/>
                </a:solidFill>
                <a:latin typeface=""/>
              </a:rPr>
              <a:t>)</a:t>
            </a:r>
            <a:endParaRPr dirty="0">
              <a:solidFill>
                <a:srgbClr val="434343"/>
              </a:solidFill>
              <a:latin typeface="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Rate applicable from August 2023: 1.5% (</a:t>
            </a:r>
            <a:r>
              <a:rPr lang="en" b="1" dirty="0">
                <a:solidFill>
                  <a:srgbClr val="434343"/>
                </a:solidFill>
                <a:latin typeface=""/>
              </a:rPr>
              <a:t>positive neutral rate</a:t>
            </a:r>
            <a:r>
              <a:rPr lang="en" dirty="0">
                <a:solidFill>
                  <a:srgbClr val="434343"/>
                </a:solidFill>
                <a:latin typeface=""/>
              </a:rPr>
              <a:t>)</a:t>
            </a:r>
            <a:endParaRPr dirty="0">
              <a:solidFill>
                <a:srgbClr val="434343"/>
              </a:solidFill>
              <a:latin typeface=""/>
            </a:endParaRPr>
          </a:p>
        </p:txBody>
      </p:sp>
      <p:sp>
        <p:nvSpPr>
          <p:cNvPr id="2232" name="Google Shape;2232;p122"/>
          <p:cNvSpPr txBox="1">
            <a:spLocks noGrp="1"/>
          </p:cNvSpPr>
          <p:nvPr>
            <p:ph type="subTitle" idx="1"/>
          </p:nvPr>
        </p:nvSpPr>
        <p:spPr>
          <a:xfrm>
            <a:off x="632175" y="2490426"/>
            <a:ext cx="5778300" cy="15970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latin typeface=""/>
              </a:rPr>
              <a:t>Reasons for </a:t>
            </a:r>
            <a:r>
              <a:rPr lang="en-GB" dirty="0">
                <a:solidFill>
                  <a:srgbClr val="434343"/>
                </a:solidFill>
                <a:latin typeface=""/>
              </a:rPr>
              <a:t>maintaining</a:t>
            </a:r>
            <a:r>
              <a:rPr lang="en" dirty="0">
                <a:solidFill>
                  <a:srgbClr val="434343"/>
                </a:solidFill>
                <a:latin typeface=""/>
              </a:rPr>
              <a:t> a </a:t>
            </a:r>
            <a:r>
              <a:rPr lang="en" b="1" dirty="0">
                <a:solidFill>
                  <a:srgbClr val="434343"/>
                </a:solidFill>
                <a:latin typeface=""/>
              </a:rPr>
              <a:t>positive neutral rate</a:t>
            </a:r>
            <a:r>
              <a:rPr lang="en" dirty="0">
                <a:solidFill>
                  <a:srgbClr val="434343"/>
                </a:solidFill>
                <a:latin typeface=""/>
              </a:rPr>
              <a:t>:</a:t>
            </a:r>
            <a:endParaRPr dirty="0">
              <a:solidFill>
                <a:srgbClr val="434343"/>
              </a:solidFill>
              <a:latin typeface="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Due to the risk of using the </a:t>
            </a:r>
            <a:r>
              <a:rPr lang="en" dirty="0" err="1">
                <a:solidFill>
                  <a:srgbClr val="434343"/>
                </a:solidFill>
                <a:latin typeface=""/>
              </a:rPr>
              <a:t>CCyB</a:t>
            </a:r>
            <a:r>
              <a:rPr lang="en" dirty="0">
                <a:solidFill>
                  <a:srgbClr val="434343"/>
                </a:solidFill>
                <a:latin typeface=""/>
              </a:rPr>
              <a:t> too early or late (</a:t>
            </a:r>
            <a:r>
              <a:rPr lang="en" b="1" dirty="0">
                <a:solidFill>
                  <a:srgbClr val="434343"/>
                </a:solidFill>
                <a:latin typeface=""/>
              </a:rPr>
              <a:t>inaction bias</a:t>
            </a:r>
            <a:r>
              <a:rPr lang="en" dirty="0">
                <a:solidFill>
                  <a:srgbClr val="434343"/>
                </a:solidFill>
                <a:latin typeface=""/>
              </a:rPr>
              <a:t>).</a:t>
            </a:r>
            <a:endParaRPr dirty="0">
              <a:solidFill>
                <a:srgbClr val="434343"/>
              </a:solidFill>
              <a:latin typeface="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It temporally distributes the accumulation of buffers to be created in the future over a longer period of time (</a:t>
            </a:r>
            <a:r>
              <a:rPr lang="en-GB" b="1" dirty="0">
                <a:solidFill>
                  <a:srgbClr val="434343"/>
                </a:solidFill>
                <a:latin typeface=""/>
              </a:rPr>
              <a:t>cost averaging</a:t>
            </a:r>
            <a:r>
              <a:rPr lang="en" dirty="0">
                <a:solidFill>
                  <a:srgbClr val="434343"/>
                </a:solidFill>
                <a:latin typeface=""/>
              </a:rPr>
              <a:t>).</a:t>
            </a:r>
            <a:endParaRPr dirty="0">
              <a:solidFill>
                <a:srgbClr val="434343"/>
              </a:solidFill>
              <a:latin typeface="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7" name="Google Shape;2237;p123"/>
          <p:cNvSpPr txBox="1">
            <a:spLocks noGrp="1"/>
          </p:cNvSpPr>
          <p:nvPr>
            <p:ph type="subTitle" idx="1"/>
          </p:nvPr>
        </p:nvSpPr>
        <p:spPr>
          <a:xfrm>
            <a:off x="383075" y="1250475"/>
            <a:ext cx="7753500" cy="373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The rate is derived using </a:t>
            </a:r>
            <a:r>
              <a:rPr lang="en" b="1" dirty="0">
                <a:solidFill>
                  <a:srgbClr val="434343"/>
                </a:solidFill>
              </a:rPr>
              <a:t>stress tests</a:t>
            </a:r>
            <a:r>
              <a:rPr lang="en" dirty="0">
                <a:solidFill>
                  <a:srgbClr val="434343"/>
                </a:solidFill>
              </a:rPr>
              <a:t>, where the accumulated buffer is compared with losses recorded after the shock. The natural rate is then determined based on the missing capital in the scenario(s).</a:t>
            </a:r>
            <a:endParaRPr dirty="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0000"/>
              </a:lnSpc>
              <a:spcBef>
                <a:spcPts val="20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Steps:</a:t>
            </a:r>
            <a:endParaRPr dirty="0">
              <a:solidFill>
                <a:srgbClr val="434343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arenR"/>
            </a:pPr>
            <a:r>
              <a:rPr lang="en" dirty="0">
                <a:solidFill>
                  <a:srgbClr val="434343"/>
                </a:solidFill>
              </a:rPr>
              <a:t>A set of comparable scenarios generated for real GDP growth and exchange rate for the next 3-year horizon (500 scenarios using the </a:t>
            </a:r>
            <a:r>
              <a:rPr lang="en" b="1" dirty="0">
                <a:solidFill>
                  <a:srgbClr val="434343"/>
                </a:solidFill>
              </a:rPr>
              <a:t>Multivariate Gaussian copula</a:t>
            </a:r>
            <a:r>
              <a:rPr lang="en" dirty="0">
                <a:solidFill>
                  <a:srgbClr val="434343"/>
                </a:solidFill>
              </a:rPr>
              <a:t> method).</a:t>
            </a:r>
            <a:endParaRPr dirty="0">
              <a:solidFill>
                <a:srgbClr val="434343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200"/>
              <a:buAutoNum type="arabicParenR"/>
            </a:pPr>
            <a:r>
              <a:rPr lang="en" dirty="0">
                <a:solidFill>
                  <a:srgbClr val="434343"/>
                </a:solidFill>
              </a:rPr>
              <a:t>For each scenario, the </a:t>
            </a:r>
            <a:r>
              <a:rPr lang="en" b="1" dirty="0">
                <a:solidFill>
                  <a:srgbClr val="434343"/>
                </a:solidFill>
              </a:rPr>
              <a:t>probability of default</a:t>
            </a:r>
            <a:r>
              <a:rPr lang="en" dirty="0">
                <a:solidFill>
                  <a:srgbClr val="434343"/>
                </a:solidFill>
              </a:rPr>
              <a:t> was calculated according to individual banks, sectors, and currency.</a:t>
            </a:r>
            <a:endParaRPr dirty="0">
              <a:solidFill>
                <a:srgbClr val="434343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SzPts val="1200"/>
              <a:buAutoNum type="arabicParenR"/>
            </a:pPr>
            <a:r>
              <a:rPr lang="en" dirty="0">
                <a:solidFill>
                  <a:srgbClr val="434343"/>
                </a:solidFill>
              </a:rPr>
              <a:t>The difference between the 95th quantile and the median of the resulting </a:t>
            </a:r>
            <a:r>
              <a:rPr lang="en" b="1" dirty="0">
                <a:solidFill>
                  <a:srgbClr val="434343"/>
                </a:solidFill>
              </a:rPr>
              <a:t>loss distribution</a:t>
            </a:r>
            <a:r>
              <a:rPr lang="en" dirty="0">
                <a:solidFill>
                  <a:srgbClr val="434343"/>
                </a:solidFill>
              </a:rPr>
              <a:t> was taken as an estimate of the </a:t>
            </a:r>
            <a:r>
              <a:rPr lang="en" dirty="0" err="1">
                <a:solidFill>
                  <a:srgbClr val="434343"/>
                </a:solidFill>
              </a:rPr>
              <a:t>CCyB</a:t>
            </a:r>
            <a:r>
              <a:rPr lang="en" dirty="0">
                <a:solidFill>
                  <a:srgbClr val="434343"/>
                </a:solidFill>
              </a:rPr>
              <a:t> neutral rate.</a:t>
            </a:r>
            <a:endParaRPr dirty="0">
              <a:solidFill>
                <a:srgbClr val="434343"/>
              </a:solidFill>
            </a:endParaRPr>
          </a:p>
        </p:txBody>
      </p:sp>
      <p:sp>
        <p:nvSpPr>
          <p:cNvPr id="2238" name="Google Shape;2238;p123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" dirty="0">
                <a:latin typeface="League Spartan Medium"/>
                <a:sym typeface="League Spartan Medium"/>
              </a:rPr>
              <a:t>Neutral rate estimation methodology</a:t>
            </a:r>
            <a:endParaRPr dirty="0">
              <a:latin typeface="League Spartan Medium"/>
              <a:sym typeface="League Spartan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124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" dirty="0">
                <a:latin typeface="League Spartan Medium"/>
              </a:rPr>
              <a:t>Neutral rate estimation</a:t>
            </a:r>
            <a:endParaRPr dirty="0">
              <a:latin typeface="League Spartan Medium"/>
            </a:endParaRPr>
          </a:p>
        </p:txBody>
      </p:sp>
      <p:sp>
        <p:nvSpPr>
          <p:cNvPr id="2245" name="Google Shape;2245;p124"/>
          <p:cNvSpPr txBox="1"/>
          <p:nvPr/>
        </p:nvSpPr>
        <p:spPr>
          <a:xfrm>
            <a:off x="383075" y="1663276"/>
            <a:ext cx="3588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Estimated losses: </a:t>
            </a:r>
            <a:r>
              <a:rPr lang="en" b="1">
                <a:latin typeface="Open Sans"/>
                <a:ea typeface="Open Sans"/>
                <a:cs typeface="Open Sans"/>
                <a:sym typeface="Open Sans"/>
              </a:rPr>
              <a:t>1.43%</a:t>
            </a: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of RWA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46" name="Google Shape;2246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25" y="2404375"/>
            <a:ext cx="4695875" cy="2428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667BE2-0E03-97BD-068E-8086E3A25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830" y="1659981"/>
            <a:ext cx="4230094" cy="31725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125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" dirty="0">
                <a:latin typeface="League Spartan Medium"/>
              </a:rPr>
              <a:t>Compliments to </a:t>
            </a:r>
            <a:r>
              <a:rPr lang="en" dirty="0" err="1">
                <a:latin typeface="League Spartan Medium"/>
              </a:rPr>
              <a:t>CCyB</a:t>
            </a:r>
            <a:r>
              <a:rPr lang="en" dirty="0">
                <a:latin typeface="League Spartan Medium"/>
              </a:rPr>
              <a:t> framework</a:t>
            </a:r>
            <a:endParaRPr dirty="0">
              <a:latin typeface="League Spartan Medium"/>
            </a:endParaRPr>
          </a:p>
        </p:txBody>
      </p:sp>
      <p:sp>
        <p:nvSpPr>
          <p:cNvPr id="2252" name="Google Shape;2252;p125"/>
          <p:cNvSpPr txBox="1">
            <a:spLocks noGrp="1"/>
          </p:cNvSpPr>
          <p:nvPr>
            <p:ph type="subTitle" idx="1"/>
          </p:nvPr>
        </p:nvSpPr>
        <p:spPr>
          <a:xfrm>
            <a:off x="457200" y="1708400"/>
            <a:ext cx="3895800" cy="1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Main </a:t>
            </a:r>
            <a:r>
              <a:rPr lang="en" b="1" dirty="0">
                <a:solidFill>
                  <a:srgbClr val="434343"/>
                </a:solidFill>
              </a:rPr>
              <a:t>criticism</a:t>
            </a:r>
            <a:r>
              <a:rPr lang="en" dirty="0">
                <a:solidFill>
                  <a:srgbClr val="434343"/>
                </a:solidFill>
              </a:rPr>
              <a:t> to </a:t>
            </a:r>
            <a:r>
              <a:rPr lang="en" dirty="0" err="1">
                <a:solidFill>
                  <a:srgbClr val="434343"/>
                </a:solidFill>
              </a:rPr>
              <a:t>CCyB</a:t>
            </a:r>
            <a:r>
              <a:rPr lang="en" dirty="0">
                <a:solidFill>
                  <a:srgbClr val="434343"/>
                </a:solidFill>
              </a:rPr>
              <a:t>:</a:t>
            </a:r>
            <a:endParaRPr dirty="0">
              <a:solidFill>
                <a:srgbClr val="434343"/>
              </a:solidFill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b="1" dirty="0">
                <a:solidFill>
                  <a:srgbClr val="434343"/>
                </a:solidFill>
              </a:rPr>
              <a:t>short-term costs</a:t>
            </a:r>
            <a:endParaRPr dirty="0">
              <a:solidFill>
                <a:srgbClr val="434343"/>
              </a:solidFill>
            </a:endParaRP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dirty="0">
                <a:solidFill>
                  <a:srgbClr val="434343"/>
                </a:solidFill>
              </a:rPr>
              <a:t>uncertainties concerning</a:t>
            </a:r>
            <a:r>
              <a:rPr lang="en" b="1" dirty="0">
                <a:solidFill>
                  <a:srgbClr val="434343"/>
                </a:solidFill>
              </a:rPr>
              <a:t> long-term benefits</a:t>
            </a:r>
            <a:endParaRPr b="1" dirty="0">
              <a:solidFill>
                <a:srgbClr val="434343"/>
              </a:solidFill>
            </a:endParaRPr>
          </a:p>
        </p:txBody>
      </p:sp>
      <p:sp>
        <p:nvSpPr>
          <p:cNvPr id="2253" name="Google Shape;2253;p125"/>
          <p:cNvSpPr txBox="1">
            <a:spLocks noGrp="1"/>
          </p:cNvSpPr>
          <p:nvPr>
            <p:ph type="subTitle" idx="1"/>
          </p:nvPr>
        </p:nvSpPr>
        <p:spPr>
          <a:xfrm>
            <a:off x="4752975" y="1708400"/>
            <a:ext cx="4171800" cy="1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Solution:</a:t>
            </a:r>
            <a:endParaRPr dirty="0">
              <a:solidFill>
                <a:srgbClr val="434343"/>
              </a:solidFill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dirty="0">
                <a:solidFill>
                  <a:srgbClr val="434343"/>
                </a:solidFill>
              </a:rPr>
              <a:t>Quantify uncertainty by capturing the effects of policy on the </a:t>
            </a:r>
            <a:r>
              <a:rPr lang="en" b="1" dirty="0">
                <a:solidFill>
                  <a:srgbClr val="434343"/>
                </a:solidFill>
              </a:rPr>
              <a:t>entire distribution of GDP</a:t>
            </a:r>
            <a:r>
              <a:rPr lang="en" dirty="0">
                <a:solidFill>
                  <a:srgbClr val="434343"/>
                </a:solidFill>
              </a:rPr>
              <a:t> using the </a:t>
            </a:r>
            <a:r>
              <a:rPr lang="en" b="1" dirty="0">
                <a:solidFill>
                  <a:srgbClr val="434343"/>
                </a:solidFill>
              </a:rPr>
              <a:t>Growth at Risk</a:t>
            </a:r>
            <a:r>
              <a:rPr lang="en" dirty="0">
                <a:solidFill>
                  <a:srgbClr val="434343"/>
                </a:solidFill>
              </a:rPr>
              <a:t> (</a:t>
            </a:r>
            <a:r>
              <a:rPr lang="en" dirty="0" err="1">
                <a:solidFill>
                  <a:srgbClr val="434343"/>
                </a:solidFill>
              </a:rPr>
              <a:t>GaR</a:t>
            </a:r>
            <a:r>
              <a:rPr lang="en" dirty="0">
                <a:solidFill>
                  <a:srgbClr val="434343"/>
                </a:solidFill>
              </a:rPr>
              <a:t>) framework.</a:t>
            </a:r>
            <a:endParaRPr b="1" dirty="0">
              <a:solidFill>
                <a:srgbClr val="434343"/>
              </a:solidFill>
            </a:endParaRPr>
          </a:p>
        </p:txBody>
      </p:sp>
      <p:pic>
        <p:nvPicPr>
          <p:cNvPr id="2254" name="Google Shape;2254;p125"/>
          <p:cNvPicPr preferRelativeResize="0"/>
          <p:nvPr/>
        </p:nvPicPr>
        <p:blipFill rotWithShape="1">
          <a:blip r:embed="rId3">
            <a:alphaModFix/>
          </a:blip>
          <a:srcRect t="21893"/>
          <a:stretch/>
        </p:blipFill>
        <p:spPr>
          <a:xfrm>
            <a:off x="457188" y="3160000"/>
            <a:ext cx="5348174" cy="1840626"/>
          </a:xfrm>
          <a:prstGeom prst="rect">
            <a:avLst/>
          </a:prstGeom>
          <a:noFill/>
          <a:ln>
            <a:noFill/>
          </a:ln>
        </p:spPr>
      </p:pic>
      <p:sp>
        <p:nvSpPr>
          <p:cNvPr id="2255" name="Google Shape;2255;p125"/>
          <p:cNvSpPr txBox="1"/>
          <p:nvPr/>
        </p:nvSpPr>
        <p:spPr>
          <a:xfrm>
            <a:off x="5805350" y="3718663"/>
            <a:ext cx="31194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optimal rate </a:t>
            </a:r>
            <a:r>
              <a:rPr lang="en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a result between </a:t>
            </a:r>
            <a:r>
              <a:rPr lang="en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the distance to tail</a:t>
            </a:r>
            <a:r>
              <a:rPr lang="en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 and the </a:t>
            </a:r>
            <a:r>
              <a:rPr lang="en" b="1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mean</a:t>
            </a:r>
            <a:endParaRPr b="1"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126"/>
          <p:cNvSpPr txBox="1">
            <a:spLocks noGrp="1"/>
          </p:cNvSpPr>
          <p:nvPr>
            <p:ph type="title"/>
          </p:nvPr>
        </p:nvSpPr>
        <p:spPr>
          <a:xfrm>
            <a:off x="383075" y="443300"/>
            <a:ext cx="7753500" cy="5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GaR</a:t>
            </a:r>
            <a:r>
              <a:rPr lang="en" dirty="0"/>
              <a:t> Loss Function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61" name="Google Shape;2261;p126"/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383075" y="1191225"/>
                <a:ext cx="6003900" cy="3152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just" rtl="0">
                  <a:spcBef>
                    <a:spcPts val="1000"/>
                  </a:spcBef>
                  <a:spcAft>
                    <a:spcPts val="1200"/>
                  </a:spcAft>
                  <a:buNone/>
                </a:pPr>
                <a:r>
                  <a:rPr lang="en-GB" sz="1500" dirty="0">
                    <a:solidFill>
                      <a:srgbClr val="434343"/>
                    </a:solidFill>
                    <a:latin typeface=""/>
                  </a:rPr>
                  <a:t>Welfare function by Suarez (2022):</a:t>
                </a:r>
              </a:p>
              <a:p>
                <a:pPr marL="0" lvl="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500" b="0" i="1" smtClean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1500" b="0" i="1" smtClean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1500" b="0" i="1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500" b="0" i="1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500" b="0" i="1" dirty="0" smtClean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500" b="0" i="1" dirty="0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500" b="0" i="1" dirty="0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500" b="0" i="1" dirty="0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500" b="0" i="1" dirty="0" smtClean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sz="1500" b="0" i="1" dirty="0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500" b="0" i="1" dirty="0" smtClean="0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en-US" sz="15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5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sz="1500" b="0" i="1" smtClean="0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500" b="0" i="1" smtClean="0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b="0" i="1" smtClean="0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500" b="0" i="1" smtClean="0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1500" b="0" i="1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500" b="0" i="1" smtClean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GB" sz="1500" dirty="0">
                  <a:solidFill>
                    <a:srgbClr val="434343"/>
                  </a:solidFill>
                  <a:latin typeface=""/>
                  <a:ea typeface="Cambria Math" panose="02040503050406030204" pitchFamily="18" charset="0"/>
                </a:endParaRPr>
              </a:p>
              <a:p>
                <a:pPr marL="0" lvl="0" indent="0" algn="just" rtl="0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:r>
                  <a:rPr lang="en-GB" sz="1500" dirty="0">
                    <a:solidFill>
                      <a:srgbClr val="434343"/>
                    </a:solidFill>
                    <a:latin typeface=""/>
                  </a:rPr>
                  <a:t>Loss function in general form:</a:t>
                </a:r>
              </a:p>
              <a:p>
                <a:pPr marL="0" indent="0" algn="just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800" b="0" i="1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800" b="0" i="1" smtClean="0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800" b="0" i="0" smtClean="0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m:rPr>
                              <m:nor/>
                            </m:rPr>
                            <a:rPr lang="en-GB" sz="1800">
                              <a:solidFill>
                                <a:srgbClr val="434343"/>
                              </a:solidFill>
                              <a:latin typeface="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</m:func>
                      <m:r>
                        <a:rPr lang="en-US" sz="1800" b="0" i="1" smtClean="0">
                          <a:solidFill>
                            <a:srgbClr val="43434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en-US" sz="1800" b="0" i="1" smtClean="0">
                              <a:solidFill>
                                <a:srgbClr val="43434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p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@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  <m:sSub>
                                <m:sSubPr>
                                  <m:ctrlP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1800" i="1">
                                      <a:solidFill>
                                        <a:srgbClr val="434343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800" i="1">
                                  <a:solidFill>
                                    <a:srgbClr val="43434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GB" sz="1800" dirty="0">
                  <a:solidFill>
                    <a:srgbClr val="434343"/>
                  </a:solidFill>
                  <a:latin typeface="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61" name="Google Shape;2261;p12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83075" y="1191225"/>
                <a:ext cx="6003900" cy="3152100"/>
              </a:xfrm>
              <a:prstGeom prst="rect">
                <a:avLst/>
              </a:prstGeom>
              <a:blipFill>
                <a:blip r:embed="rId3"/>
                <a:stretch>
                  <a:fillRect l="-422" b="-30522"/>
                </a:stretch>
              </a:blipFill>
            </p:spPr>
            <p:txBody>
              <a:bodyPr/>
              <a:lstStyle/>
              <a:p>
                <a:r>
                  <a:rPr lang="en-AM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" dirty="0" err="1">
                <a:latin typeface="League Spartan Medium"/>
                <a:sym typeface="League Spartan Medium"/>
              </a:rPr>
              <a:t>GaR</a:t>
            </a:r>
            <a:r>
              <a:rPr lang="en" dirty="0">
                <a:latin typeface="League Spartan Medium"/>
                <a:sym typeface="League Spartan Medium"/>
              </a:rPr>
              <a:t> WIP</a:t>
            </a:r>
            <a:endParaRPr dirty="0">
              <a:latin typeface="League Spartan Medium"/>
              <a:sym typeface="League Spartan 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70A1E7-6FA1-FD97-AF23-40144A4E7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075" y="1097645"/>
            <a:ext cx="7772400" cy="360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57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" dirty="0" err="1">
                <a:latin typeface="League Spartan Medium"/>
              </a:rPr>
              <a:t>GaR</a:t>
            </a:r>
            <a:r>
              <a:rPr lang="en" dirty="0">
                <a:latin typeface="League Spartan Medium"/>
              </a:rPr>
              <a:t> WIP</a:t>
            </a:r>
            <a:endParaRPr dirty="0">
              <a:latin typeface="League Spartan Medium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3BE20D-0707-0B9C-902F-3A44DF596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399" y="307194"/>
            <a:ext cx="6758526" cy="483630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FB4EBBD-67B0-11CE-BC0F-F90DF4DC46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091"/>
          <a:stretch/>
        </p:blipFill>
        <p:spPr>
          <a:xfrm>
            <a:off x="2029295" y="159025"/>
            <a:ext cx="5085407" cy="4984475"/>
          </a:xfrm>
          <a:prstGeom prst="rect">
            <a:avLst/>
          </a:prstGeom>
        </p:spPr>
      </p:pic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" dirty="0" err="1">
                <a:latin typeface="League Spartan Medium"/>
              </a:rPr>
              <a:t>GaR</a:t>
            </a:r>
            <a:r>
              <a:rPr lang="en" dirty="0">
                <a:latin typeface="League Spartan Medium"/>
              </a:rPr>
              <a:t> WIP</a:t>
            </a:r>
            <a:endParaRPr dirty="0">
              <a:latin typeface="League Spartan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10840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" dirty="0" err="1">
                <a:latin typeface="League Spartan Medium"/>
              </a:rPr>
              <a:t>GaR</a:t>
            </a:r>
            <a:r>
              <a:rPr lang="en" dirty="0">
                <a:latin typeface="League Spartan Medium"/>
              </a:rPr>
              <a:t> WIP</a:t>
            </a:r>
            <a:endParaRPr dirty="0">
              <a:latin typeface="League Spartan Medium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A096E2-2B43-9656-394B-5E3882091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71815"/>
            <a:ext cx="7772400" cy="414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39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128"/>
          <p:cNvSpPr txBox="1">
            <a:spLocks noGrp="1"/>
          </p:cNvSpPr>
          <p:nvPr>
            <p:ph type="title"/>
          </p:nvPr>
        </p:nvSpPr>
        <p:spPr>
          <a:xfrm>
            <a:off x="713250" y="523025"/>
            <a:ext cx="77175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Clr>
                <a:schemeClr val="dk1"/>
              </a:buClr>
              <a:buFont typeface="League Spartan Medium"/>
            </a:pPr>
            <a:r>
              <a:rPr lang="en" sz="2400" b="0" dirty="0">
                <a:solidFill>
                  <a:srgbClr val="434343"/>
                </a:solidFill>
                <a:latin typeface="League Spartan Medium"/>
                <a:cs typeface="Montserrat SemiBold"/>
                <a:sym typeface="Manjari"/>
              </a:rPr>
              <a:t>Forward-looking policy</a:t>
            </a:r>
            <a:endParaRPr sz="2400" b="0" dirty="0">
              <a:solidFill>
                <a:srgbClr val="434343"/>
              </a:solidFill>
              <a:latin typeface="League Spartan Medium"/>
              <a:cs typeface="Montserrat SemiBold"/>
              <a:sym typeface="Manjari"/>
            </a:endParaRPr>
          </a:p>
        </p:txBody>
      </p:sp>
      <p:sp>
        <p:nvSpPr>
          <p:cNvPr id="2" name="Google Shape;2232;p122">
            <a:extLst>
              <a:ext uri="{FF2B5EF4-FFF2-40B4-BE49-F238E27FC236}">
                <a16:creationId xmlns:a16="http://schemas.microsoft.com/office/drawing/2014/main" id="{FB8AC846-239B-0DC2-7DF4-6674634B4AF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8177" y="1458750"/>
            <a:ext cx="5999213" cy="25237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34343"/>
                </a:solidFill>
                <a:latin typeface=""/>
              </a:rPr>
              <a:t>Rule based decision making framework: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Stable phase of </a:t>
            </a:r>
            <a:r>
              <a:rPr lang="en-GB" dirty="0">
                <a:solidFill>
                  <a:srgbClr val="434343"/>
                </a:solidFill>
                <a:latin typeface=""/>
              </a:rPr>
              <a:t>cycle</a:t>
            </a:r>
            <a:r>
              <a:rPr lang="en" dirty="0">
                <a:solidFill>
                  <a:srgbClr val="434343"/>
                </a:solidFill>
                <a:latin typeface=""/>
              </a:rPr>
              <a:t>: </a:t>
            </a:r>
            <a:r>
              <a:rPr lang="en-GB" b="1" dirty="0">
                <a:solidFill>
                  <a:srgbClr val="434343"/>
                </a:solidFill>
                <a:latin typeface=""/>
              </a:rPr>
              <a:t>neutral rate</a:t>
            </a: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Expansion and Peak of </a:t>
            </a:r>
            <a:r>
              <a:rPr lang="en-GB" dirty="0">
                <a:solidFill>
                  <a:srgbClr val="434343"/>
                </a:solidFill>
                <a:latin typeface=""/>
              </a:rPr>
              <a:t>cycle</a:t>
            </a:r>
            <a:r>
              <a:rPr lang="en" dirty="0">
                <a:solidFill>
                  <a:srgbClr val="434343"/>
                </a:solidFill>
                <a:latin typeface=""/>
              </a:rPr>
              <a:t>: </a:t>
            </a:r>
            <a:r>
              <a:rPr lang="en" b="1" dirty="0">
                <a:solidFill>
                  <a:srgbClr val="434343"/>
                </a:solidFill>
                <a:latin typeface=""/>
              </a:rPr>
              <a:t>optimal rate</a:t>
            </a:r>
            <a:r>
              <a:rPr lang="en" dirty="0">
                <a:solidFill>
                  <a:srgbClr val="434343"/>
                </a:solidFill>
                <a:latin typeface=""/>
              </a:rPr>
              <a:t> based on </a:t>
            </a:r>
            <a:r>
              <a:rPr lang="en" dirty="0" err="1">
                <a:solidFill>
                  <a:srgbClr val="434343"/>
                </a:solidFill>
                <a:latin typeface=""/>
              </a:rPr>
              <a:t>GaR</a:t>
            </a:r>
            <a:endParaRPr lang="en" dirty="0">
              <a:solidFill>
                <a:srgbClr val="434343"/>
              </a:solidFill>
              <a:latin typeface="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dirty="0">
                <a:solidFill>
                  <a:srgbClr val="434343"/>
                </a:solidFill>
                <a:latin typeface=""/>
              </a:rPr>
              <a:t>Contraction: </a:t>
            </a:r>
            <a:r>
              <a:rPr lang="en" b="1" dirty="0">
                <a:solidFill>
                  <a:srgbClr val="434343"/>
                </a:solidFill>
                <a:latin typeface=""/>
              </a:rPr>
              <a:t>release</a:t>
            </a:r>
            <a:endParaRPr lang="en" dirty="0">
              <a:solidFill>
                <a:srgbClr val="434343"/>
              </a:solidFill>
              <a:latin typeface=""/>
            </a:endParaRPr>
          </a:p>
          <a:p>
            <a:pPr marL="457200" lvl="0" indent="-31115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endParaRPr lang="en-GB" dirty="0">
              <a:solidFill>
                <a:srgbClr val="434343"/>
              </a:solidFill>
              <a:latin typeface="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" name="Google Shape;2283;p130"/>
          <p:cNvSpPr txBox="1">
            <a:spLocks noGrp="1"/>
          </p:cNvSpPr>
          <p:nvPr>
            <p:ph type="title"/>
          </p:nvPr>
        </p:nvSpPr>
        <p:spPr>
          <a:xfrm>
            <a:off x="530400" y="2208300"/>
            <a:ext cx="8083200" cy="7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-GB" dirty="0">
                <a:latin typeface="League Spartan Medium"/>
              </a:rPr>
              <a:t>Appendix 1: 2009 </a:t>
            </a:r>
            <a:r>
              <a:rPr lang="en-GB" dirty="0" err="1">
                <a:latin typeface="League Spartan Medium"/>
              </a:rPr>
              <a:t>CCyB</a:t>
            </a:r>
            <a:r>
              <a:rPr lang="en-GB" dirty="0">
                <a:latin typeface="League Spartan Medium"/>
              </a:rPr>
              <a:t> backward scenario analysis</a:t>
            </a:r>
            <a:endParaRPr dirty="0">
              <a:latin typeface="League Spartan Medium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0000000-0008-0000-51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8389185"/>
              </p:ext>
            </p:extLst>
          </p:nvPr>
        </p:nvGraphicFramePr>
        <p:xfrm>
          <a:off x="1022819" y="1238776"/>
          <a:ext cx="6875724" cy="3198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24969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-GB" dirty="0">
                <a:latin typeface="League Spartan Medium"/>
              </a:rPr>
              <a:t>Appendix 1: 2014 </a:t>
            </a:r>
            <a:r>
              <a:rPr lang="en-GB" dirty="0" err="1">
                <a:latin typeface="League Spartan Medium"/>
              </a:rPr>
              <a:t>CCyB</a:t>
            </a:r>
            <a:r>
              <a:rPr lang="en-GB" dirty="0">
                <a:latin typeface="League Spartan Medium"/>
              </a:rPr>
              <a:t> backward scenario analysis</a:t>
            </a:r>
            <a:endParaRPr dirty="0">
              <a:latin typeface="League Spartan Medium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0000000-0008-0000-52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6064098"/>
              </p:ext>
            </p:extLst>
          </p:nvPr>
        </p:nvGraphicFramePr>
        <p:xfrm>
          <a:off x="1629275" y="1079750"/>
          <a:ext cx="5885449" cy="33477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83844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p127"/>
          <p:cNvSpPr txBox="1">
            <a:spLocks noGrp="1"/>
          </p:cNvSpPr>
          <p:nvPr>
            <p:ph type="title"/>
          </p:nvPr>
        </p:nvSpPr>
        <p:spPr>
          <a:xfrm>
            <a:off x="383075" y="443750"/>
            <a:ext cx="7753500" cy="6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League Spartan Medium"/>
            </a:pPr>
            <a:r>
              <a:rPr lang="en-GB" dirty="0">
                <a:latin typeface="League Spartan Medium"/>
              </a:rPr>
              <a:t>Appendix 1: 2020-21 </a:t>
            </a:r>
            <a:r>
              <a:rPr lang="en-GB" dirty="0" err="1">
                <a:latin typeface="League Spartan Medium"/>
              </a:rPr>
              <a:t>CCyB</a:t>
            </a:r>
            <a:r>
              <a:rPr lang="en-GB" dirty="0">
                <a:latin typeface="League Spartan Medium"/>
              </a:rPr>
              <a:t> backward scenario analysis</a:t>
            </a:r>
            <a:endParaRPr dirty="0">
              <a:latin typeface="League Spartan Medium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53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4673169"/>
              </p:ext>
            </p:extLst>
          </p:nvPr>
        </p:nvGraphicFramePr>
        <p:xfrm>
          <a:off x="1323914" y="1222874"/>
          <a:ext cx="5871821" cy="3083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64879843"/>
      </p:ext>
    </p:extLst>
  </p:cSld>
  <p:clrMapOvr>
    <a:masterClrMapping/>
  </p:clrMapOvr>
</p:sld>
</file>

<file path=ppt/theme/theme1.xml><?xml version="1.0" encoding="utf-8"?>
<a:theme xmlns:a="http://schemas.openxmlformats.org/drawingml/2006/main" name="Modern Monochrome - v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Contrast Light - v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Engineering Project Proposal by Slidesgo">
  <a:themeElements>
    <a:clrScheme name="Simple Light">
      <a:dk1>
        <a:srgbClr val="434343"/>
      </a:dk1>
      <a:lt1>
        <a:srgbClr val="FFFFFF"/>
      </a:lt1>
      <a:dk2>
        <a:srgbClr val="595959"/>
      </a:dk2>
      <a:lt2>
        <a:srgbClr val="EEEEEE"/>
      </a:lt2>
      <a:accent1>
        <a:srgbClr val="D16138"/>
      </a:accent1>
      <a:accent2>
        <a:srgbClr val="212121"/>
      </a:accent2>
      <a:accent3>
        <a:srgbClr val="DF957A"/>
      </a:accent3>
      <a:accent4>
        <a:srgbClr val="CE5123"/>
      </a:accent4>
      <a:accent5>
        <a:srgbClr val="EB845F"/>
      </a:accent5>
      <a:accent6>
        <a:srgbClr val="99634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Elegant Education Pack for Students XL by Slidesgo">
  <a:themeElements>
    <a:clrScheme name="Simple Light">
      <a:dk1>
        <a:srgbClr val="FFFFFF"/>
      </a:dk1>
      <a:lt1>
        <a:srgbClr val="EDECDF"/>
      </a:lt1>
      <a:dk2>
        <a:srgbClr val="D16138"/>
      </a:dk2>
      <a:lt2>
        <a:srgbClr val="FFFFFF"/>
      </a:lt2>
      <a:accent1>
        <a:srgbClr val="A0A299"/>
      </a:accent1>
      <a:accent2>
        <a:srgbClr val="40474B"/>
      </a:accent2>
      <a:accent3>
        <a:srgbClr val="D16138"/>
      </a:accent3>
      <a:accent4>
        <a:srgbClr val="EDECDF"/>
      </a:accent4>
      <a:accent5>
        <a:srgbClr val="A0A299"/>
      </a:accent5>
      <a:accent6>
        <a:srgbClr val="FFFFFF"/>
      </a:accent6>
      <a:hlink>
        <a:srgbClr val="4047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678</Words>
  <Application>Microsoft Macintosh PowerPoint</Application>
  <PresentationFormat>On-screen Show (16:9)</PresentationFormat>
  <Paragraphs>83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42" baseType="lpstr">
      <vt:lpstr>Ubuntu</vt:lpstr>
      <vt:lpstr>Hammersmith One</vt:lpstr>
      <vt:lpstr>League Spartan Medium</vt:lpstr>
      <vt:lpstr>Montserrat SemiBold</vt:lpstr>
      <vt:lpstr>Sana</vt:lpstr>
      <vt:lpstr>Nunito</vt:lpstr>
      <vt:lpstr>Poppins</vt:lpstr>
      <vt:lpstr>Livvic</vt:lpstr>
      <vt:lpstr>Fira Sans Extra Condensed Medium</vt:lpstr>
      <vt:lpstr>Arial</vt:lpstr>
      <vt:lpstr>Anaheim</vt:lpstr>
      <vt:lpstr>Catamaran Light</vt:lpstr>
      <vt:lpstr>Cambria Math</vt:lpstr>
      <vt:lpstr>GHEA Grapalat</vt:lpstr>
      <vt:lpstr>Open Sans</vt:lpstr>
      <vt:lpstr>Roboto Condensed Light</vt:lpstr>
      <vt:lpstr>Manjari</vt:lpstr>
      <vt:lpstr>Inter</vt:lpstr>
      <vt:lpstr>Cairo</vt:lpstr>
      <vt:lpstr>Modern Monochrome - v1</vt:lpstr>
      <vt:lpstr>Simple Contrast Light - v1</vt:lpstr>
      <vt:lpstr>Engineering Project Proposal by Slidesgo</vt:lpstr>
      <vt:lpstr>Elegant Education Pack for Students XL by Slidesgo</vt:lpstr>
      <vt:lpstr>The Role of CCyB and Forward Looking Perspectives</vt:lpstr>
      <vt:lpstr>Overview</vt:lpstr>
      <vt:lpstr>Decision criteria at CBA</vt:lpstr>
      <vt:lpstr>Indicators of interest</vt:lpstr>
      <vt:lpstr>Relevance of financial cycles</vt:lpstr>
      <vt:lpstr>Neutral rate</vt:lpstr>
      <vt:lpstr>Neutral rate estimation methodology</vt:lpstr>
      <vt:lpstr>Neutral rate estimation</vt:lpstr>
      <vt:lpstr>Compliments to CCyB framework</vt:lpstr>
      <vt:lpstr>GaR Loss Function</vt:lpstr>
      <vt:lpstr>GaR WIP</vt:lpstr>
      <vt:lpstr>GaR WIP</vt:lpstr>
      <vt:lpstr>GaR WIP</vt:lpstr>
      <vt:lpstr>GaR WIP</vt:lpstr>
      <vt:lpstr>Forward-looking policy</vt:lpstr>
      <vt:lpstr>Thank you</vt:lpstr>
      <vt:lpstr>Appendix 1: 2009 CCyB backward scenario analysis</vt:lpstr>
      <vt:lpstr>Appendix 1: 2014 CCyB backward scenario analysis</vt:lpstr>
      <vt:lpstr>Appendix 1: 2020-21 CCyB backward scenario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CCyB and Forward Looking Perspectives</dc:title>
  <cp:lastModifiedBy>Victor Yerz</cp:lastModifiedBy>
  <cp:revision>14</cp:revision>
  <dcterms:modified xsi:type="dcterms:W3CDTF">2023-05-14T17:04:59Z</dcterms:modified>
</cp:coreProperties>
</file>