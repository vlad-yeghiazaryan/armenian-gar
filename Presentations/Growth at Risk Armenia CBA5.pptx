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3.xml" ContentType="application/vnd.openxmlformats-officedocument.theme+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4.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0" r:id="rId2"/>
    <p:sldMasterId id="2147483691" r:id="rId3"/>
    <p:sldMasterId id="2147483766" r:id="rId4"/>
    <p:sldMasterId id="2147483779" r:id="rId5"/>
  </p:sldMasterIdLst>
  <p:notesMasterIdLst>
    <p:notesMasterId r:id="rId46"/>
  </p:notesMasterIdLst>
  <p:sldIdLst>
    <p:sldId id="257" r:id="rId6"/>
    <p:sldId id="258" r:id="rId7"/>
    <p:sldId id="358" r:id="rId8"/>
    <p:sldId id="294" r:id="rId9"/>
    <p:sldId id="359" r:id="rId10"/>
    <p:sldId id="360" r:id="rId11"/>
    <p:sldId id="361" r:id="rId12"/>
    <p:sldId id="362" r:id="rId13"/>
    <p:sldId id="276" r:id="rId14"/>
    <p:sldId id="320" r:id="rId15"/>
    <p:sldId id="363" r:id="rId16"/>
    <p:sldId id="370" r:id="rId17"/>
    <p:sldId id="380" r:id="rId18"/>
    <p:sldId id="364" r:id="rId19"/>
    <p:sldId id="317" r:id="rId20"/>
    <p:sldId id="377" r:id="rId21"/>
    <p:sldId id="386" r:id="rId22"/>
    <p:sldId id="378" r:id="rId23"/>
    <p:sldId id="321" r:id="rId24"/>
    <p:sldId id="379" r:id="rId25"/>
    <p:sldId id="376" r:id="rId26"/>
    <p:sldId id="333" r:id="rId27"/>
    <p:sldId id="381" r:id="rId28"/>
    <p:sldId id="382" r:id="rId29"/>
    <p:sldId id="367" r:id="rId30"/>
    <p:sldId id="307" r:id="rId31"/>
    <p:sldId id="365" r:id="rId32"/>
    <p:sldId id="368" r:id="rId33"/>
    <p:sldId id="369" r:id="rId34"/>
    <p:sldId id="387" r:id="rId35"/>
    <p:sldId id="372" r:id="rId36"/>
    <p:sldId id="349" r:id="rId37"/>
    <p:sldId id="341" r:id="rId38"/>
    <p:sldId id="347" r:id="rId39"/>
    <p:sldId id="384" r:id="rId40"/>
    <p:sldId id="385" r:id="rId41"/>
    <p:sldId id="330" r:id="rId42"/>
    <p:sldId id="331" r:id="rId43"/>
    <p:sldId id="383" r:id="rId44"/>
    <p:sldId id="332" r:id="rId45"/>
  </p:sldIdLst>
  <p:sldSz cx="12192000" cy="6858000"/>
  <p:notesSz cx="6858000" cy="9144000"/>
  <p:defaultTextStyle>
    <a:defPPr>
      <a:defRPr lang="en-A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5416"/>
    <a:srgbClr val="003300"/>
    <a:srgbClr val="B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5473"/>
  </p:normalViewPr>
  <p:slideViewPr>
    <p:cSldViewPr snapToGrid="0">
      <p:cViewPr varScale="1">
        <p:scale>
          <a:sx n="121" d="100"/>
          <a:sy n="121" d="100"/>
        </p:scale>
        <p:origin x="2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756D81-52F2-974D-AFF1-B8E548BDB205}" type="datetimeFigureOut">
              <a:rPr lang="en-AM" smtClean="0"/>
              <a:t>1/10/25</a:t>
            </a:fld>
            <a:endParaRPr lang="en-A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B41F20-C253-BA4F-87AF-73662935528C}" type="slidenum">
              <a:rPr lang="en-AM" smtClean="0"/>
              <a:t>‹#›</a:t>
            </a:fld>
            <a:endParaRPr lang="en-AM"/>
          </a:p>
        </p:txBody>
      </p:sp>
    </p:spTree>
    <p:extLst>
      <p:ext uri="{BB962C8B-B14F-4D97-AF65-F5344CB8AC3E}">
        <p14:creationId xmlns:p14="http://schemas.microsoft.com/office/powerpoint/2010/main" val="3285075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7"/>
        <p:cNvGrpSpPr/>
        <p:nvPr/>
      </p:nvGrpSpPr>
      <p:grpSpPr>
        <a:xfrm>
          <a:off x="0" y="0"/>
          <a:ext cx="0" cy="0"/>
          <a:chOff x="0" y="0"/>
          <a:chExt cx="0" cy="0"/>
        </a:xfrm>
      </p:grpSpPr>
      <p:sp>
        <p:nvSpPr>
          <p:cNvPr id="2188" name="Google Shape;2188;g242ad95d2a6_0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9" name="Google Shape;2189;g242ad95d2a6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6"/>
        <p:cNvGrpSpPr/>
        <p:nvPr/>
      </p:nvGrpSpPr>
      <p:grpSpPr>
        <a:xfrm>
          <a:off x="0" y="0"/>
          <a:ext cx="0" cy="0"/>
          <a:chOff x="0" y="0"/>
          <a:chExt cx="0" cy="0"/>
        </a:xfrm>
      </p:grpSpPr>
      <p:sp>
        <p:nvSpPr>
          <p:cNvPr id="2197" name="Google Shape;2197;g242ad95d2a6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8" name="Google Shape;2198;g242ad95d2a6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6"/>
        <p:cNvGrpSpPr/>
        <p:nvPr/>
      </p:nvGrpSpPr>
      <p:grpSpPr>
        <a:xfrm>
          <a:off x="0" y="0"/>
          <a:ext cx="0" cy="0"/>
          <a:chOff x="0" y="0"/>
          <a:chExt cx="0" cy="0"/>
        </a:xfrm>
      </p:grpSpPr>
      <p:sp>
        <p:nvSpPr>
          <p:cNvPr id="2197" name="Google Shape;2197;g242ad95d2a6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8" name="Google Shape;2198;g242ad95d2a6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56359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6846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2088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9654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53718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1505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7620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93415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34732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1688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4425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33518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48575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1688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74359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64037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6"/>
        <p:cNvGrpSpPr/>
        <p:nvPr/>
      </p:nvGrpSpPr>
      <p:grpSpPr>
        <a:xfrm>
          <a:off x="0" y="0"/>
          <a:ext cx="0" cy="0"/>
          <a:chOff x="0" y="0"/>
          <a:chExt cx="0" cy="0"/>
        </a:xfrm>
      </p:grpSpPr>
      <p:sp>
        <p:nvSpPr>
          <p:cNvPr id="2197" name="Google Shape;2197;g242ad95d2a6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8" name="Google Shape;2198;g242ad95d2a6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693593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1688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1296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77954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50873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99506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38278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58161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46960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34913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12848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0840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34980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3498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cSld name="Opening slide">
    <p:spTree>
      <p:nvGrpSpPr>
        <p:cNvPr id="1" name="Shape 98"/>
        <p:cNvGrpSpPr/>
        <p:nvPr/>
      </p:nvGrpSpPr>
      <p:grpSpPr>
        <a:xfrm>
          <a:off x="0" y="0"/>
          <a:ext cx="0" cy="0"/>
          <a:chOff x="0" y="0"/>
          <a:chExt cx="0" cy="0"/>
        </a:xfrm>
      </p:grpSpPr>
      <p:sp>
        <p:nvSpPr>
          <p:cNvPr id="99" name="Google Shape;99;p22"/>
          <p:cNvSpPr txBox="1">
            <a:spLocks noGrp="1"/>
          </p:cNvSpPr>
          <p:nvPr>
            <p:ph type="ctrTitle"/>
          </p:nvPr>
        </p:nvSpPr>
        <p:spPr>
          <a:xfrm>
            <a:off x="1386100" y="2268300"/>
            <a:ext cx="6123200" cy="23764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100" name="Google Shape;100;p22"/>
          <p:cNvSpPr txBox="1">
            <a:spLocks noGrp="1"/>
          </p:cNvSpPr>
          <p:nvPr>
            <p:ph type="subTitle" idx="1"/>
          </p:nvPr>
        </p:nvSpPr>
        <p:spPr>
          <a:xfrm>
            <a:off x="1386100" y="4275200"/>
            <a:ext cx="3202800" cy="956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000000"/>
              </a:buClr>
              <a:buSzPts val="1200"/>
              <a:buNone/>
              <a:defRPr>
                <a:solidFill>
                  <a:srgbClr val="000000"/>
                </a:solidFill>
              </a:defRPr>
            </a:lvl1pPr>
            <a:lvl2pPr lvl="1" rtl="0">
              <a:lnSpc>
                <a:spcPct val="100000"/>
              </a:lnSpc>
              <a:spcBef>
                <a:spcPts val="0"/>
              </a:spcBef>
              <a:spcAft>
                <a:spcPts val="0"/>
              </a:spcAft>
              <a:buSzPts val="2800"/>
              <a:buNone/>
              <a:defRPr sz="3733"/>
            </a:lvl2pPr>
            <a:lvl3pPr lvl="2" rtl="0">
              <a:lnSpc>
                <a:spcPct val="100000"/>
              </a:lnSpc>
              <a:spcBef>
                <a:spcPts val="0"/>
              </a:spcBef>
              <a:spcAft>
                <a:spcPts val="0"/>
              </a:spcAft>
              <a:buSzPts val="2800"/>
              <a:buNone/>
              <a:defRPr sz="3733"/>
            </a:lvl3pPr>
            <a:lvl4pPr lvl="3" rtl="0">
              <a:lnSpc>
                <a:spcPct val="100000"/>
              </a:lnSpc>
              <a:spcBef>
                <a:spcPts val="0"/>
              </a:spcBef>
              <a:spcAft>
                <a:spcPts val="0"/>
              </a:spcAft>
              <a:buSzPts val="2800"/>
              <a:buNone/>
              <a:defRPr sz="3733"/>
            </a:lvl4pPr>
            <a:lvl5pPr lvl="4" rtl="0">
              <a:lnSpc>
                <a:spcPct val="100000"/>
              </a:lnSpc>
              <a:spcBef>
                <a:spcPts val="0"/>
              </a:spcBef>
              <a:spcAft>
                <a:spcPts val="0"/>
              </a:spcAft>
              <a:buSzPts val="2800"/>
              <a:buNone/>
              <a:defRPr sz="3733"/>
            </a:lvl5pPr>
            <a:lvl6pPr lvl="5" rtl="0">
              <a:lnSpc>
                <a:spcPct val="100000"/>
              </a:lnSpc>
              <a:spcBef>
                <a:spcPts val="0"/>
              </a:spcBef>
              <a:spcAft>
                <a:spcPts val="0"/>
              </a:spcAft>
              <a:buSzPts val="2800"/>
              <a:buNone/>
              <a:defRPr sz="3733"/>
            </a:lvl6pPr>
            <a:lvl7pPr lvl="6" rtl="0">
              <a:lnSpc>
                <a:spcPct val="100000"/>
              </a:lnSpc>
              <a:spcBef>
                <a:spcPts val="0"/>
              </a:spcBef>
              <a:spcAft>
                <a:spcPts val="0"/>
              </a:spcAft>
              <a:buSzPts val="2800"/>
              <a:buNone/>
              <a:defRPr sz="3733"/>
            </a:lvl7pPr>
            <a:lvl8pPr lvl="7" rtl="0">
              <a:lnSpc>
                <a:spcPct val="100000"/>
              </a:lnSpc>
              <a:spcBef>
                <a:spcPts val="0"/>
              </a:spcBef>
              <a:spcAft>
                <a:spcPts val="0"/>
              </a:spcAft>
              <a:buSzPts val="2800"/>
              <a:buNone/>
              <a:defRPr sz="3733"/>
            </a:lvl8pPr>
            <a:lvl9pPr lvl="8" rtl="0">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1482848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01"/>
        <p:cNvGrpSpPr/>
        <p:nvPr/>
      </p:nvGrpSpPr>
      <p:grpSpPr>
        <a:xfrm>
          <a:off x="0" y="0"/>
          <a:ext cx="0" cy="0"/>
          <a:chOff x="0" y="0"/>
          <a:chExt cx="0" cy="0"/>
        </a:xfrm>
      </p:grpSpPr>
      <p:sp>
        <p:nvSpPr>
          <p:cNvPr id="102" name="Google Shape;102;p23"/>
          <p:cNvSpPr txBox="1">
            <a:spLocks noGrp="1"/>
          </p:cNvSpPr>
          <p:nvPr>
            <p:ph type="ctrTitle"/>
          </p:nvPr>
        </p:nvSpPr>
        <p:spPr>
          <a:xfrm>
            <a:off x="4565203" y="51663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03" name="Google Shape;103;p23"/>
          <p:cNvSpPr txBox="1">
            <a:spLocks noGrp="1"/>
          </p:cNvSpPr>
          <p:nvPr>
            <p:ph type="subTitle" idx="1"/>
          </p:nvPr>
        </p:nvSpPr>
        <p:spPr>
          <a:xfrm>
            <a:off x="4565200" y="1070028"/>
            <a:ext cx="25420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04" name="Google Shape;104;p23"/>
          <p:cNvSpPr txBox="1">
            <a:spLocks noGrp="1"/>
          </p:cNvSpPr>
          <p:nvPr>
            <p:ph type="title" idx="2" hasCustomPrompt="1"/>
          </p:nvPr>
        </p:nvSpPr>
        <p:spPr>
          <a:xfrm>
            <a:off x="2697343" y="872151"/>
            <a:ext cx="23188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
        <p:nvSpPr>
          <p:cNvPr id="105" name="Google Shape;105;p23"/>
          <p:cNvSpPr txBox="1">
            <a:spLocks noGrp="1"/>
          </p:cNvSpPr>
          <p:nvPr>
            <p:ph type="ctrTitle" idx="3"/>
          </p:nvPr>
        </p:nvSpPr>
        <p:spPr>
          <a:xfrm>
            <a:off x="4567019" y="163238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06" name="Google Shape;106;p23"/>
          <p:cNvSpPr txBox="1">
            <a:spLocks noGrp="1"/>
          </p:cNvSpPr>
          <p:nvPr>
            <p:ph type="subTitle" idx="4"/>
          </p:nvPr>
        </p:nvSpPr>
        <p:spPr>
          <a:xfrm>
            <a:off x="4567012" y="2185145"/>
            <a:ext cx="26356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07" name="Google Shape;107;p23"/>
          <p:cNvSpPr txBox="1">
            <a:spLocks noGrp="1"/>
          </p:cNvSpPr>
          <p:nvPr>
            <p:ph type="title" idx="5" hasCustomPrompt="1"/>
          </p:nvPr>
        </p:nvSpPr>
        <p:spPr>
          <a:xfrm>
            <a:off x="2697343" y="1985051"/>
            <a:ext cx="21536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
        <p:nvSpPr>
          <p:cNvPr id="108" name="Google Shape;108;p23"/>
          <p:cNvSpPr txBox="1">
            <a:spLocks noGrp="1"/>
          </p:cNvSpPr>
          <p:nvPr>
            <p:ph type="ctrTitle" idx="6"/>
          </p:nvPr>
        </p:nvSpPr>
        <p:spPr>
          <a:xfrm>
            <a:off x="4570665" y="274813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09" name="Google Shape;109;p23"/>
          <p:cNvSpPr txBox="1">
            <a:spLocks noGrp="1"/>
          </p:cNvSpPr>
          <p:nvPr>
            <p:ph type="subTitle" idx="7"/>
          </p:nvPr>
        </p:nvSpPr>
        <p:spPr>
          <a:xfrm>
            <a:off x="4570663" y="3300263"/>
            <a:ext cx="25420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0" name="Google Shape;110;p23"/>
          <p:cNvSpPr txBox="1">
            <a:spLocks noGrp="1"/>
          </p:cNvSpPr>
          <p:nvPr>
            <p:ph type="title" idx="8" hasCustomPrompt="1"/>
          </p:nvPr>
        </p:nvSpPr>
        <p:spPr>
          <a:xfrm>
            <a:off x="2697343" y="3097951"/>
            <a:ext cx="20980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
        <p:nvSpPr>
          <p:cNvPr id="111" name="Google Shape;111;p23"/>
          <p:cNvSpPr txBox="1">
            <a:spLocks noGrp="1"/>
          </p:cNvSpPr>
          <p:nvPr>
            <p:ph type="ctrTitle" idx="9"/>
          </p:nvPr>
        </p:nvSpPr>
        <p:spPr>
          <a:xfrm rot="5400000">
            <a:off x="8802172" y="2195027"/>
            <a:ext cx="3884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12" name="Google Shape;112;p23"/>
          <p:cNvSpPr txBox="1">
            <a:spLocks noGrp="1"/>
          </p:cNvSpPr>
          <p:nvPr>
            <p:ph type="ctrTitle" idx="13"/>
          </p:nvPr>
        </p:nvSpPr>
        <p:spPr>
          <a:xfrm>
            <a:off x="4570665" y="386388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13" name="Google Shape;113;p23"/>
          <p:cNvSpPr txBox="1">
            <a:spLocks noGrp="1"/>
          </p:cNvSpPr>
          <p:nvPr>
            <p:ph type="subTitle" idx="14"/>
          </p:nvPr>
        </p:nvSpPr>
        <p:spPr>
          <a:xfrm>
            <a:off x="4570663" y="4415379"/>
            <a:ext cx="25420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4" name="Google Shape;114;p23"/>
          <p:cNvSpPr txBox="1">
            <a:spLocks noGrp="1"/>
          </p:cNvSpPr>
          <p:nvPr>
            <p:ph type="title" idx="15" hasCustomPrompt="1"/>
          </p:nvPr>
        </p:nvSpPr>
        <p:spPr>
          <a:xfrm>
            <a:off x="2697343" y="4210851"/>
            <a:ext cx="20980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
        <p:nvSpPr>
          <p:cNvPr id="115" name="Google Shape;115;p23"/>
          <p:cNvSpPr txBox="1">
            <a:spLocks noGrp="1"/>
          </p:cNvSpPr>
          <p:nvPr>
            <p:ph type="ctrTitle" idx="16"/>
          </p:nvPr>
        </p:nvSpPr>
        <p:spPr>
          <a:xfrm>
            <a:off x="4570665" y="497963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16" name="Google Shape;116;p23"/>
          <p:cNvSpPr txBox="1">
            <a:spLocks noGrp="1"/>
          </p:cNvSpPr>
          <p:nvPr>
            <p:ph type="subTitle" idx="17"/>
          </p:nvPr>
        </p:nvSpPr>
        <p:spPr>
          <a:xfrm>
            <a:off x="4570663" y="5530496"/>
            <a:ext cx="25420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7" name="Google Shape;117;p23"/>
          <p:cNvSpPr txBox="1">
            <a:spLocks noGrp="1"/>
          </p:cNvSpPr>
          <p:nvPr>
            <p:ph type="title" idx="18" hasCustomPrompt="1"/>
          </p:nvPr>
        </p:nvSpPr>
        <p:spPr>
          <a:xfrm>
            <a:off x="2697343" y="5323751"/>
            <a:ext cx="20980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Tree>
    <p:extLst>
      <p:ext uri="{BB962C8B-B14F-4D97-AF65-F5344CB8AC3E}">
        <p14:creationId xmlns:p14="http://schemas.microsoft.com/office/powerpoint/2010/main" val="4284396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Four columns 1">
  <p:cSld name="Four columns 1">
    <p:spTree>
      <p:nvGrpSpPr>
        <p:cNvPr id="1" name="Shape 121"/>
        <p:cNvGrpSpPr/>
        <p:nvPr/>
      </p:nvGrpSpPr>
      <p:grpSpPr>
        <a:xfrm>
          <a:off x="0" y="0"/>
          <a:ext cx="0" cy="0"/>
          <a:chOff x="0" y="0"/>
          <a:chExt cx="0" cy="0"/>
        </a:xfrm>
      </p:grpSpPr>
      <p:sp>
        <p:nvSpPr>
          <p:cNvPr id="122" name="Google Shape;122;p25"/>
          <p:cNvSpPr txBox="1">
            <a:spLocks noGrp="1"/>
          </p:cNvSpPr>
          <p:nvPr>
            <p:ph type="ctrTitle"/>
          </p:nvPr>
        </p:nvSpPr>
        <p:spPr>
          <a:xfrm>
            <a:off x="842500" y="1122700"/>
            <a:ext cx="382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23" name="Google Shape;123;p25"/>
          <p:cNvSpPr txBox="1">
            <a:spLocks noGrp="1"/>
          </p:cNvSpPr>
          <p:nvPr>
            <p:ph type="subTitle" idx="1"/>
          </p:nvPr>
        </p:nvSpPr>
        <p:spPr>
          <a:xfrm>
            <a:off x="842512" y="1881121"/>
            <a:ext cx="3307600" cy="71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24" name="Google Shape;124;p25"/>
          <p:cNvSpPr txBox="1">
            <a:spLocks noGrp="1"/>
          </p:cNvSpPr>
          <p:nvPr>
            <p:ph type="ctrTitle" idx="2"/>
          </p:nvPr>
        </p:nvSpPr>
        <p:spPr>
          <a:xfrm>
            <a:off x="5618219" y="1122700"/>
            <a:ext cx="35972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25" name="Google Shape;125;p25"/>
          <p:cNvSpPr txBox="1">
            <a:spLocks noGrp="1"/>
          </p:cNvSpPr>
          <p:nvPr>
            <p:ph type="subTitle" idx="3"/>
          </p:nvPr>
        </p:nvSpPr>
        <p:spPr>
          <a:xfrm>
            <a:off x="5618219" y="1881121"/>
            <a:ext cx="3448000" cy="99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26" name="Google Shape;126;p25"/>
          <p:cNvSpPr txBox="1">
            <a:spLocks noGrp="1"/>
          </p:cNvSpPr>
          <p:nvPr>
            <p:ph type="ctrTitle" idx="4"/>
          </p:nvPr>
        </p:nvSpPr>
        <p:spPr>
          <a:xfrm>
            <a:off x="842511" y="4442569"/>
            <a:ext cx="382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27" name="Google Shape;127;p25"/>
          <p:cNvSpPr txBox="1">
            <a:spLocks noGrp="1"/>
          </p:cNvSpPr>
          <p:nvPr>
            <p:ph type="subTitle" idx="5"/>
          </p:nvPr>
        </p:nvSpPr>
        <p:spPr>
          <a:xfrm>
            <a:off x="842512" y="5218944"/>
            <a:ext cx="3307600" cy="12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28" name="Google Shape;128;p25"/>
          <p:cNvSpPr txBox="1">
            <a:spLocks noGrp="1"/>
          </p:cNvSpPr>
          <p:nvPr>
            <p:ph type="ctrTitle" idx="6"/>
          </p:nvPr>
        </p:nvSpPr>
        <p:spPr>
          <a:xfrm rot="5400000">
            <a:off x="8913916" y="2195027"/>
            <a:ext cx="3884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29" name="Google Shape;129;p25"/>
          <p:cNvSpPr txBox="1">
            <a:spLocks noGrp="1"/>
          </p:cNvSpPr>
          <p:nvPr>
            <p:ph type="ctrTitle" idx="7"/>
          </p:nvPr>
        </p:nvSpPr>
        <p:spPr>
          <a:xfrm>
            <a:off x="5618219" y="4442579"/>
            <a:ext cx="34480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30" name="Google Shape;130;p25"/>
          <p:cNvSpPr txBox="1">
            <a:spLocks noGrp="1"/>
          </p:cNvSpPr>
          <p:nvPr>
            <p:ph type="subTitle" idx="8"/>
          </p:nvPr>
        </p:nvSpPr>
        <p:spPr>
          <a:xfrm>
            <a:off x="5618219" y="5218944"/>
            <a:ext cx="3448000" cy="99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46258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ree columns 1">
  <p:cSld name="Three columns 1">
    <p:spTree>
      <p:nvGrpSpPr>
        <p:cNvPr id="1" name="Shape 131"/>
        <p:cNvGrpSpPr/>
        <p:nvPr/>
      </p:nvGrpSpPr>
      <p:grpSpPr>
        <a:xfrm>
          <a:off x="0" y="0"/>
          <a:ext cx="0" cy="0"/>
          <a:chOff x="0" y="0"/>
          <a:chExt cx="0" cy="0"/>
        </a:xfrm>
      </p:grpSpPr>
      <p:sp>
        <p:nvSpPr>
          <p:cNvPr id="132" name="Google Shape;132;p26"/>
          <p:cNvSpPr txBox="1">
            <a:spLocks noGrp="1"/>
          </p:cNvSpPr>
          <p:nvPr>
            <p:ph type="ctrTitle"/>
          </p:nvPr>
        </p:nvSpPr>
        <p:spPr>
          <a:xfrm>
            <a:off x="6562100" y="3990713"/>
            <a:ext cx="24376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1800"/>
              <a:buNone/>
              <a:defRPr sz="2400">
                <a:solidFill>
                  <a:schemeClr val="lt1"/>
                </a:solidFill>
              </a:defRPr>
            </a:lvl2pPr>
            <a:lvl3pPr lvl="2" rtl="0">
              <a:spcBef>
                <a:spcPts val="0"/>
              </a:spcBef>
              <a:spcAft>
                <a:spcPts val="0"/>
              </a:spcAft>
              <a:buClr>
                <a:schemeClr val="lt1"/>
              </a:buClr>
              <a:buSzPts val="1800"/>
              <a:buNone/>
              <a:defRPr sz="2400">
                <a:solidFill>
                  <a:schemeClr val="lt1"/>
                </a:solidFill>
              </a:defRPr>
            </a:lvl3pPr>
            <a:lvl4pPr lvl="3" rtl="0">
              <a:spcBef>
                <a:spcPts val="0"/>
              </a:spcBef>
              <a:spcAft>
                <a:spcPts val="0"/>
              </a:spcAft>
              <a:buClr>
                <a:schemeClr val="lt1"/>
              </a:buClr>
              <a:buSzPts val="1800"/>
              <a:buNone/>
              <a:defRPr sz="2400">
                <a:solidFill>
                  <a:schemeClr val="lt1"/>
                </a:solidFill>
              </a:defRPr>
            </a:lvl4pPr>
            <a:lvl5pPr lvl="4" rtl="0">
              <a:spcBef>
                <a:spcPts val="0"/>
              </a:spcBef>
              <a:spcAft>
                <a:spcPts val="0"/>
              </a:spcAft>
              <a:buClr>
                <a:schemeClr val="lt1"/>
              </a:buClr>
              <a:buSzPts val="1800"/>
              <a:buNone/>
              <a:defRPr sz="2400">
                <a:solidFill>
                  <a:schemeClr val="lt1"/>
                </a:solidFill>
              </a:defRPr>
            </a:lvl5pPr>
            <a:lvl6pPr lvl="5" rtl="0">
              <a:spcBef>
                <a:spcPts val="0"/>
              </a:spcBef>
              <a:spcAft>
                <a:spcPts val="0"/>
              </a:spcAft>
              <a:buClr>
                <a:schemeClr val="lt1"/>
              </a:buClr>
              <a:buSzPts val="1800"/>
              <a:buNone/>
              <a:defRPr sz="2400">
                <a:solidFill>
                  <a:schemeClr val="lt1"/>
                </a:solidFill>
              </a:defRPr>
            </a:lvl6pPr>
            <a:lvl7pPr lvl="6" rtl="0">
              <a:spcBef>
                <a:spcPts val="0"/>
              </a:spcBef>
              <a:spcAft>
                <a:spcPts val="0"/>
              </a:spcAft>
              <a:buClr>
                <a:schemeClr val="lt1"/>
              </a:buClr>
              <a:buSzPts val="1800"/>
              <a:buNone/>
              <a:defRPr sz="2400">
                <a:solidFill>
                  <a:schemeClr val="lt1"/>
                </a:solidFill>
              </a:defRPr>
            </a:lvl7pPr>
            <a:lvl8pPr lvl="7" rtl="0">
              <a:spcBef>
                <a:spcPts val="0"/>
              </a:spcBef>
              <a:spcAft>
                <a:spcPts val="0"/>
              </a:spcAft>
              <a:buClr>
                <a:schemeClr val="lt1"/>
              </a:buClr>
              <a:buSzPts val="1800"/>
              <a:buNone/>
              <a:defRPr sz="2400">
                <a:solidFill>
                  <a:schemeClr val="lt1"/>
                </a:solidFill>
              </a:defRPr>
            </a:lvl8pPr>
            <a:lvl9pPr lvl="8" rtl="0">
              <a:spcBef>
                <a:spcPts val="0"/>
              </a:spcBef>
              <a:spcAft>
                <a:spcPts val="0"/>
              </a:spcAft>
              <a:buClr>
                <a:schemeClr val="lt1"/>
              </a:buClr>
              <a:buSzPts val="1800"/>
              <a:buNone/>
              <a:defRPr sz="2400">
                <a:solidFill>
                  <a:schemeClr val="lt1"/>
                </a:solidFill>
              </a:defRPr>
            </a:lvl9pPr>
          </a:lstStyle>
          <a:p>
            <a:endParaRPr/>
          </a:p>
        </p:txBody>
      </p:sp>
      <p:sp>
        <p:nvSpPr>
          <p:cNvPr id="133" name="Google Shape;133;p26"/>
          <p:cNvSpPr txBox="1">
            <a:spLocks noGrp="1"/>
          </p:cNvSpPr>
          <p:nvPr>
            <p:ph type="subTitle" idx="1"/>
          </p:nvPr>
        </p:nvSpPr>
        <p:spPr>
          <a:xfrm>
            <a:off x="6562100" y="4738413"/>
            <a:ext cx="2029600" cy="12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solidFill>
                  <a:srgbClr val="000000"/>
                </a:solidFill>
              </a:defRPr>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34" name="Google Shape;134;p26"/>
          <p:cNvSpPr txBox="1">
            <a:spLocks noGrp="1"/>
          </p:cNvSpPr>
          <p:nvPr>
            <p:ph type="ctrTitle" idx="2"/>
          </p:nvPr>
        </p:nvSpPr>
        <p:spPr>
          <a:xfrm>
            <a:off x="1208185" y="3990713"/>
            <a:ext cx="24376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1800"/>
              <a:buNone/>
              <a:defRPr sz="2400">
                <a:solidFill>
                  <a:schemeClr val="lt1"/>
                </a:solidFill>
              </a:defRPr>
            </a:lvl2pPr>
            <a:lvl3pPr lvl="2" rtl="0">
              <a:spcBef>
                <a:spcPts val="0"/>
              </a:spcBef>
              <a:spcAft>
                <a:spcPts val="0"/>
              </a:spcAft>
              <a:buClr>
                <a:schemeClr val="lt1"/>
              </a:buClr>
              <a:buSzPts val="1800"/>
              <a:buNone/>
              <a:defRPr sz="2400">
                <a:solidFill>
                  <a:schemeClr val="lt1"/>
                </a:solidFill>
              </a:defRPr>
            </a:lvl3pPr>
            <a:lvl4pPr lvl="3" rtl="0">
              <a:spcBef>
                <a:spcPts val="0"/>
              </a:spcBef>
              <a:spcAft>
                <a:spcPts val="0"/>
              </a:spcAft>
              <a:buClr>
                <a:schemeClr val="lt1"/>
              </a:buClr>
              <a:buSzPts val="1800"/>
              <a:buNone/>
              <a:defRPr sz="2400">
                <a:solidFill>
                  <a:schemeClr val="lt1"/>
                </a:solidFill>
              </a:defRPr>
            </a:lvl4pPr>
            <a:lvl5pPr lvl="4" rtl="0">
              <a:spcBef>
                <a:spcPts val="0"/>
              </a:spcBef>
              <a:spcAft>
                <a:spcPts val="0"/>
              </a:spcAft>
              <a:buClr>
                <a:schemeClr val="lt1"/>
              </a:buClr>
              <a:buSzPts val="1800"/>
              <a:buNone/>
              <a:defRPr sz="2400">
                <a:solidFill>
                  <a:schemeClr val="lt1"/>
                </a:solidFill>
              </a:defRPr>
            </a:lvl5pPr>
            <a:lvl6pPr lvl="5" rtl="0">
              <a:spcBef>
                <a:spcPts val="0"/>
              </a:spcBef>
              <a:spcAft>
                <a:spcPts val="0"/>
              </a:spcAft>
              <a:buClr>
                <a:schemeClr val="lt1"/>
              </a:buClr>
              <a:buSzPts val="1800"/>
              <a:buNone/>
              <a:defRPr sz="2400">
                <a:solidFill>
                  <a:schemeClr val="lt1"/>
                </a:solidFill>
              </a:defRPr>
            </a:lvl6pPr>
            <a:lvl7pPr lvl="6" rtl="0">
              <a:spcBef>
                <a:spcPts val="0"/>
              </a:spcBef>
              <a:spcAft>
                <a:spcPts val="0"/>
              </a:spcAft>
              <a:buClr>
                <a:schemeClr val="lt1"/>
              </a:buClr>
              <a:buSzPts val="1800"/>
              <a:buNone/>
              <a:defRPr sz="2400">
                <a:solidFill>
                  <a:schemeClr val="lt1"/>
                </a:solidFill>
              </a:defRPr>
            </a:lvl7pPr>
            <a:lvl8pPr lvl="7" rtl="0">
              <a:spcBef>
                <a:spcPts val="0"/>
              </a:spcBef>
              <a:spcAft>
                <a:spcPts val="0"/>
              </a:spcAft>
              <a:buClr>
                <a:schemeClr val="lt1"/>
              </a:buClr>
              <a:buSzPts val="1800"/>
              <a:buNone/>
              <a:defRPr sz="2400">
                <a:solidFill>
                  <a:schemeClr val="lt1"/>
                </a:solidFill>
              </a:defRPr>
            </a:lvl8pPr>
            <a:lvl9pPr lvl="8" rtl="0">
              <a:spcBef>
                <a:spcPts val="0"/>
              </a:spcBef>
              <a:spcAft>
                <a:spcPts val="0"/>
              </a:spcAft>
              <a:buClr>
                <a:schemeClr val="lt1"/>
              </a:buClr>
              <a:buSzPts val="1800"/>
              <a:buNone/>
              <a:defRPr sz="2400">
                <a:solidFill>
                  <a:schemeClr val="lt1"/>
                </a:solidFill>
              </a:defRPr>
            </a:lvl9pPr>
          </a:lstStyle>
          <a:p>
            <a:endParaRPr/>
          </a:p>
        </p:txBody>
      </p:sp>
      <p:sp>
        <p:nvSpPr>
          <p:cNvPr id="135" name="Google Shape;135;p26"/>
          <p:cNvSpPr txBox="1">
            <a:spLocks noGrp="1"/>
          </p:cNvSpPr>
          <p:nvPr>
            <p:ph type="subTitle" idx="3"/>
          </p:nvPr>
        </p:nvSpPr>
        <p:spPr>
          <a:xfrm>
            <a:off x="1208185" y="4738413"/>
            <a:ext cx="2029600" cy="12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solidFill>
                  <a:srgbClr val="000000"/>
                </a:solidFill>
              </a:defRPr>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36" name="Google Shape;136;p26"/>
          <p:cNvSpPr txBox="1">
            <a:spLocks noGrp="1"/>
          </p:cNvSpPr>
          <p:nvPr>
            <p:ph type="ctrTitle" idx="4"/>
          </p:nvPr>
        </p:nvSpPr>
        <p:spPr>
          <a:xfrm rot="5400000">
            <a:off x="8913916" y="2195027"/>
            <a:ext cx="3884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37" name="Google Shape;137;p26"/>
          <p:cNvSpPr txBox="1">
            <a:spLocks noGrp="1"/>
          </p:cNvSpPr>
          <p:nvPr>
            <p:ph type="ctrTitle" idx="5"/>
          </p:nvPr>
        </p:nvSpPr>
        <p:spPr>
          <a:xfrm>
            <a:off x="3904743" y="3990713"/>
            <a:ext cx="239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1800"/>
              <a:buNone/>
              <a:defRPr sz="2400">
                <a:solidFill>
                  <a:schemeClr val="lt1"/>
                </a:solidFill>
              </a:defRPr>
            </a:lvl2pPr>
            <a:lvl3pPr lvl="2" rtl="0">
              <a:spcBef>
                <a:spcPts val="0"/>
              </a:spcBef>
              <a:spcAft>
                <a:spcPts val="0"/>
              </a:spcAft>
              <a:buClr>
                <a:schemeClr val="lt1"/>
              </a:buClr>
              <a:buSzPts val="1800"/>
              <a:buNone/>
              <a:defRPr sz="2400">
                <a:solidFill>
                  <a:schemeClr val="lt1"/>
                </a:solidFill>
              </a:defRPr>
            </a:lvl3pPr>
            <a:lvl4pPr lvl="3" rtl="0">
              <a:spcBef>
                <a:spcPts val="0"/>
              </a:spcBef>
              <a:spcAft>
                <a:spcPts val="0"/>
              </a:spcAft>
              <a:buClr>
                <a:schemeClr val="lt1"/>
              </a:buClr>
              <a:buSzPts val="1800"/>
              <a:buNone/>
              <a:defRPr sz="2400">
                <a:solidFill>
                  <a:schemeClr val="lt1"/>
                </a:solidFill>
              </a:defRPr>
            </a:lvl4pPr>
            <a:lvl5pPr lvl="4" rtl="0">
              <a:spcBef>
                <a:spcPts val="0"/>
              </a:spcBef>
              <a:spcAft>
                <a:spcPts val="0"/>
              </a:spcAft>
              <a:buClr>
                <a:schemeClr val="lt1"/>
              </a:buClr>
              <a:buSzPts val="1800"/>
              <a:buNone/>
              <a:defRPr sz="2400">
                <a:solidFill>
                  <a:schemeClr val="lt1"/>
                </a:solidFill>
              </a:defRPr>
            </a:lvl5pPr>
            <a:lvl6pPr lvl="5" rtl="0">
              <a:spcBef>
                <a:spcPts val="0"/>
              </a:spcBef>
              <a:spcAft>
                <a:spcPts val="0"/>
              </a:spcAft>
              <a:buClr>
                <a:schemeClr val="lt1"/>
              </a:buClr>
              <a:buSzPts val="1800"/>
              <a:buNone/>
              <a:defRPr sz="2400">
                <a:solidFill>
                  <a:schemeClr val="lt1"/>
                </a:solidFill>
              </a:defRPr>
            </a:lvl6pPr>
            <a:lvl7pPr lvl="6" rtl="0">
              <a:spcBef>
                <a:spcPts val="0"/>
              </a:spcBef>
              <a:spcAft>
                <a:spcPts val="0"/>
              </a:spcAft>
              <a:buClr>
                <a:schemeClr val="lt1"/>
              </a:buClr>
              <a:buSzPts val="1800"/>
              <a:buNone/>
              <a:defRPr sz="2400">
                <a:solidFill>
                  <a:schemeClr val="lt1"/>
                </a:solidFill>
              </a:defRPr>
            </a:lvl7pPr>
            <a:lvl8pPr lvl="7" rtl="0">
              <a:spcBef>
                <a:spcPts val="0"/>
              </a:spcBef>
              <a:spcAft>
                <a:spcPts val="0"/>
              </a:spcAft>
              <a:buClr>
                <a:schemeClr val="lt1"/>
              </a:buClr>
              <a:buSzPts val="1800"/>
              <a:buNone/>
              <a:defRPr sz="2400">
                <a:solidFill>
                  <a:schemeClr val="lt1"/>
                </a:solidFill>
              </a:defRPr>
            </a:lvl8pPr>
            <a:lvl9pPr lvl="8" rtl="0">
              <a:spcBef>
                <a:spcPts val="0"/>
              </a:spcBef>
              <a:spcAft>
                <a:spcPts val="0"/>
              </a:spcAft>
              <a:buClr>
                <a:schemeClr val="lt1"/>
              </a:buClr>
              <a:buSzPts val="1800"/>
              <a:buNone/>
              <a:defRPr sz="2400">
                <a:solidFill>
                  <a:schemeClr val="lt1"/>
                </a:solidFill>
              </a:defRPr>
            </a:lvl9pPr>
          </a:lstStyle>
          <a:p>
            <a:endParaRPr/>
          </a:p>
        </p:txBody>
      </p:sp>
      <p:sp>
        <p:nvSpPr>
          <p:cNvPr id="138" name="Google Shape;138;p26"/>
          <p:cNvSpPr txBox="1">
            <a:spLocks noGrp="1"/>
          </p:cNvSpPr>
          <p:nvPr>
            <p:ph type="subTitle" idx="6"/>
          </p:nvPr>
        </p:nvSpPr>
        <p:spPr>
          <a:xfrm>
            <a:off x="3904733" y="4738413"/>
            <a:ext cx="1968400" cy="12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solidFill>
                  <a:srgbClr val="000000"/>
                </a:solidFill>
              </a:defRPr>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737782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text 2">
  <p:cSld name="Title + text 2">
    <p:spTree>
      <p:nvGrpSpPr>
        <p:cNvPr id="1" name="Shape 139"/>
        <p:cNvGrpSpPr/>
        <p:nvPr/>
      </p:nvGrpSpPr>
      <p:grpSpPr>
        <a:xfrm>
          <a:off x="0" y="0"/>
          <a:ext cx="0" cy="0"/>
          <a:chOff x="0" y="0"/>
          <a:chExt cx="0" cy="0"/>
        </a:xfrm>
      </p:grpSpPr>
      <p:sp>
        <p:nvSpPr>
          <p:cNvPr id="140" name="Google Shape;140;p27"/>
          <p:cNvSpPr txBox="1">
            <a:spLocks noGrp="1"/>
          </p:cNvSpPr>
          <p:nvPr>
            <p:ph type="ctrTitle"/>
          </p:nvPr>
        </p:nvSpPr>
        <p:spPr>
          <a:xfrm>
            <a:off x="7242667" y="947567"/>
            <a:ext cx="3850800" cy="2738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algn="r" rtl="0">
              <a:spcBef>
                <a:spcPts val="0"/>
              </a:spcBef>
              <a:spcAft>
                <a:spcPts val="0"/>
              </a:spcAft>
              <a:buClr>
                <a:srgbClr val="000000"/>
              </a:buClr>
              <a:buSzPts val="1600"/>
              <a:buNone/>
              <a:defRPr sz="2133">
                <a:solidFill>
                  <a:srgbClr val="000000"/>
                </a:solidFill>
              </a:defRPr>
            </a:lvl2pPr>
            <a:lvl3pPr lvl="2" algn="r" rtl="0">
              <a:spcBef>
                <a:spcPts val="0"/>
              </a:spcBef>
              <a:spcAft>
                <a:spcPts val="0"/>
              </a:spcAft>
              <a:buClr>
                <a:srgbClr val="000000"/>
              </a:buClr>
              <a:buSzPts val="1600"/>
              <a:buNone/>
              <a:defRPr sz="2133">
                <a:solidFill>
                  <a:srgbClr val="000000"/>
                </a:solidFill>
              </a:defRPr>
            </a:lvl3pPr>
            <a:lvl4pPr lvl="3" algn="r" rtl="0">
              <a:spcBef>
                <a:spcPts val="0"/>
              </a:spcBef>
              <a:spcAft>
                <a:spcPts val="0"/>
              </a:spcAft>
              <a:buClr>
                <a:srgbClr val="000000"/>
              </a:buClr>
              <a:buSzPts val="1600"/>
              <a:buNone/>
              <a:defRPr sz="2133">
                <a:solidFill>
                  <a:srgbClr val="000000"/>
                </a:solidFill>
              </a:defRPr>
            </a:lvl4pPr>
            <a:lvl5pPr lvl="4" algn="r" rtl="0">
              <a:spcBef>
                <a:spcPts val="0"/>
              </a:spcBef>
              <a:spcAft>
                <a:spcPts val="0"/>
              </a:spcAft>
              <a:buClr>
                <a:srgbClr val="000000"/>
              </a:buClr>
              <a:buSzPts val="1600"/>
              <a:buNone/>
              <a:defRPr sz="2133">
                <a:solidFill>
                  <a:srgbClr val="000000"/>
                </a:solidFill>
              </a:defRPr>
            </a:lvl5pPr>
            <a:lvl6pPr lvl="5" algn="r" rtl="0">
              <a:spcBef>
                <a:spcPts val="0"/>
              </a:spcBef>
              <a:spcAft>
                <a:spcPts val="0"/>
              </a:spcAft>
              <a:buClr>
                <a:srgbClr val="000000"/>
              </a:buClr>
              <a:buSzPts val="1600"/>
              <a:buNone/>
              <a:defRPr sz="2133">
                <a:solidFill>
                  <a:srgbClr val="000000"/>
                </a:solidFill>
              </a:defRPr>
            </a:lvl6pPr>
            <a:lvl7pPr lvl="6" algn="r" rtl="0">
              <a:spcBef>
                <a:spcPts val="0"/>
              </a:spcBef>
              <a:spcAft>
                <a:spcPts val="0"/>
              </a:spcAft>
              <a:buClr>
                <a:srgbClr val="000000"/>
              </a:buClr>
              <a:buSzPts val="1600"/>
              <a:buNone/>
              <a:defRPr sz="2133">
                <a:solidFill>
                  <a:srgbClr val="000000"/>
                </a:solidFill>
              </a:defRPr>
            </a:lvl7pPr>
            <a:lvl8pPr lvl="7" algn="r" rtl="0">
              <a:spcBef>
                <a:spcPts val="0"/>
              </a:spcBef>
              <a:spcAft>
                <a:spcPts val="0"/>
              </a:spcAft>
              <a:buClr>
                <a:srgbClr val="000000"/>
              </a:buClr>
              <a:buSzPts val="1600"/>
              <a:buNone/>
              <a:defRPr sz="2133">
                <a:solidFill>
                  <a:srgbClr val="000000"/>
                </a:solidFill>
              </a:defRPr>
            </a:lvl8pPr>
            <a:lvl9pPr lvl="8" algn="r" rtl="0">
              <a:spcBef>
                <a:spcPts val="0"/>
              </a:spcBef>
              <a:spcAft>
                <a:spcPts val="0"/>
              </a:spcAft>
              <a:buClr>
                <a:srgbClr val="000000"/>
              </a:buClr>
              <a:buSzPts val="1600"/>
              <a:buNone/>
              <a:defRPr sz="2133">
                <a:solidFill>
                  <a:srgbClr val="000000"/>
                </a:solidFill>
              </a:defRPr>
            </a:lvl9pPr>
          </a:lstStyle>
          <a:p>
            <a:endParaRPr/>
          </a:p>
        </p:txBody>
      </p:sp>
      <p:sp>
        <p:nvSpPr>
          <p:cNvPr id="141" name="Google Shape;141;p27"/>
          <p:cNvSpPr txBox="1">
            <a:spLocks noGrp="1"/>
          </p:cNvSpPr>
          <p:nvPr>
            <p:ph type="subTitle" idx="1"/>
          </p:nvPr>
        </p:nvSpPr>
        <p:spPr>
          <a:xfrm>
            <a:off x="7151400" y="3632833"/>
            <a:ext cx="3942000" cy="2379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extLst>
      <p:ext uri="{BB962C8B-B14F-4D97-AF65-F5344CB8AC3E}">
        <p14:creationId xmlns:p14="http://schemas.microsoft.com/office/powerpoint/2010/main" val="340169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42"/>
        <p:cNvGrpSpPr/>
        <p:nvPr/>
      </p:nvGrpSpPr>
      <p:grpSpPr>
        <a:xfrm>
          <a:off x="0" y="0"/>
          <a:ext cx="0" cy="0"/>
          <a:chOff x="0" y="0"/>
          <a:chExt cx="0" cy="0"/>
        </a:xfrm>
      </p:grpSpPr>
      <p:sp>
        <p:nvSpPr>
          <p:cNvPr id="143" name="Google Shape;143;p28"/>
          <p:cNvSpPr txBox="1">
            <a:spLocks noGrp="1"/>
          </p:cNvSpPr>
          <p:nvPr>
            <p:ph type="subTitle" idx="1"/>
          </p:nvPr>
        </p:nvSpPr>
        <p:spPr>
          <a:xfrm>
            <a:off x="1220233" y="4507700"/>
            <a:ext cx="5280800" cy="8424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144" name="Google Shape;144;p28"/>
          <p:cNvSpPr txBox="1">
            <a:spLocks noGrp="1"/>
          </p:cNvSpPr>
          <p:nvPr>
            <p:ph type="subTitle" idx="2"/>
          </p:nvPr>
        </p:nvSpPr>
        <p:spPr>
          <a:xfrm>
            <a:off x="1220233" y="5339433"/>
            <a:ext cx="2428000" cy="2840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latin typeface="Livvic"/>
                <a:ea typeface="Livvic"/>
                <a:cs typeface="Livvic"/>
                <a:sym typeface="Livvic"/>
              </a:defRPr>
            </a:lvl1pPr>
            <a:lvl2pPr lvl="1" rtl="0">
              <a:spcBef>
                <a:spcPts val="2133"/>
              </a:spcBef>
              <a:spcAft>
                <a:spcPts val="0"/>
              </a:spcAft>
              <a:buNone/>
              <a:defRPr b="1">
                <a:latin typeface="Livvic"/>
                <a:ea typeface="Livvic"/>
                <a:cs typeface="Livvic"/>
                <a:sym typeface="Livvic"/>
              </a:defRPr>
            </a:lvl2pPr>
            <a:lvl3pPr lvl="2" rtl="0">
              <a:spcBef>
                <a:spcPts val="2133"/>
              </a:spcBef>
              <a:spcAft>
                <a:spcPts val="0"/>
              </a:spcAft>
              <a:buNone/>
              <a:defRPr b="1">
                <a:latin typeface="Livvic"/>
                <a:ea typeface="Livvic"/>
                <a:cs typeface="Livvic"/>
                <a:sym typeface="Livvic"/>
              </a:defRPr>
            </a:lvl3pPr>
            <a:lvl4pPr lvl="3" rtl="0">
              <a:spcBef>
                <a:spcPts val="2133"/>
              </a:spcBef>
              <a:spcAft>
                <a:spcPts val="0"/>
              </a:spcAft>
              <a:buNone/>
              <a:defRPr b="1">
                <a:latin typeface="Livvic"/>
                <a:ea typeface="Livvic"/>
                <a:cs typeface="Livvic"/>
                <a:sym typeface="Livvic"/>
              </a:defRPr>
            </a:lvl4pPr>
            <a:lvl5pPr lvl="4" rtl="0">
              <a:spcBef>
                <a:spcPts val="2133"/>
              </a:spcBef>
              <a:spcAft>
                <a:spcPts val="0"/>
              </a:spcAft>
              <a:buNone/>
              <a:defRPr b="1">
                <a:latin typeface="Livvic"/>
                <a:ea typeface="Livvic"/>
                <a:cs typeface="Livvic"/>
                <a:sym typeface="Livvic"/>
              </a:defRPr>
            </a:lvl5pPr>
            <a:lvl6pPr lvl="5" rtl="0">
              <a:spcBef>
                <a:spcPts val="2133"/>
              </a:spcBef>
              <a:spcAft>
                <a:spcPts val="0"/>
              </a:spcAft>
              <a:buNone/>
              <a:defRPr b="1">
                <a:latin typeface="Livvic"/>
                <a:ea typeface="Livvic"/>
                <a:cs typeface="Livvic"/>
                <a:sym typeface="Livvic"/>
              </a:defRPr>
            </a:lvl6pPr>
            <a:lvl7pPr lvl="6" rtl="0">
              <a:spcBef>
                <a:spcPts val="2133"/>
              </a:spcBef>
              <a:spcAft>
                <a:spcPts val="0"/>
              </a:spcAft>
              <a:buNone/>
              <a:defRPr b="1">
                <a:latin typeface="Livvic"/>
                <a:ea typeface="Livvic"/>
                <a:cs typeface="Livvic"/>
                <a:sym typeface="Livvic"/>
              </a:defRPr>
            </a:lvl7pPr>
            <a:lvl8pPr lvl="7" rtl="0">
              <a:spcBef>
                <a:spcPts val="2133"/>
              </a:spcBef>
              <a:spcAft>
                <a:spcPts val="0"/>
              </a:spcAft>
              <a:buNone/>
              <a:defRPr b="1">
                <a:latin typeface="Livvic"/>
                <a:ea typeface="Livvic"/>
                <a:cs typeface="Livvic"/>
                <a:sym typeface="Livvic"/>
              </a:defRPr>
            </a:lvl8pPr>
            <a:lvl9pPr lvl="8" rtl="0">
              <a:spcBef>
                <a:spcPts val="2133"/>
              </a:spcBef>
              <a:spcAft>
                <a:spcPts val="2133"/>
              </a:spcAft>
              <a:buNone/>
              <a:defRPr b="1">
                <a:latin typeface="Livvic"/>
                <a:ea typeface="Livvic"/>
                <a:cs typeface="Livvic"/>
                <a:sym typeface="Livvic"/>
              </a:defRPr>
            </a:lvl9pPr>
          </a:lstStyle>
          <a:p>
            <a:endParaRPr/>
          </a:p>
        </p:txBody>
      </p:sp>
    </p:spTree>
    <p:extLst>
      <p:ext uri="{BB962C8B-B14F-4D97-AF65-F5344CB8AC3E}">
        <p14:creationId xmlns:p14="http://schemas.microsoft.com/office/powerpoint/2010/main" val="3761756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text 3">
  <p:cSld name="Title + text 3">
    <p:spTree>
      <p:nvGrpSpPr>
        <p:cNvPr id="1" name="Shape 145"/>
        <p:cNvGrpSpPr/>
        <p:nvPr/>
      </p:nvGrpSpPr>
      <p:grpSpPr>
        <a:xfrm>
          <a:off x="0" y="0"/>
          <a:ext cx="0" cy="0"/>
          <a:chOff x="0" y="0"/>
          <a:chExt cx="0" cy="0"/>
        </a:xfrm>
      </p:grpSpPr>
      <p:sp>
        <p:nvSpPr>
          <p:cNvPr id="146" name="Google Shape;146;p29"/>
          <p:cNvSpPr txBox="1">
            <a:spLocks noGrp="1"/>
          </p:cNvSpPr>
          <p:nvPr>
            <p:ph type="subTitle" idx="1"/>
          </p:nvPr>
        </p:nvSpPr>
        <p:spPr>
          <a:xfrm>
            <a:off x="2823796" y="4507280"/>
            <a:ext cx="3935200" cy="393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333"/>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147" name="Google Shape;147;p29"/>
          <p:cNvSpPr txBox="1">
            <a:spLocks noGrp="1"/>
          </p:cNvSpPr>
          <p:nvPr>
            <p:ph type="ctrTitle"/>
          </p:nvPr>
        </p:nvSpPr>
        <p:spPr>
          <a:xfrm rot="-5400000">
            <a:off x="-457468" y="2345533"/>
            <a:ext cx="3850800" cy="1197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algn="r" rtl="0">
              <a:spcBef>
                <a:spcPts val="0"/>
              </a:spcBef>
              <a:spcAft>
                <a:spcPts val="0"/>
              </a:spcAft>
              <a:buClr>
                <a:srgbClr val="000000"/>
              </a:buClr>
              <a:buSzPts val="1600"/>
              <a:buNone/>
              <a:defRPr sz="2133">
                <a:solidFill>
                  <a:srgbClr val="000000"/>
                </a:solidFill>
              </a:defRPr>
            </a:lvl2pPr>
            <a:lvl3pPr lvl="2" algn="r" rtl="0">
              <a:spcBef>
                <a:spcPts val="0"/>
              </a:spcBef>
              <a:spcAft>
                <a:spcPts val="0"/>
              </a:spcAft>
              <a:buClr>
                <a:srgbClr val="000000"/>
              </a:buClr>
              <a:buSzPts val="1600"/>
              <a:buNone/>
              <a:defRPr sz="2133">
                <a:solidFill>
                  <a:srgbClr val="000000"/>
                </a:solidFill>
              </a:defRPr>
            </a:lvl3pPr>
            <a:lvl4pPr lvl="3" algn="r" rtl="0">
              <a:spcBef>
                <a:spcPts val="0"/>
              </a:spcBef>
              <a:spcAft>
                <a:spcPts val="0"/>
              </a:spcAft>
              <a:buClr>
                <a:srgbClr val="000000"/>
              </a:buClr>
              <a:buSzPts val="1600"/>
              <a:buNone/>
              <a:defRPr sz="2133">
                <a:solidFill>
                  <a:srgbClr val="000000"/>
                </a:solidFill>
              </a:defRPr>
            </a:lvl4pPr>
            <a:lvl5pPr lvl="4" algn="r" rtl="0">
              <a:spcBef>
                <a:spcPts val="0"/>
              </a:spcBef>
              <a:spcAft>
                <a:spcPts val="0"/>
              </a:spcAft>
              <a:buClr>
                <a:srgbClr val="000000"/>
              </a:buClr>
              <a:buSzPts val="1600"/>
              <a:buNone/>
              <a:defRPr sz="2133">
                <a:solidFill>
                  <a:srgbClr val="000000"/>
                </a:solidFill>
              </a:defRPr>
            </a:lvl5pPr>
            <a:lvl6pPr lvl="5" algn="r" rtl="0">
              <a:spcBef>
                <a:spcPts val="0"/>
              </a:spcBef>
              <a:spcAft>
                <a:spcPts val="0"/>
              </a:spcAft>
              <a:buClr>
                <a:srgbClr val="000000"/>
              </a:buClr>
              <a:buSzPts val="1600"/>
              <a:buNone/>
              <a:defRPr sz="2133">
                <a:solidFill>
                  <a:srgbClr val="000000"/>
                </a:solidFill>
              </a:defRPr>
            </a:lvl6pPr>
            <a:lvl7pPr lvl="6" algn="r" rtl="0">
              <a:spcBef>
                <a:spcPts val="0"/>
              </a:spcBef>
              <a:spcAft>
                <a:spcPts val="0"/>
              </a:spcAft>
              <a:buClr>
                <a:srgbClr val="000000"/>
              </a:buClr>
              <a:buSzPts val="1600"/>
              <a:buNone/>
              <a:defRPr sz="2133">
                <a:solidFill>
                  <a:srgbClr val="000000"/>
                </a:solidFill>
              </a:defRPr>
            </a:lvl7pPr>
            <a:lvl8pPr lvl="7" algn="r" rtl="0">
              <a:spcBef>
                <a:spcPts val="0"/>
              </a:spcBef>
              <a:spcAft>
                <a:spcPts val="0"/>
              </a:spcAft>
              <a:buClr>
                <a:srgbClr val="000000"/>
              </a:buClr>
              <a:buSzPts val="1600"/>
              <a:buNone/>
              <a:defRPr sz="2133">
                <a:solidFill>
                  <a:srgbClr val="000000"/>
                </a:solidFill>
              </a:defRPr>
            </a:lvl8pPr>
            <a:lvl9pPr lvl="8" algn="r" rtl="0">
              <a:spcBef>
                <a:spcPts val="0"/>
              </a:spcBef>
              <a:spcAft>
                <a:spcPts val="0"/>
              </a:spcAft>
              <a:buClr>
                <a:srgbClr val="000000"/>
              </a:buClr>
              <a:buSzPts val="1600"/>
              <a:buNone/>
              <a:defRPr sz="2133">
                <a:solidFill>
                  <a:srgbClr val="000000"/>
                </a:solidFill>
              </a:defRPr>
            </a:lvl9pPr>
          </a:lstStyle>
          <a:p>
            <a:endParaRPr/>
          </a:p>
        </p:txBody>
      </p:sp>
    </p:spTree>
    <p:extLst>
      <p:ext uri="{BB962C8B-B14F-4D97-AF65-F5344CB8AC3E}">
        <p14:creationId xmlns:p14="http://schemas.microsoft.com/office/powerpoint/2010/main" val="306641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text 4">
  <p:cSld name="Title + text 4">
    <p:spTree>
      <p:nvGrpSpPr>
        <p:cNvPr id="1" name="Shape 148"/>
        <p:cNvGrpSpPr/>
        <p:nvPr/>
      </p:nvGrpSpPr>
      <p:grpSpPr>
        <a:xfrm>
          <a:off x="0" y="0"/>
          <a:ext cx="0" cy="0"/>
          <a:chOff x="0" y="0"/>
          <a:chExt cx="0" cy="0"/>
        </a:xfrm>
      </p:grpSpPr>
      <p:sp>
        <p:nvSpPr>
          <p:cNvPr id="149" name="Google Shape;149;p30"/>
          <p:cNvSpPr txBox="1">
            <a:spLocks noGrp="1"/>
          </p:cNvSpPr>
          <p:nvPr>
            <p:ph type="subTitle" idx="1"/>
          </p:nvPr>
        </p:nvSpPr>
        <p:spPr>
          <a:xfrm flipH="1">
            <a:off x="5586167" y="4507280"/>
            <a:ext cx="3935200" cy="393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333"/>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150" name="Google Shape;150;p30"/>
          <p:cNvSpPr txBox="1">
            <a:spLocks noGrp="1"/>
          </p:cNvSpPr>
          <p:nvPr>
            <p:ph type="ctrTitle"/>
          </p:nvPr>
        </p:nvSpPr>
        <p:spPr>
          <a:xfrm rot="5400000">
            <a:off x="8816545" y="2336752"/>
            <a:ext cx="3850800" cy="11972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Clr>
                <a:srgbClr val="000000"/>
              </a:buClr>
              <a:buSzPts val="1600"/>
              <a:buNone/>
              <a:defRPr sz="2133">
                <a:solidFill>
                  <a:srgbClr val="000000"/>
                </a:solidFill>
              </a:defRPr>
            </a:lvl2pPr>
            <a:lvl3pPr lvl="2" rtl="0">
              <a:spcBef>
                <a:spcPts val="0"/>
              </a:spcBef>
              <a:spcAft>
                <a:spcPts val="0"/>
              </a:spcAft>
              <a:buClr>
                <a:srgbClr val="000000"/>
              </a:buClr>
              <a:buSzPts val="1600"/>
              <a:buNone/>
              <a:defRPr sz="2133">
                <a:solidFill>
                  <a:srgbClr val="000000"/>
                </a:solidFill>
              </a:defRPr>
            </a:lvl3pPr>
            <a:lvl4pPr lvl="3" rtl="0">
              <a:spcBef>
                <a:spcPts val="0"/>
              </a:spcBef>
              <a:spcAft>
                <a:spcPts val="0"/>
              </a:spcAft>
              <a:buClr>
                <a:srgbClr val="000000"/>
              </a:buClr>
              <a:buSzPts val="1600"/>
              <a:buNone/>
              <a:defRPr sz="2133">
                <a:solidFill>
                  <a:srgbClr val="000000"/>
                </a:solidFill>
              </a:defRPr>
            </a:lvl4pPr>
            <a:lvl5pPr lvl="4" rtl="0">
              <a:spcBef>
                <a:spcPts val="0"/>
              </a:spcBef>
              <a:spcAft>
                <a:spcPts val="0"/>
              </a:spcAft>
              <a:buClr>
                <a:srgbClr val="000000"/>
              </a:buClr>
              <a:buSzPts val="1600"/>
              <a:buNone/>
              <a:defRPr sz="2133">
                <a:solidFill>
                  <a:srgbClr val="000000"/>
                </a:solidFill>
              </a:defRPr>
            </a:lvl5pPr>
            <a:lvl6pPr lvl="5" rtl="0">
              <a:spcBef>
                <a:spcPts val="0"/>
              </a:spcBef>
              <a:spcAft>
                <a:spcPts val="0"/>
              </a:spcAft>
              <a:buClr>
                <a:srgbClr val="000000"/>
              </a:buClr>
              <a:buSzPts val="1600"/>
              <a:buNone/>
              <a:defRPr sz="2133">
                <a:solidFill>
                  <a:srgbClr val="000000"/>
                </a:solidFill>
              </a:defRPr>
            </a:lvl6pPr>
            <a:lvl7pPr lvl="6" rtl="0">
              <a:spcBef>
                <a:spcPts val="0"/>
              </a:spcBef>
              <a:spcAft>
                <a:spcPts val="0"/>
              </a:spcAft>
              <a:buClr>
                <a:srgbClr val="000000"/>
              </a:buClr>
              <a:buSzPts val="1600"/>
              <a:buNone/>
              <a:defRPr sz="2133">
                <a:solidFill>
                  <a:srgbClr val="000000"/>
                </a:solidFill>
              </a:defRPr>
            </a:lvl7pPr>
            <a:lvl8pPr lvl="7" rtl="0">
              <a:spcBef>
                <a:spcPts val="0"/>
              </a:spcBef>
              <a:spcAft>
                <a:spcPts val="0"/>
              </a:spcAft>
              <a:buClr>
                <a:srgbClr val="000000"/>
              </a:buClr>
              <a:buSzPts val="1600"/>
              <a:buNone/>
              <a:defRPr sz="2133">
                <a:solidFill>
                  <a:srgbClr val="000000"/>
                </a:solidFill>
              </a:defRPr>
            </a:lvl8pPr>
            <a:lvl9pPr lvl="8" rtl="0">
              <a:spcBef>
                <a:spcPts val="0"/>
              </a:spcBef>
              <a:spcAft>
                <a:spcPts val="0"/>
              </a:spcAft>
              <a:buClr>
                <a:srgbClr val="000000"/>
              </a:buClr>
              <a:buSzPts val="1600"/>
              <a:buNone/>
              <a:defRPr sz="2133">
                <a:solidFill>
                  <a:srgbClr val="000000"/>
                </a:solidFill>
              </a:defRPr>
            </a:lvl9pPr>
          </a:lstStyle>
          <a:p>
            <a:endParaRPr/>
          </a:p>
        </p:txBody>
      </p:sp>
    </p:spTree>
    <p:extLst>
      <p:ext uri="{BB962C8B-B14F-4D97-AF65-F5344CB8AC3E}">
        <p14:creationId xmlns:p14="http://schemas.microsoft.com/office/powerpoint/2010/main" val="2507386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title">
  <p:cSld name="Big title">
    <p:spTree>
      <p:nvGrpSpPr>
        <p:cNvPr id="1" name="Shape 151"/>
        <p:cNvGrpSpPr/>
        <p:nvPr/>
      </p:nvGrpSpPr>
      <p:grpSpPr>
        <a:xfrm>
          <a:off x="0" y="0"/>
          <a:ext cx="0" cy="0"/>
          <a:chOff x="0" y="0"/>
          <a:chExt cx="0" cy="0"/>
        </a:xfrm>
      </p:grpSpPr>
      <p:sp>
        <p:nvSpPr>
          <p:cNvPr id="152" name="Google Shape;152;p31"/>
          <p:cNvSpPr txBox="1">
            <a:spLocks noGrp="1"/>
          </p:cNvSpPr>
          <p:nvPr>
            <p:ph type="title"/>
          </p:nvPr>
        </p:nvSpPr>
        <p:spPr>
          <a:xfrm>
            <a:off x="4267000" y="2323667"/>
            <a:ext cx="36576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4800"/>
            </a:lvl1pPr>
            <a:lvl2pPr lvl="1" algn="ctr" rtl="0">
              <a:spcBef>
                <a:spcPts val="0"/>
              </a:spcBef>
              <a:spcAft>
                <a:spcPts val="0"/>
              </a:spcAft>
              <a:buNone/>
              <a:defRPr sz="4800">
                <a:latin typeface="Catamaran Light"/>
                <a:ea typeface="Catamaran Light"/>
                <a:cs typeface="Catamaran Light"/>
                <a:sym typeface="Catamaran Light"/>
              </a:defRPr>
            </a:lvl2pPr>
            <a:lvl3pPr lvl="2" algn="ctr" rtl="0">
              <a:spcBef>
                <a:spcPts val="0"/>
              </a:spcBef>
              <a:spcAft>
                <a:spcPts val="0"/>
              </a:spcAft>
              <a:buNone/>
              <a:defRPr sz="4800">
                <a:latin typeface="Catamaran Light"/>
                <a:ea typeface="Catamaran Light"/>
                <a:cs typeface="Catamaran Light"/>
                <a:sym typeface="Catamaran Light"/>
              </a:defRPr>
            </a:lvl3pPr>
            <a:lvl4pPr lvl="3" algn="ctr" rtl="0">
              <a:spcBef>
                <a:spcPts val="0"/>
              </a:spcBef>
              <a:spcAft>
                <a:spcPts val="0"/>
              </a:spcAft>
              <a:buNone/>
              <a:defRPr sz="4800">
                <a:latin typeface="Catamaran Light"/>
                <a:ea typeface="Catamaran Light"/>
                <a:cs typeface="Catamaran Light"/>
                <a:sym typeface="Catamaran Light"/>
              </a:defRPr>
            </a:lvl4pPr>
            <a:lvl5pPr lvl="4" algn="ctr" rtl="0">
              <a:spcBef>
                <a:spcPts val="0"/>
              </a:spcBef>
              <a:spcAft>
                <a:spcPts val="0"/>
              </a:spcAft>
              <a:buNone/>
              <a:defRPr sz="4800">
                <a:latin typeface="Catamaran Light"/>
                <a:ea typeface="Catamaran Light"/>
                <a:cs typeface="Catamaran Light"/>
                <a:sym typeface="Catamaran Light"/>
              </a:defRPr>
            </a:lvl5pPr>
            <a:lvl6pPr lvl="5" algn="ctr" rtl="0">
              <a:spcBef>
                <a:spcPts val="0"/>
              </a:spcBef>
              <a:spcAft>
                <a:spcPts val="0"/>
              </a:spcAft>
              <a:buNone/>
              <a:defRPr sz="4800">
                <a:latin typeface="Catamaran Light"/>
                <a:ea typeface="Catamaran Light"/>
                <a:cs typeface="Catamaran Light"/>
                <a:sym typeface="Catamaran Light"/>
              </a:defRPr>
            </a:lvl6pPr>
            <a:lvl7pPr lvl="6" algn="ctr" rtl="0">
              <a:spcBef>
                <a:spcPts val="0"/>
              </a:spcBef>
              <a:spcAft>
                <a:spcPts val="0"/>
              </a:spcAft>
              <a:buNone/>
              <a:defRPr sz="4800">
                <a:latin typeface="Catamaran Light"/>
                <a:ea typeface="Catamaran Light"/>
                <a:cs typeface="Catamaran Light"/>
                <a:sym typeface="Catamaran Light"/>
              </a:defRPr>
            </a:lvl7pPr>
            <a:lvl8pPr lvl="7" algn="ctr" rtl="0">
              <a:spcBef>
                <a:spcPts val="0"/>
              </a:spcBef>
              <a:spcAft>
                <a:spcPts val="0"/>
              </a:spcAft>
              <a:buNone/>
              <a:defRPr sz="4800">
                <a:latin typeface="Catamaran Light"/>
                <a:ea typeface="Catamaran Light"/>
                <a:cs typeface="Catamaran Light"/>
                <a:sym typeface="Catamaran Light"/>
              </a:defRPr>
            </a:lvl8pPr>
            <a:lvl9pPr lvl="8" algn="ctr" rtl="0">
              <a:spcBef>
                <a:spcPts val="0"/>
              </a:spcBef>
              <a:spcAft>
                <a:spcPts val="0"/>
              </a:spcAft>
              <a:buNone/>
              <a:defRPr sz="4800">
                <a:latin typeface="Catamaran Light"/>
                <a:ea typeface="Catamaran Light"/>
                <a:cs typeface="Catamaran Light"/>
                <a:sym typeface="Catamaran Light"/>
              </a:defRPr>
            </a:lvl9pPr>
          </a:lstStyle>
          <a:p>
            <a:endParaRPr/>
          </a:p>
        </p:txBody>
      </p:sp>
    </p:spTree>
    <p:extLst>
      <p:ext uri="{BB962C8B-B14F-4D97-AF65-F5344CB8AC3E}">
        <p14:creationId xmlns:p14="http://schemas.microsoft.com/office/powerpoint/2010/main" val="3165600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p:cSld name="Section title">
    <p:spTree>
      <p:nvGrpSpPr>
        <p:cNvPr id="1" name="Shape 153"/>
        <p:cNvGrpSpPr/>
        <p:nvPr/>
      </p:nvGrpSpPr>
      <p:grpSpPr>
        <a:xfrm>
          <a:off x="0" y="0"/>
          <a:ext cx="0" cy="0"/>
          <a:chOff x="0" y="0"/>
          <a:chExt cx="0" cy="0"/>
        </a:xfrm>
      </p:grpSpPr>
      <p:sp>
        <p:nvSpPr>
          <p:cNvPr id="154" name="Google Shape;154;p32"/>
          <p:cNvSpPr txBox="1">
            <a:spLocks noGrp="1"/>
          </p:cNvSpPr>
          <p:nvPr>
            <p:ph type="ctrTitle"/>
          </p:nvPr>
        </p:nvSpPr>
        <p:spPr>
          <a:xfrm>
            <a:off x="1026300" y="1746733"/>
            <a:ext cx="45736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55" name="Google Shape;155;p32"/>
          <p:cNvSpPr txBox="1">
            <a:spLocks noGrp="1"/>
          </p:cNvSpPr>
          <p:nvPr>
            <p:ph type="title" idx="2" hasCustomPrompt="1"/>
          </p:nvPr>
        </p:nvSpPr>
        <p:spPr>
          <a:xfrm rot="5400000">
            <a:off x="9522904" y="4760301"/>
            <a:ext cx="2318400" cy="770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8000"/>
            </a:lvl1pPr>
            <a:lvl2pPr lvl="1"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Tree>
    <p:extLst>
      <p:ext uri="{BB962C8B-B14F-4D97-AF65-F5344CB8AC3E}">
        <p14:creationId xmlns:p14="http://schemas.microsoft.com/office/powerpoint/2010/main" val="1711610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ix columns">
  <p:cSld name="Six columns">
    <p:spTree>
      <p:nvGrpSpPr>
        <p:cNvPr id="1" name="Shape 156"/>
        <p:cNvGrpSpPr/>
        <p:nvPr/>
      </p:nvGrpSpPr>
      <p:grpSpPr>
        <a:xfrm>
          <a:off x="0" y="0"/>
          <a:ext cx="0" cy="0"/>
          <a:chOff x="0" y="0"/>
          <a:chExt cx="0" cy="0"/>
        </a:xfrm>
      </p:grpSpPr>
      <p:sp>
        <p:nvSpPr>
          <p:cNvPr id="157" name="Google Shape;157;p33"/>
          <p:cNvSpPr txBox="1">
            <a:spLocks noGrp="1"/>
          </p:cNvSpPr>
          <p:nvPr>
            <p:ph type="ctrTitle"/>
          </p:nvPr>
        </p:nvSpPr>
        <p:spPr>
          <a:xfrm>
            <a:off x="875229" y="1859221"/>
            <a:ext cx="250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58" name="Google Shape;158;p33"/>
          <p:cNvSpPr txBox="1">
            <a:spLocks noGrp="1"/>
          </p:cNvSpPr>
          <p:nvPr>
            <p:ph type="subTitle" idx="1"/>
          </p:nvPr>
        </p:nvSpPr>
        <p:spPr>
          <a:xfrm>
            <a:off x="875233" y="2515633"/>
            <a:ext cx="20852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59" name="Google Shape;159;p33"/>
          <p:cNvSpPr txBox="1">
            <a:spLocks noGrp="1"/>
          </p:cNvSpPr>
          <p:nvPr>
            <p:ph type="ctrTitle" idx="2"/>
          </p:nvPr>
        </p:nvSpPr>
        <p:spPr>
          <a:xfrm>
            <a:off x="3534280" y="1859221"/>
            <a:ext cx="2508400" cy="8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160" name="Google Shape;160;p33"/>
          <p:cNvSpPr txBox="1">
            <a:spLocks noGrp="1"/>
          </p:cNvSpPr>
          <p:nvPr>
            <p:ph type="subTitle" idx="3"/>
          </p:nvPr>
        </p:nvSpPr>
        <p:spPr>
          <a:xfrm>
            <a:off x="3480933" y="2515633"/>
            <a:ext cx="2615200" cy="148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333"/>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61" name="Google Shape;161;p33"/>
          <p:cNvSpPr txBox="1">
            <a:spLocks noGrp="1"/>
          </p:cNvSpPr>
          <p:nvPr>
            <p:ph type="ctrTitle" idx="4"/>
          </p:nvPr>
        </p:nvSpPr>
        <p:spPr>
          <a:xfrm>
            <a:off x="6184141" y="1859221"/>
            <a:ext cx="2508400" cy="8596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endParaRPr/>
          </a:p>
        </p:txBody>
      </p:sp>
      <p:sp>
        <p:nvSpPr>
          <p:cNvPr id="162" name="Google Shape;162;p33"/>
          <p:cNvSpPr txBox="1">
            <a:spLocks noGrp="1"/>
          </p:cNvSpPr>
          <p:nvPr>
            <p:ph type="subTitle" idx="5"/>
          </p:nvPr>
        </p:nvSpPr>
        <p:spPr>
          <a:xfrm>
            <a:off x="6504101" y="2515633"/>
            <a:ext cx="2197600" cy="148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333"/>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
        <p:nvSpPr>
          <p:cNvPr id="163" name="Google Shape;163;p33"/>
          <p:cNvSpPr txBox="1">
            <a:spLocks noGrp="1"/>
          </p:cNvSpPr>
          <p:nvPr>
            <p:ph type="ctrTitle" idx="6"/>
          </p:nvPr>
        </p:nvSpPr>
        <p:spPr>
          <a:xfrm rot="5400000">
            <a:off x="9154100" y="1954833"/>
            <a:ext cx="34040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64" name="Google Shape;164;p33"/>
          <p:cNvSpPr txBox="1">
            <a:spLocks noGrp="1"/>
          </p:cNvSpPr>
          <p:nvPr>
            <p:ph type="ctrTitle" idx="7"/>
          </p:nvPr>
        </p:nvSpPr>
        <p:spPr>
          <a:xfrm>
            <a:off x="875229" y="4490421"/>
            <a:ext cx="250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65" name="Google Shape;165;p33"/>
          <p:cNvSpPr txBox="1">
            <a:spLocks noGrp="1"/>
          </p:cNvSpPr>
          <p:nvPr>
            <p:ph type="subTitle" idx="8"/>
          </p:nvPr>
        </p:nvSpPr>
        <p:spPr>
          <a:xfrm>
            <a:off x="875233" y="5146833"/>
            <a:ext cx="20852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66" name="Google Shape;166;p33"/>
          <p:cNvSpPr txBox="1">
            <a:spLocks noGrp="1"/>
          </p:cNvSpPr>
          <p:nvPr>
            <p:ph type="ctrTitle" idx="9"/>
          </p:nvPr>
        </p:nvSpPr>
        <p:spPr>
          <a:xfrm>
            <a:off x="3534280" y="4490421"/>
            <a:ext cx="2508400" cy="8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167" name="Google Shape;167;p33"/>
          <p:cNvSpPr txBox="1">
            <a:spLocks noGrp="1"/>
          </p:cNvSpPr>
          <p:nvPr>
            <p:ph type="subTitle" idx="13"/>
          </p:nvPr>
        </p:nvSpPr>
        <p:spPr>
          <a:xfrm>
            <a:off x="3480933" y="5146833"/>
            <a:ext cx="2615200" cy="148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333"/>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68" name="Google Shape;168;p33"/>
          <p:cNvSpPr txBox="1">
            <a:spLocks noGrp="1"/>
          </p:cNvSpPr>
          <p:nvPr>
            <p:ph type="ctrTitle" idx="14"/>
          </p:nvPr>
        </p:nvSpPr>
        <p:spPr>
          <a:xfrm>
            <a:off x="6184141" y="4490421"/>
            <a:ext cx="2508400" cy="8596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endParaRPr/>
          </a:p>
        </p:txBody>
      </p:sp>
      <p:sp>
        <p:nvSpPr>
          <p:cNvPr id="169" name="Google Shape;169;p33"/>
          <p:cNvSpPr txBox="1">
            <a:spLocks noGrp="1"/>
          </p:cNvSpPr>
          <p:nvPr>
            <p:ph type="subTitle" idx="15"/>
          </p:nvPr>
        </p:nvSpPr>
        <p:spPr>
          <a:xfrm>
            <a:off x="6504101" y="5146833"/>
            <a:ext cx="2197600" cy="148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333"/>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493056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design">
  <p:cSld name="Title + design">
    <p:spTree>
      <p:nvGrpSpPr>
        <p:cNvPr id="1" name="Shape 170"/>
        <p:cNvGrpSpPr/>
        <p:nvPr/>
      </p:nvGrpSpPr>
      <p:grpSpPr>
        <a:xfrm>
          <a:off x="0" y="0"/>
          <a:ext cx="0" cy="0"/>
          <a:chOff x="0" y="0"/>
          <a:chExt cx="0" cy="0"/>
        </a:xfrm>
      </p:grpSpPr>
      <p:sp>
        <p:nvSpPr>
          <p:cNvPr id="171" name="Google Shape;171;p34"/>
          <p:cNvSpPr txBox="1">
            <a:spLocks noGrp="1"/>
          </p:cNvSpPr>
          <p:nvPr>
            <p:ph type="ctrTitle"/>
          </p:nvPr>
        </p:nvSpPr>
        <p:spPr>
          <a:xfrm rot="5400000">
            <a:off x="8804793" y="2573633"/>
            <a:ext cx="4641600" cy="6500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2079474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lumns 1">
  <p:cSld name="Two columns 1">
    <p:spTree>
      <p:nvGrpSpPr>
        <p:cNvPr id="1" name="Shape 172"/>
        <p:cNvGrpSpPr/>
        <p:nvPr/>
      </p:nvGrpSpPr>
      <p:grpSpPr>
        <a:xfrm>
          <a:off x="0" y="0"/>
          <a:ext cx="0" cy="0"/>
          <a:chOff x="0" y="0"/>
          <a:chExt cx="0" cy="0"/>
        </a:xfrm>
      </p:grpSpPr>
      <p:sp>
        <p:nvSpPr>
          <p:cNvPr id="173" name="Google Shape;173;p35"/>
          <p:cNvSpPr txBox="1">
            <a:spLocks noGrp="1"/>
          </p:cNvSpPr>
          <p:nvPr>
            <p:ph type="subTitle" idx="1"/>
          </p:nvPr>
        </p:nvSpPr>
        <p:spPr>
          <a:xfrm>
            <a:off x="6178600" y="2463861"/>
            <a:ext cx="24240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74" name="Google Shape;174;p35"/>
          <p:cNvSpPr txBox="1">
            <a:spLocks noGrp="1"/>
          </p:cNvSpPr>
          <p:nvPr>
            <p:ph type="subTitle" idx="2"/>
          </p:nvPr>
        </p:nvSpPr>
        <p:spPr>
          <a:xfrm>
            <a:off x="6178600" y="5103827"/>
            <a:ext cx="24240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75" name="Google Shape;175;p35"/>
          <p:cNvSpPr txBox="1">
            <a:spLocks noGrp="1"/>
          </p:cNvSpPr>
          <p:nvPr>
            <p:ph type="ctrTitle"/>
          </p:nvPr>
        </p:nvSpPr>
        <p:spPr>
          <a:xfrm>
            <a:off x="6178600" y="2052395"/>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76" name="Google Shape;176;p35"/>
          <p:cNvSpPr txBox="1">
            <a:spLocks noGrp="1"/>
          </p:cNvSpPr>
          <p:nvPr>
            <p:ph type="ctrTitle" idx="3"/>
          </p:nvPr>
        </p:nvSpPr>
        <p:spPr>
          <a:xfrm>
            <a:off x="6178600" y="4692360"/>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77" name="Google Shape;177;p35"/>
          <p:cNvSpPr txBox="1">
            <a:spLocks noGrp="1"/>
          </p:cNvSpPr>
          <p:nvPr>
            <p:ph type="ctrTitle" idx="4"/>
          </p:nvPr>
        </p:nvSpPr>
        <p:spPr>
          <a:xfrm rot="5400000">
            <a:off x="9222900" y="1886032"/>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1324714125"/>
      </p:ext>
    </p:extLst>
  </p:cSld>
  <p:clrMapOvr>
    <a:masterClrMapping/>
  </p:clrMapOvr>
  <p:extLst>
    <p:ext uri="{DCECCB84-F9BA-43D5-87BE-67443E8EF086}">
      <p15:sldGuideLst xmlns:p15="http://schemas.microsoft.com/office/powerpoint/2012/main">
        <p15:guide id="1" orient="horz" pos="510">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text 5">
  <p:cSld name="Title + text 5">
    <p:spTree>
      <p:nvGrpSpPr>
        <p:cNvPr id="1" name="Shape 178"/>
        <p:cNvGrpSpPr/>
        <p:nvPr/>
      </p:nvGrpSpPr>
      <p:grpSpPr>
        <a:xfrm>
          <a:off x="0" y="0"/>
          <a:ext cx="0" cy="0"/>
          <a:chOff x="0" y="0"/>
          <a:chExt cx="0" cy="0"/>
        </a:xfrm>
      </p:grpSpPr>
      <p:sp>
        <p:nvSpPr>
          <p:cNvPr id="179" name="Google Shape;179;p36"/>
          <p:cNvSpPr txBox="1">
            <a:spLocks noGrp="1"/>
          </p:cNvSpPr>
          <p:nvPr>
            <p:ph type="subTitle" idx="1"/>
          </p:nvPr>
        </p:nvSpPr>
        <p:spPr>
          <a:xfrm>
            <a:off x="3010833" y="4141767"/>
            <a:ext cx="4038800" cy="134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67"/>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180" name="Google Shape;180;p36"/>
          <p:cNvSpPr txBox="1">
            <a:spLocks noGrp="1"/>
          </p:cNvSpPr>
          <p:nvPr>
            <p:ph type="ctrTitle"/>
          </p:nvPr>
        </p:nvSpPr>
        <p:spPr>
          <a:xfrm rot="5400000">
            <a:off x="9655319" y="1388033"/>
            <a:ext cx="2270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3568694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olumns 4">
  <p:cSld name="Three columns 4">
    <p:spTree>
      <p:nvGrpSpPr>
        <p:cNvPr id="1" name="Shape 181"/>
        <p:cNvGrpSpPr/>
        <p:nvPr/>
      </p:nvGrpSpPr>
      <p:grpSpPr>
        <a:xfrm>
          <a:off x="0" y="0"/>
          <a:ext cx="0" cy="0"/>
          <a:chOff x="0" y="0"/>
          <a:chExt cx="0" cy="0"/>
        </a:xfrm>
      </p:grpSpPr>
      <p:sp>
        <p:nvSpPr>
          <p:cNvPr id="182" name="Google Shape;182;p37"/>
          <p:cNvSpPr txBox="1">
            <a:spLocks noGrp="1"/>
          </p:cNvSpPr>
          <p:nvPr>
            <p:ph type="subTitle" idx="1"/>
          </p:nvPr>
        </p:nvSpPr>
        <p:spPr>
          <a:xfrm flipH="1">
            <a:off x="1120800" y="3242867"/>
            <a:ext cx="2200400" cy="1004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333">
                <a:solidFill>
                  <a:srgbClr val="000000"/>
                </a:solidFill>
              </a:defRPr>
            </a:lvl1pPr>
            <a:lvl2pPr lvl="1" algn="ctr" rtl="0">
              <a:lnSpc>
                <a:spcPct val="100000"/>
              </a:lnSpc>
              <a:spcBef>
                <a:spcPts val="0"/>
              </a:spcBef>
              <a:spcAft>
                <a:spcPts val="0"/>
              </a:spcAft>
              <a:buClr>
                <a:srgbClr val="000000"/>
              </a:buClr>
              <a:buSzPts val="1000"/>
              <a:buNone/>
              <a:defRPr sz="1333">
                <a:solidFill>
                  <a:srgbClr val="000000"/>
                </a:solidFill>
              </a:defRPr>
            </a:lvl2pPr>
            <a:lvl3pPr lvl="2" algn="ctr" rtl="0">
              <a:lnSpc>
                <a:spcPct val="100000"/>
              </a:lnSpc>
              <a:spcBef>
                <a:spcPts val="0"/>
              </a:spcBef>
              <a:spcAft>
                <a:spcPts val="0"/>
              </a:spcAft>
              <a:buClr>
                <a:srgbClr val="000000"/>
              </a:buClr>
              <a:buSzPts val="1000"/>
              <a:buNone/>
              <a:defRPr sz="1333">
                <a:solidFill>
                  <a:srgbClr val="000000"/>
                </a:solidFill>
              </a:defRPr>
            </a:lvl3pPr>
            <a:lvl4pPr lvl="3" algn="ctr" rtl="0">
              <a:lnSpc>
                <a:spcPct val="100000"/>
              </a:lnSpc>
              <a:spcBef>
                <a:spcPts val="0"/>
              </a:spcBef>
              <a:spcAft>
                <a:spcPts val="0"/>
              </a:spcAft>
              <a:buClr>
                <a:srgbClr val="000000"/>
              </a:buClr>
              <a:buSzPts val="1000"/>
              <a:buNone/>
              <a:defRPr sz="1333">
                <a:solidFill>
                  <a:srgbClr val="000000"/>
                </a:solidFill>
              </a:defRPr>
            </a:lvl4pPr>
            <a:lvl5pPr lvl="4" algn="ctr" rtl="0">
              <a:lnSpc>
                <a:spcPct val="100000"/>
              </a:lnSpc>
              <a:spcBef>
                <a:spcPts val="0"/>
              </a:spcBef>
              <a:spcAft>
                <a:spcPts val="0"/>
              </a:spcAft>
              <a:buClr>
                <a:srgbClr val="000000"/>
              </a:buClr>
              <a:buSzPts val="1000"/>
              <a:buNone/>
              <a:defRPr sz="1333">
                <a:solidFill>
                  <a:srgbClr val="000000"/>
                </a:solidFill>
              </a:defRPr>
            </a:lvl5pPr>
            <a:lvl6pPr lvl="5" algn="ctr" rtl="0">
              <a:lnSpc>
                <a:spcPct val="100000"/>
              </a:lnSpc>
              <a:spcBef>
                <a:spcPts val="0"/>
              </a:spcBef>
              <a:spcAft>
                <a:spcPts val="0"/>
              </a:spcAft>
              <a:buClr>
                <a:srgbClr val="000000"/>
              </a:buClr>
              <a:buSzPts val="1000"/>
              <a:buNone/>
              <a:defRPr sz="1333">
                <a:solidFill>
                  <a:srgbClr val="000000"/>
                </a:solidFill>
              </a:defRPr>
            </a:lvl6pPr>
            <a:lvl7pPr lvl="6" algn="ctr" rtl="0">
              <a:lnSpc>
                <a:spcPct val="100000"/>
              </a:lnSpc>
              <a:spcBef>
                <a:spcPts val="0"/>
              </a:spcBef>
              <a:spcAft>
                <a:spcPts val="0"/>
              </a:spcAft>
              <a:buClr>
                <a:srgbClr val="000000"/>
              </a:buClr>
              <a:buSzPts val="1000"/>
              <a:buNone/>
              <a:defRPr sz="1333">
                <a:solidFill>
                  <a:srgbClr val="000000"/>
                </a:solidFill>
              </a:defRPr>
            </a:lvl7pPr>
            <a:lvl8pPr lvl="7" algn="ctr" rtl="0">
              <a:lnSpc>
                <a:spcPct val="100000"/>
              </a:lnSpc>
              <a:spcBef>
                <a:spcPts val="0"/>
              </a:spcBef>
              <a:spcAft>
                <a:spcPts val="0"/>
              </a:spcAft>
              <a:buClr>
                <a:srgbClr val="000000"/>
              </a:buClr>
              <a:buSzPts val="1000"/>
              <a:buNone/>
              <a:defRPr sz="1333">
                <a:solidFill>
                  <a:srgbClr val="000000"/>
                </a:solidFill>
              </a:defRPr>
            </a:lvl8pPr>
            <a:lvl9pPr lvl="8" algn="ctr"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83" name="Google Shape;183;p37"/>
          <p:cNvSpPr txBox="1">
            <a:spLocks noGrp="1"/>
          </p:cNvSpPr>
          <p:nvPr>
            <p:ph type="subTitle" idx="2"/>
          </p:nvPr>
        </p:nvSpPr>
        <p:spPr>
          <a:xfrm>
            <a:off x="6269565" y="1398791"/>
            <a:ext cx="26136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333">
                <a:solidFill>
                  <a:srgbClr val="000000"/>
                </a:solidFill>
              </a:defRPr>
            </a:lvl1pPr>
            <a:lvl2pPr lvl="1" rtl="0">
              <a:lnSpc>
                <a:spcPct val="100000"/>
              </a:lnSpc>
              <a:spcBef>
                <a:spcPts val="0"/>
              </a:spcBef>
              <a:spcAft>
                <a:spcPts val="0"/>
              </a:spcAft>
              <a:buClr>
                <a:srgbClr val="000000"/>
              </a:buClr>
              <a:buSzPts val="1000"/>
              <a:buNone/>
              <a:defRPr sz="1333">
                <a:solidFill>
                  <a:srgbClr val="000000"/>
                </a:solidFill>
              </a:defRPr>
            </a:lvl2pPr>
            <a:lvl3pPr lvl="2" rtl="0">
              <a:lnSpc>
                <a:spcPct val="100000"/>
              </a:lnSpc>
              <a:spcBef>
                <a:spcPts val="0"/>
              </a:spcBef>
              <a:spcAft>
                <a:spcPts val="0"/>
              </a:spcAft>
              <a:buClr>
                <a:srgbClr val="000000"/>
              </a:buClr>
              <a:buSzPts val="1000"/>
              <a:buNone/>
              <a:defRPr sz="1333">
                <a:solidFill>
                  <a:srgbClr val="000000"/>
                </a:solidFill>
              </a:defRPr>
            </a:lvl3pPr>
            <a:lvl4pPr lvl="3" rtl="0">
              <a:lnSpc>
                <a:spcPct val="100000"/>
              </a:lnSpc>
              <a:spcBef>
                <a:spcPts val="0"/>
              </a:spcBef>
              <a:spcAft>
                <a:spcPts val="0"/>
              </a:spcAft>
              <a:buClr>
                <a:srgbClr val="000000"/>
              </a:buClr>
              <a:buSzPts val="1000"/>
              <a:buNone/>
              <a:defRPr sz="1333">
                <a:solidFill>
                  <a:srgbClr val="000000"/>
                </a:solidFill>
              </a:defRPr>
            </a:lvl4pPr>
            <a:lvl5pPr lvl="4" rtl="0">
              <a:lnSpc>
                <a:spcPct val="100000"/>
              </a:lnSpc>
              <a:spcBef>
                <a:spcPts val="0"/>
              </a:spcBef>
              <a:spcAft>
                <a:spcPts val="0"/>
              </a:spcAft>
              <a:buClr>
                <a:srgbClr val="000000"/>
              </a:buClr>
              <a:buSzPts val="1000"/>
              <a:buNone/>
              <a:defRPr sz="1333">
                <a:solidFill>
                  <a:srgbClr val="000000"/>
                </a:solidFill>
              </a:defRPr>
            </a:lvl5pPr>
            <a:lvl6pPr lvl="5" rtl="0">
              <a:lnSpc>
                <a:spcPct val="100000"/>
              </a:lnSpc>
              <a:spcBef>
                <a:spcPts val="0"/>
              </a:spcBef>
              <a:spcAft>
                <a:spcPts val="0"/>
              </a:spcAft>
              <a:buClr>
                <a:srgbClr val="000000"/>
              </a:buClr>
              <a:buSzPts val="1000"/>
              <a:buNone/>
              <a:defRPr sz="1333">
                <a:solidFill>
                  <a:srgbClr val="000000"/>
                </a:solidFill>
              </a:defRPr>
            </a:lvl6pPr>
            <a:lvl7pPr lvl="6" rtl="0">
              <a:lnSpc>
                <a:spcPct val="100000"/>
              </a:lnSpc>
              <a:spcBef>
                <a:spcPts val="0"/>
              </a:spcBef>
              <a:spcAft>
                <a:spcPts val="0"/>
              </a:spcAft>
              <a:buClr>
                <a:srgbClr val="000000"/>
              </a:buClr>
              <a:buSzPts val="1000"/>
              <a:buNone/>
              <a:defRPr sz="1333">
                <a:solidFill>
                  <a:srgbClr val="000000"/>
                </a:solidFill>
              </a:defRPr>
            </a:lvl7pPr>
            <a:lvl8pPr lvl="7" rtl="0">
              <a:lnSpc>
                <a:spcPct val="100000"/>
              </a:lnSpc>
              <a:spcBef>
                <a:spcPts val="0"/>
              </a:spcBef>
              <a:spcAft>
                <a:spcPts val="0"/>
              </a:spcAft>
              <a:buClr>
                <a:srgbClr val="000000"/>
              </a:buClr>
              <a:buSzPts val="1000"/>
              <a:buNone/>
              <a:defRPr sz="1333">
                <a:solidFill>
                  <a:srgbClr val="000000"/>
                </a:solidFill>
              </a:defRPr>
            </a:lvl8pPr>
            <a:lvl9pPr lvl="8"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84" name="Google Shape;184;p37"/>
          <p:cNvSpPr txBox="1">
            <a:spLocks noGrp="1"/>
          </p:cNvSpPr>
          <p:nvPr>
            <p:ph type="ctrTitle"/>
          </p:nvPr>
        </p:nvSpPr>
        <p:spPr>
          <a:xfrm>
            <a:off x="-711200" y="2729800"/>
            <a:ext cx="4032400" cy="5132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600"/>
              <a:buNone/>
              <a:defRPr sz="2133"/>
            </a:lvl1pPr>
            <a:lvl2pPr lvl="1" algn="ctr" rtl="0">
              <a:spcBef>
                <a:spcPts val="0"/>
              </a:spcBef>
              <a:spcAft>
                <a:spcPts val="0"/>
              </a:spcAft>
              <a:buSzPts val="1600"/>
              <a:buNone/>
              <a:defRPr sz="2133"/>
            </a:lvl2pPr>
            <a:lvl3pPr lvl="2" algn="ctr" rtl="0">
              <a:spcBef>
                <a:spcPts val="0"/>
              </a:spcBef>
              <a:spcAft>
                <a:spcPts val="0"/>
              </a:spcAft>
              <a:buSzPts val="1600"/>
              <a:buNone/>
              <a:defRPr sz="2133"/>
            </a:lvl3pPr>
            <a:lvl4pPr lvl="3" algn="ctr" rtl="0">
              <a:spcBef>
                <a:spcPts val="0"/>
              </a:spcBef>
              <a:spcAft>
                <a:spcPts val="0"/>
              </a:spcAft>
              <a:buSzPts val="1600"/>
              <a:buNone/>
              <a:defRPr sz="2133"/>
            </a:lvl4pPr>
            <a:lvl5pPr lvl="4" algn="ctr" rtl="0">
              <a:spcBef>
                <a:spcPts val="0"/>
              </a:spcBef>
              <a:spcAft>
                <a:spcPts val="0"/>
              </a:spcAft>
              <a:buSzPts val="1600"/>
              <a:buNone/>
              <a:defRPr sz="2133"/>
            </a:lvl5pPr>
            <a:lvl6pPr lvl="5" algn="ctr" rtl="0">
              <a:spcBef>
                <a:spcPts val="0"/>
              </a:spcBef>
              <a:spcAft>
                <a:spcPts val="0"/>
              </a:spcAft>
              <a:buSzPts val="1600"/>
              <a:buNone/>
              <a:defRPr sz="2133"/>
            </a:lvl6pPr>
            <a:lvl7pPr lvl="6" algn="ctr" rtl="0">
              <a:spcBef>
                <a:spcPts val="0"/>
              </a:spcBef>
              <a:spcAft>
                <a:spcPts val="0"/>
              </a:spcAft>
              <a:buSzPts val="1600"/>
              <a:buNone/>
              <a:defRPr sz="2133"/>
            </a:lvl7pPr>
            <a:lvl8pPr lvl="7" algn="ctr" rtl="0">
              <a:spcBef>
                <a:spcPts val="0"/>
              </a:spcBef>
              <a:spcAft>
                <a:spcPts val="0"/>
              </a:spcAft>
              <a:buSzPts val="1600"/>
              <a:buNone/>
              <a:defRPr sz="2133"/>
            </a:lvl8pPr>
            <a:lvl9pPr lvl="8" algn="ctr" rtl="0">
              <a:spcBef>
                <a:spcPts val="0"/>
              </a:spcBef>
              <a:spcAft>
                <a:spcPts val="0"/>
              </a:spcAft>
              <a:buSzPts val="1600"/>
              <a:buNone/>
              <a:defRPr sz="2133"/>
            </a:lvl9pPr>
          </a:lstStyle>
          <a:p>
            <a:endParaRPr/>
          </a:p>
        </p:txBody>
      </p:sp>
      <p:sp>
        <p:nvSpPr>
          <p:cNvPr id="185" name="Google Shape;185;p37"/>
          <p:cNvSpPr txBox="1">
            <a:spLocks noGrp="1"/>
          </p:cNvSpPr>
          <p:nvPr>
            <p:ph type="ctrTitle" idx="3"/>
          </p:nvPr>
        </p:nvSpPr>
        <p:spPr>
          <a:xfrm>
            <a:off x="6269565" y="885724"/>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600"/>
              <a:buNone/>
              <a:defRPr sz="2133"/>
            </a:lvl1pPr>
            <a:lvl2pPr lvl="1" rtl="0">
              <a:spcBef>
                <a:spcPts val="0"/>
              </a:spcBef>
              <a:spcAft>
                <a:spcPts val="0"/>
              </a:spcAft>
              <a:buSzPts val="1600"/>
              <a:buNone/>
              <a:defRPr sz="2133"/>
            </a:lvl2pPr>
            <a:lvl3pPr lvl="2" rtl="0">
              <a:spcBef>
                <a:spcPts val="0"/>
              </a:spcBef>
              <a:spcAft>
                <a:spcPts val="0"/>
              </a:spcAft>
              <a:buSzPts val="1600"/>
              <a:buNone/>
              <a:defRPr sz="2133"/>
            </a:lvl3pPr>
            <a:lvl4pPr lvl="3" rtl="0">
              <a:spcBef>
                <a:spcPts val="0"/>
              </a:spcBef>
              <a:spcAft>
                <a:spcPts val="0"/>
              </a:spcAft>
              <a:buSzPts val="1600"/>
              <a:buNone/>
              <a:defRPr sz="2133"/>
            </a:lvl4pPr>
            <a:lvl5pPr lvl="4" rtl="0">
              <a:spcBef>
                <a:spcPts val="0"/>
              </a:spcBef>
              <a:spcAft>
                <a:spcPts val="0"/>
              </a:spcAft>
              <a:buSzPts val="1600"/>
              <a:buNone/>
              <a:defRPr sz="2133"/>
            </a:lvl5pPr>
            <a:lvl6pPr lvl="5" rtl="0">
              <a:spcBef>
                <a:spcPts val="0"/>
              </a:spcBef>
              <a:spcAft>
                <a:spcPts val="0"/>
              </a:spcAft>
              <a:buSzPts val="1600"/>
              <a:buNone/>
              <a:defRPr sz="2133"/>
            </a:lvl6pPr>
            <a:lvl7pPr lvl="6" rtl="0">
              <a:spcBef>
                <a:spcPts val="0"/>
              </a:spcBef>
              <a:spcAft>
                <a:spcPts val="0"/>
              </a:spcAft>
              <a:buSzPts val="1600"/>
              <a:buNone/>
              <a:defRPr sz="2133"/>
            </a:lvl7pPr>
            <a:lvl8pPr lvl="7" rtl="0">
              <a:spcBef>
                <a:spcPts val="0"/>
              </a:spcBef>
              <a:spcAft>
                <a:spcPts val="0"/>
              </a:spcAft>
              <a:buSzPts val="1600"/>
              <a:buNone/>
              <a:defRPr sz="2133"/>
            </a:lvl8pPr>
            <a:lvl9pPr lvl="8" rtl="0">
              <a:spcBef>
                <a:spcPts val="0"/>
              </a:spcBef>
              <a:spcAft>
                <a:spcPts val="0"/>
              </a:spcAft>
              <a:buSzPts val="1600"/>
              <a:buNone/>
              <a:defRPr sz="2133"/>
            </a:lvl9pPr>
          </a:lstStyle>
          <a:p>
            <a:endParaRPr/>
          </a:p>
        </p:txBody>
      </p:sp>
      <p:sp>
        <p:nvSpPr>
          <p:cNvPr id="186" name="Google Shape;186;p37"/>
          <p:cNvSpPr txBox="1">
            <a:spLocks noGrp="1"/>
          </p:cNvSpPr>
          <p:nvPr>
            <p:ph type="subTitle" idx="4"/>
          </p:nvPr>
        </p:nvSpPr>
        <p:spPr>
          <a:xfrm>
            <a:off x="6269565" y="5051900"/>
            <a:ext cx="29532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333">
                <a:solidFill>
                  <a:srgbClr val="000000"/>
                </a:solidFill>
              </a:defRPr>
            </a:lvl1pPr>
            <a:lvl2pPr lvl="1" rtl="0">
              <a:lnSpc>
                <a:spcPct val="100000"/>
              </a:lnSpc>
              <a:spcBef>
                <a:spcPts val="0"/>
              </a:spcBef>
              <a:spcAft>
                <a:spcPts val="0"/>
              </a:spcAft>
              <a:buClr>
                <a:srgbClr val="000000"/>
              </a:buClr>
              <a:buSzPts val="1000"/>
              <a:buNone/>
              <a:defRPr sz="1333">
                <a:solidFill>
                  <a:srgbClr val="000000"/>
                </a:solidFill>
              </a:defRPr>
            </a:lvl2pPr>
            <a:lvl3pPr lvl="2" rtl="0">
              <a:lnSpc>
                <a:spcPct val="100000"/>
              </a:lnSpc>
              <a:spcBef>
                <a:spcPts val="0"/>
              </a:spcBef>
              <a:spcAft>
                <a:spcPts val="0"/>
              </a:spcAft>
              <a:buClr>
                <a:srgbClr val="000000"/>
              </a:buClr>
              <a:buSzPts val="1000"/>
              <a:buNone/>
              <a:defRPr sz="1333">
                <a:solidFill>
                  <a:srgbClr val="000000"/>
                </a:solidFill>
              </a:defRPr>
            </a:lvl3pPr>
            <a:lvl4pPr lvl="3" rtl="0">
              <a:lnSpc>
                <a:spcPct val="100000"/>
              </a:lnSpc>
              <a:spcBef>
                <a:spcPts val="0"/>
              </a:spcBef>
              <a:spcAft>
                <a:spcPts val="0"/>
              </a:spcAft>
              <a:buClr>
                <a:srgbClr val="000000"/>
              </a:buClr>
              <a:buSzPts val="1000"/>
              <a:buNone/>
              <a:defRPr sz="1333">
                <a:solidFill>
                  <a:srgbClr val="000000"/>
                </a:solidFill>
              </a:defRPr>
            </a:lvl4pPr>
            <a:lvl5pPr lvl="4" rtl="0">
              <a:lnSpc>
                <a:spcPct val="100000"/>
              </a:lnSpc>
              <a:spcBef>
                <a:spcPts val="0"/>
              </a:spcBef>
              <a:spcAft>
                <a:spcPts val="0"/>
              </a:spcAft>
              <a:buClr>
                <a:srgbClr val="000000"/>
              </a:buClr>
              <a:buSzPts val="1000"/>
              <a:buNone/>
              <a:defRPr sz="1333">
                <a:solidFill>
                  <a:srgbClr val="000000"/>
                </a:solidFill>
              </a:defRPr>
            </a:lvl5pPr>
            <a:lvl6pPr lvl="5" rtl="0">
              <a:lnSpc>
                <a:spcPct val="100000"/>
              </a:lnSpc>
              <a:spcBef>
                <a:spcPts val="0"/>
              </a:spcBef>
              <a:spcAft>
                <a:spcPts val="0"/>
              </a:spcAft>
              <a:buClr>
                <a:srgbClr val="000000"/>
              </a:buClr>
              <a:buSzPts val="1000"/>
              <a:buNone/>
              <a:defRPr sz="1333">
                <a:solidFill>
                  <a:srgbClr val="000000"/>
                </a:solidFill>
              </a:defRPr>
            </a:lvl6pPr>
            <a:lvl7pPr lvl="6" rtl="0">
              <a:lnSpc>
                <a:spcPct val="100000"/>
              </a:lnSpc>
              <a:spcBef>
                <a:spcPts val="0"/>
              </a:spcBef>
              <a:spcAft>
                <a:spcPts val="0"/>
              </a:spcAft>
              <a:buClr>
                <a:srgbClr val="000000"/>
              </a:buClr>
              <a:buSzPts val="1000"/>
              <a:buNone/>
              <a:defRPr sz="1333">
                <a:solidFill>
                  <a:srgbClr val="000000"/>
                </a:solidFill>
              </a:defRPr>
            </a:lvl7pPr>
            <a:lvl8pPr lvl="7" rtl="0">
              <a:lnSpc>
                <a:spcPct val="100000"/>
              </a:lnSpc>
              <a:spcBef>
                <a:spcPts val="0"/>
              </a:spcBef>
              <a:spcAft>
                <a:spcPts val="0"/>
              </a:spcAft>
              <a:buClr>
                <a:srgbClr val="000000"/>
              </a:buClr>
              <a:buSzPts val="1000"/>
              <a:buNone/>
              <a:defRPr sz="1333">
                <a:solidFill>
                  <a:srgbClr val="000000"/>
                </a:solidFill>
              </a:defRPr>
            </a:lvl8pPr>
            <a:lvl9pPr lvl="8"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87" name="Google Shape;187;p37"/>
          <p:cNvSpPr txBox="1">
            <a:spLocks noGrp="1"/>
          </p:cNvSpPr>
          <p:nvPr>
            <p:ph type="ctrTitle" idx="5"/>
          </p:nvPr>
        </p:nvSpPr>
        <p:spPr>
          <a:xfrm>
            <a:off x="6269565" y="4519633"/>
            <a:ext cx="33008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600"/>
              <a:buNone/>
              <a:defRPr sz="2133"/>
            </a:lvl1pPr>
            <a:lvl2pPr lvl="1" rtl="0">
              <a:spcBef>
                <a:spcPts val="0"/>
              </a:spcBef>
              <a:spcAft>
                <a:spcPts val="0"/>
              </a:spcAft>
              <a:buSzPts val="1600"/>
              <a:buNone/>
              <a:defRPr sz="2133"/>
            </a:lvl2pPr>
            <a:lvl3pPr lvl="2" rtl="0">
              <a:spcBef>
                <a:spcPts val="0"/>
              </a:spcBef>
              <a:spcAft>
                <a:spcPts val="0"/>
              </a:spcAft>
              <a:buSzPts val="1600"/>
              <a:buNone/>
              <a:defRPr sz="2133"/>
            </a:lvl3pPr>
            <a:lvl4pPr lvl="3" rtl="0">
              <a:spcBef>
                <a:spcPts val="0"/>
              </a:spcBef>
              <a:spcAft>
                <a:spcPts val="0"/>
              </a:spcAft>
              <a:buSzPts val="1600"/>
              <a:buNone/>
              <a:defRPr sz="2133"/>
            </a:lvl4pPr>
            <a:lvl5pPr lvl="4" rtl="0">
              <a:spcBef>
                <a:spcPts val="0"/>
              </a:spcBef>
              <a:spcAft>
                <a:spcPts val="0"/>
              </a:spcAft>
              <a:buSzPts val="1600"/>
              <a:buNone/>
              <a:defRPr sz="2133"/>
            </a:lvl5pPr>
            <a:lvl6pPr lvl="5" rtl="0">
              <a:spcBef>
                <a:spcPts val="0"/>
              </a:spcBef>
              <a:spcAft>
                <a:spcPts val="0"/>
              </a:spcAft>
              <a:buSzPts val="1600"/>
              <a:buNone/>
              <a:defRPr sz="2133"/>
            </a:lvl6pPr>
            <a:lvl7pPr lvl="6" rtl="0">
              <a:spcBef>
                <a:spcPts val="0"/>
              </a:spcBef>
              <a:spcAft>
                <a:spcPts val="0"/>
              </a:spcAft>
              <a:buSzPts val="1600"/>
              <a:buNone/>
              <a:defRPr sz="2133"/>
            </a:lvl7pPr>
            <a:lvl8pPr lvl="7" rtl="0">
              <a:spcBef>
                <a:spcPts val="0"/>
              </a:spcBef>
              <a:spcAft>
                <a:spcPts val="0"/>
              </a:spcAft>
              <a:buSzPts val="1600"/>
              <a:buNone/>
              <a:defRPr sz="2133"/>
            </a:lvl8pPr>
            <a:lvl9pPr lvl="8" rtl="0">
              <a:spcBef>
                <a:spcPts val="0"/>
              </a:spcBef>
              <a:spcAft>
                <a:spcPts val="0"/>
              </a:spcAft>
              <a:buSzPts val="1600"/>
              <a:buNone/>
              <a:defRPr sz="2133"/>
            </a:lvl9pPr>
          </a:lstStyle>
          <a:p>
            <a:endParaRPr/>
          </a:p>
        </p:txBody>
      </p:sp>
      <p:sp>
        <p:nvSpPr>
          <p:cNvPr id="188" name="Google Shape;188;p37"/>
          <p:cNvSpPr txBox="1">
            <a:spLocks noGrp="1"/>
          </p:cNvSpPr>
          <p:nvPr>
            <p:ph type="ctrTitle" idx="6"/>
          </p:nvPr>
        </p:nvSpPr>
        <p:spPr>
          <a:xfrm rot="5400000">
            <a:off x="9147949" y="1876664"/>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668394812"/>
      </p:ext>
    </p:extLst>
  </p:cSld>
  <p:clrMapOvr>
    <a:masterClrMapping/>
  </p:clrMapOvr>
  <p:extLst>
    <p:ext uri="{DCECCB84-F9BA-43D5-87BE-67443E8EF086}">
      <p15:sldGuideLst xmlns:p15="http://schemas.microsoft.com/office/powerpoint/2012/main">
        <p15:guide id="1" orient="horz" pos="510">
          <p15:clr>
            <a:srgbClr val="FA7B17"/>
          </p15:clr>
        </p15:guide>
        <p15:guide id="2" pos="454">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lumns 2">
  <p:cSld name="Two columns 2">
    <p:spTree>
      <p:nvGrpSpPr>
        <p:cNvPr id="1" name="Shape 189"/>
        <p:cNvGrpSpPr/>
        <p:nvPr/>
      </p:nvGrpSpPr>
      <p:grpSpPr>
        <a:xfrm>
          <a:off x="0" y="0"/>
          <a:ext cx="0" cy="0"/>
          <a:chOff x="0" y="0"/>
          <a:chExt cx="0" cy="0"/>
        </a:xfrm>
      </p:grpSpPr>
      <p:sp>
        <p:nvSpPr>
          <p:cNvPr id="190" name="Google Shape;190;p38"/>
          <p:cNvSpPr txBox="1">
            <a:spLocks noGrp="1"/>
          </p:cNvSpPr>
          <p:nvPr>
            <p:ph type="ctrTitle"/>
          </p:nvPr>
        </p:nvSpPr>
        <p:spPr>
          <a:xfrm rot="5400000">
            <a:off x="9147949" y="1876664"/>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91" name="Google Shape;191;p38"/>
          <p:cNvSpPr txBox="1">
            <a:spLocks noGrp="1"/>
          </p:cNvSpPr>
          <p:nvPr>
            <p:ph type="subTitle" idx="1"/>
          </p:nvPr>
        </p:nvSpPr>
        <p:spPr>
          <a:xfrm>
            <a:off x="2105419" y="2862933"/>
            <a:ext cx="21688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333"/>
            </a:lvl1pPr>
            <a:lvl2pPr lvl="1" rtl="0">
              <a:lnSpc>
                <a:spcPct val="100000"/>
              </a:lnSpc>
              <a:spcBef>
                <a:spcPts val="0"/>
              </a:spcBef>
              <a:spcAft>
                <a:spcPts val="0"/>
              </a:spcAft>
              <a:buClr>
                <a:srgbClr val="000000"/>
              </a:buClr>
              <a:buSzPts val="1000"/>
              <a:buNone/>
              <a:defRPr sz="1333">
                <a:solidFill>
                  <a:srgbClr val="000000"/>
                </a:solidFill>
              </a:defRPr>
            </a:lvl2pPr>
            <a:lvl3pPr lvl="2" rtl="0">
              <a:lnSpc>
                <a:spcPct val="100000"/>
              </a:lnSpc>
              <a:spcBef>
                <a:spcPts val="0"/>
              </a:spcBef>
              <a:spcAft>
                <a:spcPts val="0"/>
              </a:spcAft>
              <a:buClr>
                <a:srgbClr val="000000"/>
              </a:buClr>
              <a:buSzPts val="1000"/>
              <a:buNone/>
              <a:defRPr sz="1333">
                <a:solidFill>
                  <a:srgbClr val="000000"/>
                </a:solidFill>
              </a:defRPr>
            </a:lvl3pPr>
            <a:lvl4pPr lvl="3" rtl="0">
              <a:lnSpc>
                <a:spcPct val="100000"/>
              </a:lnSpc>
              <a:spcBef>
                <a:spcPts val="0"/>
              </a:spcBef>
              <a:spcAft>
                <a:spcPts val="0"/>
              </a:spcAft>
              <a:buClr>
                <a:srgbClr val="000000"/>
              </a:buClr>
              <a:buSzPts val="1000"/>
              <a:buNone/>
              <a:defRPr sz="1333">
                <a:solidFill>
                  <a:srgbClr val="000000"/>
                </a:solidFill>
              </a:defRPr>
            </a:lvl4pPr>
            <a:lvl5pPr lvl="4" rtl="0">
              <a:lnSpc>
                <a:spcPct val="100000"/>
              </a:lnSpc>
              <a:spcBef>
                <a:spcPts val="0"/>
              </a:spcBef>
              <a:spcAft>
                <a:spcPts val="0"/>
              </a:spcAft>
              <a:buClr>
                <a:srgbClr val="000000"/>
              </a:buClr>
              <a:buSzPts val="1000"/>
              <a:buNone/>
              <a:defRPr sz="1333">
                <a:solidFill>
                  <a:srgbClr val="000000"/>
                </a:solidFill>
              </a:defRPr>
            </a:lvl5pPr>
            <a:lvl6pPr lvl="5" rtl="0">
              <a:lnSpc>
                <a:spcPct val="100000"/>
              </a:lnSpc>
              <a:spcBef>
                <a:spcPts val="0"/>
              </a:spcBef>
              <a:spcAft>
                <a:spcPts val="0"/>
              </a:spcAft>
              <a:buClr>
                <a:srgbClr val="000000"/>
              </a:buClr>
              <a:buSzPts val="1000"/>
              <a:buNone/>
              <a:defRPr sz="1333">
                <a:solidFill>
                  <a:srgbClr val="000000"/>
                </a:solidFill>
              </a:defRPr>
            </a:lvl6pPr>
            <a:lvl7pPr lvl="6" rtl="0">
              <a:lnSpc>
                <a:spcPct val="100000"/>
              </a:lnSpc>
              <a:spcBef>
                <a:spcPts val="0"/>
              </a:spcBef>
              <a:spcAft>
                <a:spcPts val="0"/>
              </a:spcAft>
              <a:buClr>
                <a:srgbClr val="000000"/>
              </a:buClr>
              <a:buSzPts val="1000"/>
              <a:buNone/>
              <a:defRPr sz="1333">
                <a:solidFill>
                  <a:srgbClr val="000000"/>
                </a:solidFill>
              </a:defRPr>
            </a:lvl7pPr>
            <a:lvl8pPr lvl="7" rtl="0">
              <a:lnSpc>
                <a:spcPct val="100000"/>
              </a:lnSpc>
              <a:spcBef>
                <a:spcPts val="0"/>
              </a:spcBef>
              <a:spcAft>
                <a:spcPts val="0"/>
              </a:spcAft>
              <a:buClr>
                <a:srgbClr val="000000"/>
              </a:buClr>
              <a:buSzPts val="1000"/>
              <a:buNone/>
              <a:defRPr sz="1333">
                <a:solidFill>
                  <a:srgbClr val="000000"/>
                </a:solidFill>
              </a:defRPr>
            </a:lvl8pPr>
            <a:lvl9pPr lvl="8"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92" name="Google Shape;192;p38"/>
          <p:cNvSpPr txBox="1">
            <a:spLocks noGrp="1"/>
          </p:cNvSpPr>
          <p:nvPr>
            <p:ph type="ctrTitle" idx="2"/>
          </p:nvPr>
        </p:nvSpPr>
        <p:spPr>
          <a:xfrm>
            <a:off x="2105419" y="2349867"/>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93" name="Google Shape;193;p38"/>
          <p:cNvSpPr txBox="1">
            <a:spLocks noGrp="1"/>
          </p:cNvSpPr>
          <p:nvPr>
            <p:ph type="subTitle" idx="3"/>
          </p:nvPr>
        </p:nvSpPr>
        <p:spPr>
          <a:xfrm>
            <a:off x="5424359" y="2862933"/>
            <a:ext cx="2168800" cy="148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333">
                <a:solidFill>
                  <a:srgbClr val="000000"/>
                </a:solidFill>
              </a:defRPr>
            </a:lvl1pPr>
            <a:lvl2pPr lvl="1" algn="r" rtl="0">
              <a:lnSpc>
                <a:spcPct val="100000"/>
              </a:lnSpc>
              <a:spcBef>
                <a:spcPts val="0"/>
              </a:spcBef>
              <a:spcAft>
                <a:spcPts val="0"/>
              </a:spcAft>
              <a:buClr>
                <a:srgbClr val="000000"/>
              </a:buClr>
              <a:buSzPts val="1000"/>
              <a:buNone/>
              <a:defRPr sz="1333">
                <a:solidFill>
                  <a:srgbClr val="000000"/>
                </a:solidFill>
              </a:defRPr>
            </a:lvl2pPr>
            <a:lvl3pPr lvl="2" algn="r" rtl="0">
              <a:lnSpc>
                <a:spcPct val="100000"/>
              </a:lnSpc>
              <a:spcBef>
                <a:spcPts val="0"/>
              </a:spcBef>
              <a:spcAft>
                <a:spcPts val="0"/>
              </a:spcAft>
              <a:buClr>
                <a:srgbClr val="000000"/>
              </a:buClr>
              <a:buSzPts val="1000"/>
              <a:buNone/>
              <a:defRPr sz="1333">
                <a:solidFill>
                  <a:srgbClr val="000000"/>
                </a:solidFill>
              </a:defRPr>
            </a:lvl3pPr>
            <a:lvl4pPr lvl="3" algn="r" rtl="0">
              <a:lnSpc>
                <a:spcPct val="100000"/>
              </a:lnSpc>
              <a:spcBef>
                <a:spcPts val="0"/>
              </a:spcBef>
              <a:spcAft>
                <a:spcPts val="0"/>
              </a:spcAft>
              <a:buClr>
                <a:srgbClr val="000000"/>
              </a:buClr>
              <a:buSzPts val="1000"/>
              <a:buNone/>
              <a:defRPr sz="1333">
                <a:solidFill>
                  <a:srgbClr val="000000"/>
                </a:solidFill>
              </a:defRPr>
            </a:lvl4pPr>
            <a:lvl5pPr lvl="4" algn="r" rtl="0">
              <a:lnSpc>
                <a:spcPct val="100000"/>
              </a:lnSpc>
              <a:spcBef>
                <a:spcPts val="0"/>
              </a:spcBef>
              <a:spcAft>
                <a:spcPts val="0"/>
              </a:spcAft>
              <a:buClr>
                <a:srgbClr val="000000"/>
              </a:buClr>
              <a:buSzPts val="1000"/>
              <a:buNone/>
              <a:defRPr sz="1333">
                <a:solidFill>
                  <a:srgbClr val="000000"/>
                </a:solidFill>
              </a:defRPr>
            </a:lvl5pPr>
            <a:lvl6pPr lvl="5" algn="r" rtl="0">
              <a:lnSpc>
                <a:spcPct val="100000"/>
              </a:lnSpc>
              <a:spcBef>
                <a:spcPts val="0"/>
              </a:spcBef>
              <a:spcAft>
                <a:spcPts val="0"/>
              </a:spcAft>
              <a:buClr>
                <a:srgbClr val="000000"/>
              </a:buClr>
              <a:buSzPts val="1000"/>
              <a:buNone/>
              <a:defRPr sz="1333">
                <a:solidFill>
                  <a:srgbClr val="000000"/>
                </a:solidFill>
              </a:defRPr>
            </a:lvl6pPr>
            <a:lvl7pPr lvl="6" algn="r" rtl="0">
              <a:lnSpc>
                <a:spcPct val="100000"/>
              </a:lnSpc>
              <a:spcBef>
                <a:spcPts val="0"/>
              </a:spcBef>
              <a:spcAft>
                <a:spcPts val="0"/>
              </a:spcAft>
              <a:buClr>
                <a:srgbClr val="000000"/>
              </a:buClr>
              <a:buSzPts val="1000"/>
              <a:buNone/>
              <a:defRPr sz="1333">
                <a:solidFill>
                  <a:srgbClr val="000000"/>
                </a:solidFill>
              </a:defRPr>
            </a:lvl7pPr>
            <a:lvl8pPr lvl="7" algn="r" rtl="0">
              <a:lnSpc>
                <a:spcPct val="100000"/>
              </a:lnSpc>
              <a:spcBef>
                <a:spcPts val="0"/>
              </a:spcBef>
              <a:spcAft>
                <a:spcPts val="0"/>
              </a:spcAft>
              <a:buClr>
                <a:srgbClr val="000000"/>
              </a:buClr>
              <a:buSzPts val="1000"/>
              <a:buNone/>
              <a:defRPr sz="1333">
                <a:solidFill>
                  <a:srgbClr val="000000"/>
                </a:solidFill>
              </a:defRPr>
            </a:lvl8pPr>
            <a:lvl9pPr lvl="8" algn="r"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94" name="Google Shape;194;p38"/>
          <p:cNvSpPr txBox="1">
            <a:spLocks noGrp="1"/>
          </p:cNvSpPr>
          <p:nvPr>
            <p:ph type="ctrTitle" idx="4"/>
          </p:nvPr>
        </p:nvSpPr>
        <p:spPr>
          <a:xfrm>
            <a:off x="4100756" y="2349867"/>
            <a:ext cx="3492400" cy="5132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endParaRPr/>
          </a:p>
        </p:txBody>
      </p:sp>
    </p:spTree>
    <p:extLst>
      <p:ext uri="{BB962C8B-B14F-4D97-AF65-F5344CB8AC3E}">
        <p14:creationId xmlns:p14="http://schemas.microsoft.com/office/powerpoint/2010/main" val="2004149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text 6">
  <p:cSld name="Title + text 6">
    <p:spTree>
      <p:nvGrpSpPr>
        <p:cNvPr id="1" name="Shape 195"/>
        <p:cNvGrpSpPr/>
        <p:nvPr/>
      </p:nvGrpSpPr>
      <p:grpSpPr>
        <a:xfrm>
          <a:off x="0" y="0"/>
          <a:ext cx="0" cy="0"/>
          <a:chOff x="0" y="0"/>
          <a:chExt cx="0" cy="0"/>
        </a:xfrm>
      </p:grpSpPr>
      <p:sp>
        <p:nvSpPr>
          <p:cNvPr id="196" name="Google Shape;196;p39"/>
          <p:cNvSpPr txBox="1">
            <a:spLocks noGrp="1"/>
          </p:cNvSpPr>
          <p:nvPr>
            <p:ph type="ctrTitle"/>
          </p:nvPr>
        </p:nvSpPr>
        <p:spPr>
          <a:xfrm>
            <a:off x="1108267" y="501997"/>
            <a:ext cx="5156400" cy="27388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Clr>
                <a:schemeClr val="lt1"/>
              </a:buClr>
              <a:buSzPts val="1600"/>
              <a:buNone/>
              <a:defRPr sz="2133">
                <a:solidFill>
                  <a:schemeClr val="lt1"/>
                </a:solidFill>
              </a:defRPr>
            </a:lvl2pPr>
            <a:lvl3pPr lvl="2" rtl="0">
              <a:spcBef>
                <a:spcPts val="0"/>
              </a:spcBef>
              <a:spcAft>
                <a:spcPts val="0"/>
              </a:spcAft>
              <a:buClr>
                <a:schemeClr val="lt1"/>
              </a:buClr>
              <a:buSzPts val="1600"/>
              <a:buNone/>
              <a:defRPr sz="2133">
                <a:solidFill>
                  <a:schemeClr val="lt1"/>
                </a:solidFill>
              </a:defRPr>
            </a:lvl3pPr>
            <a:lvl4pPr lvl="3" rtl="0">
              <a:spcBef>
                <a:spcPts val="0"/>
              </a:spcBef>
              <a:spcAft>
                <a:spcPts val="0"/>
              </a:spcAft>
              <a:buClr>
                <a:schemeClr val="lt1"/>
              </a:buClr>
              <a:buSzPts val="1600"/>
              <a:buNone/>
              <a:defRPr sz="2133">
                <a:solidFill>
                  <a:schemeClr val="lt1"/>
                </a:solidFill>
              </a:defRPr>
            </a:lvl4pPr>
            <a:lvl5pPr lvl="4" rtl="0">
              <a:spcBef>
                <a:spcPts val="0"/>
              </a:spcBef>
              <a:spcAft>
                <a:spcPts val="0"/>
              </a:spcAft>
              <a:buClr>
                <a:schemeClr val="lt1"/>
              </a:buClr>
              <a:buSzPts val="1600"/>
              <a:buNone/>
              <a:defRPr sz="2133">
                <a:solidFill>
                  <a:schemeClr val="lt1"/>
                </a:solidFill>
              </a:defRPr>
            </a:lvl5pPr>
            <a:lvl6pPr lvl="5" rtl="0">
              <a:spcBef>
                <a:spcPts val="0"/>
              </a:spcBef>
              <a:spcAft>
                <a:spcPts val="0"/>
              </a:spcAft>
              <a:buClr>
                <a:schemeClr val="lt1"/>
              </a:buClr>
              <a:buSzPts val="1600"/>
              <a:buNone/>
              <a:defRPr sz="2133">
                <a:solidFill>
                  <a:schemeClr val="lt1"/>
                </a:solidFill>
              </a:defRPr>
            </a:lvl6pPr>
            <a:lvl7pPr lvl="6" rtl="0">
              <a:spcBef>
                <a:spcPts val="0"/>
              </a:spcBef>
              <a:spcAft>
                <a:spcPts val="0"/>
              </a:spcAft>
              <a:buClr>
                <a:schemeClr val="lt1"/>
              </a:buClr>
              <a:buSzPts val="1600"/>
              <a:buNone/>
              <a:defRPr sz="2133">
                <a:solidFill>
                  <a:schemeClr val="lt1"/>
                </a:solidFill>
              </a:defRPr>
            </a:lvl7pPr>
            <a:lvl8pPr lvl="7" rtl="0">
              <a:spcBef>
                <a:spcPts val="0"/>
              </a:spcBef>
              <a:spcAft>
                <a:spcPts val="0"/>
              </a:spcAft>
              <a:buClr>
                <a:schemeClr val="lt1"/>
              </a:buClr>
              <a:buSzPts val="1600"/>
              <a:buNone/>
              <a:defRPr sz="2133">
                <a:solidFill>
                  <a:schemeClr val="lt1"/>
                </a:solidFill>
              </a:defRPr>
            </a:lvl8pPr>
            <a:lvl9pPr lvl="8" rtl="0">
              <a:spcBef>
                <a:spcPts val="0"/>
              </a:spcBef>
              <a:spcAft>
                <a:spcPts val="0"/>
              </a:spcAft>
              <a:buClr>
                <a:schemeClr val="lt1"/>
              </a:buClr>
              <a:buSzPts val="1600"/>
              <a:buNone/>
              <a:defRPr sz="2133">
                <a:solidFill>
                  <a:schemeClr val="lt1"/>
                </a:solidFill>
              </a:defRPr>
            </a:lvl9pPr>
          </a:lstStyle>
          <a:p>
            <a:endParaRPr/>
          </a:p>
        </p:txBody>
      </p:sp>
      <p:sp>
        <p:nvSpPr>
          <p:cNvPr id="197" name="Google Shape;197;p39"/>
          <p:cNvSpPr txBox="1">
            <a:spLocks noGrp="1"/>
          </p:cNvSpPr>
          <p:nvPr>
            <p:ph type="subTitle" idx="1"/>
          </p:nvPr>
        </p:nvSpPr>
        <p:spPr>
          <a:xfrm>
            <a:off x="1108267" y="3085633"/>
            <a:ext cx="4108800" cy="237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Clr>
                <a:schemeClr val="lt1"/>
              </a:buClr>
              <a:buSzPts val="1200"/>
              <a:buNone/>
              <a:defRPr>
                <a:solidFill>
                  <a:schemeClr val="lt1"/>
                </a:solidFill>
              </a:defRPr>
            </a:lvl2pPr>
            <a:lvl3pPr lvl="2" rtl="0">
              <a:lnSpc>
                <a:spcPct val="100000"/>
              </a:lnSpc>
              <a:spcBef>
                <a:spcPts val="0"/>
              </a:spcBef>
              <a:spcAft>
                <a:spcPts val="0"/>
              </a:spcAft>
              <a:buClr>
                <a:schemeClr val="lt1"/>
              </a:buClr>
              <a:buSzPts val="1200"/>
              <a:buNone/>
              <a:defRPr>
                <a:solidFill>
                  <a:schemeClr val="lt1"/>
                </a:solidFill>
              </a:defRPr>
            </a:lvl3pPr>
            <a:lvl4pPr lvl="3" rtl="0">
              <a:lnSpc>
                <a:spcPct val="100000"/>
              </a:lnSpc>
              <a:spcBef>
                <a:spcPts val="0"/>
              </a:spcBef>
              <a:spcAft>
                <a:spcPts val="0"/>
              </a:spcAft>
              <a:buClr>
                <a:schemeClr val="lt1"/>
              </a:buClr>
              <a:buSzPts val="1200"/>
              <a:buNone/>
              <a:defRPr>
                <a:solidFill>
                  <a:schemeClr val="lt1"/>
                </a:solidFill>
              </a:defRPr>
            </a:lvl4pPr>
            <a:lvl5pPr lvl="4" rtl="0">
              <a:lnSpc>
                <a:spcPct val="100000"/>
              </a:lnSpc>
              <a:spcBef>
                <a:spcPts val="0"/>
              </a:spcBef>
              <a:spcAft>
                <a:spcPts val="0"/>
              </a:spcAft>
              <a:buClr>
                <a:schemeClr val="lt1"/>
              </a:buClr>
              <a:buSzPts val="1200"/>
              <a:buNone/>
              <a:defRPr>
                <a:solidFill>
                  <a:schemeClr val="lt1"/>
                </a:solidFill>
              </a:defRPr>
            </a:lvl5pPr>
            <a:lvl6pPr lvl="5" rtl="0">
              <a:lnSpc>
                <a:spcPct val="100000"/>
              </a:lnSpc>
              <a:spcBef>
                <a:spcPts val="0"/>
              </a:spcBef>
              <a:spcAft>
                <a:spcPts val="0"/>
              </a:spcAft>
              <a:buClr>
                <a:schemeClr val="lt1"/>
              </a:buClr>
              <a:buSzPts val="1200"/>
              <a:buNone/>
              <a:defRPr>
                <a:solidFill>
                  <a:schemeClr val="lt1"/>
                </a:solidFill>
              </a:defRPr>
            </a:lvl6pPr>
            <a:lvl7pPr lvl="6" rtl="0">
              <a:lnSpc>
                <a:spcPct val="100000"/>
              </a:lnSpc>
              <a:spcBef>
                <a:spcPts val="0"/>
              </a:spcBef>
              <a:spcAft>
                <a:spcPts val="0"/>
              </a:spcAft>
              <a:buClr>
                <a:schemeClr val="lt1"/>
              </a:buClr>
              <a:buSzPts val="1200"/>
              <a:buNone/>
              <a:defRPr>
                <a:solidFill>
                  <a:schemeClr val="lt1"/>
                </a:solidFill>
              </a:defRPr>
            </a:lvl7pPr>
            <a:lvl8pPr lvl="7" rtl="0">
              <a:lnSpc>
                <a:spcPct val="100000"/>
              </a:lnSpc>
              <a:spcBef>
                <a:spcPts val="0"/>
              </a:spcBef>
              <a:spcAft>
                <a:spcPts val="0"/>
              </a:spcAft>
              <a:buClr>
                <a:schemeClr val="lt1"/>
              </a:buClr>
              <a:buSzPts val="1200"/>
              <a:buNone/>
              <a:defRPr>
                <a:solidFill>
                  <a:schemeClr val="lt1"/>
                </a:solidFill>
              </a:defRPr>
            </a:lvl8pPr>
            <a:lvl9pPr lvl="8" rtl="0">
              <a:lnSpc>
                <a:spcPct val="100000"/>
              </a:lnSpc>
              <a:spcBef>
                <a:spcPts val="0"/>
              </a:spcBef>
              <a:spcAft>
                <a:spcPts val="0"/>
              </a:spcAft>
              <a:buClr>
                <a:schemeClr val="lt1"/>
              </a:buClr>
              <a:buSzPts val="1200"/>
              <a:buNone/>
              <a:defRPr>
                <a:solidFill>
                  <a:schemeClr val="lt1"/>
                </a:solidFill>
              </a:defRPr>
            </a:lvl9pPr>
          </a:lstStyle>
          <a:p>
            <a:endParaRPr/>
          </a:p>
        </p:txBody>
      </p:sp>
    </p:spTree>
    <p:extLst>
      <p:ext uri="{BB962C8B-B14F-4D97-AF65-F5344CB8AC3E}">
        <p14:creationId xmlns:p14="http://schemas.microsoft.com/office/powerpoint/2010/main" val="4261697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redits">
  <p:cSld name="Credits">
    <p:spTree>
      <p:nvGrpSpPr>
        <p:cNvPr id="1" name="Shape 198"/>
        <p:cNvGrpSpPr/>
        <p:nvPr/>
      </p:nvGrpSpPr>
      <p:grpSpPr>
        <a:xfrm>
          <a:off x="0" y="0"/>
          <a:ext cx="0" cy="0"/>
          <a:chOff x="0" y="0"/>
          <a:chExt cx="0" cy="0"/>
        </a:xfrm>
      </p:grpSpPr>
      <p:sp>
        <p:nvSpPr>
          <p:cNvPr id="199" name="Google Shape;199;p40"/>
          <p:cNvSpPr txBox="1">
            <a:spLocks noGrp="1"/>
          </p:cNvSpPr>
          <p:nvPr>
            <p:ph type="body" idx="1"/>
          </p:nvPr>
        </p:nvSpPr>
        <p:spPr>
          <a:xfrm>
            <a:off x="856067" y="2846400"/>
            <a:ext cx="7077600" cy="19680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rgbClr val="000000"/>
              </a:buClr>
              <a:buSzPts val="1200"/>
              <a:buChar char="●"/>
              <a:defRPr>
                <a:solidFill>
                  <a:srgbClr val="000000"/>
                </a:solidFill>
              </a:defRPr>
            </a:lvl1pPr>
            <a:lvl2pPr marL="1219170" lvl="1" indent="-406390" rtl="0">
              <a:spcBef>
                <a:spcPts val="2133"/>
              </a:spcBef>
              <a:spcAft>
                <a:spcPts val="0"/>
              </a:spcAft>
              <a:buClr>
                <a:srgbClr val="000000"/>
              </a:buClr>
              <a:buSzPts val="1200"/>
              <a:buChar char="○"/>
              <a:defRPr>
                <a:solidFill>
                  <a:srgbClr val="000000"/>
                </a:solidFill>
              </a:defRPr>
            </a:lvl2pPr>
            <a:lvl3pPr marL="1828754" lvl="2" indent="-406390" rtl="0">
              <a:spcBef>
                <a:spcPts val="2133"/>
              </a:spcBef>
              <a:spcAft>
                <a:spcPts val="0"/>
              </a:spcAft>
              <a:buClr>
                <a:srgbClr val="000000"/>
              </a:buClr>
              <a:buSzPts val="1200"/>
              <a:buChar char="■"/>
              <a:defRPr>
                <a:solidFill>
                  <a:srgbClr val="000000"/>
                </a:solidFill>
              </a:defRPr>
            </a:lvl3pPr>
            <a:lvl4pPr marL="2438339" lvl="3" indent="-406390" rtl="0">
              <a:spcBef>
                <a:spcPts val="2133"/>
              </a:spcBef>
              <a:spcAft>
                <a:spcPts val="0"/>
              </a:spcAft>
              <a:buClr>
                <a:srgbClr val="000000"/>
              </a:buClr>
              <a:buSzPts val="1200"/>
              <a:buChar char="●"/>
              <a:defRPr>
                <a:solidFill>
                  <a:srgbClr val="000000"/>
                </a:solidFill>
              </a:defRPr>
            </a:lvl4pPr>
            <a:lvl5pPr marL="3047924" lvl="4" indent="-406390" rtl="0">
              <a:spcBef>
                <a:spcPts val="2133"/>
              </a:spcBef>
              <a:spcAft>
                <a:spcPts val="0"/>
              </a:spcAft>
              <a:buClr>
                <a:srgbClr val="000000"/>
              </a:buClr>
              <a:buSzPts val="1200"/>
              <a:buChar char="○"/>
              <a:defRPr>
                <a:solidFill>
                  <a:srgbClr val="000000"/>
                </a:solidFill>
              </a:defRPr>
            </a:lvl5pPr>
            <a:lvl6pPr marL="3657509" lvl="5" indent="-406390" rtl="0">
              <a:spcBef>
                <a:spcPts val="2133"/>
              </a:spcBef>
              <a:spcAft>
                <a:spcPts val="0"/>
              </a:spcAft>
              <a:buClr>
                <a:srgbClr val="000000"/>
              </a:buClr>
              <a:buSzPts val="1200"/>
              <a:buChar char="■"/>
              <a:defRPr>
                <a:solidFill>
                  <a:srgbClr val="000000"/>
                </a:solidFill>
              </a:defRPr>
            </a:lvl6pPr>
            <a:lvl7pPr marL="4267093" lvl="6" indent="-406390" rtl="0">
              <a:spcBef>
                <a:spcPts val="2133"/>
              </a:spcBef>
              <a:spcAft>
                <a:spcPts val="0"/>
              </a:spcAft>
              <a:buClr>
                <a:srgbClr val="000000"/>
              </a:buClr>
              <a:buSzPts val="1200"/>
              <a:buChar char="●"/>
              <a:defRPr>
                <a:solidFill>
                  <a:srgbClr val="000000"/>
                </a:solidFill>
              </a:defRPr>
            </a:lvl7pPr>
            <a:lvl8pPr marL="4876678" lvl="7" indent="-406390" rtl="0">
              <a:spcBef>
                <a:spcPts val="2133"/>
              </a:spcBef>
              <a:spcAft>
                <a:spcPts val="0"/>
              </a:spcAft>
              <a:buClr>
                <a:srgbClr val="000000"/>
              </a:buClr>
              <a:buSzPts val="1200"/>
              <a:buChar char="○"/>
              <a:defRPr>
                <a:solidFill>
                  <a:srgbClr val="000000"/>
                </a:solidFill>
              </a:defRPr>
            </a:lvl8pPr>
            <a:lvl9pPr marL="5486263" lvl="8" indent="-406390" rtl="0">
              <a:spcBef>
                <a:spcPts val="2133"/>
              </a:spcBef>
              <a:spcAft>
                <a:spcPts val="2133"/>
              </a:spcAft>
              <a:buClr>
                <a:srgbClr val="000000"/>
              </a:buClr>
              <a:buSzPts val="1200"/>
              <a:buChar char="■"/>
              <a:defRPr>
                <a:solidFill>
                  <a:srgbClr val="000000"/>
                </a:solidFill>
              </a:defRPr>
            </a:lvl9pPr>
          </a:lstStyle>
          <a:p>
            <a:endParaRPr/>
          </a:p>
        </p:txBody>
      </p:sp>
      <p:sp>
        <p:nvSpPr>
          <p:cNvPr id="200" name="Google Shape;200;p40"/>
          <p:cNvSpPr txBox="1">
            <a:spLocks noGrp="1"/>
          </p:cNvSpPr>
          <p:nvPr>
            <p:ph type="ctrTitle"/>
          </p:nvPr>
        </p:nvSpPr>
        <p:spPr>
          <a:xfrm rot="5400000">
            <a:off x="9230812" y="1876664"/>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334030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sources">
  <p:cSld name="Resources">
    <p:spTree>
      <p:nvGrpSpPr>
        <p:cNvPr id="1" name="Shape 201"/>
        <p:cNvGrpSpPr/>
        <p:nvPr/>
      </p:nvGrpSpPr>
      <p:grpSpPr>
        <a:xfrm>
          <a:off x="0" y="0"/>
          <a:ext cx="0" cy="0"/>
          <a:chOff x="0" y="0"/>
          <a:chExt cx="0" cy="0"/>
        </a:xfrm>
      </p:grpSpPr>
      <p:sp>
        <p:nvSpPr>
          <p:cNvPr id="202" name="Google Shape;202;p41"/>
          <p:cNvSpPr txBox="1">
            <a:spLocks noGrp="1"/>
          </p:cNvSpPr>
          <p:nvPr>
            <p:ph type="body" idx="1"/>
          </p:nvPr>
        </p:nvSpPr>
        <p:spPr>
          <a:xfrm>
            <a:off x="856067" y="1703400"/>
            <a:ext cx="7077600" cy="19680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rgbClr val="000000"/>
              </a:buClr>
              <a:buSzPts val="1200"/>
              <a:buChar char="●"/>
              <a:defRPr>
                <a:solidFill>
                  <a:srgbClr val="000000"/>
                </a:solidFill>
              </a:defRPr>
            </a:lvl1pPr>
            <a:lvl2pPr marL="1219170" lvl="1" indent="-406390" rtl="0">
              <a:spcBef>
                <a:spcPts val="2133"/>
              </a:spcBef>
              <a:spcAft>
                <a:spcPts val="0"/>
              </a:spcAft>
              <a:buClr>
                <a:srgbClr val="000000"/>
              </a:buClr>
              <a:buSzPts val="1200"/>
              <a:buChar char="○"/>
              <a:defRPr>
                <a:solidFill>
                  <a:srgbClr val="000000"/>
                </a:solidFill>
              </a:defRPr>
            </a:lvl2pPr>
            <a:lvl3pPr marL="1828754" lvl="2" indent="-406390" rtl="0">
              <a:spcBef>
                <a:spcPts val="2133"/>
              </a:spcBef>
              <a:spcAft>
                <a:spcPts val="0"/>
              </a:spcAft>
              <a:buClr>
                <a:srgbClr val="000000"/>
              </a:buClr>
              <a:buSzPts val="1200"/>
              <a:buChar char="■"/>
              <a:defRPr>
                <a:solidFill>
                  <a:srgbClr val="000000"/>
                </a:solidFill>
              </a:defRPr>
            </a:lvl3pPr>
            <a:lvl4pPr marL="2438339" lvl="3" indent="-406390" rtl="0">
              <a:spcBef>
                <a:spcPts val="2133"/>
              </a:spcBef>
              <a:spcAft>
                <a:spcPts val="0"/>
              </a:spcAft>
              <a:buClr>
                <a:srgbClr val="000000"/>
              </a:buClr>
              <a:buSzPts val="1200"/>
              <a:buChar char="●"/>
              <a:defRPr>
                <a:solidFill>
                  <a:srgbClr val="000000"/>
                </a:solidFill>
              </a:defRPr>
            </a:lvl4pPr>
            <a:lvl5pPr marL="3047924" lvl="4" indent="-406390" rtl="0">
              <a:spcBef>
                <a:spcPts val="2133"/>
              </a:spcBef>
              <a:spcAft>
                <a:spcPts val="0"/>
              </a:spcAft>
              <a:buClr>
                <a:srgbClr val="000000"/>
              </a:buClr>
              <a:buSzPts val="1200"/>
              <a:buChar char="○"/>
              <a:defRPr>
                <a:solidFill>
                  <a:srgbClr val="000000"/>
                </a:solidFill>
              </a:defRPr>
            </a:lvl5pPr>
            <a:lvl6pPr marL="3657509" lvl="5" indent="-406390" rtl="0">
              <a:spcBef>
                <a:spcPts val="2133"/>
              </a:spcBef>
              <a:spcAft>
                <a:spcPts val="0"/>
              </a:spcAft>
              <a:buClr>
                <a:srgbClr val="000000"/>
              </a:buClr>
              <a:buSzPts val="1200"/>
              <a:buChar char="■"/>
              <a:defRPr>
                <a:solidFill>
                  <a:srgbClr val="000000"/>
                </a:solidFill>
              </a:defRPr>
            </a:lvl6pPr>
            <a:lvl7pPr marL="4267093" lvl="6" indent="-406390" rtl="0">
              <a:spcBef>
                <a:spcPts val="2133"/>
              </a:spcBef>
              <a:spcAft>
                <a:spcPts val="0"/>
              </a:spcAft>
              <a:buClr>
                <a:srgbClr val="000000"/>
              </a:buClr>
              <a:buSzPts val="1200"/>
              <a:buChar char="●"/>
              <a:defRPr>
                <a:solidFill>
                  <a:srgbClr val="000000"/>
                </a:solidFill>
              </a:defRPr>
            </a:lvl7pPr>
            <a:lvl8pPr marL="4876678" lvl="7" indent="-406390" rtl="0">
              <a:spcBef>
                <a:spcPts val="2133"/>
              </a:spcBef>
              <a:spcAft>
                <a:spcPts val="0"/>
              </a:spcAft>
              <a:buClr>
                <a:srgbClr val="000000"/>
              </a:buClr>
              <a:buSzPts val="1200"/>
              <a:buChar char="○"/>
              <a:defRPr>
                <a:solidFill>
                  <a:srgbClr val="000000"/>
                </a:solidFill>
              </a:defRPr>
            </a:lvl8pPr>
            <a:lvl9pPr marL="5486263" lvl="8" indent="-406390" rtl="0">
              <a:spcBef>
                <a:spcPts val="2133"/>
              </a:spcBef>
              <a:spcAft>
                <a:spcPts val="2133"/>
              </a:spcAft>
              <a:buClr>
                <a:srgbClr val="000000"/>
              </a:buClr>
              <a:buSzPts val="1200"/>
              <a:buChar char="■"/>
              <a:defRPr>
                <a:solidFill>
                  <a:srgbClr val="000000"/>
                </a:solidFill>
              </a:defRPr>
            </a:lvl9pPr>
          </a:lstStyle>
          <a:p>
            <a:endParaRPr/>
          </a:p>
        </p:txBody>
      </p:sp>
      <p:sp>
        <p:nvSpPr>
          <p:cNvPr id="203" name="Google Shape;203;p41"/>
          <p:cNvSpPr txBox="1">
            <a:spLocks noGrp="1"/>
          </p:cNvSpPr>
          <p:nvPr>
            <p:ph type="ctrTitle"/>
          </p:nvPr>
        </p:nvSpPr>
        <p:spPr>
          <a:xfrm rot="5400000">
            <a:off x="9230812" y="1876664"/>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204" name="Google Shape;204;p41"/>
          <p:cNvSpPr txBox="1">
            <a:spLocks noGrp="1"/>
          </p:cNvSpPr>
          <p:nvPr>
            <p:ph type="subTitle" idx="2"/>
          </p:nvPr>
        </p:nvSpPr>
        <p:spPr>
          <a:xfrm>
            <a:off x="856067" y="720000"/>
            <a:ext cx="6207200" cy="128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Clr>
                <a:schemeClr val="lt1"/>
              </a:buClr>
              <a:buSzPts val="1200"/>
              <a:buNone/>
              <a:defRPr>
                <a:solidFill>
                  <a:schemeClr val="lt1"/>
                </a:solidFill>
              </a:defRPr>
            </a:lvl2pPr>
            <a:lvl3pPr lvl="2" rtl="0">
              <a:lnSpc>
                <a:spcPct val="100000"/>
              </a:lnSpc>
              <a:spcBef>
                <a:spcPts val="0"/>
              </a:spcBef>
              <a:spcAft>
                <a:spcPts val="0"/>
              </a:spcAft>
              <a:buClr>
                <a:schemeClr val="lt1"/>
              </a:buClr>
              <a:buSzPts val="1200"/>
              <a:buNone/>
              <a:defRPr>
                <a:solidFill>
                  <a:schemeClr val="lt1"/>
                </a:solidFill>
              </a:defRPr>
            </a:lvl3pPr>
            <a:lvl4pPr lvl="3" rtl="0">
              <a:lnSpc>
                <a:spcPct val="100000"/>
              </a:lnSpc>
              <a:spcBef>
                <a:spcPts val="0"/>
              </a:spcBef>
              <a:spcAft>
                <a:spcPts val="0"/>
              </a:spcAft>
              <a:buClr>
                <a:schemeClr val="lt1"/>
              </a:buClr>
              <a:buSzPts val="1200"/>
              <a:buNone/>
              <a:defRPr>
                <a:solidFill>
                  <a:schemeClr val="lt1"/>
                </a:solidFill>
              </a:defRPr>
            </a:lvl4pPr>
            <a:lvl5pPr lvl="4" rtl="0">
              <a:lnSpc>
                <a:spcPct val="100000"/>
              </a:lnSpc>
              <a:spcBef>
                <a:spcPts val="0"/>
              </a:spcBef>
              <a:spcAft>
                <a:spcPts val="0"/>
              </a:spcAft>
              <a:buClr>
                <a:schemeClr val="lt1"/>
              </a:buClr>
              <a:buSzPts val="1200"/>
              <a:buNone/>
              <a:defRPr>
                <a:solidFill>
                  <a:schemeClr val="lt1"/>
                </a:solidFill>
              </a:defRPr>
            </a:lvl5pPr>
            <a:lvl6pPr lvl="5" rtl="0">
              <a:lnSpc>
                <a:spcPct val="100000"/>
              </a:lnSpc>
              <a:spcBef>
                <a:spcPts val="0"/>
              </a:spcBef>
              <a:spcAft>
                <a:spcPts val="0"/>
              </a:spcAft>
              <a:buClr>
                <a:schemeClr val="lt1"/>
              </a:buClr>
              <a:buSzPts val="1200"/>
              <a:buNone/>
              <a:defRPr>
                <a:solidFill>
                  <a:schemeClr val="lt1"/>
                </a:solidFill>
              </a:defRPr>
            </a:lvl6pPr>
            <a:lvl7pPr lvl="6" rtl="0">
              <a:lnSpc>
                <a:spcPct val="100000"/>
              </a:lnSpc>
              <a:spcBef>
                <a:spcPts val="0"/>
              </a:spcBef>
              <a:spcAft>
                <a:spcPts val="0"/>
              </a:spcAft>
              <a:buClr>
                <a:schemeClr val="lt1"/>
              </a:buClr>
              <a:buSzPts val="1200"/>
              <a:buNone/>
              <a:defRPr>
                <a:solidFill>
                  <a:schemeClr val="lt1"/>
                </a:solidFill>
              </a:defRPr>
            </a:lvl7pPr>
            <a:lvl8pPr lvl="7" rtl="0">
              <a:lnSpc>
                <a:spcPct val="100000"/>
              </a:lnSpc>
              <a:spcBef>
                <a:spcPts val="0"/>
              </a:spcBef>
              <a:spcAft>
                <a:spcPts val="0"/>
              </a:spcAft>
              <a:buClr>
                <a:schemeClr val="lt1"/>
              </a:buClr>
              <a:buSzPts val="1200"/>
              <a:buNone/>
              <a:defRPr>
                <a:solidFill>
                  <a:schemeClr val="lt1"/>
                </a:solidFill>
              </a:defRPr>
            </a:lvl8pPr>
            <a:lvl9pPr lvl="8" rtl="0">
              <a:lnSpc>
                <a:spcPct val="100000"/>
              </a:lnSpc>
              <a:spcBef>
                <a:spcPts val="0"/>
              </a:spcBef>
              <a:spcAft>
                <a:spcPts val="0"/>
              </a:spcAft>
              <a:buClr>
                <a:schemeClr val="lt1"/>
              </a:buClr>
              <a:buSzPts val="1200"/>
              <a:buNone/>
              <a:defRPr>
                <a:solidFill>
                  <a:schemeClr val="lt1"/>
                </a:solidFill>
              </a:defRPr>
            </a:lvl9pPr>
          </a:lstStyle>
          <a:p>
            <a:endParaRPr/>
          </a:p>
        </p:txBody>
      </p:sp>
    </p:spTree>
    <p:extLst>
      <p:ext uri="{BB962C8B-B14F-4D97-AF65-F5344CB8AC3E}">
        <p14:creationId xmlns:p14="http://schemas.microsoft.com/office/powerpoint/2010/main" val="61538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A_Introduction_Slide_1" type="title">
  <p:cSld name="SA_Introduction_Slide_1">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842900" y="1227500"/>
            <a:ext cx="102396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11" name="Google Shape;11;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2" name="Google Shape;12;p2"/>
          <p:cNvSpPr txBox="1">
            <a:spLocks noGrp="1"/>
          </p:cNvSpPr>
          <p:nvPr>
            <p:ph type="body" idx="1"/>
          </p:nvPr>
        </p:nvSpPr>
        <p:spPr>
          <a:xfrm>
            <a:off x="842900" y="2289801"/>
            <a:ext cx="6742400" cy="491323"/>
          </a:xfrm>
          <a:prstGeom prst="rect">
            <a:avLst/>
          </a:prstGeom>
        </p:spPr>
        <p:txBody>
          <a:bodyPr spcFirstLastPara="1" wrap="square" lIns="91425" tIns="91425" rIns="91425" bIns="91425" anchor="t" anchorCtr="0">
            <a:spAutoFit/>
          </a:bodyPr>
          <a:lstStyle>
            <a:lvl1pPr marL="609585" lvl="0" indent="-414856" rtl="0">
              <a:spcBef>
                <a:spcPts val="0"/>
              </a:spcBef>
              <a:spcAft>
                <a:spcPts val="0"/>
              </a:spcAft>
              <a:buSzPts val="1300"/>
              <a:buChar char="●"/>
              <a:defRPr sz="1733">
                <a:latin typeface="Arial" panose="020B0604020202020204" pitchFamily="34" charset="0"/>
                <a:cs typeface="Arial" panose="020B0604020202020204" pitchFamily="34" charset="0"/>
              </a:defRPr>
            </a:lvl1pPr>
            <a:lvl2pPr marL="1219170" lvl="1" indent="-406390" rtl="0">
              <a:spcBef>
                <a:spcPts val="0"/>
              </a:spcBef>
              <a:spcAft>
                <a:spcPts val="0"/>
              </a:spcAft>
              <a:buSzPts val="1200"/>
              <a:buChar char="○"/>
              <a:defRPr sz="1600"/>
            </a:lvl2pPr>
            <a:lvl3pPr marL="1828754" lvl="2" indent="-406390" rtl="0">
              <a:spcBef>
                <a:spcPts val="0"/>
              </a:spcBef>
              <a:spcAft>
                <a:spcPts val="0"/>
              </a:spcAft>
              <a:buSzPts val="1200"/>
              <a:buChar char="■"/>
              <a:defRPr sz="1600"/>
            </a:lvl3pPr>
            <a:lvl4pPr marL="2438339" lvl="3" indent="-406390" rtl="0">
              <a:spcBef>
                <a:spcPts val="0"/>
              </a:spcBef>
              <a:spcAft>
                <a:spcPts val="0"/>
              </a:spcAft>
              <a:buSzPts val="1200"/>
              <a:buChar char="●"/>
              <a:defRPr sz="1600"/>
            </a:lvl4pPr>
            <a:lvl5pPr marL="3047924" lvl="4" indent="-406390" rtl="0">
              <a:spcBef>
                <a:spcPts val="0"/>
              </a:spcBef>
              <a:spcAft>
                <a:spcPts val="0"/>
              </a:spcAft>
              <a:buSzPts val="1200"/>
              <a:buChar char="○"/>
              <a:defRPr sz="1600"/>
            </a:lvl5pPr>
            <a:lvl6pPr marL="3657509" lvl="5" indent="-406390" rtl="0">
              <a:spcBef>
                <a:spcPts val="0"/>
              </a:spcBef>
              <a:spcAft>
                <a:spcPts val="0"/>
              </a:spcAft>
              <a:buSzPts val="1200"/>
              <a:buChar char="■"/>
              <a:defRPr sz="1600"/>
            </a:lvl6pPr>
            <a:lvl7pPr marL="4267093" lvl="6" indent="-406390" rtl="0">
              <a:spcBef>
                <a:spcPts val="0"/>
              </a:spcBef>
              <a:spcAft>
                <a:spcPts val="0"/>
              </a:spcAft>
              <a:buSzPts val="1200"/>
              <a:buChar char="●"/>
              <a:defRPr sz="1600"/>
            </a:lvl7pPr>
            <a:lvl8pPr marL="4876678" lvl="7" indent="-406390" rtl="0">
              <a:spcBef>
                <a:spcPts val="0"/>
              </a:spcBef>
              <a:spcAft>
                <a:spcPts val="0"/>
              </a:spcAft>
              <a:buSzPts val="1200"/>
              <a:buChar char="○"/>
              <a:defRPr sz="1600"/>
            </a:lvl8pPr>
            <a:lvl9pPr marL="5486263" lvl="8" indent="-406390" rtl="0">
              <a:spcBef>
                <a:spcPts val="0"/>
              </a:spcBef>
              <a:spcAft>
                <a:spcPts val="0"/>
              </a:spcAft>
              <a:buSzPts val="1200"/>
              <a:buChar char="■"/>
              <a:defRPr sz="1600"/>
            </a:lvl9pPr>
          </a:lstStyle>
          <a:p>
            <a:endParaRPr dirty="0"/>
          </a:p>
        </p:txBody>
      </p:sp>
      <p:pic>
        <p:nvPicPr>
          <p:cNvPr id="13" name="Google Shape;13;p2"/>
          <p:cNvPicPr preferRelativeResize="0"/>
          <p:nvPr/>
        </p:nvPicPr>
        <p:blipFill rotWithShape="1">
          <a:blip r:embed="rId2">
            <a:alphaModFix/>
          </a:blip>
          <a:srcRect l="7871" r="4470"/>
          <a:stretch/>
        </p:blipFill>
        <p:spPr>
          <a:xfrm rot="5399995">
            <a:off x="6882636" y="1694649"/>
            <a:ext cx="6866432" cy="3468704"/>
          </a:xfrm>
          <a:prstGeom prst="rect">
            <a:avLst/>
          </a:prstGeom>
          <a:noFill/>
          <a:ln>
            <a:noFill/>
          </a:ln>
        </p:spPr>
      </p:pic>
    </p:spTree>
    <p:extLst>
      <p:ext uri="{BB962C8B-B14F-4D97-AF65-F5344CB8AC3E}">
        <p14:creationId xmlns:p14="http://schemas.microsoft.com/office/powerpoint/2010/main" val="1938133990"/>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398">
          <p15:clr>
            <a:srgbClr val="E46962"/>
          </p15:clr>
        </p15:guide>
        <p15:guide id="4" orient="horz" pos="628">
          <p15:clr>
            <a:srgbClr val="E46962"/>
          </p15:clr>
        </p15:guide>
        <p15:guide id="5" pos="5362">
          <p15:clr>
            <a:srgbClr val="E46962"/>
          </p15:clr>
        </p15:guide>
        <p15:guide id="6" pos="458">
          <p15:clr>
            <a:srgbClr val="E46962"/>
          </p15:clr>
        </p15:guide>
        <p15:guide id="7" orient="horz" pos="1082">
          <p15:clr>
            <a:srgbClr val="E46962"/>
          </p15:clr>
        </p15:guide>
        <p15:guide id="8" orient="horz" pos="903">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A_Title_Body_1_no_image">
  <p:cSld name="SA_Title_Body_1_no_image">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22" name="Google Shape;22;p4"/>
          <p:cNvPicPr preferRelativeResize="0"/>
          <p:nvPr/>
        </p:nvPicPr>
        <p:blipFill>
          <a:blip r:embed="rId2">
            <a:alphaModFix/>
          </a:blip>
          <a:stretch>
            <a:fillRect/>
          </a:stretch>
        </p:blipFill>
        <p:spPr>
          <a:xfrm>
            <a:off x="8636601" y="3318500"/>
            <a:ext cx="3555401" cy="3539499"/>
          </a:xfrm>
          <a:prstGeom prst="rect">
            <a:avLst/>
          </a:prstGeom>
          <a:noFill/>
          <a:ln>
            <a:noFill/>
          </a:ln>
        </p:spPr>
      </p:pic>
      <p:sp>
        <p:nvSpPr>
          <p:cNvPr id="23" name="Google Shape;23;p4"/>
          <p:cNvSpPr txBox="1">
            <a:spLocks noGrp="1"/>
          </p:cNvSpPr>
          <p:nvPr>
            <p:ph type="title"/>
          </p:nvPr>
        </p:nvSpPr>
        <p:spPr>
          <a:xfrm>
            <a:off x="842900" y="1227500"/>
            <a:ext cx="86468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24" name="Google Shape;24;p4"/>
          <p:cNvSpPr txBox="1">
            <a:spLocks noGrp="1"/>
          </p:cNvSpPr>
          <p:nvPr>
            <p:ph type="subTitle" idx="1"/>
          </p:nvPr>
        </p:nvSpPr>
        <p:spPr>
          <a:xfrm>
            <a:off x="856933" y="2119201"/>
            <a:ext cx="86328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atin typeface="Arial" panose="020B0604020202020204" pitchFamily="34" charset="0"/>
                <a:cs typeface="Arial" panose="020B0604020202020204" pitchFamily="34" charset="0"/>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dirty="0"/>
          </a:p>
        </p:txBody>
      </p:sp>
    </p:spTree>
    <p:extLst>
      <p:ext uri="{BB962C8B-B14F-4D97-AF65-F5344CB8AC3E}">
        <p14:creationId xmlns:p14="http://schemas.microsoft.com/office/powerpoint/2010/main" val="1336740347"/>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891">
          <p15:clr>
            <a:srgbClr val="E46962"/>
          </p15:clr>
        </p15:guide>
        <p15:guide id="7" orient="horz" pos="1086">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A_Introduction_Slide_1" type="title">
  <p:cSld name="SA_Introduction_Slide_1">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842900" y="1227500"/>
            <a:ext cx="102396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11" name="Google Shape;11;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2" name="Google Shape;12;p2"/>
          <p:cNvSpPr txBox="1">
            <a:spLocks noGrp="1"/>
          </p:cNvSpPr>
          <p:nvPr>
            <p:ph type="body" idx="1"/>
          </p:nvPr>
        </p:nvSpPr>
        <p:spPr>
          <a:xfrm>
            <a:off x="842900" y="2289801"/>
            <a:ext cx="6742400" cy="491323"/>
          </a:xfrm>
          <a:prstGeom prst="rect">
            <a:avLst/>
          </a:prstGeom>
        </p:spPr>
        <p:txBody>
          <a:bodyPr spcFirstLastPara="1" wrap="square" lIns="91425" tIns="91425" rIns="91425" bIns="91425" anchor="t" anchorCtr="0">
            <a:spAutoFit/>
          </a:bodyPr>
          <a:lstStyle>
            <a:lvl1pPr marL="609585" lvl="0" indent="-414856" rtl="0">
              <a:spcBef>
                <a:spcPts val="0"/>
              </a:spcBef>
              <a:spcAft>
                <a:spcPts val="0"/>
              </a:spcAft>
              <a:buSzPts val="1300"/>
              <a:buChar char="●"/>
              <a:defRPr sz="1733">
                <a:latin typeface="Arial" panose="020B0604020202020204" pitchFamily="34" charset="0"/>
                <a:cs typeface="Arial" panose="020B0604020202020204" pitchFamily="34" charset="0"/>
              </a:defRPr>
            </a:lvl1pPr>
            <a:lvl2pPr marL="1219170" lvl="1" indent="-406390" rtl="0">
              <a:spcBef>
                <a:spcPts val="0"/>
              </a:spcBef>
              <a:spcAft>
                <a:spcPts val="0"/>
              </a:spcAft>
              <a:buSzPts val="1200"/>
              <a:buChar char="○"/>
              <a:defRPr sz="1600"/>
            </a:lvl2pPr>
            <a:lvl3pPr marL="1828754" lvl="2" indent="-406390" rtl="0">
              <a:spcBef>
                <a:spcPts val="0"/>
              </a:spcBef>
              <a:spcAft>
                <a:spcPts val="0"/>
              </a:spcAft>
              <a:buSzPts val="1200"/>
              <a:buChar char="■"/>
              <a:defRPr sz="1600"/>
            </a:lvl3pPr>
            <a:lvl4pPr marL="2438339" lvl="3" indent="-406390" rtl="0">
              <a:spcBef>
                <a:spcPts val="0"/>
              </a:spcBef>
              <a:spcAft>
                <a:spcPts val="0"/>
              </a:spcAft>
              <a:buSzPts val="1200"/>
              <a:buChar char="●"/>
              <a:defRPr sz="1600"/>
            </a:lvl4pPr>
            <a:lvl5pPr marL="3047924" lvl="4" indent="-406390" rtl="0">
              <a:spcBef>
                <a:spcPts val="0"/>
              </a:spcBef>
              <a:spcAft>
                <a:spcPts val="0"/>
              </a:spcAft>
              <a:buSzPts val="1200"/>
              <a:buChar char="○"/>
              <a:defRPr sz="1600"/>
            </a:lvl5pPr>
            <a:lvl6pPr marL="3657509" lvl="5" indent="-406390" rtl="0">
              <a:spcBef>
                <a:spcPts val="0"/>
              </a:spcBef>
              <a:spcAft>
                <a:spcPts val="0"/>
              </a:spcAft>
              <a:buSzPts val="1200"/>
              <a:buChar char="■"/>
              <a:defRPr sz="1600"/>
            </a:lvl6pPr>
            <a:lvl7pPr marL="4267093" lvl="6" indent="-406390" rtl="0">
              <a:spcBef>
                <a:spcPts val="0"/>
              </a:spcBef>
              <a:spcAft>
                <a:spcPts val="0"/>
              </a:spcAft>
              <a:buSzPts val="1200"/>
              <a:buChar char="●"/>
              <a:defRPr sz="1600"/>
            </a:lvl7pPr>
            <a:lvl8pPr marL="4876678" lvl="7" indent="-406390" rtl="0">
              <a:spcBef>
                <a:spcPts val="0"/>
              </a:spcBef>
              <a:spcAft>
                <a:spcPts val="0"/>
              </a:spcAft>
              <a:buSzPts val="1200"/>
              <a:buChar char="○"/>
              <a:defRPr sz="1600"/>
            </a:lvl8pPr>
            <a:lvl9pPr marL="5486263" lvl="8" indent="-406390" rtl="0">
              <a:spcBef>
                <a:spcPts val="0"/>
              </a:spcBef>
              <a:spcAft>
                <a:spcPts val="0"/>
              </a:spcAft>
              <a:buSzPts val="1200"/>
              <a:buChar char="■"/>
              <a:defRPr sz="1600"/>
            </a:lvl9pPr>
          </a:lstStyle>
          <a:p>
            <a:endParaRPr dirty="0"/>
          </a:p>
        </p:txBody>
      </p:sp>
      <p:pic>
        <p:nvPicPr>
          <p:cNvPr id="13" name="Google Shape;13;p2"/>
          <p:cNvPicPr preferRelativeResize="0"/>
          <p:nvPr/>
        </p:nvPicPr>
        <p:blipFill rotWithShape="1">
          <a:blip r:embed="rId2">
            <a:alphaModFix/>
          </a:blip>
          <a:srcRect l="7871" r="4470"/>
          <a:stretch/>
        </p:blipFill>
        <p:spPr>
          <a:xfrm rot="5399995">
            <a:off x="6882636" y="1694649"/>
            <a:ext cx="6866432" cy="3468704"/>
          </a:xfrm>
          <a:prstGeom prst="rect">
            <a:avLst/>
          </a:prstGeom>
          <a:noFill/>
          <a:ln>
            <a:noFill/>
          </a:ln>
        </p:spPr>
      </p:pic>
    </p:spTree>
    <p:extLst>
      <p:ext uri="{BB962C8B-B14F-4D97-AF65-F5344CB8AC3E}">
        <p14:creationId xmlns:p14="http://schemas.microsoft.com/office/powerpoint/2010/main" val="1494649388"/>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398">
          <p15:clr>
            <a:srgbClr val="E46962"/>
          </p15:clr>
        </p15:guide>
        <p15:guide id="4" orient="horz" pos="628">
          <p15:clr>
            <a:srgbClr val="E46962"/>
          </p15:clr>
        </p15:guide>
        <p15:guide id="5" pos="5362">
          <p15:clr>
            <a:srgbClr val="E46962"/>
          </p15:clr>
        </p15:guide>
        <p15:guide id="6" pos="458">
          <p15:clr>
            <a:srgbClr val="E46962"/>
          </p15:clr>
        </p15:guide>
        <p15:guide id="7" orient="horz" pos="1082">
          <p15:clr>
            <a:srgbClr val="E46962"/>
          </p15:clr>
        </p15:guide>
        <p15:guide id="8" orient="horz" pos="903">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A_Title_Body_1">
  <p:cSld name="SA_Title_Body_1">
    <p:spTree>
      <p:nvGrpSpPr>
        <p:cNvPr id="1" name="Shape 14"/>
        <p:cNvGrpSpPr/>
        <p:nvPr/>
      </p:nvGrpSpPr>
      <p:grpSpPr>
        <a:xfrm>
          <a:off x="0" y="0"/>
          <a:ext cx="0" cy="0"/>
          <a:chOff x="0" y="0"/>
          <a:chExt cx="0" cy="0"/>
        </a:xfrm>
      </p:grpSpPr>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16" name="Google Shape;16;p3"/>
          <p:cNvPicPr preferRelativeResize="0"/>
          <p:nvPr/>
        </p:nvPicPr>
        <p:blipFill>
          <a:blip r:embed="rId2">
            <a:alphaModFix/>
          </a:blip>
          <a:stretch>
            <a:fillRect/>
          </a:stretch>
        </p:blipFill>
        <p:spPr>
          <a:xfrm>
            <a:off x="7865433" y="2550801"/>
            <a:ext cx="4326568" cy="4307199"/>
          </a:xfrm>
          <a:prstGeom prst="rect">
            <a:avLst/>
          </a:prstGeom>
          <a:noFill/>
          <a:ln>
            <a:noFill/>
          </a:ln>
        </p:spPr>
      </p:pic>
      <p:sp>
        <p:nvSpPr>
          <p:cNvPr id="17" name="Google Shape;17;p3"/>
          <p:cNvSpPr>
            <a:spLocks noGrp="1"/>
          </p:cNvSpPr>
          <p:nvPr>
            <p:ph type="pic" idx="2"/>
          </p:nvPr>
        </p:nvSpPr>
        <p:spPr>
          <a:xfrm>
            <a:off x="7790767" y="843067"/>
            <a:ext cx="3486800" cy="458816"/>
          </a:xfrm>
          <a:prstGeom prst="roundRect">
            <a:avLst>
              <a:gd name="adj" fmla="val 16667"/>
            </a:avLst>
          </a:prstGeom>
          <a:noFill/>
          <a:ln>
            <a:noFill/>
          </a:ln>
        </p:spPr>
        <p:txBody>
          <a:bodyPr/>
          <a:lstStyle>
            <a:lvl1pPr>
              <a:defRPr>
                <a:latin typeface="Arial" panose="020B0604020202020204" pitchFamily="34" charset="0"/>
                <a:cs typeface="Arial" panose="020B0604020202020204" pitchFamily="34" charset="0"/>
              </a:defRPr>
            </a:lvl1pPr>
          </a:lstStyle>
          <a:p>
            <a:endParaRPr lang="en-AM" dirty="0"/>
          </a:p>
        </p:txBody>
      </p:sp>
      <p:sp>
        <p:nvSpPr>
          <p:cNvPr id="18" name="Google Shape;18;p3"/>
          <p:cNvSpPr txBox="1">
            <a:spLocks noGrp="1"/>
          </p:cNvSpPr>
          <p:nvPr>
            <p:ph type="title"/>
          </p:nvPr>
        </p:nvSpPr>
        <p:spPr>
          <a:xfrm>
            <a:off x="842900" y="1227500"/>
            <a:ext cx="67280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19" name="Google Shape;19;p3"/>
          <p:cNvSpPr txBox="1">
            <a:spLocks noGrp="1"/>
          </p:cNvSpPr>
          <p:nvPr>
            <p:ph type="subTitle" idx="1"/>
          </p:nvPr>
        </p:nvSpPr>
        <p:spPr>
          <a:xfrm>
            <a:off x="856933" y="2298301"/>
            <a:ext cx="48068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atin typeface="Arial" panose="020B0604020202020204" pitchFamily="34" charset="0"/>
                <a:cs typeface="Arial" panose="020B0604020202020204" pitchFamily="34" charset="0"/>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dirty="0"/>
          </a:p>
        </p:txBody>
      </p:sp>
    </p:spTree>
    <p:extLst>
      <p:ext uri="{BB962C8B-B14F-4D97-AF65-F5344CB8AC3E}">
        <p14:creationId xmlns:p14="http://schemas.microsoft.com/office/powerpoint/2010/main" val="2740221938"/>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891">
          <p15:clr>
            <a:srgbClr val="E46962"/>
          </p15:clr>
        </p15:guide>
        <p15:guide id="7" orient="horz" pos="1086">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A_Outro_1">
  <p:cSld name="SA_Outro_1">
    <p:spTree>
      <p:nvGrpSpPr>
        <p:cNvPr id="1" name="Shape 41"/>
        <p:cNvGrpSpPr/>
        <p:nvPr/>
      </p:nvGrpSpPr>
      <p:grpSpPr>
        <a:xfrm>
          <a:off x="0" y="0"/>
          <a:ext cx="0" cy="0"/>
          <a:chOff x="0" y="0"/>
          <a:chExt cx="0" cy="0"/>
        </a:xfrm>
      </p:grpSpPr>
      <p:sp>
        <p:nvSpPr>
          <p:cNvPr id="42" name="Google Shape;42;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43" name="Google Shape;43;p7"/>
          <p:cNvSpPr txBox="1">
            <a:spLocks noGrp="1"/>
          </p:cNvSpPr>
          <p:nvPr>
            <p:ph type="title"/>
          </p:nvPr>
        </p:nvSpPr>
        <p:spPr>
          <a:xfrm>
            <a:off x="707200" y="3121238"/>
            <a:ext cx="10777600" cy="615523"/>
          </a:xfrm>
          <a:prstGeom prst="rect">
            <a:avLst/>
          </a:prstGeom>
        </p:spPr>
        <p:txBody>
          <a:bodyPr spcFirstLastPara="1" wrap="square" lIns="91425" tIns="91425" rIns="91425" bIns="91425" anchor="ctr" anchorCtr="0">
            <a:spAutoFit/>
          </a:bodyPr>
          <a:lstStyle>
            <a:lvl1pPr lvl="0" algn="ctr" rtl="0">
              <a:spcBef>
                <a:spcPts val="0"/>
              </a:spcBef>
              <a:spcAft>
                <a:spcPts val="0"/>
              </a:spcAft>
              <a:buSzPts val="2800"/>
              <a:buNone/>
              <a:defRPr/>
            </a:lvl1pPr>
            <a:lvl2pPr lvl="1" algn="ctr" rtl="0">
              <a:spcBef>
                <a:spcPts val="0"/>
              </a:spcBef>
              <a:spcAft>
                <a:spcPts val="0"/>
              </a:spcAft>
              <a:buSzPts val="2800"/>
              <a:buNone/>
              <a:defRPr>
                <a:latin typeface="Poppins"/>
                <a:ea typeface="Poppins"/>
                <a:cs typeface="Poppins"/>
                <a:sym typeface="Poppins"/>
              </a:defRPr>
            </a:lvl2pPr>
            <a:lvl3pPr lvl="2" algn="ctr" rtl="0">
              <a:spcBef>
                <a:spcPts val="0"/>
              </a:spcBef>
              <a:spcAft>
                <a:spcPts val="0"/>
              </a:spcAft>
              <a:buSzPts val="2800"/>
              <a:buNone/>
              <a:defRPr>
                <a:latin typeface="Poppins"/>
                <a:ea typeface="Poppins"/>
                <a:cs typeface="Poppins"/>
                <a:sym typeface="Poppins"/>
              </a:defRPr>
            </a:lvl3pPr>
            <a:lvl4pPr lvl="3" algn="ctr" rtl="0">
              <a:spcBef>
                <a:spcPts val="0"/>
              </a:spcBef>
              <a:spcAft>
                <a:spcPts val="0"/>
              </a:spcAft>
              <a:buSzPts val="2800"/>
              <a:buNone/>
              <a:defRPr>
                <a:latin typeface="Poppins"/>
                <a:ea typeface="Poppins"/>
                <a:cs typeface="Poppins"/>
                <a:sym typeface="Poppins"/>
              </a:defRPr>
            </a:lvl4pPr>
            <a:lvl5pPr lvl="4" algn="ctr" rtl="0">
              <a:spcBef>
                <a:spcPts val="0"/>
              </a:spcBef>
              <a:spcAft>
                <a:spcPts val="0"/>
              </a:spcAft>
              <a:buSzPts val="2800"/>
              <a:buNone/>
              <a:defRPr>
                <a:latin typeface="Poppins"/>
                <a:ea typeface="Poppins"/>
                <a:cs typeface="Poppins"/>
                <a:sym typeface="Poppins"/>
              </a:defRPr>
            </a:lvl5pPr>
            <a:lvl6pPr lvl="5" algn="ctr" rtl="0">
              <a:spcBef>
                <a:spcPts val="0"/>
              </a:spcBef>
              <a:spcAft>
                <a:spcPts val="0"/>
              </a:spcAft>
              <a:buSzPts val="2800"/>
              <a:buNone/>
              <a:defRPr>
                <a:latin typeface="Poppins"/>
                <a:ea typeface="Poppins"/>
                <a:cs typeface="Poppins"/>
                <a:sym typeface="Poppins"/>
              </a:defRPr>
            </a:lvl6pPr>
            <a:lvl7pPr lvl="6" algn="ctr" rtl="0">
              <a:spcBef>
                <a:spcPts val="0"/>
              </a:spcBef>
              <a:spcAft>
                <a:spcPts val="0"/>
              </a:spcAft>
              <a:buSzPts val="2800"/>
              <a:buNone/>
              <a:defRPr>
                <a:latin typeface="Poppins"/>
                <a:ea typeface="Poppins"/>
                <a:cs typeface="Poppins"/>
                <a:sym typeface="Poppins"/>
              </a:defRPr>
            </a:lvl7pPr>
            <a:lvl8pPr lvl="7" algn="ctr" rtl="0">
              <a:spcBef>
                <a:spcPts val="0"/>
              </a:spcBef>
              <a:spcAft>
                <a:spcPts val="0"/>
              </a:spcAft>
              <a:buSzPts val="2800"/>
              <a:buNone/>
              <a:defRPr>
                <a:latin typeface="Poppins"/>
                <a:ea typeface="Poppins"/>
                <a:cs typeface="Poppins"/>
                <a:sym typeface="Poppins"/>
              </a:defRPr>
            </a:lvl8pPr>
            <a:lvl9pPr lvl="8" algn="ctr"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1695449218"/>
      </p:ext>
    </p:extLst>
  </p:cSld>
  <p:clrMapOvr>
    <a:masterClrMapping/>
  </p:clrMapOvr>
  <p:extLst>
    <p:ext uri="{DCECCB84-F9BA-43D5-87BE-67443E8EF086}">
      <p15:sldGuideLst xmlns:p15="http://schemas.microsoft.com/office/powerpoint/2012/main">
        <p15:guide id="1" orient="horz" pos="1620">
          <p15:clr>
            <a:srgbClr val="E46962"/>
          </p15:clr>
        </p15:guide>
        <p15:guide id="2" pos="3240">
          <p15:clr>
            <a:srgbClr val="E46962"/>
          </p15:clr>
        </p15:guide>
        <p15:guide id="3" pos="405">
          <p15:clr>
            <a:srgbClr val="E46962"/>
          </p15:clr>
        </p15:guide>
        <p15:guide id="4" orient="horz" pos="628">
          <p15:clr>
            <a:srgbClr val="E46962"/>
          </p15:clr>
        </p15:guide>
        <p15:guide id="5" pos="5328">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4"/>
        <p:cNvGrpSpPr/>
        <p:nvPr/>
      </p:nvGrpSpPr>
      <p:grpSpPr>
        <a:xfrm>
          <a:off x="0" y="0"/>
          <a:ext cx="0" cy="0"/>
          <a:chOff x="0" y="0"/>
          <a:chExt cx="0" cy="0"/>
        </a:xfrm>
      </p:grpSpPr>
    </p:spTree>
    <p:extLst>
      <p:ext uri="{BB962C8B-B14F-4D97-AF65-F5344CB8AC3E}">
        <p14:creationId xmlns:p14="http://schemas.microsoft.com/office/powerpoint/2010/main" val="29965798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45"/>
        <p:cNvGrpSpPr/>
        <p:nvPr/>
      </p:nvGrpSpPr>
      <p:grpSpPr>
        <a:xfrm>
          <a:off x="0" y="0"/>
          <a:ext cx="0" cy="0"/>
          <a:chOff x="0" y="0"/>
          <a:chExt cx="0" cy="0"/>
        </a:xfrm>
      </p:grpSpPr>
      <p:sp>
        <p:nvSpPr>
          <p:cNvPr id="46" name="Google Shape;46;p9"/>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69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47" name="Google Shape;47;p9"/>
          <p:cNvSpPr txBox="1">
            <a:spLocks noGrp="1"/>
          </p:cNvSpPr>
          <p:nvPr>
            <p:ph type="subTitle" idx="1"/>
          </p:nvPr>
        </p:nvSpPr>
        <p:spPr>
          <a:xfrm>
            <a:off x="415600" y="3778833"/>
            <a:ext cx="11360800" cy="759088"/>
          </a:xfrm>
          <a:prstGeom prst="rect">
            <a:avLst/>
          </a:prstGeom>
        </p:spPr>
        <p:txBody>
          <a:bodyPr spcFirstLastPara="1" wrap="square" lIns="91425" tIns="91425" rIns="91425" bIns="91425" anchor="t" anchorCtr="0">
            <a:spAutoFit/>
          </a:bodyPr>
          <a:lstStyle>
            <a:lvl1pPr lvl="0" algn="ctr" rtl="0">
              <a:lnSpc>
                <a:spcPct val="100000"/>
              </a:lnSpc>
              <a:spcBef>
                <a:spcPts val="0"/>
              </a:spcBef>
              <a:spcAft>
                <a:spcPts val="0"/>
              </a:spcAft>
              <a:buSzPts val="2800"/>
              <a:buNone/>
              <a:defRPr sz="3733"/>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48" name="Google Shape;48;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060965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838200" y="365125"/>
            <a:ext cx="10515600" cy="13256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1" name="Google Shape;51;p10"/>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467"/>
            </a:lvl1pPr>
            <a:lvl2pPr lvl="1" algn="l" rtl="0">
              <a:spcBef>
                <a:spcPts val="0"/>
              </a:spcBef>
              <a:spcAft>
                <a:spcPts val="0"/>
              </a:spcAft>
              <a:buSzPts val="1100"/>
              <a:buNone/>
              <a:defRPr sz="1467"/>
            </a:lvl2pPr>
            <a:lvl3pPr lvl="2" algn="l" rtl="0">
              <a:spcBef>
                <a:spcPts val="0"/>
              </a:spcBef>
              <a:spcAft>
                <a:spcPts val="0"/>
              </a:spcAft>
              <a:buSzPts val="1100"/>
              <a:buNone/>
              <a:defRPr sz="1467"/>
            </a:lvl3pPr>
            <a:lvl4pPr lvl="3" algn="l" rtl="0">
              <a:spcBef>
                <a:spcPts val="0"/>
              </a:spcBef>
              <a:spcAft>
                <a:spcPts val="0"/>
              </a:spcAft>
              <a:buSzPts val="1100"/>
              <a:buNone/>
              <a:defRPr sz="1467"/>
            </a:lvl4pPr>
            <a:lvl5pPr lvl="4" algn="l" rtl="0">
              <a:spcBef>
                <a:spcPts val="0"/>
              </a:spcBef>
              <a:spcAft>
                <a:spcPts val="0"/>
              </a:spcAft>
              <a:buSzPts val="1100"/>
              <a:buNone/>
              <a:defRPr sz="1467"/>
            </a:lvl5pPr>
            <a:lvl6pPr lvl="5" algn="l" rtl="0">
              <a:spcBef>
                <a:spcPts val="0"/>
              </a:spcBef>
              <a:spcAft>
                <a:spcPts val="0"/>
              </a:spcAft>
              <a:buSzPts val="1100"/>
              <a:buNone/>
              <a:defRPr sz="1467"/>
            </a:lvl6pPr>
            <a:lvl7pPr lvl="6" algn="l" rtl="0">
              <a:spcBef>
                <a:spcPts val="0"/>
              </a:spcBef>
              <a:spcAft>
                <a:spcPts val="0"/>
              </a:spcAft>
              <a:buSzPts val="1100"/>
              <a:buNone/>
              <a:defRPr sz="1467"/>
            </a:lvl7pPr>
            <a:lvl8pPr lvl="7" algn="l" rtl="0">
              <a:spcBef>
                <a:spcPts val="0"/>
              </a:spcBef>
              <a:spcAft>
                <a:spcPts val="0"/>
              </a:spcAft>
              <a:buSzPts val="1100"/>
              <a:buNone/>
              <a:defRPr sz="1467"/>
            </a:lvl8pPr>
            <a:lvl9pPr lvl="8" algn="l" rtl="0">
              <a:spcBef>
                <a:spcPts val="0"/>
              </a:spcBef>
              <a:spcAft>
                <a:spcPts val="0"/>
              </a:spcAft>
              <a:buSzPts val="1100"/>
              <a:buNone/>
              <a:defRPr sz="1467"/>
            </a:lvl9pPr>
          </a:lstStyle>
          <a:p>
            <a:endParaRPr/>
          </a:p>
        </p:txBody>
      </p:sp>
      <p:sp>
        <p:nvSpPr>
          <p:cNvPr id="52" name="Google Shape;52;p10"/>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467"/>
            </a:lvl1pPr>
            <a:lvl2pPr lvl="1" algn="l" rtl="0">
              <a:spcBef>
                <a:spcPts val="0"/>
              </a:spcBef>
              <a:spcAft>
                <a:spcPts val="0"/>
              </a:spcAft>
              <a:buSzPts val="1100"/>
              <a:buNone/>
              <a:defRPr sz="1467"/>
            </a:lvl2pPr>
            <a:lvl3pPr lvl="2" algn="l" rtl="0">
              <a:spcBef>
                <a:spcPts val="0"/>
              </a:spcBef>
              <a:spcAft>
                <a:spcPts val="0"/>
              </a:spcAft>
              <a:buSzPts val="1100"/>
              <a:buNone/>
              <a:defRPr sz="1467"/>
            </a:lvl3pPr>
            <a:lvl4pPr lvl="3" algn="l" rtl="0">
              <a:spcBef>
                <a:spcPts val="0"/>
              </a:spcBef>
              <a:spcAft>
                <a:spcPts val="0"/>
              </a:spcAft>
              <a:buSzPts val="1100"/>
              <a:buNone/>
              <a:defRPr sz="1467"/>
            </a:lvl4pPr>
            <a:lvl5pPr lvl="4" algn="l" rtl="0">
              <a:spcBef>
                <a:spcPts val="0"/>
              </a:spcBef>
              <a:spcAft>
                <a:spcPts val="0"/>
              </a:spcAft>
              <a:buSzPts val="1100"/>
              <a:buNone/>
              <a:defRPr sz="1467"/>
            </a:lvl5pPr>
            <a:lvl6pPr lvl="5" algn="l" rtl="0">
              <a:spcBef>
                <a:spcPts val="0"/>
              </a:spcBef>
              <a:spcAft>
                <a:spcPts val="0"/>
              </a:spcAft>
              <a:buSzPts val="1100"/>
              <a:buNone/>
              <a:defRPr sz="1467"/>
            </a:lvl6pPr>
            <a:lvl7pPr lvl="6" algn="l" rtl="0">
              <a:spcBef>
                <a:spcPts val="0"/>
              </a:spcBef>
              <a:spcAft>
                <a:spcPts val="0"/>
              </a:spcAft>
              <a:buSzPts val="1100"/>
              <a:buNone/>
              <a:defRPr sz="1467"/>
            </a:lvl7pPr>
            <a:lvl8pPr lvl="7" algn="l" rtl="0">
              <a:spcBef>
                <a:spcPts val="0"/>
              </a:spcBef>
              <a:spcAft>
                <a:spcPts val="0"/>
              </a:spcAft>
              <a:buSzPts val="1100"/>
              <a:buNone/>
              <a:defRPr sz="1467"/>
            </a:lvl8pPr>
            <a:lvl9pPr lvl="8" algn="l" rtl="0">
              <a:spcBef>
                <a:spcPts val="0"/>
              </a:spcBef>
              <a:spcAft>
                <a:spcPts val="0"/>
              </a:spcAft>
              <a:buSzPts val="1100"/>
              <a:buNone/>
              <a:defRPr sz="1467"/>
            </a:lvl9pPr>
          </a:lstStyle>
          <a:p>
            <a:endParaRPr/>
          </a:p>
        </p:txBody>
      </p:sp>
      <p:sp>
        <p:nvSpPr>
          <p:cNvPr id="53" name="Google Shape;53;p10"/>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038176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_3">
  <p:cSld name="TITLE_3">
    <p:spTree>
      <p:nvGrpSpPr>
        <p:cNvPr id="1" name="Shape 54"/>
        <p:cNvGrpSpPr/>
        <p:nvPr/>
      </p:nvGrpSpPr>
      <p:grpSpPr>
        <a:xfrm>
          <a:off x="0" y="0"/>
          <a:ext cx="0" cy="0"/>
          <a:chOff x="0" y="0"/>
          <a:chExt cx="0" cy="0"/>
        </a:xfrm>
      </p:grpSpPr>
      <p:sp>
        <p:nvSpPr>
          <p:cNvPr id="55" name="Google Shape;55;p11"/>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69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56" name="Google Shape;56;p11"/>
          <p:cNvSpPr txBox="1">
            <a:spLocks noGrp="1"/>
          </p:cNvSpPr>
          <p:nvPr>
            <p:ph type="subTitle" idx="1"/>
          </p:nvPr>
        </p:nvSpPr>
        <p:spPr>
          <a:xfrm>
            <a:off x="415600" y="3778833"/>
            <a:ext cx="11360800" cy="759088"/>
          </a:xfrm>
          <a:prstGeom prst="rect">
            <a:avLst/>
          </a:prstGeom>
        </p:spPr>
        <p:txBody>
          <a:bodyPr spcFirstLastPara="1" wrap="square" lIns="91425" tIns="91425" rIns="91425" bIns="91425" anchor="t" anchorCtr="0">
            <a:spAutoFit/>
          </a:bodyPr>
          <a:lstStyle>
            <a:lvl1pPr lvl="0" algn="ctr" rtl="0">
              <a:lnSpc>
                <a:spcPct val="100000"/>
              </a:lnSpc>
              <a:spcBef>
                <a:spcPts val="0"/>
              </a:spcBef>
              <a:spcAft>
                <a:spcPts val="0"/>
              </a:spcAft>
              <a:buSzPts val="2800"/>
              <a:buNone/>
              <a:defRPr sz="3733"/>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57" name="Google Shape;5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674649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_4">
  <p:cSld name="TITLE_4">
    <p:spTree>
      <p:nvGrpSpPr>
        <p:cNvPr id="1" name="Shape 58"/>
        <p:cNvGrpSpPr/>
        <p:nvPr/>
      </p:nvGrpSpPr>
      <p:grpSpPr>
        <a:xfrm>
          <a:off x="0" y="0"/>
          <a:ext cx="0" cy="0"/>
          <a:chOff x="0" y="0"/>
          <a:chExt cx="0" cy="0"/>
        </a:xfrm>
      </p:grpSpPr>
      <p:sp>
        <p:nvSpPr>
          <p:cNvPr id="59" name="Google Shape;59;p12"/>
          <p:cNvSpPr txBox="1">
            <a:spLocks noGrp="1"/>
          </p:cNvSpPr>
          <p:nvPr>
            <p:ph type="ctrTitle"/>
          </p:nvPr>
        </p:nvSpPr>
        <p:spPr>
          <a:xfrm>
            <a:off x="5386767" y="2409633"/>
            <a:ext cx="5446000" cy="2564800"/>
          </a:xfrm>
          <a:prstGeom prst="rect">
            <a:avLst/>
          </a:prstGeom>
        </p:spPr>
        <p:txBody>
          <a:bodyPr spcFirstLastPara="1" wrap="square" lIns="91425" tIns="91425" rIns="91425" bIns="91425" anchor="t" anchorCtr="0">
            <a:normAutofit/>
          </a:bodyPr>
          <a:lstStyle>
            <a:lvl1pPr lvl="0" rtl="0">
              <a:lnSpc>
                <a:spcPct val="90000"/>
              </a:lnSpc>
              <a:spcBef>
                <a:spcPts val="0"/>
              </a:spcBef>
              <a:spcAft>
                <a:spcPts val="0"/>
              </a:spcAft>
              <a:buClr>
                <a:srgbClr val="191919"/>
              </a:buClr>
              <a:buSzPts val="5200"/>
              <a:buNone/>
              <a:defRPr sz="5867" b="1"/>
            </a:lvl1pPr>
            <a:lvl2pPr lvl="1" algn="ctr" rtl="0">
              <a:spcBef>
                <a:spcPts val="0"/>
              </a:spcBef>
              <a:spcAft>
                <a:spcPts val="0"/>
              </a:spcAft>
              <a:buClr>
                <a:srgbClr val="191919"/>
              </a:buClr>
              <a:buSzPts val="5200"/>
              <a:buNone/>
              <a:defRPr sz="6933">
                <a:solidFill>
                  <a:srgbClr val="191919"/>
                </a:solidFill>
              </a:defRPr>
            </a:lvl2pPr>
            <a:lvl3pPr lvl="2" algn="ctr" rtl="0">
              <a:spcBef>
                <a:spcPts val="0"/>
              </a:spcBef>
              <a:spcAft>
                <a:spcPts val="0"/>
              </a:spcAft>
              <a:buClr>
                <a:srgbClr val="191919"/>
              </a:buClr>
              <a:buSzPts val="5200"/>
              <a:buNone/>
              <a:defRPr sz="6933">
                <a:solidFill>
                  <a:srgbClr val="191919"/>
                </a:solidFill>
              </a:defRPr>
            </a:lvl3pPr>
            <a:lvl4pPr lvl="3" algn="ctr" rtl="0">
              <a:spcBef>
                <a:spcPts val="0"/>
              </a:spcBef>
              <a:spcAft>
                <a:spcPts val="0"/>
              </a:spcAft>
              <a:buClr>
                <a:srgbClr val="191919"/>
              </a:buClr>
              <a:buSzPts val="5200"/>
              <a:buNone/>
              <a:defRPr sz="6933">
                <a:solidFill>
                  <a:srgbClr val="191919"/>
                </a:solidFill>
              </a:defRPr>
            </a:lvl4pPr>
            <a:lvl5pPr lvl="4" algn="ctr" rtl="0">
              <a:spcBef>
                <a:spcPts val="0"/>
              </a:spcBef>
              <a:spcAft>
                <a:spcPts val="0"/>
              </a:spcAft>
              <a:buClr>
                <a:srgbClr val="191919"/>
              </a:buClr>
              <a:buSzPts val="5200"/>
              <a:buNone/>
              <a:defRPr sz="6933">
                <a:solidFill>
                  <a:srgbClr val="191919"/>
                </a:solidFill>
              </a:defRPr>
            </a:lvl5pPr>
            <a:lvl6pPr lvl="5" algn="ctr" rtl="0">
              <a:spcBef>
                <a:spcPts val="0"/>
              </a:spcBef>
              <a:spcAft>
                <a:spcPts val="0"/>
              </a:spcAft>
              <a:buClr>
                <a:srgbClr val="191919"/>
              </a:buClr>
              <a:buSzPts val="5200"/>
              <a:buNone/>
              <a:defRPr sz="6933">
                <a:solidFill>
                  <a:srgbClr val="191919"/>
                </a:solidFill>
              </a:defRPr>
            </a:lvl6pPr>
            <a:lvl7pPr lvl="6" algn="ctr" rtl="0">
              <a:spcBef>
                <a:spcPts val="0"/>
              </a:spcBef>
              <a:spcAft>
                <a:spcPts val="0"/>
              </a:spcAft>
              <a:buClr>
                <a:srgbClr val="191919"/>
              </a:buClr>
              <a:buSzPts val="5200"/>
              <a:buNone/>
              <a:defRPr sz="6933">
                <a:solidFill>
                  <a:srgbClr val="191919"/>
                </a:solidFill>
              </a:defRPr>
            </a:lvl7pPr>
            <a:lvl8pPr lvl="7" algn="ctr" rtl="0">
              <a:spcBef>
                <a:spcPts val="0"/>
              </a:spcBef>
              <a:spcAft>
                <a:spcPts val="0"/>
              </a:spcAft>
              <a:buClr>
                <a:srgbClr val="191919"/>
              </a:buClr>
              <a:buSzPts val="5200"/>
              <a:buNone/>
              <a:defRPr sz="6933">
                <a:solidFill>
                  <a:srgbClr val="191919"/>
                </a:solidFill>
              </a:defRPr>
            </a:lvl8pPr>
            <a:lvl9pPr lvl="8" algn="ctr" rtl="0">
              <a:spcBef>
                <a:spcPts val="0"/>
              </a:spcBef>
              <a:spcAft>
                <a:spcPts val="0"/>
              </a:spcAft>
              <a:buClr>
                <a:srgbClr val="191919"/>
              </a:buClr>
              <a:buSzPts val="5200"/>
              <a:buNone/>
              <a:defRPr sz="6933">
                <a:solidFill>
                  <a:srgbClr val="191919"/>
                </a:solidFill>
              </a:defRPr>
            </a:lvl9pPr>
          </a:lstStyle>
          <a:p>
            <a:endParaRPr/>
          </a:p>
        </p:txBody>
      </p:sp>
      <p:sp>
        <p:nvSpPr>
          <p:cNvPr id="60" name="Google Shape;60;p12"/>
          <p:cNvSpPr txBox="1">
            <a:spLocks noGrp="1"/>
          </p:cNvSpPr>
          <p:nvPr>
            <p:ph type="subTitle" idx="1"/>
          </p:nvPr>
        </p:nvSpPr>
        <p:spPr>
          <a:xfrm>
            <a:off x="5386767" y="5201000"/>
            <a:ext cx="6071200" cy="553968"/>
          </a:xfrm>
          <a:prstGeom prst="rect">
            <a:avLst/>
          </a:prstGeom>
          <a:ln>
            <a:noFill/>
          </a:ln>
        </p:spPr>
        <p:txBody>
          <a:bodyPr spcFirstLastPara="1" wrap="square" lIns="91425" tIns="91425" rIns="91425" bIns="91425" anchor="t" anchorCtr="0">
            <a:spAutoFit/>
          </a:bodyPr>
          <a:lstStyle>
            <a:lvl1pPr lvl="0" rtl="0">
              <a:lnSpc>
                <a:spcPct val="100000"/>
              </a:lnSpc>
              <a:spcBef>
                <a:spcPts val="0"/>
              </a:spcBef>
              <a:spcAft>
                <a:spcPts val="0"/>
              </a:spcAft>
              <a:buSzPts val="1300"/>
              <a:buNone/>
              <a:defRPr sz="2400"/>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endParaRPr/>
          </a:p>
        </p:txBody>
      </p:sp>
      <p:sp>
        <p:nvSpPr>
          <p:cNvPr id="61" name="Google Shape;61;p12"/>
          <p:cNvSpPr/>
          <p:nvPr/>
        </p:nvSpPr>
        <p:spPr>
          <a:xfrm>
            <a:off x="197833" y="198000"/>
            <a:ext cx="11826000" cy="6462000"/>
          </a:xfrm>
          <a:prstGeom prst="rect">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8545580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A_Title_Body_1_no_image">
  <p:cSld name="SA_Title_Body_1_no_image">
    <p:spTree>
      <p:nvGrpSpPr>
        <p:cNvPr id="1" name="Shape 87"/>
        <p:cNvGrpSpPr/>
        <p:nvPr/>
      </p:nvGrpSpPr>
      <p:grpSpPr>
        <a:xfrm>
          <a:off x="0" y="0"/>
          <a:ext cx="0" cy="0"/>
          <a:chOff x="0" y="0"/>
          <a:chExt cx="0" cy="0"/>
        </a:xfrm>
      </p:grpSpPr>
      <p:sp>
        <p:nvSpPr>
          <p:cNvPr id="88" name="Google Shape;88;p1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89" name="Google Shape;89;p18"/>
          <p:cNvSpPr txBox="1">
            <a:spLocks noGrp="1"/>
          </p:cNvSpPr>
          <p:nvPr>
            <p:ph type="subTitle" idx="1"/>
          </p:nvPr>
        </p:nvSpPr>
        <p:spPr>
          <a:xfrm>
            <a:off x="510767" y="2175300"/>
            <a:ext cx="10338000" cy="5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90" name="Google Shape;90;p18"/>
          <p:cNvSpPr txBox="1">
            <a:spLocks noGrp="1"/>
          </p:cNvSpPr>
          <p:nvPr>
            <p:ph type="title"/>
          </p:nvPr>
        </p:nvSpPr>
        <p:spPr>
          <a:xfrm>
            <a:off x="510767" y="1286728"/>
            <a:ext cx="1033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806344882"/>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08"/>
        <p:cNvGrpSpPr/>
        <p:nvPr/>
      </p:nvGrpSpPr>
      <p:grpSpPr>
        <a:xfrm>
          <a:off x="0" y="0"/>
          <a:ext cx="0" cy="0"/>
          <a:chOff x="0" y="0"/>
          <a:chExt cx="0" cy="0"/>
        </a:xfrm>
      </p:grpSpPr>
      <p:sp>
        <p:nvSpPr>
          <p:cNvPr id="209" name="Google Shape;209;p43"/>
          <p:cNvSpPr/>
          <p:nvPr/>
        </p:nvSpPr>
        <p:spPr>
          <a:xfrm rot="10800000" flipH="1">
            <a:off x="-1882109" y="-1543200"/>
            <a:ext cx="5915709" cy="4952456"/>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0" name="Google Shape;210;p43"/>
          <p:cNvSpPr/>
          <p:nvPr/>
        </p:nvSpPr>
        <p:spPr>
          <a:xfrm>
            <a:off x="1417100" y="4494000"/>
            <a:ext cx="1034144" cy="1350605"/>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1" name="Google Shape;211;p43"/>
          <p:cNvSpPr/>
          <p:nvPr/>
        </p:nvSpPr>
        <p:spPr>
          <a:xfrm>
            <a:off x="10140567" y="456233"/>
            <a:ext cx="2736800" cy="2736800"/>
          </a:xfrm>
          <a:prstGeom prst="ellips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12" name="Google Shape;212;p43"/>
          <p:cNvGrpSpPr/>
          <p:nvPr/>
        </p:nvGrpSpPr>
        <p:grpSpPr>
          <a:xfrm>
            <a:off x="8550104" y="-853426"/>
            <a:ext cx="2616643" cy="2604379"/>
            <a:chOff x="386328" y="2672681"/>
            <a:chExt cx="1962482" cy="1953284"/>
          </a:xfrm>
        </p:grpSpPr>
        <p:sp>
          <p:nvSpPr>
            <p:cNvPr id="213" name="Google Shape;213;p43"/>
            <p:cNvSpPr/>
            <p:nvPr/>
          </p:nvSpPr>
          <p:spPr>
            <a:xfrm>
              <a:off x="602590" y="3031586"/>
              <a:ext cx="2321" cy="2364"/>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 name="Google Shape;214;p43"/>
            <p:cNvSpPr/>
            <p:nvPr/>
          </p:nvSpPr>
          <p:spPr>
            <a:xfrm>
              <a:off x="386328" y="2672681"/>
              <a:ext cx="1962482" cy="1953284"/>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 name="Google Shape;215;p43"/>
            <p:cNvSpPr/>
            <p:nvPr/>
          </p:nvSpPr>
          <p:spPr>
            <a:xfrm>
              <a:off x="795817" y="2846396"/>
              <a:ext cx="10401" cy="808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 name="Google Shape;216;p43"/>
            <p:cNvSpPr/>
            <p:nvPr/>
          </p:nvSpPr>
          <p:spPr>
            <a:xfrm>
              <a:off x="906269" y="2679600"/>
              <a:ext cx="308321" cy="260014"/>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 name="Google Shape;217;p43"/>
            <p:cNvSpPr/>
            <p:nvPr/>
          </p:nvSpPr>
          <p:spPr>
            <a:xfrm>
              <a:off x="1314642" y="2672681"/>
              <a:ext cx="309481" cy="266933"/>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 name="Google Shape;218;p43"/>
            <p:cNvSpPr/>
            <p:nvPr/>
          </p:nvSpPr>
          <p:spPr>
            <a:xfrm>
              <a:off x="1724131" y="2785411"/>
              <a:ext cx="117372" cy="69065"/>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 name="Google Shape;219;p43"/>
            <p:cNvSpPr/>
            <p:nvPr/>
          </p:nvSpPr>
          <p:spPr>
            <a:xfrm>
              <a:off x="1874810" y="2808447"/>
              <a:ext cx="6962" cy="131167"/>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 name="Google Shape;220;p43"/>
            <p:cNvSpPr/>
            <p:nvPr/>
          </p:nvSpPr>
          <p:spPr>
            <a:xfrm>
              <a:off x="451868" y="3289279"/>
              <a:ext cx="2364" cy="4642"/>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 name="Google Shape;221;p43"/>
            <p:cNvSpPr/>
            <p:nvPr/>
          </p:nvSpPr>
          <p:spPr>
            <a:xfrm>
              <a:off x="516292" y="3153513"/>
              <a:ext cx="88620" cy="55269"/>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 name="Google Shape;222;p43"/>
            <p:cNvSpPr/>
            <p:nvPr/>
          </p:nvSpPr>
          <p:spPr>
            <a:xfrm>
              <a:off x="704963" y="2940732"/>
              <a:ext cx="308321" cy="353189"/>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 name="Google Shape;223;p43"/>
            <p:cNvSpPr/>
            <p:nvPr/>
          </p:nvSpPr>
          <p:spPr>
            <a:xfrm>
              <a:off x="1113335" y="2940732"/>
              <a:ext cx="309481" cy="35202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 name="Google Shape;224;p43"/>
            <p:cNvSpPr/>
            <p:nvPr/>
          </p:nvSpPr>
          <p:spPr>
            <a:xfrm>
              <a:off x="1522825" y="2940732"/>
              <a:ext cx="308321" cy="35202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 name="Google Shape;225;p43"/>
            <p:cNvSpPr/>
            <p:nvPr/>
          </p:nvSpPr>
          <p:spPr>
            <a:xfrm>
              <a:off x="1931197" y="2975243"/>
              <a:ext cx="308321" cy="317518"/>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 name="Google Shape;226;p43"/>
            <p:cNvSpPr/>
            <p:nvPr/>
          </p:nvSpPr>
          <p:spPr>
            <a:xfrm>
              <a:off x="389766" y="3559565"/>
              <a:ext cx="8080" cy="10401"/>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 name="Google Shape;227;p43"/>
            <p:cNvSpPr/>
            <p:nvPr/>
          </p:nvSpPr>
          <p:spPr>
            <a:xfrm>
              <a:off x="497897" y="3303075"/>
              <a:ext cx="308321" cy="35202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 name="Google Shape;228;p43"/>
            <p:cNvSpPr/>
            <p:nvPr/>
          </p:nvSpPr>
          <p:spPr>
            <a:xfrm>
              <a:off x="906269" y="3303075"/>
              <a:ext cx="308321" cy="35202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 name="Google Shape;229;p43"/>
            <p:cNvSpPr/>
            <p:nvPr/>
          </p:nvSpPr>
          <p:spPr>
            <a:xfrm>
              <a:off x="1314642" y="3303075"/>
              <a:ext cx="309481" cy="35202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 name="Google Shape;230;p43"/>
            <p:cNvSpPr/>
            <p:nvPr/>
          </p:nvSpPr>
          <p:spPr>
            <a:xfrm>
              <a:off x="1724131" y="3301915"/>
              <a:ext cx="308321" cy="353189"/>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 name="Google Shape;231;p43"/>
            <p:cNvSpPr/>
            <p:nvPr/>
          </p:nvSpPr>
          <p:spPr>
            <a:xfrm>
              <a:off x="2132503" y="3301915"/>
              <a:ext cx="207109" cy="353189"/>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 name="Google Shape;232;p43"/>
            <p:cNvSpPr/>
            <p:nvPr/>
          </p:nvSpPr>
          <p:spPr>
            <a:xfrm>
              <a:off x="395525" y="3644703"/>
              <a:ext cx="209386" cy="35202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 name="Google Shape;233;p43"/>
            <p:cNvSpPr/>
            <p:nvPr/>
          </p:nvSpPr>
          <p:spPr>
            <a:xfrm>
              <a:off x="704963" y="3644703"/>
              <a:ext cx="308321" cy="35202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 name="Google Shape;234;p43"/>
            <p:cNvSpPr/>
            <p:nvPr/>
          </p:nvSpPr>
          <p:spPr>
            <a:xfrm>
              <a:off x="1113335" y="3644703"/>
              <a:ext cx="309481" cy="35202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 name="Google Shape;235;p43"/>
            <p:cNvSpPr/>
            <p:nvPr/>
          </p:nvSpPr>
          <p:spPr>
            <a:xfrm>
              <a:off x="1522825" y="3644703"/>
              <a:ext cx="308321" cy="35202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 name="Google Shape;236;p43"/>
            <p:cNvSpPr/>
            <p:nvPr/>
          </p:nvSpPr>
          <p:spPr>
            <a:xfrm>
              <a:off x="1931197" y="3644703"/>
              <a:ext cx="308321" cy="35202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 name="Google Shape;237;p43"/>
            <p:cNvSpPr/>
            <p:nvPr/>
          </p:nvSpPr>
          <p:spPr>
            <a:xfrm>
              <a:off x="2339569" y="3728681"/>
              <a:ext cx="6919" cy="10401"/>
            </a:xfrm>
            <a:custGeom>
              <a:avLst/>
              <a:gdLst/>
              <a:ahLst/>
              <a:cxnLst/>
              <a:rect l="l" t="t" r="r" b="b"/>
              <a:pathLst>
                <a:path w="161" h="242" extrusionOk="0">
                  <a:moveTo>
                    <a:pt x="81" y="1"/>
                  </a:moveTo>
                  <a:lnTo>
                    <a:pt x="0" y="161"/>
                  </a:lnTo>
                  <a:lnTo>
                    <a:pt x="134" y="241"/>
                  </a:lnTo>
                  <a:cubicBezTo>
                    <a:pt x="134" y="161"/>
                    <a:pt x="134" y="108"/>
                    <a:pt x="161" y="27"/>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 name="Google Shape;238;p43"/>
            <p:cNvSpPr/>
            <p:nvPr/>
          </p:nvSpPr>
          <p:spPr>
            <a:xfrm>
              <a:off x="497897" y="4010528"/>
              <a:ext cx="308321" cy="314080"/>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 name="Google Shape;239;p43"/>
            <p:cNvSpPr/>
            <p:nvPr/>
          </p:nvSpPr>
          <p:spPr>
            <a:xfrm>
              <a:off x="906269" y="4010528"/>
              <a:ext cx="308321" cy="35202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 name="Google Shape;240;p43"/>
            <p:cNvSpPr/>
            <p:nvPr/>
          </p:nvSpPr>
          <p:spPr>
            <a:xfrm>
              <a:off x="1314642" y="4010528"/>
              <a:ext cx="309481" cy="35202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 name="Google Shape;241;p43"/>
            <p:cNvSpPr/>
            <p:nvPr/>
          </p:nvSpPr>
          <p:spPr>
            <a:xfrm>
              <a:off x="1724131" y="4010528"/>
              <a:ext cx="308321" cy="35202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 name="Google Shape;242;p43"/>
            <p:cNvSpPr/>
            <p:nvPr/>
          </p:nvSpPr>
          <p:spPr>
            <a:xfrm>
              <a:off x="2132503" y="4095623"/>
              <a:ext cx="84021" cy="52948"/>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 name="Google Shape;243;p43"/>
            <p:cNvSpPr/>
            <p:nvPr/>
          </p:nvSpPr>
          <p:spPr>
            <a:xfrm>
              <a:off x="890153" y="4437294"/>
              <a:ext cx="123131" cy="73663"/>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 name="Google Shape;244;p43"/>
            <p:cNvSpPr/>
            <p:nvPr/>
          </p:nvSpPr>
          <p:spPr>
            <a:xfrm>
              <a:off x="855642" y="4352156"/>
              <a:ext cx="6962" cy="139247"/>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 name="Google Shape;245;p43"/>
            <p:cNvSpPr/>
            <p:nvPr/>
          </p:nvSpPr>
          <p:spPr>
            <a:xfrm>
              <a:off x="1113335" y="4352156"/>
              <a:ext cx="309481" cy="273810"/>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6" name="Google Shape;246;p43"/>
            <p:cNvSpPr/>
            <p:nvPr/>
          </p:nvSpPr>
          <p:spPr>
            <a:xfrm>
              <a:off x="1522825" y="4352156"/>
              <a:ext cx="308321" cy="26577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 name="Google Shape;247;p43"/>
            <p:cNvSpPr/>
            <p:nvPr/>
          </p:nvSpPr>
          <p:spPr>
            <a:xfrm>
              <a:off x="1931197" y="4437294"/>
              <a:ext cx="13839" cy="10401"/>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48" name="Google Shape;248;p43"/>
          <p:cNvSpPr/>
          <p:nvPr/>
        </p:nvSpPr>
        <p:spPr>
          <a:xfrm>
            <a:off x="-166" y="6132567"/>
            <a:ext cx="12192428" cy="794067"/>
          </a:xfrm>
          <a:custGeom>
            <a:avLst/>
            <a:gdLst/>
            <a:ahLst/>
            <a:cxnLst/>
            <a:rect l="l" t="t" r="r" b="b"/>
            <a:pathLst>
              <a:path w="287196" h="23822" extrusionOk="0">
                <a:moveTo>
                  <a:pt x="1" y="0"/>
                </a:moveTo>
                <a:lnTo>
                  <a:pt x="1" y="23822"/>
                </a:lnTo>
                <a:lnTo>
                  <a:pt x="287196" y="23822"/>
                </a:lnTo>
                <a:lnTo>
                  <a:pt x="287196" y="0"/>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9" name="Google Shape;249;p43"/>
          <p:cNvSpPr txBox="1">
            <a:spLocks noGrp="1"/>
          </p:cNvSpPr>
          <p:nvPr>
            <p:ph type="ctrTitle"/>
          </p:nvPr>
        </p:nvSpPr>
        <p:spPr>
          <a:xfrm>
            <a:off x="1710792" y="1721000"/>
            <a:ext cx="8770400" cy="273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7333" b="1">
                <a:solidFill>
                  <a:srgbClr val="806860"/>
                </a:solidFill>
              </a:defRPr>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250" name="Google Shape;250;p43"/>
          <p:cNvSpPr txBox="1">
            <a:spLocks noGrp="1"/>
          </p:cNvSpPr>
          <p:nvPr>
            <p:ph type="subTitle" idx="1"/>
          </p:nvPr>
        </p:nvSpPr>
        <p:spPr>
          <a:xfrm>
            <a:off x="1710800" y="4526167"/>
            <a:ext cx="8770400" cy="61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000">
                <a:latin typeface="Manjari"/>
                <a:ea typeface="Manjari"/>
                <a:cs typeface="Manjari"/>
                <a:sym typeface="Manjari"/>
              </a:defRPr>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3742706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51"/>
        <p:cNvGrpSpPr/>
        <p:nvPr/>
      </p:nvGrpSpPr>
      <p:grpSpPr>
        <a:xfrm>
          <a:off x="0" y="0"/>
          <a:ext cx="0" cy="0"/>
          <a:chOff x="0" y="0"/>
          <a:chExt cx="0" cy="0"/>
        </a:xfrm>
      </p:grpSpPr>
      <p:sp>
        <p:nvSpPr>
          <p:cNvPr id="252" name="Google Shape;252;p44"/>
          <p:cNvSpPr/>
          <p:nvPr/>
        </p:nvSpPr>
        <p:spPr>
          <a:xfrm>
            <a:off x="8947111" y="1771992"/>
            <a:ext cx="3167200" cy="31672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3" name="Google Shape;253;p44"/>
          <p:cNvGrpSpPr/>
          <p:nvPr/>
        </p:nvGrpSpPr>
        <p:grpSpPr>
          <a:xfrm>
            <a:off x="8470192" y="810375"/>
            <a:ext cx="3027913" cy="3013779"/>
            <a:chOff x="6762468" y="1386456"/>
            <a:chExt cx="2270935" cy="2260334"/>
          </a:xfrm>
        </p:grpSpPr>
        <p:sp>
          <p:nvSpPr>
            <p:cNvPr id="254" name="Google Shape;254;p44"/>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5" name="Google Shape;255;p44"/>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6" name="Google Shape;256;p44"/>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7" name="Google Shape;257;p44"/>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8" name="Google Shape;258;p44"/>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9" name="Google Shape;259;p44"/>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0" name="Google Shape;260;p44"/>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1" name="Google Shape;261;p44"/>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2" name="Google Shape;262;p44"/>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3" name="Google Shape;263;p44"/>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4" name="Google Shape;264;p44"/>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5" name="Google Shape;265;p44"/>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6" name="Google Shape;266;p44"/>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7" name="Google Shape;267;p44"/>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8" name="Google Shape;268;p44"/>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9" name="Google Shape;269;p44"/>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0" name="Google Shape;270;p44"/>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1" name="Google Shape;271;p44"/>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2" name="Google Shape;272;p44"/>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3" name="Google Shape;273;p44"/>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4" name="Google Shape;274;p44"/>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5" name="Google Shape;275;p44"/>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6" name="Google Shape;276;p44"/>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7" name="Google Shape;277;p44"/>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8" name="Google Shape;278;p44"/>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9" name="Google Shape;279;p44"/>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0" name="Google Shape;280;p44"/>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1" name="Google Shape;281;p44"/>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2" name="Google Shape;282;p44"/>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3" name="Google Shape;283;p44"/>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4" name="Google Shape;284;p44"/>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5" name="Google Shape;285;p44"/>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6" name="Google Shape;286;p44"/>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87" name="Google Shape;287;p44"/>
          <p:cNvSpPr/>
          <p:nvPr/>
        </p:nvSpPr>
        <p:spPr>
          <a:xfrm rot="8100000">
            <a:off x="536166" y="-1247022"/>
            <a:ext cx="2585125" cy="44074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88" name="Google Shape;288;p44"/>
          <p:cNvSpPr/>
          <p:nvPr/>
        </p:nvSpPr>
        <p:spPr>
          <a:xfrm>
            <a:off x="855367" y="3926702"/>
            <a:ext cx="1946715" cy="2542436"/>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89" name="Google Shape;289;p44">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290" name="Google Shape;290;p44"/>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9718042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91"/>
        <p:cNvGrpSpPr/>
        <p:nvPr/>
      </p:nvGrpSpPr>
      <p:grpSpPr>
        <a:xfrm>
          <a:off x="0" y="0"/>
          <a:ext cx="0" cy="0"/>
          <a:chOff x="0" y="0"/>
          <a:chExt cx="0" cy="0"/>
        </a:xfrm>
      </p:grpSpPr>
      <p:sp>
        <p:nvSpPr>
          <p:cNvPr id="292" name="Google Shape;292;p45"/>
          <p:cNvSpPr/>
          <p:nvPr/>
        </p:nvSpPr>
        <p:spPr>
          <a:xfrm rot="-1762095" flipH="1">
            <a:off x="-860639" y="3178261"/>
            <a:ext cx="3387271" cy="5041929"/>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3" name="Google Shape;293;p45"/>
          <p:cNvSpPr/>
          <p:nvPr/>
        </p:nvSpPr>
        <p:spPr>
          <a:xfrm>
            <a:off x="10852834" y="2535567"/>
            <a:ext cx="2459393" cy="216938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4" name="Google Shape;294;p45"/>
          <p:cNvSpPr txBox="1">
            <a:spLocks noGrp="1"/>
          </p:cNvSpPr>
          <p:nvPr>
            <p:ph type="body" idx="1"/>
          </p:nvPr>
        </p:nvSpPr>
        <p:spPr>
          <a:xfrm>
            <a:off x="951000" y="1536633"/>
            <a:ext cx="10290000" cy="45552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chemeClr val="accent1"/>
              </a:buClr>
              <a:buSzPts val="1200"/>
              <a:buAutoNum type="arabicPeriod"/>
              <a:defRPr sz="1600"/>
            </a:lvl1pPr>
            <a:lvl2pPr marL="1219170" lvl="1" indent="-406390" rtl="0">
              <a:spcBef>
                <a:spcPts val="0"/>
              </a:spcBef>
              <a:spcAft>
                <a:spcPts val="0"/>
              </a:spcAft>
              <a:buClr>
                <a:srgbClr val="434343"/>
              </a:buClr>
              <a:buSzPts val="1200"/>
              <a:buFont typeface="Roboto Condensed Light"/>
              <a:buAutoNum type="alphaLcPeriod"/>
              <a:defRPr/>
            </a:lvl2pPr>
            <a:lvl3pPr marL="1828754" lvl="2" indent="-406390" rtl="0">
              <a:spcBef>
                <a:spcPts val="0"/>
              </a:spcBef>
              <a:spcAft>
                <a:spcPts val="0"/>
              </a:spcAft>
              <a:buClr>
                <a:srgbClr val="434343"/>
              </a:buClr>
              <a:buSzPts val="1200"/>
              <a:buFont typeface="Roboto Condensed Light"/>
              <a:buAutoNum type="romanLcPeriod"/>
              <a:defRPr/>
            </a:lvl3pPr>
            <a:lvl4pPr marL="2438339" lvl="3" indent="-406390" rtl="0">
              <a:spcBef>
                <a:spcPts val="0"/>
              </a:spcBef>
              <a:spcAft>
                <a:spcPts val="0"/>
              </a:spcAft>
              <a:buClr>
                <a:srgbClr val="434343"/>
              </a:buClr>
              <a:buSzPts val="1200"/>
              <a:buFont typeface="Roboto Condensed Light"/>
              <a:buAutoNum type="arabicPeriod"/>
              <a:defRPr/>
            </a:lvl4pPr>
            <a:lvl5pPr marL="3047924" lvl="4" indent="-406390" rtl="0">
              <a:spcBef>
                <a:spcPts val="0"/>
              </a:spcBef>
              <a:spcAft>
                <a:spcPts val="0"/>
              </a:spcAft>
              <a:buClr>
                <a:srgbClr val="434343"/>
              </a:buClr>
              <a:buSzPts val="1200"/>
              <a:buFont typeface="Roboto Condensed Light"/>
              <a:buAutoNum type="alphaLcPeriod"/>
              <a:defRPr/>
            </a:lvl5pPr>
            <a:lvl6pPr marL="3657509" lvl="5" indent="-406390" rtl="0">
              <a:spcBef>
                <a:spcPts val="0"/>
              </a:spcBef>
              <a:spcAft>
                <a:spcPts val="0"/>
              </a:spcAft>
              <a:buClr>
                <a:srgbClr val="434343"/>
              </a:buClr>
              <a:buSzPts val="1200"/>
              <a:buFont typeface="Roboto Condensed Light"/>
              <a:buAutoNum type="romanLcPeriod"/>
              <a:defRPr/>
            </a:lvl6pPr>
            <a:lvl7pPr marL="4267093" lvl="6" indent="-406390" rtl="0">
              <a:spcBef>
                <a:spcPts val="0"/>
              </a:spcBef>
              <a:spcAft>
                <a:spcPts val="0"/>
              </a:spcAft>
              <a:buClr>
                <a:srgbClr val="434343"/>
              </a:buClr>
              <a:buSzPts val="1200"/>
              <a:buFont typeface="Roboto Condensed Light"/>
              <a:buAutoNum type="arabicPeriod"/>
              <a:defRPr/>
            </a:lvl7pPr>
            <a:lvl8pPr marL="4876678" lvl="7" indent="-406390" rtl="0">
              <a:spcBef>
                <a:spcPts val="0"/>
              </a:spcBef>
              <a:spcAft>
                <a:spcPts val="0"/>
              </a:spcAft>
              <a:buClr>
                <a:srgbClr val="434343"/>
              </a:buClr>
              <a:buSzPts val="1200"/>
              <a:buFont typeface="Roboto Condensed Light"/>
              <a:buAutoNum type="alphaLcPeriod"/>
              <a:defRPr/>
            </a:lvl8pPr>
            <a:lvl9pPr marL="5486263" lvl="8" indent="-406390" rtl="0">
              <a:spcBef>
                <a:spcPts val="0"/>
              </a:spcBef>
              <a:spcAft>
                <a:spcPts val="0"/>
              </a:spcAft>
              <a:buClr>
                <a:srgbClr val="434343"/>
              </a:buClr>
              <a:buSzPts val="1200"/>
              <a:buFont typeface="Roboto Condensed Light"/>
              <a:buAutoNum type="romanLcPeriod"/>
              <a:defRPr/>
            </a:lvl9pPr>
          </a:lstStyle>
          <a:p>
            <a:endParaRPr/>
          </a:p>
        </p:txBody>
      </p:sp>
      <p:sp>
        <p:nvSpPr>
          <p:cNvPr id="295" name="Google Shape;295;p45"/>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3369163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96"/>
        <p:cNvGrpSpPr/>
        <p:nvPr/>
      </p:nvGrpSpPr>
      <p:grpSpPr>
        <a:xfrm>
          <a:off x="0" y="0"/>
          <a:ext cx="0" cy="0"/>
          <a:chOff x="0" y="0"/>
          <a:chExt cx="0" cy="0"/>
        </a:xfrm>
      </p:grpSpPr>
      <p:sp>
        <p:nvSpPr>
          <p:cNvPr id="297" name="Google Shape;297;p46"/>
          <p:cNvSpPr/>
          <p:nvPr/>
        </p:nvSpPr>
        <p:spPr>
          <a:xfrm flipH="1">
            <a:off x="101" y="2160000"/>
            <a:ext cx="12191783" cy="3041600"/>
          </a:xfrm>
          <a:custGeom>
            <a:avLst/>
            <a:gdLst/>
            <a:ahLst/>
            <a:cxnLst/>
            <a:rect l="l" t="t" r="r" b="b"/>
            <a:pathLst>
              <a:path w="305584" h="121664" extrusionOk="0">
                <a:moveTo>
                  <a:pt x="219307" y="0"/>
                </a:moveTo>
                <a:cubicBezTo>
                  <a:pt x="203338" y="0"/>
                  <a:pt x="187335" y="4914"/>
                  <a:pt x="174406" y="14271"/>
                </a:cubicBezTo>
                <a:cubicBezTo>
                  <a:pt x="167072" y="19544"/>
                  <a:pt x="160755" y="26102"/>
                  <a:pt x="153475" y="31428"/>
                </a:cubicBezTo>
                <a:cubicBezTo>
                  <a:pt x="146652" y="36401"/>
                  <a:pt x="138616" y="40348"/>
                  <a:pt x="130237" y="40348"/>
                </a:cubicBezTo>
                <a:cubicBezTo>
                  <a:pt x="129643" y="40348"/>
                  <a:pt x="129047" y="40328"/>
                  <a:pt x="128449" y="40287"/>
                </a:cubicBezTo>
                <a:cubicBezTo>
                  <a:pt x="122935" y="39913"/>
                  <a:pt x="117662" y="37771"/>
                  <a:pt x="112175" y="37076"/>
                </a:cubicBezTo>
                <a:cubicBezTo>
                  <a:pt x="110880" y="36911"/>
                  <a:pt x="109574" y="36830"/>
                  <a:pt x="108268" y="36830"/>
                </a:cubicBezTo>
                <a:cubicBezTo>
                  <a:pt x="102130" y="36830"/>
                  <a:pt x="95990" y="38624"/>
                  <a:pt x="90870" y="42000"/>
                </a:cubicBezTo>
                <a:cubicBezTo>
                  <a:pt x="84982" y="45881"/>
                  <a:pt x="80351" y="51743"/>
                  <a:pt x="73794" y="54339"/>
                </a:cubicBezTo>
                <a:cubicBezTo>
                  <a:pt x="70523" y="55637"/>
                  <a:pt x="67081" y="56009"/>
                  <a:pt x="63565" y="56009"/>
                </a:cubicBezTo>
                <a:cubicBezTo>
                  <a:pt x="58850" y="56009"/>
                  <a:pt x="54001" y="55340"/>
                  <a:pt x="49253" y="55340"/>
                </a:cubicBezTo>
                <a:cubicBezTo>
                  <a:pt x="46444" y="55340"/>
                  <a:pt x="43669" y="55575"/>
                  <a:pt x="40979" y="56320"/>
                </a:cubicBezTo>
                <a:cubicBezTo>
                  <a:pt x="25348" y="60629"/>
                  <a:pt x="16515" y="80811"/>
                  <a:pt x="322" y="81212"/>
                </a:cubicBezTo>
                <a:lnTo>
                  <a:pt x="1" y="105140"/>
                </a:lnTo>
                <a:cubicBezTo>
                  <a:pt x="1" y="105140"/>
                  <a:pt x="15474" y="110471"/>
                  <a:pt x="34154" y="110471"/>
                </a:cubicBezTo>
                <a:cubicBezTo>
                  <a:pt x="45744" y="110471"/>
                  <a:pt x="58569" y="108419"/>
                  <a:pt x="69698" y="101768"/>
                </a:cubicBezTo>
                <a:cubicBezTo>
                  <a:pt x="77727" y="96977"/>
                  <a:pt x="84000" y="95050"/>
                  <a:pt x="89631" y="95050"/>
                </a:cubicBezTo>
                <a:cubicBezTo>
                  <a:pt x="104388" y="95050"/>
                  <a:pt x="114744" y="108287"/>
                  <a:pt x="140761" y="117934"/>
                </a:cubicBezTo>
                <a:cubicBezTo>
                  <a:pt x="147990" y="120617"/>
                  <a:pt x="154305" y="121664"/>
                  <a:pt x="160177" y="121664"/>
                </a:cubicBezTo>
                <a:cubicBezTo>
                  <a:pt x="181037" y="121664"/>
                  <a:pt x="196328" y="108460"/>
                  <a:pt x="227278" y="108460"/>
                </a:cubicBezTo>
                <a:cubicBezTo>
                  <a:pt x="230911" y="108460"/>
                  <a:pt x="234759" y="108642"/>
                  <a:pt x="238857" y="109048"/>
                </a:cubicBezTo>
                <a:cubicBezTo>
                  <a:pt x="240758" y="109237"/>
                  <a:pt x="242612" y="109327"/>
                  <a:pt x="244420" y="109327"/>
                </a:cubicBezTo>
                <a:cubicBezTo>
                  <a:pt x="289069" y="109327"/>
                  <a:pt x="305584" y="54072"/>
                  <a:pt x="305584" y="54072"/>
                </a:cubicBezTo>
                <a:lnTo>
                  <a:pt x="305584" y="33917"/>
                </a:lnTo>
                <a:cubicBezTo>
                  <a:pt x="282994" y="28243"/>
                  <a:pt x="264927" y="11033"/>
                  <a:pt x="242792" y="3726"/>
                </a:cubicBezTo>
                <a:cubicBezTo>
                  <a:pt x="235229" y="1223"/>
                  <a:pt x="227273" y="0"/>
                  <a:pt x="219307"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8" name="Google Shape;298;p46"/>
          <p:cNvSpPr/>
          <p:nvPr/>
        </p:nvSpPr>
        <p:spPr>
          <a:xfrm rot="5400000">
            <a:off x="-2128199" y="-1138959"/>
            <a:ext cx="4749044" cy="4039536"/>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9" name="Google Shape;299;p46"/>
          <p:cNvSpPr/>
          <p:nvPr/>
        </p:nvSpPr>
        <p:spPr>
          <a:xfrm>
            <a:off x="10265734" y="3833167"/>
            <a:ext cx="1568119" cy="2047984"/>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0" name="Google Shape;300;p46"/>
          <p:cNvSpPr txBox="1">
            <a:spLocks noGrp="1"/>
          </p:cNvSpPr>
          <p:nvPr>
            <p:ph type="body" idx="1"/>
          </p:nvPr>
        </p:nvSpPr>
        <p:spPr>
          <a:xfrm>
            <a:off x="1469300" y="3014567"/>
            <a:ext cx="3939200" cy="2048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rgbClr val="000000"/>
              </a:buClr>
              <a:buSzPts val="1400"/>
              <a:buFont typeface="Arial"/>
              <a:buChar char="●"/>
              <a:defRPr sz="2133"/>
            </a:lvl1pPr>
            <a:lvl2pPr marL="1219170" lvl="1" indent="-423323" rtl="0">
              <a:spcBef>
                <a:spcPts val="0"/>
              </a:spcBef>
              <a:spcAft>
                <a:spcPts val="0"/>
              </a:spcAft>
              <a:buClr>
                <a:srgbClr val="000000"/>
              </a:buClr>
              <a:buSzPts val="1400"/>
              <a:buFont typeface="Arial"/>
              <a:buChar char="○"/>
              <a:defRPr sz="1600"/>
            </a:lvl2pPr>
            <a:lvl3pPr marL="1828754" lvl="2" indent="-423323" rtl="0">
              <a:spcBef>
                <a:spcPts val="0"/>
              </a:spcBef>
              <a:spcAft>
                <a:spcPts val="0"/>
              </a:spcAft>
              <a:buClr>
                <a:srgbClr val="000000"/>
              </a:buClr>
              <a:buSzPts val="1400"/>
              <a:buFont typeface="Arial"/>
              <a:buChar char="■"/>
              <a:defRPr sz="1600"/>
            </a:lvl3pPr>
            <a:lvl4pPr marL="2438339" lvl="3" indent="-423323" rtl="0">
              <a:spcBef>
                <a:spcPts val="0"/>
              </a:spcBef>
              <a:spcAft>
                <a:spcPts val="0"/>
              </a:spcAft>
              <a:buClr>
                <a:srgbClr val="000000"/>
              </a:buClr>
              <a:buSzPts val="1400"/>
              <a:buFont typeface="Arial"/>
              <a:buChar char="●"/>
              <a:defRPr sz="1600"/>
            </a:lvl4pPr>
            <a:lvl5pPr marL="3047924" lvl="4" indent="-423323" rtl="0">
              <a:spcBef>
                <a:spcPts val="0"/>
              </a:spcBef>
              <a:spcAft>
                <a:spcPts val="0"/>
              </a:spcAft>
              <a:buClr>
                <a:srgbClr val="000000"/>
              </a:buClr>
              <a:buSzPts val="1400"/>
              <a:buFont typeface="Arial"/>
              <a:buChar char="○"/>
              <a:defRPr sz="1600"/>
            </a:lvl5pPr>
            <a:lvl6pPr marL="3657509" lvl="5" indent="-423323" rtl="0">
              <a:spcBef>
                <a:spcPts val="0"/>
              </a:spcBef>
              <a:spcAft>
                <a:spcPts val="0"/>
              </a:spcAft>
              <a:buClr>
                <a:srgbClr val="000000"/>
              </a:buClr>
              <a:buSzPts val="1400"/>
              <a:buFont typeface="Arial"/>
              <a:buChar char="■"/>
              <a:defRPr sz="1600"/>
            </a:lvl6pPr>
            <a:lvl7pPr marL="4267093" lvl="6" indent="-423323" rtl="0">
              <a:spcBef>
                <a:spcPts val="0"/>
              </a:spcBef>
              <a:spcAft>
                <a:spcPts val="0"/>
              </a:spcAft>
              <a:buClr>
                <a:srgbClr val="000000"/>
              </a:buClr>
              <a:buSzPts val="1400"/>
              <a:buFont typeface="Arial"/>
              <a:buChar char="●"/>
              <a:defRPr sz="1600"/>
            </a:lvl7pPr>
            <a:lvl8pPr marL="4876678" lvl="7" indent="-423323" rtl="0">
              <a:spcBef>
                <a:spcPts val="0"/>
              </a:spcBef>
              <a:spcAft>
                <a:spcPts val="0"/>
              </a:spcAft>
              <a:buClr>
                <a:srgbClr val="000000"/>
              </a:buClr>
              <a:buSzPts val="1400"/>
              <a:buFont typeface="Arial"/>
              <a:buChar char="○"/>
              <a:defRPr sz="1600"/>
            </a:lvl8pPr>
            <a:lvl9pPr marL="5486263" lvl="8" indent="-423323" rtl="0">
              <a:spcBef>
                <a:spcPts val="0"/>
              </a:spcBef>
              <a:spcAft>
                <a:spcPts val="0"/>
              </a:spcAft>
              <a:buClr>
                <a:srgbClr val="000000"/>
              </a:buClr>
              <a:buSzPts val="1400"/>
              <a:buFont typeface="Arial"/>
              <a:buChar char="■"/>
              <a:defRPr sz="1600"/>
            </a:lvl9pPr>
          </a:lstStyle>
          <a:p>
            <a:endParaRPr/>
          </a:p>
        </p:txBody>
      </p:sp>
      <p:sp>
        <p:nvSpPr>
          <p:cNvPr id="301" name="Google Shape;301;p46"/>
          <p:cNvSpPr txBox="1">
            <a:spLocks noGrp="1"/>
          </p:cNvSpPr>
          <p:nvPr>
            <p:ph type="body" idx="2"/>
          </p:nvPr>
        </p:nvSpPr>
        <p:spPr>
          <a:xfrm>
            <a:off x="6761333" y="3014567"/>
            <a:ext cx="3939200" cy="2048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rgbClr val="000000"/>
              </a:buClr>
              <a:buSzPts val="1400"/>
              <a:buFont typeface="Arial"/>
              <a:buChar char="●"/>
              <a:defRPr sz="2133"/>
            </a:lvl1pPr>
            <a:lvl2pPr marL="1219170" lvl="1" indent="-423323" rtl="0">
              <a:spcBef>
                <a:spcPts val="0"/>
              </a:spcBef>
              <a:spcAft>
                <a:spcPts val="0"/>
              </a:spcAft>
              <a:buClr>
                <a:srgbClr val="000000"/>
              </a:buClr>
              <a:buSzPts val="1400"/>
              <a:buFont typeface="Arial"/>
              <a:buChar char="○"/>
              <a:defRPr sz="1600"/>
            </a:lvl2pPr>
            <a:lvl3pPr marL="1828754" lvl="2" indent="-423323" rtl="0">
              <a:spcBef>
                <a:spcPts val="0"/>
              </a:spcBef>
              <a:spcAft>
                <a:spcPts val="0"/>
              </a:spcAft>
              <a:buClr>
                <a:srgbClr val="000000"/>
              </a:buClr>
              <a:buSzPts val="1400"/>
              <a:buFont typeface="Arial"/>
              <a:buChar char="■"/>
              <a:defRPr sz="1600"/>
            </a:lvl3pPr>
            <a:lvl4pPr marL="2438339" lvl="3" indent="-423323" rtl="0">
              <a:spcBef>
                <a:spcPts val="0"/>
              </a:spcBef>
              <a:spcAft>
                <a:spcPts val="0"/>
              </a:spcAft>
              <a:buClr>
                <a:srgbClr val="000000"/>
              </a:buClr>
              <a:buSzPts val="1400"/>
              <a:buFont typeface="Arial"/>
              <a:buChar char="●"/>
              <a:defRPr sz="1600"/>
            </a:lvl4pPr>
            <a:lvl5pPr marL="3047924" lvl="4" indent="-423323" rtl="0">
              <a:spcBef>
                <a:spcPts val="0"/>
              </a:spcBef>
              <a:spcAft>
                <a:spcPts val="0"/>
              </a:spcAft>
              <a:buClr>
                <a:srgbClr val="000000"/>
              </a:buClr>
              <a:buSzPts val="1400"/>
              <a:buFont typeface="Arial"/>
              <a:buChar char="○"/>
              <a:defRPr sz="1600"/>
            </a:lvl5pPr>
            <a:lvl6pPr marL="3657509" lvl="5" indent="-423323" rtl="0">
              <a:spcBef>
                <a:spcPts val="0"/>
              </a:spcBef>
              <a:spcAft>
                <a:spcPts val="0"/>
              </a:spcAft>
              <a:buClr>
                <a:srgbClr val="000000"/>
              </a:buClr>
              <a:buSzPts val="1400"/>
              <a:buFont typeface="Arial"/>
              <a:buChar char="■"/>
              <a:defRPr sz="1600"/>
            </a:lvl6pPr>
            <a:lvl7pPr marL="4267093" lvl="6" indent="-423323" rtl="0">
              <a:spcBef>
                <a:spcPts val="0"/>
              </a:spcBef>
              <a:spcAft>
                <a:spcPts val="0"/>
              </a:spcAft>
              <a:buClr>
                <a:srgbClr val="000000"/>
              </a:buClr>
              <a:buSzPts val="1400"/>
              <a:buFont typeface="Arial"/>
              <a:buChar char="●"/>
              <a:defRPr sz="1600"/>
            </a:lvl7pPr>
            <a:lvl8pPr marL="4876678" lvl="7" indent="-423323" rtl="0">
              <a:spcBef>
                <a:spcPts val="0"/>
              </a:spcBef>
              <a:spcAft>
                <a:spcPts val="0"/>
              </a:spcAft>
              <a:buClr>
                <a:srgbClr val="000000"/>
              </a:buClr>
              <a:buSzPts val="1400"/>
              <a:buFont typeface="Arial"/>
              <a:buChar char="○"/>
              <a:defRPr sz="1600"/>
            </a:lvl8pPr>
            <a:lvl9pPr marL="5486263" lvl="8" indent="-423323" rtl="0">
              <a:spcBef>
                <a:spcPts val="0"/>
              </a:spcBef>
              <a:spcAft>
                <a:spcPts val="0"/>
              </a:spcAft>
              <a:buClr>
                <a:srgbClr val="000000"/>
              </a:buClr>
              <a:buSzPts val="1400"/>
              <a:buFont typeface="Arial"/>
              <a:buChar char="■"/>
              <a:defRPr sz="1600"/>
            </a:lvl9pPr>
          </a:lstStyle>
          <a:p>
            <a:endParaRPr/>
          </a:p>
        </p:txBody>
      </p:sp>
      <p:sp>
        <p:nvSpPr>
          <p:cNvPr id="302" name="Google Shape;302;p46"/>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303" name="Google Shape;303;p46"/>
          <p:cNvSpPr txBox="1">
            <a:spLocks noGrp="1"/>
          </p:cNvSpPr>
          <p:nvPr>
            <p:ph type="subTitle" idx="3"/>
          </p:nvPr>
        </p:nvSpPr>
        <p:spPr>
          <a:xfrm>
            <a:off x="1491467" y="2221467"/>
            <a:ext cx="3939200" cy="62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Font typeface="Hammersmith One"/>
              <a:buNone/>
              <a:defRPr sz="2933" b="1">
                <a:solidFill>
                  <a:schemeClr val="dk1"/>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4" name="Google Shape;304;p46"/>
          <p:cNvSpPr txBox="1">
            <a:spLocks noGrp="1"/>
          </p:cNvSpPr>
          <p:nvPr>
            <p:ph type="subTitle" idx="4"/>
          </p:nvPr>
        </p:nvSpPr>
        <p:spPr>
          <a:xfrm>
            <a:off x="6761333" y="2221467"/>
            <a:ext cx="3939200" cy="62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Font typeface="Hammersmith One"/>
              <a:buNone/>
              <a:defRPr sz="2933" b="1">
                <a:solidFill>
                  <a:schemeClr val="dk1"/>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5" name="Google Shape;305;p46"/>
          <p:cNvSpPr/>
          <p:nvPr/>
        </p:nvSpPr>
        <p:spPr>
          <a:xfrm rot="-1390808" flipH="1">
            <a:off x="5402767" y="3759867"/>
            <a:ext cx="2585095" cy="4407445"/>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5508631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06"/>
        <p:cNvGrpSpPr/>
        <p:nvPr/>
      </p:nvGrpSpPr>
      <p:grpSpPr>
        <a:xfrm>
          <a:off x="0" y="0"/>
          <a:ext cx="0" cy="0"/>
          <a:chOff x="0" y="0"/>
          <a:chExt cx="0" cy="0"/>
        </a:xfrm>
      </p:grpSpPr>
      <p:sp>
        <p:nvSpPr>
          <p:cNvPr id="307" name="Google Shape;307;p47"/>
          <p:cNvSpPr/>
          <p:nvPr/>
        </p:nvSpPr>
        <p:spPr>
          <a:xfrm rot="-996204" flipH="1">
            <a:off x="-1223608" y="-597877"/>
            <a:ext cx="4538583" cy="4519765"/>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8" name="Google Shape;308;p47"/>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309" name="Google Shape;309;p47"/>
          <p:cNvSpPr/>
          <p:nvPr/>
        </p:nvSpPr>
        <p:spPr>
          <a:xfrm rot="7619243">
            <a:off x="9534491" y="3689202"/>
            <a:ext cx="4281219" cy="4263468"/>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8277209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10"/>
        <p:cNvGrpSpPr/>
        <p:nvPr/>
      </p:nvGrpSpPr>
      <p:grpSpPr>
        <a:xfrm>
          <a:off x="0" y="0"/>
          <a:ext cx="0" cy="0"/>
          <a:chOff x="0" y="0"/>
          <a:chExt cx="0" cy="0"/>
        </a:xfrm>
      </p:grpSpPr>
      <p:sp>
        <p:nvSpPr>
          <p:cNvPr id="311" name="Google Shape;311;p48"/>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312" name="Google Shape;312;p48"/>
          <p:cNvSpPr txBox="1">
            <a:spLocks noGrp="1"/>
          </p:cNvSpPr>
          <p:nvPr>
            <p:ph type="body" idx="1"/>
          </p:nvPr>
        </p:nvSpPr>
        <p:spPr>
          <a:xfrm>
            <a:off x="950967" y="1496433"/>
            <a:ext cx="10290000" cy="4774000"/>
          </a:xfrm>
          <a:prstGeom prst="rect">
            <a:avLst/>
          </a:prstGeom>
        </p:spPr>
        <p:txBody>
          <a:bodyPr spcFirstLastPara="1" wrap="square" lIns="91425" tIns="91425" rIns="91425" bIns="91425" anchor="t" anchorCtr="0">
            <a:noAutofit/>
          </a:bodyPr>
          <a:lstStyle>
            <a:lvl1pPr marL="609585" lvl="0" indent="-457189" rtl="0">
              <a:lnSpc>
                <a:spcPct val="115000"/>
              </a:lnSpc>
              <a:spcBef>
                <a:spcPts val="0"/>
              </a:spcBef>
              <a:spcAft>
                <a:spcPts val="0"/>
              </a:spcAft>
              <a:buClr>
                <a:schemeClr val="accent1"/>
              </a:buClr>
              <a:buSzPts val="1800"/>
              <a:buFont typeface="Hammersmith One"/>
              <a:buAutoNum type="arabicPeriod"/>
              <a:defRPr sz="2133">
                <a:solidFill>
                  <a:srgbClr val="806860"/>
                </a:solidFill>
              </a:defRPr>
            </a:lvl1pPr>
            <a:lvl2pPr marL="1219170" lvl="1" indent="-423323" rtl="0">
              <a:spcBef>
                <a:spcPts val="0"/>
              </a:spcBef>
              <a:spcAft>
                <a:spcPts val="0"/>
              </a:spcAft>
              <a:buClr>
                <a:schemeClr val="accent1"/>
              </a:buClr>
              <a:buSzPts val="1400"/>
              <a:buFont typeface="Hammersmith One"/>
              <a:buAutoNum type="alphaLcPeriod"/>
              <a:defRPr sz="2133"/>
            </a:lvl2pPr>
            <a:lvl3pPr marL="1828754" lvl="2" indent="-423323" rtl="0">
              <a:spcBef>
                <a:spcPts val="0"/>
              </a:spcBef>
              <a:spcAft>
                <a:spcPts val="0"/>
              </a:spcAft>
              <a:buClr>
                <a:srgbClr val="FEDD4F"/>
              </a:buClr>
              <a:buSzPts val="1400"/>
              <a:buFont typeface="Hammersmith One"/>
              <a:buAutoNum type="romanLcPeriod"/>
              <a:defRPr sz="1600"/>
            </a:lvl3pPr>
            <a:lvl4pPr marL="2438339" lvl="3" indent="-423323" rtl="0">
              <a:spcBef>
                <a:spcPts val="0"/>
              </a:spcBef>
              <a:spcAft>
                <a:spcPts val="0"/>
              </a:spcAft>
              <a:buClr>
                <a:srgbClr val="FEDD4F"/>
              </a:buClr>
              <a:buSzPts val="1400"/>
              <a:buFont typeface="Hammersmith One"/>
              <a:buAutoNum type="arabicPeriod"/>
              <a:defRPr sz="1600"/>
            </a:lvl4pPr>
            <a:lvl5pPr marL="3047924" lvl="4" indent="-423323" rtl="0">
              <a:spcBef>
                <a:spcPts val="0"/>
              </a:spcBef>
              <a:spcAft>
                <a:spcPts val="0"/>
              </a:spcAft>
              <a:buClr>
                <a:srgbClr val="FEDD4F"/>
              </a:buClr>
              <a:buSzPts val="1400"/>
              <a:buFont typeface="Hammersmith One"/>
              <a:buAutoNum type="alphaLcPeriod"/>
              <a:defRPr sz="1600"/>
            </a:lvl5pPr>
            <a:lvl6pPr marL="3657509" lvl="5" indent="-423323" rtl="0">
              <a:spcBef>
                <a:spcPts val="0"/>
              </a:spcBef>
              <a:spcAft>
                <a:spcPts val="0"/>
              </a:spcAft>
              <a:buClr>
                <a:srgbClr val="FEDD4F"/>
              </a:buClr>
              <a:buSzPts val="1400"/>
              <a:buFont typeface="Hammersmith One"/>
              <a:buAutoNum type="romanLcPeriod"/>
              <a:defRPr sz="1600"/>
            </a:lvl6pPr>
            <a:lvl7pPr marL="4267093" lvl="6" indent="-423323" rtl="0">
              <a:spcBef>
                <a:spcPts val="0"/>
              </a:spcBef>
              <a:spcAft>
                <a:spcPts val="0"/>
              </a:spcAft>
              <a:buClr>
                <a:srgbClr val="FEDD4F"/>
              </a:buClr>
              <a:buSzPts val="1400"/>
              <a:buFont typeface="Hammersmith One"/>
              <a:buAutoNum type="arabicPeriod"/>
              <a:defRPr sz="1600"/>
            </a:lvl7pPr>
            <a:lvl8pPr marL="4876678" lvl="7" indent="-423323" rtl="0">
              <a:spcBef>
                <a:spcPts val="0"/>
              </a:spcBef>
              <a:spcAft>
                <a:spcPts val="0"/>
              </a:spcAft>
              <a:buClr>
                <a:srgbClr val="FEDD4F"/>
              </a:buClr>
              <a:buSzPts val="1400"/>
              <a:buFont typeface="Hammersmith One"/>
              <a:buAutoNum type="alphaLcPeriod"/>
              <a:defRPr sz="1600"/>
            </a:lvl8pPr>
            <a:lvl9pPr marL="5486263" lvl="8" indent="-423323" rtl="0">
              <a:spcBef>
                <a:spcPts val="0"/>
              </a:spcBef>
              <a:spcAft>
                <a:spcPts val="0"/>
              </a:spcAft>
              <a:buClr>
                <a:srgbClr val="FEDD4F"/>
              </a:buClr>
              <a:buSzPts val="1400"/>
              <a:buFont typeface="Hammersmith One"/>
              <a:buAutoNum type="romanLcPeriod"/>
              <a:defRPr sz="1600"/>
            </a:lvl9pPr>
          </a:lstStyle>
          <a:p>
            <a:endParaRPr/>
          </a:p>
        </p:txBody>
      </p:sp>
      <p:grpSp>
        <p:nvGrpSpPr>
          <p:cNvPr id="313" name="Google Shape;313;p48"/>
          <p:cNvGrpSpPr/>
          <p:nvPr/>
        </p:nvGrpSpPr>
        <p:grpSpPr>
          <a:xfrm>
            <a:off x="10719833" y="2363367"/>
            <a:ext cx="2736800" cy="2736800"/>
            <a:chOff x="-1185375" y="1414000"/>
            <a:chExt cx="2052600" cy="2052600"/>
          </a:xfrm>
        </p:grpSpPr>
        <p:sp>
          <p:nvSpPr>
            <p:cNvPr id="314" name="Google Shape;314;p48"/>
            <p:cNvSpPr/>
            <p:nvPr/>
          </p:nvSpPr>
          <p:spPr>
            <a:xfrm>
              <a:off x="-1185375" y="1414000"/>
              <a:ext cx="2052600" cy="2052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 name="Google Shape;315;p48"/>
            <p:cNvSpPr/>
            <p:nvPr/>
          </p:nvSpPr>
          <p:spPr>
            <a:xfrm>
              <a:off x="-1140322" y="1463656"/>
              <a:ext cx="1962482" cy="1953284"/>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 name="Google Shape;316;p48"/>
            <p:cNvSpPr/>
            <p:nvPr/>
          </p:nvSpPr>
          <p:spPr>
            <a:xfrm>
              <a:off x="-730833" y="1637371"/>
              <a:ext cx="10401" cy="808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 name="Google Shape;317;p48"/>
            <p:cNvSpPr/>
            <p:nvPr/>
          </p:nvSpPr>
          <p:spPr>
            <a:xfrm>
              <a:off x="-620381" y="1470575"/>
              <a:ext cx="308321" cy="260014"/>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8" name="Google Shape;318;p48"/>
            <p:cNvSpPr/>
            <p:nvPr/>
          </p:nvSpPr>
          <p:spPr>
            <a:xfrm>
              <a:off x="-212008" y="1463656"/>
              <a:ext cx="309481" cy="266933"/>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9" name="Google Shape;319;p48"/>
            <p:cNvSpPr/>
            <p:nvPr/>
          </p:nvSpPr>
          <p:spPr>
            <a:xfrm>
              <a:off x="197481" y="1576386"/>
              <a:ext cx="117372" cy="69065"/>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0" name="Google Shape;320;p48"/>
            <p:cNvSpPr/>
            <p:nvPr/>
          </p:nvSpPr>
          <p:spPr>
            <a:xfrm>
              <a:off x="348160" y="1599422"/>
              <a:ext cx="6962" cy="131167"/>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1" name="Google Shape;321;p48"/>
            <p:cNvSpPr/>
            <p:nvPr/>
          </p:nvSpPr>
          <p:spPr>
            <a:xfrm>
              <a:off x="-1074782" y="2080254"/>
              <a:ext cx="2364" cy="4642"/>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2" name="Google Shape;322;p48"/>
            <p:cNvSpPr/>
            <p:nvPr/>
          </p:nvSpPr>
          <p:spPr>
            <a:xfrm>
              <a:off x="-924060" y="1822561"/>
              <a:ext cx="2321" cy="2364"/>
            </a:xfrm>
            <a:custGeom>
              <a:avLst/>
              <a:gdLst/>
              <a:ahLst/>
              <a:cxnLst/>
              <a:rect l="l" t="t" r="r" b="b"/>
              <a:pathLst>
                <a:path w="54" h="55" extrusionOk="0">
                  <a:moveTo>
                    <a:pt x="54" y="1"/>
                  </a:moveTo>
                  <a:cubicBezTo>
                    <a:pt x="27" y="27"/>
                    <a:pt x="27" y="27"/>
                    <a:pt x="0" y="54"/>
                  </a:cubicBezTo>
                  <a:lnTo>
                    <a:pt x="54" y="27"/>
                  </a:lnTo>
                  <a:lnTo>
                    <a:pt x="54"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3" name="Google Shape;323;p48"/>
            <p:cNvSpPr/>
            <p:nvPr/>
          </p:nvSpPr>
          <p:spPr>
            <a:xfrm>
              <a:off x="-1010358" y="1944488"/>
              <a:ext cx="88620" cy="55269"/>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4" name="Google Shape;324;p48"/>
            <p:cNvSpPr/>
            <p:nvPr/>
          </p:nvSpPr>
          <p:spPr>
            <a:xfrm>
              <a:off x="-821687" y="1731707"/>
              <a:ext cx="308321" cy="353189"/>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 name="Google Shape;325;p48"/>
            <p:cNvSpPr/>
            <p:nvPr/>
          </p:nvSpPr>
          <p:spPr>
            <a:xfrm>
              <a:off x="-413315" y="1731707"/>
              <a:ext cx="309481" cy="35202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 name="Google Shape;326;p48"/>
            <p:cNvSpPr/>
            <p:nvPr/>
          </p:nvSpPr>
          <p:spPr>
            <a:xfrm>
              <a:off x="-3825" y="1731707"/>
              <a:ext cx="308321" cy="35202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 name="Google Shape;327;p48"/>
            <p:cNvSpPr/>
            <p:nvPr/>
          </p:nvSpPr>
          <p:spPr>
            <a:xfrm>
              <a:off x="404547" y="1766218"/>
              <a:ext cx="308321" cy="317518"/>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 name="Google Shape;328;p48"/>
            <p:cNvSpPr/>
            <p:nvPr/>
          </p:nvSpPr>
          <p:spPr>
            <a:xfrm>
              <a:off x="-1136884" y="2350540"/>
              <a:ext cx="8080" cy="10401"/>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 name="Google Shape;329;p48"/>
            <p:cNvSpPr/>
            <p:nvPr/>
          </p:nvSpPr>
          <p:spPr>
            <a:xfrm>
              <a:off x="-1028753" y="2094050"/>
              <a:ext cx="308321" cy="35202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 name="Google Shape;330;p48"/>
            <p:cNvSpPr/>
            <p:nvPr/>
          </p:nvSpPr>
          <p:spPr>
            <a:xfrm>
              <a:off x="-620381" y="2094050"/>
              <a:ext cx="308321" cy="35202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 name="Google Shape;331;p48"/>
            <p:cNvSpPr/>
            <p:nvPr/>
          </p:nvSpPr>
          <p:spPr>
            <a:xfrm>
              <a:off x="-212008" y="2094050"/>
              <a:ext cx="309481" cy="35202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2" name="Google Shape;332;p48"/>
            <p:cNvSpPr/>
            <p:nvPr/>
          </p:nvSpPr>
          <p:spPr>
            <a:xfrm>
              <a:off x="197481" y="2092890"/>
              <a:ext cx="308321" cy="353189"/>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3" name="Google Shape;333;p48"/>
            <p:cNvSpPr/>
            <p:nvPr/>
          </p:nvSpPr>
          <p:spPr>
            <a:xfrm>
              <a:off x="605853" y="2092890"/>
              <a:ext cx="207109" cy="353189"/>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4" name="Google Shape;334;p48"/>
            <p:cNvSpPr/>
            <p:nvPr/>
          </p:nvSpPr>
          <p:spPr>
            <a:xfrm>
              <a:off x="-1131125" y="2435678"/>
              <a:ext cx="209386" cy="35202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 name="Google Shape;335;p48"/>
            <p:cNvSpPr/>
            <p:nvPr/>
          </p:nvSpPr>
          <p:spPr>
            <a:xfrm>
              <a:off x="-821687" y="2435678"/>
              <a:ext cx="308321" cy="35202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 name="Google Shape;336;p48"/>
            <p:cNvSpPr/>
            <p:nvPr/>
          </p:nvSpPr>
          <p:spPr>
            <a:xfrm>
              <a:off x="-413315" y="2435678"/>
              <a:ext cx="309481" cy="35202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 name="Google Shape;337;p48"/>
            <p:cNvSpPr/>
            <p:nvPr/>
          </p:nvSpPr>
          <p:spPr>
            <a:xfrm>
              <a:off x="-3825" y="2435678"/>
              <a:ext cx="308321" cy="35202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 name="Google Shape;338;p48"/>
            <p:cNvSpPr/>
            <p:nvPr/>
          </p:nvSpPr>
          <p:spPr>
            <a:xfrm>
              <a:off x="404547" y="2435678"/>
              <a:ext cx="308321" cy="35202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 name="Google Shape;339;p48"/>
            <p:cNvSpPr/>
            <p:nvPr/>
          </p:nvSpPr>
          <p:spPr>
            <a:xfrm>
              <a:off x="-1028753" y="2801503"/>
              <a:ext cx="308321" cy="314080"/>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 name="Google Shape;340;p48"/>
            <p:cNvSpPr/>
            <p:nvPr/>
          </p:nvSpPr>
          <p:spPr>
            <a:xfrm>
              <a:off x="-620381" y="2801503"/>
              <a:ext cx="308321" cy="35202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 name="Google Shape;341;p48"/>
            <p:cNvSpPr/>
            <p:nvPr/>
          </p:nvSpPr>
          <p:spPr>
            <a:xfrm>
              <a:off x="-212008" y="2801503"/>
              <a:ext cx="309481" cy="35202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 name="Google Shape;342;p48"/>
            <p:cNvSpPr/>
            <p:nvPr/>
          </p:nvSpPr>
          <p:spPr>
            <a:xfrm>
              <a:off x="197481" y="2801503"/>
              <a:ext cx="308321" cy="35202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 name="Google Shape;343;p48"/>
            <p:cNvSpPr/>
            <p:nvPr/>
          </p:nvSpPr>
          <p:spPr>
            <a:xfrm>
              <a:off x="605853" y="2886598"/>
              <a:ext cx="84021" cy="52948"/>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 name="Google Shape;344;p48"/>
            <p:cNvSpPr/>
            <p:nvPr/>
          </p:nvSpPr>
          <p:spPr>
            <a:xfrm>
              <a:off x="-636497" y="3228269"/>
              <a:ext cx="123131" cy="73663"/>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 name="Google Shape;345;p48"/>
            <p:cNvSpPr/>
            <p:nvPr/>
          </p:nvSpPr>
          <p:spPr>
            <a:xfrm>
              <a:off x="-671008" y="3143131"/>
              <a:ext cx="6962" cy="139247"/>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 name="Google Shape;346;p48"/>
            <p:cNvSpPr/>
            <p:nvPr/>
          </p:nvSpPr>
          <p:spPr>
            <a:xfrm>
              <a:off x="-413315" y="3143131"/>
              <a:ext cx="309481" cy="273810"/>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 name="Google Shape;347;p48"/>
            <p:cNvSpPr/>
            <p:nvPr/>
          </p:nvSpPr>
          <p:spPr>
            <a:xfrm>
              <a:off x="-3825" y="3143131"/>
              <a:ext cx="308321" cy="26577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 name="Google Shape;348;p48"/>
            <p:cNvSpPr/>
            <p:nvPr/>
          </p:nvSpPr>
          <p:spPr>
            <a:xfrm>
              <a:off x="404547" y="3228269"/>
              <a:ext cx="13839" cy="10401"/>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49" name="Google Shape;349;p48"/>
          <p:cNvSpPr/>
          <p:nvPr/>
        </p:nvSpPr>
        <p:spPr>
          <a:xfrm flipH="1">
            <a:off x="-1090004" y="3433534"/>
            <a:ext cx="3387437" cy="504199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9549239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50"/>
        <p:cNvGrpSpPr/>
        <p:nvPr/>
      </p:nvGrpSpPr>
      <p:grpSpPr>
        <a:xfrm>
          <a:off x="0" y="0"/>
          <a:ext cx="0" cy="0"/>
          <a:chOff x="0" y="0"/>
          <a:chExt cx="0" cy="0"/>
        </a:xfrm>
      </p:grpSpPr>
      <p:sp>
        <p:nvSpPr>
          <p:cNvPr id="351" name="Google Shape;351;p49"/>
          <p:cNvSpPr/>
          <p:nvPr/>
        </p:nvSpPr>
        <p:spPr>
          <a:xfrm rot="-1855510" flipH="1">
            <a:off x="3036787" y="435942"/>
            <a:ext cx="6638808" cy="5472593"/>
          </a:xfrm>
          <a:custGeom>
            <a:avLst/>
            <a:gdLst/>
            <a:ahLst/>
            <a:cxnLst/>
            <a:rect l="l" t="t" r="r" b="b"/>
            <a:pathLst>
              <a:path w="59243" h="48836" extrusionOk="0">
                <a:moveTo>
                  <a:pt x="27153" y="9007"/>
                </a:moveTo>
                <a:cubicBezTo>
                  <a:pt x="33591" y="9007"/>
                  <a:pt x="31990" y="9240"/>
                  <a:pt x="38094" y="5071"/>
                </a:cubicBezTo>
                <a:cubicBezTo>
                  <a:pt x="44232" y="901"/>
                  <a:pt x="51737" y="0"/>
                  <a:pt x="55473" y="5071"/>
                </a:cubicBezTo>
                <a:cubicBezTo>
                  <a:pt x="59243" y="10108"/>
                  <a:pt x="46800" y="16346"/>
                  <a:pt x="46767" y="22483"/>
                </a:cubicBezTo>
                <a:cubicBezTo>
                  <a:pt x="46734" y="28621"/>
                  <a:pt x="48768" y="48835"/>
                  <a:pt x="28354" y="48835"/>
                </a:cubicBezTo>
                <a:cubicBezTo>
                  <a:pt x="7939" y="48835"/>
                  <a:pt x="0" y="22583"/>
                  <a:pt x="8973" y="14011"/>
                </a:cubicBezTo>
                <a:cubicBezTo>
                  <a:pt x="17946" y="5471"/>
                  <a:pt x="20715" y="9007"/>
                  <a:pt x="27153" y="9007"/>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2" name="Google Shape;352;p49"/>
          <p:cNvSpPr/>
          <p:nvPr/>
        </p:nvSpPr>
        <p:spPr>
          <a:xfrm rot="-458900">
            <a:off x="-1400013" y="1601601"/>
            <a:ext cx="4492429" cy="5169403"/>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3" name="Google Shape;353;p49"/>
          <p:cNvSpPr/>
          <p:nvPr/>
        </p:nvSpPr>
        <p:spPr>
          <a:xfrm rot="-5776221" flipH="1">
            <a:off x="7658166" y="-1582250"/>
            <a:ext cx="6337001" cy="5795276"/>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4" name="Google Shape;354;p49"/>
          <p:cNvSpPr/>
          <p:nvPr/>
        </p:nvSpPr>
        <p:spPr>
          <a:xfrm rot="8329862" flipH="1">
            <a:off x="4301584" y="-1770021"/>
            <a:ext cx="2726283" cy="4648081"/>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5" name="Google Shape;355;p49"/>
          <p:cNvSpPr/>
          <p:nvPr/>
        </p:nvSpPr>
        <p:spPr>
          <a:xfrm>
            <a:off x="9357933" y="4442468"/>
            <a:ext cx="1361312" cy="1777893"/>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6" name="Google Shape;356;p49"/>
          <p:cNvSpPr txBox="1">
            <a:spLocks noGrp="1"/>
          </p:cNvSpPr>
          <p:nvPr>
            <p:ph type="title"/>
          </p:nvPr>
        </p:nvSpPr>
        <p:spPr>
          <a:xfrm>
            <a:off x="1850800" y="2076600"/>
            <a:ext cx="8490400" cy="270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96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Tree>
    <p:extLst>
      <p:ext uri="{BB962C8B-B14F-4D97-AF65-F5344CB8AC3E}">
        <p14:creationId xmlns:p14="http://schemas.microsoft.com/office/powerpoint/2010/main" val="38110075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7"/>
        <p:cNvGrpSpPr/>
        <p:nvPr/>
      </p:nvGrpSpPr>
      <p:grpSpPr>
        <a:xfrm>
          <a:off x="0" y="0"/>
          <a:ext cx="0" cy="0"/>
          <a:chOff x="0" y="0"/>
          <a:chExt cx="0" cy="0"/>
        </a:xfrm>
      </p:grpSpPr>
      <p:sp>
        <p:nvSpPr>
          <p:cNvPr id="358" name="Google Shape;358;p50"/>
          <p:cNvSpPr/>
          <p:nvPr/>
        </p:nvSpPr>
        <p:spPr>
          <a:xfrm>
            <a:off x="1017701" y="1065600"/>
            <a:ext cx="2459393" cy="216938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9" name="Google Shape;359;p50"/>
          <p:cNvSpPr/>
          <p:nvPr/>
        </p:nvSpPr>
        <p:spPr>
          <a:xfrm>
            <a:off x="9235067" y="-115933"/>
            <a:ext cx="5374405" cy="7999400"/>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0" name="Google Shape;360;p50"/>
          <p:cNvSpPr/>
          <p:nvPr/>
        </p:nvSpPr>
        <p:spPr>
          <a:xfrm>
            <a:off x="150268" y="4150718"/>
            <a:ext cx="2585089" cy="4407436"/>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1" name="Google Shape;361;p50"/>
          <p:cNvSpPr txBox="1">
            <a:spLocks noGrp="1"/>
          </p:cNvSpPr>
          <p:nvPr>
            <p:ph type="title"/>
          </p:nvPr>
        </p:nvSpPr>
        <p:spPr>
          <a:xfrm>
            <a:off x="2092600" y="1536067"/>
            <a:ext cx="8006800" cy="202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800">
                <a:solidFill>
                  <a:schemeClr val="accent2"/>
                </a:solidFill>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362" name="Google Shape;362;p50"/>
          <p:cNvSpPr txBox="1">
            <a:spLocks noGrp="1"/>
          </p:cNvSpPr>
          <p:nvPr>
            <p:ph type="subTitle" idx="1"/>
          </p:nvPr>
        </p:nvSpPr>
        <p:spPr>
          <a:xfrm>
            <a:off x="2539000" y="3675133"/>
            <a:ext cx="7114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solidFill>
                  <a:schemeClr val="accent2"/>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33553694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63"/>
        <p:cNvGrpSpPr/>
        <p:nvPr/>
      </p:nvGrpSpPr>
      <p:grpSpPr>
        <a:xfrm>
          <a:off x="0" y="0"/>
          <a:ext cx="0" cy="0"/>
          <a:chOff x="0" y="0"/>
          <a:chExt cx="0" cy="0"/>
        </a:xfrm>
      </p:grpSpPr>
      <p:sp>
        <p:nvSpPr>
          <p:cNvPr id="364" name="Google Shape;364;p51"/>
          <p:cNvSpPr/>
          <p:nvPr/>
        </p:nvSpPr>
        <p:spPr>
          <a:xfrm>
            <a:off x="0" y="0"/>
            <a:ext cx="12192000" cy="6858000"/>
          </a:xfrm>
          <a:prstGeom prst="rect">
            <a:avLst/>
          </a:prstGeom>
          <a:solidFill>
            <a:schemeClr val="accent1">
              <a:alpha val="5536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5" name="Google Shape;365;p51"/>
          <p:cNvSpPr txBox="1">
            <a:spLocks noGrp="1"/>
          </p:cNvSpPr>
          <p:nvPr>
            <p:ph type="title"/>
          </p:nvPr>
        </p:nvSpPr>
        <p:spPr>
          <a:xfrm>
            <a:off x="5579833" y="1964400"/>
            <a:ext cx="5661200" cy="2929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5333">
                <a:solidFill>
                  <a:schemeClr val="dk1"/>
                </a:solidFill>
              </a:defRPr>
            </a:lvl1pPr>
            <a:lvl2pPr lvl="1" rtl="0">
              <a:spcBef>
                <a:spcPts val="0"/>
              </a:spcBef>
              <a:spcAft>
                <a:spcPts val="0"/>
              </a:spcAft>
              <a:buSzPts val="3000"/>
              <a:buNone/>
              <a:defRPr>
                <a:latin typeface="Manjari"/>
                <a:ea typeface="Manjari"/>
                <a:cs typeface="Manjari"/>
                <a:sym typeface="Manjari"/>
              </a:defRPr>
            </a:lvl2pPr>
            <a:lvl3pPr lvl="2" rtl="0">
              <a:spcBef>
                <a:spcPts val="0"/>
              </a:spcBef>
              <a:spcAft>
                <a:spcPts val="0"/>
              </a:spcAft>
              <a:buSzPts val="3000"/>
              <a:buNone/>
              <a:defRPr>
                <a:latin typeface="Manjari"/>
                <a:ea typeface="Manjari"/>
                <a:cs typeface="Manjari"/>
                <a:sym typeface="Manjari"/>
              </a:defRPr>
            </a:lvl3pPr>
            <a:lvl4pPr lvl="3" rtl="0">
              <a:spcBef>
                <a:spcPts val="0"/>
              </a:spcBef>
              <a:spcAft>
                <a:spcPts val="0"/>
              </a:spcAft>
              <a:buSzPts val="3000"/>
              <a:buNone/>
              <a:defRPr>
                <a:latin typeface="Manjari"/>
                <a:ea typeface="Manjari"/>
                <a:cs typeface="Manjari"/>
                <a:sym typeface="Manjari"/>
              </a:defRPr>
            </a:lvl4pPr>
            <a:lvl5pPr lvl="4" rtl="0">
              <a:spcBef>
                <a:spcPts val="0"/>
              </a:spcBef>
              <a:spcAft>
                <a:spcPts val="0"/>
              </a:spcAft>
              <a:buSzPts val="3000"/>
              <a:buNone/>
              <a:defRPr>
                <a:latin typeface="Manjari"/>
                <a:ea typeface="Manjari"/>
                <a:cs typeface="Manjari"/>
                <a:sym typeface="Manjari"/>
              </a:defRPr>
            </a:lvl5pPr>
            <a:lvl6pPr lvl="5" rtl="0">
              <a:spcBef>
                <a:spcPts val="0"/>
              </a:spcBef>
              <a:spcAft>
                <a:spcPts val="0"/>
              </a:spcAft>
              <a:buSzPts val="3000"/>
              <a:buNone/>
              <a:defRPr>
                <a:latin typeface="Manjari"/>
                <a:ea typeface="Manjari"/>
                <a:cs typeface="Manjari"/>
                <a:sym typeface="Manjari"/>
              </a:defRPr>
            </a:lvl6pPr>
            <a:lvl7pPr lvl="6" rtl="0">
              <a:spcBef>
                <a:spcPts val="0"/>
              </a:spcBef>
              <a:spcAft>
                <a:spcPts val="0"/>
              </a:spcAft>
              <a:buSzPts val="3000"/>
              <a:buNone/>
              <a:defRPr>
                <a:latin typeface="Manjari"/>
                <a:ea typeface="Manjari"/>
                <a:cs typeface="Manjari"/>
                <a:sym typeface="Manjari"/>
              </a:defRPr>
            </a:lvl7pPr>
            <a:lvl8pPr lvl="7" rtl="0">
              <a:spcBef>
                <a:spcPts val="0"/>
              </a:spcBef>
              <a:spcAft>
                <a:spcPts val="0"/>
              </a:spcAft>
              <a:buSzPts val="3000"/>
              <a:buNone/>
              <a:defRPr>
                <a:latin typeface="Manjari"/>
                <a:ea typeface="Manjari"/>
                <a:cs typeface="Manjari"/>
                <a:sym typeface="Manjari"/>
              </a:defRPr>
            </a:lvl8pPr>
            <a:lvl9pPr lvl="8" rtl="0">
              <a:spcBef>
                <a:spcPts val="0"/>
              </a:spcBef>
              <a:spcAft>
                <a:spcPts val="0"/>
              </a:spcAft>
              <a:buSzPts val="3000"/>
              <a:buNone/>
              <a:defRPr>
                <a:latin typeface="Manjari"/>
                <a:ea typeface="Manjari"/>
                <a:cs typeface="Manjari"/>
                <a:sym typeface="Manjari"/>
              </a:defRPr>
            </a:lvl9pPr>
          </a:lstStyle>
          <a:p>
            <a:endParaRPr/>
          </a:p>
        </p:txBody>
      </p:sp>
      <p:sp>
        <p:nvSpPr>
          <p:cNvPr id="366" name="Google Shape;366;p51"/>
          <p:cNvSpPr/>
          <p:nvPr/>
        </p:nvSpPr>
        <p:spPr>
          <a:xfrm rot="7018826" flipH="1">
            <a:off x="3809758" y="-1018984"/>
            <a:ext cx="5690601" cy="350101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7" name="Google Shape;367;p51"/>
          <p:cNvSpPr/>
          <p:nvPr/>
        </p:nvSpPr>
        <p:spPr>
          <a:xfrm rot="-8259636" flipH="1">
            <a:off x="5881686" y="4000832"/>
            <a:ext cx="4281215" cy="4263464"/>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8" name="Google Shape;368;p51"/>
          <p:cNvSpPr/>
          <p:nvPr/>
        </p:nvSpPr>
        <p:spPr>
          <a:xfrm>
            <a:off x="3046966" y="4300810"/>
            <a:ext cx="1892171" cy="16690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09936787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69"/>
        <p:cNvGrpSpPr/>
        <p:nvPr/>
      </p:nvGrpSpPr>
      <p:grpSpPr>
        <a:xfrm>
          <a:off x="0" y="0"/>
          <a:ext cx="0" cy="0"/>
          <a:chOff x="0" y="0"/>
          <a:chExt cx="0" cy="0"/>
        </a:xfrm>
      </p:grpSpPr>
      <p:sp>
        <p:nvSpPr>
          <p:cNvPr id="370" name="Google Shape;370;p52"/>
          <p:cNvSpPr/>
          <p:nvPr/>
        </p:nvSpPr>
        <p:spPr>
          <a:xfrm rot="-3415034" flipH="1">
            <a:off x="7146955" y="972063"/>
            <a:ext cx="6419477" cy="546040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1" name="Google Shape;371;p52"/>
          <p:cNvSpPr/>
          <p:nvPr/>
        </p:nvSpPr>
        <p:spPr>
          <a:xfrm rot="5400000">
            <a:off x="-1671696" y="3171013"/>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72" name="Google Shape;372;p52"/>
          <p:cNvGrpSpPr/>
          <p:nvPr/>
        </p:nvGrpSpPr>
        <p:grpSpPr>
          <a:xfrm rot="10800000" flipH="1">
            <a:off x="-180212" y="-729591"/>
            <a:ext cx="2262349" cy="2251771"/>
            <a:chOff x="2414491" y="671177"/>
            <a:chExt cx="1830972" cy="1822411"/>
          </a:xfrm>
        </p:grpSpPr>
        <p:sp>
          <p:nvSpPr>
            <p:cNvPr id="373" name="Google Shape;373;p52"/>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 name="Google Shape;374;p52"/>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 name="Google Shape;375;p52"/>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 name="Google Shape;376;p52"/>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 name="Google Shape;377;p52"/>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 name="Google Shape;378;p52"/>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 name="Google Shape;379;p52"/>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 name="Google Shape;380;p52"/>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 name="Google Shape;381;p52"/>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 name="Google Shape;382;p52"/>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3" name="Google Shape;383;p52"/>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4" name="Google Shape;384;p52"/>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5" name="Google Shape;385;p52"/>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6" name="Google Shape;386;p52"/>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7" name="Google Shape;387;p52"/>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8" name="Google Shape;388;p52"/>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9" name="Google Shape;389;p52"/>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0" name="Google Shape;390;p52"/>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1" name="Google Shape;391;p52"/>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2" name="Google Shape;392;p52"/>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3" name="Google Shape;393;p52"/>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4" name="Google Shape;394;p52"/>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5" name="Google Shape;395;p52"/>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6" name="Google Shape;396;p52"/>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7" name="Google Shape;397;p52"/>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8" name="Google Shape;398;p52"/>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9" name="Google Shape;399;p52"/>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0" name="Google Shape;400;p52"/>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1" name="Google Shape;401;p52"/>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2" name="Google Shape;402;p52"/>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3" name="Google Shape;403;p52"/>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4" name="Google Shape;404;p52"/>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5" name="Google Shape;405;p52"/>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6" name="Google Shape;406;p52"/>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07" name="Google Shape;407;p52"/>
          <p:cNvSpPr/>
          <p:nvPr/>
        </p:nvSpPr>
        <p:spPr>
          <a:xfrm>
            <a:off x="2215717" y="1921936"/>
            <a:ext cx="1912872" cy="168730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8" name="Google Shape;408;p52"/>
          <p:cNvSpPr txBox="1">
            <a:spLocks noGrp="1"/>
          </p:cNvSpPr>
          <p:nvPr>
            <p:ph type="title" hasCustomPrompt="1"/>
          </p:nvPr>
        </p:nvSpPr>
        <p:spPr>
          <a:xfrm>
            <a:off x="3956267" y="1921917"/>
            <a:ext cx="6857200" cy="2385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6000">
                <a:solidFill>
                  <a:schemeClr val="lt2"/>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409" name="Google Shape;409;p52"/>
          <p:cNvSpPr txBox="1">
            <a:spLocks noGrp="1"/>
          </p:cNvSpPr>
          <p:nvPr>
            <p:ph type="body" idx="1"/>
          </p:nvPr>
        </p:nvSpPr>
        <p:spPr>
          <a:xfrm>
            <a:off x="3956267" y="4315617"/>
            <a:ext cx="6857200" cy="591200"/>
          </a:xfrm>
          <a:prstGeom prst="rect">
            <a:avLst/>
          </a:prstGeom>
        </p:spPr>
        <p:txBody>
          <a:bodyPr spcFirstLastPara="1" wrap="square" lIns="91425" tIns="91425" rIns="91425" bIns="91425" anchor="t" anchorCtr="0">
            <a:noAutofit/>
          </a:bodyPr>
          <a:lstStyle>
            <a:lvl1pPr marL="609585" lvl="0" indent="-457189" algn="ctr" rtl="0">
              <a:spcBef>
                <a:spcPts val="0"/>
              </a:spcBef>
              <a:spcAft>
                <a:spcPts val="0"/>
              </a:spcAft>
              <a:buSzPts val="1800"/>
              <a:buChar char="●"/>
              <a:defRPr sz="2133">
                <a:solidFill>
                  <a:schemeClr val="lt2"/>
                </a:solidFill>
              </a:defRPr>
            </a:lvl1pPr>
            <a:lvl2pPr marL="1219170" lvl="1" indent="-423323" algn="ctr" rtl="0">
              <a:spcBef>
                <a:spcPts val="0"/>
              </a:spcBef>
              <a:spcAft>
                <a:spcPts val="0"/>
              </a:spcAft>
              <a:buSzPts val="1400"/>
              <a:buChar char="○"/>
              <a:defRPr/>
            </a:lvl2pPr>
            <a:lvl3pPr marL="1828754" lvl="2" indent="-423323" algn="ctr" rtl="0">
              <a:spcBef>
                <a:spcPts val="0"/>
              </a:spcBef>
              <a:spcAft>
                <a:spcPts val="0"/>
              </a:spcAft>
              <a:buSzPts val="1400"/>
              <a:buChar char="■"/>
              <a:defRPr/>
            </a:lvl3pPr>
            <a:lvl4pPr marL="2438339" lvl="3" indent="-423323" algn="ctr" rtl="0">
              <a:spcBef>
                <a:spcPts val="0"/>
              </a:spcBef>
              <a:spcAft>
                <a:spcPts val="0"/>
              </a:spcAft>
              <a:buSzPts val="1400"/>
              <a:buChar char="●"/>
              <a:defRPr/>
            </a:lvl4pPr>
            <a:lvl5pPr marL="3047924" lvl="4" indent="-423323" algn="ctr" rtl="0">
              <a:spcBef>
                <a:spcPts val="0"/>
              </a:spcBef>
              <a:spcAft>
                <a:spcPts val="0"/>
              </a:spcAft>
              <a:buSzPts val="1400"/>
              <a:buChar char="○"/>
              <a:defRPr/>
            </a:lvl5pPr>
            <a:lvl6pPr marL="3657509" lvl="5" indent="-423323" algn="ctr" rtl="0">
              <a:spcBef>
                <a:spcPts val="0"/>
              </a:spcBef>
              <a:spcAft>
                <a:spcPts val="0"/>
              </a:spcAft>
              <a:buSzPts val="1400"/>
              <a:buChar char="■"/>
              <a:defRPr/>
            </a:lvl6pPr>
            <a:lvl7pPr marL="4267093" lvl="6" indent="-423323" algn="ctr" rtl="0">
              <a:spcBef>
                <a:spcPts val="0"/>
              </a:spcBef>
              <a:spcAft>
                <a:spcPts val="0"/>
              </a:spcAft>
              <a:buSzPts val="1400"/>
              <a:buChar char="●"/>
              <a:defRPr/>
            </a:lvl7pPr>
            <a:lvl8pPr marL="4876678" lvl="7" indent="-423323" algn="ctr" rtl="0">
              <a:spcBef>
                <a:spcPts val="0"/>
              </a:spcBef>
              <a:spcAft>
                <a:spcPts val="0"/>
              </a:spcAft>
              <a:buSzPts val="1400"/>
              <a:buChar char="○"/>
              <a:defRPr/>
            </a:lvl8pPr>
            <a:lvl9pPr marL="5486263" lvl="8" indent="-423323" algn="ctr" rtl="0">
              <a:spcBef>
                <a:spcPts val="0"/>
              </a:spcBef>
              <a:spcAft>
                <a:spcPts val="0"/>
              </a:spcAft>
              <a:buSzPts val="1400"/>
              <a:buChar char="■"/>
              <a:defRPr/>
            </a:lvl9pPr>
          </a:lstStyle>
          <a:p>
            <a:endParaRPr/>
          </a:p>
        </p:txBody>
      </p:sp>
    </p:spTree>
    <p:extLst>
      <p:ext uri="{BB962C8B-B14F-4D97-AF65-F5344CB8AC3E}">
        <p14:creationId xmlns:p14="http://schemas.microsoft.com/office/powerpoint/2010/main" val="39919869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0"/>
        <p:cNvGrpSpPr/>
        <p:nvPr/>
      </p:nvGrpSpPr>
      <p:grpSpPr>
        <a:xfrm>
          <a:off x="0" y="0"/>
          <a:ext cx="0" cy="0"/>
          <a:chOff x="0" y="0"/>
          <a:chExt cx="0" cy="0"/>
        </a:xfrm>
      </p:grpSpPr>
    </p:spTree>
    <p:extLst>
      <p:ext uri="{BB962C8B-B14F-4D97-AF65-F5344CB8AC3E}">
        <p14:creationId xmlns:p14="http://schemas.microsoft.com/office/powerpoint/2010/main" val="28420003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411"/>
        <p:cNvGrpSpPr/>
        <p:nvPr/>
      </p:nvGrpSpPr>
      <p:grpSpPr>
        <a:xfrm>
          <a:off x="0" y="0"/>
          <a:ext cx="0" cy="0"/>
          <a:chOff x="0" y="0"/>
          <a:chExt cx="0" cy="0"/>
        </a:xfrm>
      </p:grpSpPr>
      <p:sp>
        <p:nvSpPr>
          <p:cNvPr id="412" name="Google Shape;412;p54"/>
          <p:cNvSpPr/>
          <p:nvPr/>
        </p:nvSpPr>
        <p:spPr>
          <a:xfrm>
            <a:off x="9644900" y="-973433"/>
            <a:ext cx="4040104" cy="4648916"/>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3" name="Google Shape;413;p54"/>
          <p:cNvSpPr/>
          <p:nvPr/>
        </p:nvSpPr>
        <p:spPr>
          <a:xfrm rot="2540379">
            <a:off x="-961881" y="4670041"/>
            <a:ext cx="3024700" cy="2593767"/>
          </a:xfrm>
          <a:custGeom>
            <a:avLst/>
            <a:gdLst/>
            <a:ahLst/>
            <a:cxnLst/>
            <a:rect l="l" t="t" r="r" b="b"/>
            <a:pathLst>
              <a:path w="40029" h="34326" extrusionOk="0">
                <a:moveTo>
                  <a:pt x="7939" y="1669"/>
                </a:moveTo>
                <a:cubicBezTo>
                  <a:pt x="12943" y="3370"/>
                  <a:pt x="11275" y="10875"/>
                  <a:pt x="18780" y="8040"/>
                </a:cubicBezTo>
                <a:cubicBezTo>
                  <a:pt x="26286" y="5238"/>
                  <a:pt x="30722" y="3770"/>
                  <a:pt x="35392" y="8040"/>
                </a:cubicBezTo>
                <a:cubicBezTo>
                  <a:pt x="40029" y="12343"/>
                  <a:pt x="29621" y="14411"/>
                  <a:pt x="33991" y="20682"/>
                </a:cubicBezTo>
                <a:cubicBezTo>
                  <a:pt x="38361" y="26920"/>
                  <a:pt x="27520" y="34325"/>
                  <a:pt x="19814" y="30523"/>
                </a:cubicBezTo>
                <a:cubicBezTo>
                  <a:pt x="12109" y="26720"/>
                  <a:pt x="4937" y="23851"/>
                  <a:pt x="2502" y="16613"/>
                </a:cubicBezTo>
                <a:cubicBezTo>
                  <a:pt x="0" y="9207"/>
                  <a:pt x="2936" y="1"/>
                  <a:pt x="7939" y="166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4" name="Google Shape;414;p54"/>
          <p:cNvSpPr txBox="1">
            <a:spLocks noGrp="1"/>
          </p:cNvSpPr>
          <p:nvPr>
            <p:ph type="subTitle" idx="1"/>
          </p:nvPr>
        </p:nvSpPr>
        <p:spPr>
          <a:xfrm>
            <a:off x="5207600" y="4506900"/>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5" name="Google Shape;415;p54"/>
          <p:cNvSpPr txBox="1">
            <a:spLocks noGrp="1"/>
          </p:cNvSpPr>
          <p:nvPr>
            <p:ph type="subTitle" idx="2"/>
          </p:nvPr>
        </p:nvSpPr>
        <p:spPr>
          <a:xfrm>
            <a:off x="1854800" y="4506900"/>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6" name="Google Shape;416;p54"/>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417" name="Google Shape;417;p54">
            <a:hlinkClick r:id="" action="ppaction://noaction"/>
          </p:cNvPr>
          <p:cNvSpPr txBox="1">
            <a:spLocks noGrp="1"/>
          </p:cNvSpPr>
          <p:nvPr>
            <p:ph type="subTitle" idx="3"/>
          </p:nvPr>
        </p:nvSpPr>
        <p:spPr>
          <a:xfrm>
            <a:off x="1854800" y="1912633"/>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18" name="Google Shape;418;p54">
            <a:hlinkClick r:id="" action="ppaction://noaction"/>
          </p:cNvPr>
          <p:cNvSpPr txBox="1">
            <a:spLocks noGrp="1"/>
          </p:cNvSpPr>
          <p:nvPr>
            <p:ph type="subTitle" idx="4"/>
          </p:nvPr>
        </p:nvSpPr>
        <p:spPr>
          <a:xfrm>
            <a:off x="5207600" y="1912633"/>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19" name="Google Shape;419;p54">
            <a:hlinkClick r:id="" action="ppaction://noaction"/>
          </p:cNvPr>
          <p:cNvSpPr txBox="1">
            <a:spLocks noGrp="1"/>
          </p:cNvSpPr>
          <p:nvPr>
            <p:ph type="subTitle" idx="5"/>
          </p:nvPr>
        </p:nvSpPr>
        <p:spPr>
          <a:xfrm>
            <a:off x="1854800" y="3989716"/>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20" name="Google Shape;420;p54">
            <a:hlinkClick r:id="" action="ppaction://noaction"/>
          </p:cNvPr>
          <p:cNvSpPr txBox="1">
            <a:spLocks noGrp="1"/>
          </p:cNvSpPr>
          <p:nvPr>
            <p:ph type="subTitle" idx="6"/>
          </p:nvPr>
        </p:nvSpPr>
        <p:spPr>
          <a:xfrm>
            <a:off x="5207600" y="3989716"/>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21" name="Google Shape;421;p54"/>
          <p:cNvSpPr txBox="1">
            <a:spLocks noGrp="1"/>
          </p:cNvSpPr>
          <p:nvPr>
            <p:ph type="subTitle" idx="7"/>
          </p:nvPr>
        </p:nvSpPr>
        <p:spPr>
          <a:xfrm>
            <a:off x="1854800" y="2433612"/>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2" name="Google Shape;422;p54"/>
          <p:cNvSpPr txBox="1">
            <a:spLocks noGrp="1"/>
          </p:cNvSpPr>
          <p:nvPr>
            <p:ph type="subTitle" idx="8"/>
          </p:nvPr>
        </p:nvSpPr>
        <p:spPr>
          <a:xfrm>
            <a:off x="5207600" y="2433612"/>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3" name="Google Shape;423;p54">
            <a:hlinkClick r:id="" action="ppaction://noaction"/>
          </p:cNvPr>
          <p:cNvSpPr txBox="1">
            <a:spLocks noGrp="1"/>
          </p:cNvSpPr>
          <p:nvPr>
            <p:ph type="title" idx="9" hasCustomPrompt="1"/>
          </p:nvPr>
        </p:nvSpPr>
        <p:spPr>
          <a:xfrm>
            <a:off x="1056233" y="1912633"/>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24" name="Google Shape;424;p54">
            <a:hlinkClick r:id="" action="ppaction://noaction"/>
          </p:cNvPr>
          <p:cNvSpPr txBox="1">
            <a:spLocks noGrp="1"/>
          </p:cNvSpPr>
          <p:nvPr>
            <p:ph type="title" idx="13" hasCustomPrompt="1"/>
          </p:nvPr>
        </p:nvSpPr>
        <p:spPr>
          <a:xfrm>
            <a:off x="4419600" y="1912633"/>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25" name="Google Shape;425;p54">
            <a:hlinkClick r:id="" action="ppaction://noaction"/>
          </p:cNvPr>
          <p:cNvSpPr txBox="1">
            <a:spLocks noGrp="1"/>
          </p:cNvSpPr>
          <p:nvPr>
            <p:ph type="title" idx="14" hasCustomPrompt="1"/>
          </p:nvPr>
        </p:nvSpPr>
        <p:spPr>
          <a:xfrm>
            <a:off x="1056233" y="3989701"/>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26" name="Google Shape;426;p54">
            <a:hlinkClick r:id="" action="ppaction://noaction"/>
          </p:cNvPr>
          <p:cNvSpPr txBox="1">
            <a:spLocks noGrp="1"/>
          </p:cNvSpPr>
          <p:nvPr>
            <p:ph type="title" idx="15" hasCustomPrompt="1"/>
          </p:nvPr>
        </p:nvSpPr>
        <p:spPr>
          <a:xfrm>
            <a:off x="4419600" y="3989701"/>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27" name="Google Shape;427;p54"/>
          <p:cNvSpPr txBox="1">
            <a:spLocks noGrp="1"/>
          </p:cNvSpPr>
          <p:nvPr>
            <p:ph type="subTitle" idx="16"/>
          </p:nvPr>
        </p:nvSpPr>
        <p:spPr>
          <a:xfrm>
            <a:off x="8570967" y="4506900"/>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8" name="Google Shape;428;p54">
            <a:hlinkClick r:id="" action="ppaction://noaction"/>
          </p:cNvPr>
          <p:cNvSpPr txBox="1">
            <a:spLocks noGrp="1"/>
          </p:cNvSpPr>
          <p:nvPr>
            <p:ph type="subTitle" idx="17"/>
          </p:nvPr>
        </p:nvSpPr>
        <p:spPr>
          <a:xfrm>
            <a:off x="8570967" y="1912633"/>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29" name="Google Shape;429;p54">
            <a:hlinkClick r:id="" action="ppaction://noaction"/>
          </p:cNvPr>
          <p:cNvSpPr txBox="1">
            <a:spLocks noGrp="1"/>
          </p:cNvSpPr>
          <p:nvPr>
            <p:ph type="subTitle" idx="18"/>
          </p:nvPr>
        </p:nvSpPr>
        <p:spPr>
          <a:xfrm>
            <a:off x="8570967" y="3989716"/>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30" name="Google Shape;430;p54"/>
          <p:cNvSpPr txBox="1">
            <a:spLocks noGrp="1"/>
          </p:cNvSpPr>
          <p:nvPr>
            <p:ph type="subTitle" idx="19"/>
          </p:nvPr>
        </p:nvSpPr>
        <p:spPr>
          <a:xfrm>
            <a:off x="8570967" y="2433612"/>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1" name="Google Shape;431;p54">
            <a:hlinkClick r:id="" action="ppaction://noaction"/>
          </p:cNvPr>
          <p:cNvSpPr txBox="1">
            <a:spLocks noGrp="1"/>
          </p:cNvSpPr>
          <p:nvPr>
            <p:ph type="title" idx="20" hasCustomPrompt="1"/>
          </p:nvPr>
        </p:nvSpPr>
        <p:spPr>
          <a:xfrm>
            <a:off x="7782967" y="1912633"/>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32" name="Google Shape;432;p54">
            <a:hlinkClick r:id="" action="ppaction://noaction"/>
          </p:cNvPr>
          <p:cNvSpPr txBox="1">
            <a:spLocks noGrp="1"/>
          </p:cNvSpPr>
          <p:nvPr>
            <p:ph type="title" idx="21" hasCustomPrompt="1"/>
          </p:nvPr>
        </p:nvSpPr>
        <p:spPr>
          <a:xfrm>
            <a:off x="7782967" y="3989701"/>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Tree>
    <p:extLst>
      <p:ext uri="{BB962C8B-B14F-4D97-AF65-F5344CB8AC3E}">
        <p14:creationId xmlns:p14="http://schemas.microsoft.com/office/powerpoint/2010/main" val="21789560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able of contents 1">
  <p:cSld name="Table of contents 1">
    <p:spTree>
      <p:nvGrpSpPr>
        <p:cNvPr id="1" name="Shape 433"/>
        <p:cNvGrpSpPr/>
        <p:nvPr/>
      </p:nvGrpSpPr>
      <p:grpSpPr>
        <a:xfrm>
          <a:off x="0" y="0"/>
          <a:ext cx="0" cy="0"/>
          <a:chOff x="0" y="0"/>
          <a:chExt cx="0" cy="0"/>
        </a:xfrm>
      </p:grpSpPr>
      <p:sp>
        <p:nvSpPr>
          <p:cNvPr id="434" name="Google Shape;434;p55"/>
          <p:cNvSpPr/>
          <p:nvPr/>
        </p:nvSpPr>
        <p:spPr>
          <a:xfrm rot="-3798042">
            <a:off x="8423636" y="2130009"/>
            <a:ext cx="8196507" cy="5042715"/>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35" name="Google Shape;435;p55"/>
          <p:cNvGrpSpPr/>
          <p:nvPr/>
        </p:nvGrpSpPr>
        <p:grpSpPr>
          <a:xfrm rot="10800000" flipH="1">
            <a:off x="6943122" y="-915440"/>
            <a:ext cx="2262349" cy="2251771"/>
            <a:chOff x="2414491" y="671177"/>
            <a:chExt cx="1830972" cy="1822411"/>
          </a:xfrm>
        </p:grpSpPr>
        <p:sp>
          <p:nvSpPr>
            <p:cNvPr id="436" name="Google Shape;436;p55"/>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7" name="Google Shape;437;p55"/>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8" name="Google Shape;438;p55"/>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9" name="Google Shape;439;p55"/>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0" name="Google Shape;440;p55"/>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1" name="Google Shape;441;p55"/>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2" name="Google Shape;442;p55"/>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3" name="Google Shape;443;p55"/>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4" name="Google Shape;444;p55"/>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5" name="Google Shape;445;p55"/>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6" name="Google Shape;446;p55"/>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7" name="Google Shape;447;p55"/>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8" name="Google Shape;448;p55"/>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9" name="Google Shape;449;p55"/>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0" name="Google Shape;450;p55"/>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1" name="Google Shape;451;p55"/>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2" name="Google Shape;452;p55"/>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3" name="Google Shape;453;p55"/>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4" name="Google Shape;454;p55"/>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5" name="Google Shape;455;p55"/>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6" name="Google Shape;456;p55"/>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7" name="Google Shape;457;p55"/>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8" name="Google Shape;458;p55"/>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9" name="Google Shape;459;p55"/>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0" name="Google Shape;460;p55"/>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1" name="Google Shape;461;p55"/>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2" name="Google Shape;462;p55"/>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3" name="Google Shape;463;p55"/>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4" name="Google Shape;464;p55"/>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5" name="Google Shape;465;p55"/>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6" name="Google Shape;466;p55"/>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7" name="Google Shape;467;p55"/>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8" name="Google Shape;468;p55"/>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9" name="Google Shape;469;p55"/>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70" name="Google Shape;470;p55"/>
          <p:cNvSpPr/>
          <p:nvPr/>
        </p:nvSpPr>
        <p:spPr>
          <a:xfrm rot="5400000">
            <a:off x="-3011733" y="4239678"/>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1" name="Google Shape;471;p55"/>
          <p:cNvSpPr/>
          <p:nvPr/>
        </p:nvSpPr>
        <p:spPr>
          <a:xfrm rot="-2266405" flipH="1">
            <a:off x="9461364" y="2919351"/>
            <a:ext cx="2585104" cy="4407460"/>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2" name="Google Shape;472;p55"/>
          <p:cNvSpPr txBox="1">
            <a:spLocks noGrp="1"/>
          </p:cNvSpPr>
          <p:nvPr>
            <p:ph type="subTitle" idx="1"/>
          </p:nvPr>
        </p:nvSpPr>
        <p:spPr>
          <a:xfrm>
            <a:off x="5365600" y="4913300"/>
            <a:ext cx="3559200" cy="78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73" name="Google Shape;473;p55"/>
          <p:cNvSpPr txBox="1">
            <a:spLocks noGrp="1"/>
          </p:cNvSpPr>
          <p:nvPr>
            <p:ph type="subTitle" idx="2"/>
          </p:nvPr>
        </p:nvSpPr>
        <p:spPr>
          <a:xfrm>
            <a:off x="1255800" y="4913300"/>
            <a:ext cx="3602000" cy="78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74" name="Google Shape;474;p55"/>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475" name="Google Shape;475;p55">
            <a:hlinkClick r:id="" action="ppaction://noaction"/>
          </p:cNvPr>
          <p:cNvSpPr txBox="1">
            <a:spLocks noGrp="1"/>
          </p:cNvSpPr>
          <p:nvPr>
            <p:ph type="subTitle" idx="3"/>
          </p:nvPr>
        </p:nvSpPr>
        <p:spPr>
          <a:xfrm>
            <a:off x="1255800" y="2319033"/>
            <a:ext cx="36020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76" name="Google Shape;476;p55">
            <a:hlinkClick r:id="" action="ppaction://noaction"/>
          </p:cNvPr>
          <p:cNvSpPr txBox="1">
            <a:spLocks noGrp="1"/>
          </p:cNvSpPr>
          <p:nvPr>
            <p:ph type="subTitle" idx="4"/>
          </p:nvPr>
        </p:nvSpPr>
        <p:spPr>
          <a:xfrm>
            <a:off x="5365600" y="2319033"/>
            <a:ext cx="35592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77" name="Google Shape;477;p55">
            <a:hlinkClick r:id="" action="ppaction://noaction"/>
          </p:cNvPr>
          <p:cNvSpPr txBox="1">
            <a:spLocks noGrp="1"/>
          </p:cNvSpPr>
          <p:nvPr>
            <p:ph type="subTitle" idx="5"/>
          </p:nvPr>
        </p:nvSpPr>
        <p:spPr>
          <a:xfrm>
            <a:off x="1255800" y="4396099"/>
            <a:ext cx="36020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78" name="Google Shape;478;p55">
            <a:hlinkClick r:id="" action="ppaction://noaction"/>
          </p:cNvPr>
          <p:cNvSpPr txBox="1">
            <a:spLocks noGrp="1"/>
          </p:cNvSpPr>
          <p:nvPr>
            <p:ph type="subTitle" idx="6"/>
          </p:nvPr>
        </p:nvSpPr>
        <p:spPr>
          <a:xfrm>
            <a:off x="5365600" y="4396116"/>
            <a:ext cx="35592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79" name="Google Shape;479;p55"/>
          <p:cNvSpPr txBox="1">
            <a:spLocks noGrp="1"/>
          </p:cNvSpPr>
          <p:nvPr>
            <p:ph type="subTitle" idx="7"/>
          </p:nvPr>
        </p:nvSpPr>
        <p:spPr>
          <a:xfrm>
            <a:off x="1260867" y="2840000"/>
            <a:ext cx="3602000" cy="78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80" name="Google Shape;480;p55"/>
          <p:cNvSpPr txBox="1">
            <a:spLocks noGrp="1"/>
          </p:cNvSpPr>
          <p:nvPr>
            <p:ph type="subTitle" idx="8"/>
          </p:nvPr>
        </p:nvSpPr>
        <p:spPr>
          <a:xfrm>
            <a:off x="5370603" y="2840000"/>
            <a:ext cx="3559200" cy="78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81" name="Google Shape;481;p55">
            <a:hlinkClick r:id="" action="ppaction://noaction"/>
          </p:cNvPr>
          <p:cNvSpPr txBox="1">
            <a:spLocks noGrp="1"/>
          </p:cNvSpPr>
          <p:nvPr>
            <p:ph type="title" idx="9" hasCustomPrompt="1"/>
          </p:nvPr>
        </p:nvSpPr>
        <p:spPr>
          <a:xfrm>
            <a:off x="1260867" y="1818467"/>
            <a:ext cx="1128000" cy="548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4400">
                <a:solidFill>
                  <a:schemeClr val="accent1"/>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82" name="Google Shape;482;p55">
            <a:hlinkClick r:id="" action="ppaction://noaction"/>
          </p:cNvPr>
          <p:cNvSpPr txBox="1">
            <a:spLocks noGrp="1"/>
          </p:cNvSpPr>
          <p:nvPr>
            <p:ph type="title" idx="13" hasCustomPrompt="1"/>
          </p:nvPr>
        </p:nvSpPr>
        <p:spPr>
          <a:xfrm>
            <a:off x="5365600" y="1818467"/>
            <a:ext cx="1128000" cy="548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4400">
                <a:solidFill>
                  <a:schemeClr val="accent1"/>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83" name="Google Shape;483;p55">
            <a:hlinkClick r:id="" action="ppaction://noaction"/>
          </p:cNvPr>
          <p:cNvSpPr txBox="1">
            <a:spLocks noGrp="1"/>
          </p:cNvSpPr>
          <p:nvPr>
            <p:ph type="title" idx="14" hasCustomPrompt="1"/>
          </p:nvPr>
        </p:nvSpPr>
        <p:spPr>
          <a:xfrm>
            <a:off x="1260867" y="3891797"/>
            <a:ext cx="1128000" cy="548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4400">
                <a:solidFill>
                  <a:schemeClr val="accent1"/>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84" name="Google Shape;484;p55">
            <a:hlinkClick r:id="" action="ppaction://noaction"/>
          </p:cNvPr>
          <p:cNvSpPr txBox="1">
            <a:spLocks noGrp="1"/>
          </p:cNvSpPr>
          <p:nvPr>
            <p:ph type="title" idx="15" hasCustomPrompt="1"/>
          </p:nvPr>
        </p:nvSpPr>
        <p:spPr>
          <a:xfrm>
            <a:off x="5365600" y="3891797"/>
            <a:ext cx="1128000" cy="548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4400">
                <a:solidFill>
                  <a:schemeClr val="accent1"/>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Tree>
    <p:extLst>
      <p:ext uri="{BB962C8B-B14F-4D97-AF65-F5344CB8AC3E}">
        <p14:creationId xmlns:p14="http://schemas.microsoft.com/office/powerpoint/2010/main" val="21274289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85"/>
        <p:cNvGrpSpPr/>
        <p:nvPr/>
      </p:nvGrpSpPr>
      <p:grpSpPr>
        <a:xfrm>
          <a:off x="0" y="0"/>
          <a:ext cx="0" cy="0"/>
          <a:chOff x="0" y="0"/>
          <a:chExt cx="0" cy="0"/>
        </a:xfrm>
      </p:grpSpPr>
      <p:sp>
        <p:nvSpPr>
          <p:cNvPr id="486" name="Google Shape;486;p56"/>
          <p:cNvSpPr txBox="1">
            <a:spLocks noGrp="1"/>
          </p:cNvSpPr>
          <p:nvPr>
            <p:ph type="title"/>
          </p:nvPr>
        </p:nvSpPr>
        <p:spPr>
          <a:xfrm flipH="1">
            <a:off x="4367500" y="3789267"/>
            <a:ext cx="6100000" cy="7636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accent2"/>
              </a:buClr>
              <a:buSzPts val="1800"/>
              <a:buNone/>
              <a:defRPr sz="2400"/>
            </a:lvl1pPr>
            <a:lvl2pPr lvl="1" rtl="0">
              <a:spcBef>
                <a:spcPts val="0"/>
              </a:spcBef>
              <a:spcAft>
                <a:spcPts val="0"/>
              </a:spcAft>
              <a:buClr>
                <a:schemeClr val="accent2"/>
              </a:buClr>
              <a:buSzPts val="1800"/>
              <a:buNone/>
              <a:defRPr sz="2400">
                <a:solidFill>
                  <a:schemeClr val="accent2"/>
                </a:solidFill>
              </a:defRPr>
            </a:lvl2pPr>
            <a:lvl3pPr lvl="2" rtl="0">
              <a:spcBef>
                <a:spcPts val="0"/>
              </a:spcBef>
              <a:spcAft>
                <a:spcPts val="0"/>
              </a:spcAft>
              <a:buClr>
                <a:schemeClr val="accent2"/>
              </a:buClr>
              <a:buSzPts val="1800"/>
              <a:buNone/>
              <a:defRPr sz="2400">
                <a:solidFill>
                  <a:schemeClr val="accent2"/>
                </a:solidFill>
              </a:defRPr>
            </a:lvl3pPr>
            <a:lvl4pPr lvl="3" rtl="0">
              <a:spcBef>
                <a:spcPts val="0"/>
              </a:spcBef>
              <a:spcAft>
                <a:spcPts val="0"/>
              </a:spcAft>
              <a:buClr>
                <a:schemeClr val="accent2"/>
              </a:buClr>
              <a:buSzPts val="1800"/>
              <a:buNone/>
              <a:defRPr sz="2400">
                <a:solidFill>
                  <a:schemeClr val="accent2"/>
                </a:solidFill>
              </a:defRPr>
            </a:lvl4pPr>
            <a:lvl5pPr lvl="4" rtl="0">
              <a:spcBef>
                <a:spcPts val="0"/>
              </a:spcBef>
              <a:spcAft>
                <a:spcPts val="0"/>
              </a:spcAft>
              <a:buClr>
                <a:schemeClr val="accent2"/>
              </a:buClr>
              <a:buSzPts val="1800"/>
              <a:buNone/>
              <a:defRPr sz="2400">
                <a:solidFill>
                  <a:schemeClr val="accent2"/>
                </a:solidFill>
              </a:defRPr>
            </a:lvl5pPr>
            <a:lvl6pPr lvl="5" rtl="0">
              <a:spcBef>
                <a:spcPts val="0"/>
              </a:spcBef>
              <a:spcAft>
                <a:spcPts val="0"/>
              </a:spcAft>
              <a:buClr>
                <a:schemeClr val="accent2"/>
              </a:buClr>
              <a:buSzPts val="1800"/>
              <a:buNone/>
              <a:defRPr sz="2400">
                <a:solidFill>
                  <a:schemeClr val="accent2"/>
                </a:solidFill>
              </a:defRPr>
            </a:lvl6pPr>
            <a:lvl7pPr lvl="6" rtl="0">
              <a:spcBef>
                <a:spcPts val="0"/>
              </a:spcBef>
              <a:spcAft>
                <a:spcPts val="0"/>
              </a:spcAft>
              <a:buClr>
                <a:schemeClr val="accent2"/>
              </a:buClr>
              <a:buSzPts val="1800"/>
              <a:buNone/>
              <a:defRPr sz="2400">
                <a:solidFill>
                  <a:schemeClr val="accent2"/>
                </a:solidFill>
              </a:defRPr>
            </a:lvl7pPr>
            <a:lvl8pPr lvl="7" rtl="0">
              <a:spcBef>
                <a:spcPts val="0"/>
              </a:spcBef>
              <a:spcAft>
                <a:spcPts val="0"/>
              </a:spcAft>
              <a:buClr>
                <a:schemeClr val="accent2"/>
              </a:buClr>
              <a:buSzPts val="1800"/>
              <a:buNone/>
              <a:defRPr sz="2400">
                <a:solidFill>
                  <a:schemeClr val="accent2"/>
                </a:solidFill>
              </a:defRPr>
            </a:lvl8pPr>
            <a:lvl9pPr lvl="8" rtl="0">
              <a:spcBef>
                <a:spcPts val="0"/>
              </a:spcBef>
              <a:spcAft>
                <a:spcPts val="0"/>
              </a:spcAft>
              <a:buClr>
                <a:schemeClr val="accent2"/>
              </a:buClr>
              <a:buSzPts val="1800"/>
              <a:buNone/>
              <a:defRPr sz="2400">
                <a:solidFill>
                  <a:schemeClr val="accent2"/>
                </a:solidFill>
              </a:defRPr>
            </a:lvl9pPr>
          </a:lstStyle>
          <a:p>
            <a:endParaRPr/>
          </a:p>
        </p:txBody>
      </p:sp>
      <p:sp>
        <p:nvSpPr>
          <p:cNvPr id="487" name="Google Shape;487;p56"/>
          <p:cNvSpPr txBox="1">
            <a:spLocks noGrp="1"/>
          </p:cNvSpPr>
          <p:nvPr>
            <p:ph type="subTitle" idx="1"/>
          </p:nvPr>
        </p:nvSpPr>
        <p:spPr>
          <a:xfrm flipH="1">
            <a:off x="4367500" y="2305133"/>
            <a:ext cx="6100000" cy="1476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667"/>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8" name="Google Shape;488;p56"/>
          <p:cNvSpPr/>
          <p:nvPr/>
        </p:nvSpPr>
        <p:spPr>
          <a:xfrm rot="-3415034" flipH="1">
            <a:off x="8482155" y="411997"/>
            <a:ext cx="6419477" cy="546040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9" name="Google Shape;489;p56"/>
          <p:cNvSpPr/>
          <p:nvPr/>
        </p:nvSpPr>
        <p:spPr>
          <a:xfrm rot="1848056">
            <a:off x="3162900" y="3519415"/>
            <a:ext cx="2585184" cy="44075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90" name="Google Shape;490;p56"/>
          <p:cNvGrpSpPr/>
          <p:nvPr/>
        </p:nvGrpSpPr>
        <p:grpSpPr>
          <a:xfrm>
            <a:off x="-304793" y="-107265"/>
            <a:ext cx="3036423" cy="7072503"/>
            <a:chOff x="224725" y="566950"/>
            <a:chExt cx="1850875" cy="4311100"/>
          </a:xfrm>
        </p:grpSpPr>
        <p:sp>
          <p:nvSpPr>
            <p:cNvPr id="491" name="Google Shape;491;p56"/>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2" name="Google Shape;492;p56"/>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3" name="Google Shape;493;p56"/>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4" name="Google Shape;494;p56"/>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5" name="Google Shape;495;p56"/>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6" name="Google Shape;496;p56"/>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7" name="Google Shape;497;p56"/>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8" name="Google Shape;498;p56"/>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9" name="Google Shape;499;p56"/>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0" name="Google Shape;500;p56"/>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1" name="Google Shape;501;p56"/>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2" name="Google Shape;502;p56"/>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3" name="Google Shape;503;p56"/>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4" name="Google Shape;504;p56"/>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5" name="Google Shape;505;p56"/>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6" name="Google Shape;506;p56"/>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7" name="Google Shape;507;p56"/>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8" name="Google Shape;508;p56"/>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9" name="Google Shape;509;p56"/>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0" name="Google Shape;510;p56"/>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1" name="Google Shape;511;p56"/>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2" name="Google Shape;512;p56"/>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3" name="Google Shape;513;p56"/>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4" name="Google Shape;514;p56"/>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15" name="Google Shape;515;p56"/>
          <p:cNvSpPr/>
          <p:nvPr/>
        </p:nvSpPr>
        <p:spPr>
          <a:xfrm rot="-7977677">
            <a:off x="2199661" y="664209"/>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6" name="Google Shape;516;p56"/>
          <p:cNvSpPr/>
          <p:nvPr/>
        </p:nvSpPr>
        <p:spPr>
          <a:xfrm>
            <a:off x="9456284" y="4798103"/>
            <a:ext cx="1912872" cy="168730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9396533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aption">
  <p:cSld name="1_Caption">
    <p:spTree>
      <p:nvGrpSpPr>
        <p:cNvPr id="1" name="Shape 517"/>
        <p:cNvGrpSpPr/>
        <p:nvPr/>
      </p:nvGrpSpPr>
      <p:grpSpPr>
        <a:xfrm>
          <a:off x="0" y="0"/>
          <a:ext cx="0" cy="0"/>
          <a:chOff x="0" y="0"/>
          <a:chExt cx="0" cy="0"/>
        </a:xfrm>
      </p:grpSpPr>
      <p:sp>
        <p:nvSpPr>
          <p:cNvPr id="518" name="Google Shape;518;p57"/>
          <p:cNvSpPr txBox="1">
            <a:spLocks noGrp="1"/>
          </p:cNvSpPr>
          <p:nvPr>
            <p:ph type="title"/>
          </p:nvPr>
        </p:nvSpPr>
        <p:spPr>
          <a:xfrm>
            <a:off x="950967" y="571833"/>
            <a:ext cx="4596800" cy="1595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3000"/>
              <a:buNone/>
              <a:defRPr>
                <a:latin typeface="Manjari"/>
                <a:ea typeface="Manjari"/>
                <a:cs typeface="Manjari"/>
                <a:sym typeface="Manjari"/>
              </a:defRPr>
            </a:lvl2pPr>
            <a:lvl3pPr lvl="2" rtl="0">
              <a:spcBef>
                <a:spcPts val="0"/>
              </a:spcBef>
              <a:spcAft>
                <a:spcPts val="0"/>
              </a:spcAft>
              <a:buSzPts val="3000"/>
              <a:buNone/>
              <a:defRPr>
                <a:latin typeface="Manjari"/>
                <a:ea typeface="Manjari"/>
                <a:cs typeface="Manjari"/>
                <a:sym typeface="Manjari"/>
              </a:defRPr>
            </a:lvl3pPr>
            <a:lvl4pPr lvl="3" rtl="0">
              <a:spcBef>
                <a:spcPts val="0"/>
              </a:spcBef>
              <a:spcAft>
                <a:spcPts val="0"/>
              </a:spcAft>
              <a:buSzPts val="3000"/>
              <a:buNone/>
              <a:defRPr>
                <a:latin typeface="Manjari"/>
                <a:ea typeface="Manjari"/>
                <a:cs typeface="Manjari"/>
                <a:sym typeface="Manjari"/>
              </a:defRPr>
            </a:lvl4pPr>
            <a:lvl5pPr lvl="4" rtl="0">
              <a:spcBef>
                <a:spcPts val="0"/>
              </a:spcBef>
              <a:spcAft>
                <a:spcPts val="0"/>
              </a:spcAft>
              <a:buSzPts val="3000"/>
              <a:buNone/>
              <a:defRPr>
                <a:latin typeface="Manjari"/>
                <a:ea typeface="Manjari"/>
                <a:cs typeface="Manjari"/>
                <a:sym typeface="Manjari"/>
              </a:defRPr>
            </a:lvl5pPr>
            <a:lvl6pPr lvl="5" rtl="0">
              <a:spcBef>
                <a:spcPts val="0"/>
              </a:spcBef>
              <a:spcAft>
                <a:spcPts val="0"/>
              </a:spcAft>
              <a:buSzPts val="3000"/>
              <a:buNone/>
              <a:defRPr>
                <a:latin typeface="Manjari"/>
                <a:ea typeface="Manjari"/>
                <a:cs typeface="Manjari"/>
                <a:sym typeface="Manjari"/>
              </a:defRPr>
            </a:lvl6pPr>
            <a:lvl7pPr lvl="6" rtl="0">
              <a:spcBef>
                <a:spcPts val="0"/>
              </a:spcBef>
              <a:spcAft>
                <a:spcPts val="0"/>
              </a:spcAft>
              <a:buSzPts val="3000"/>
              <a:buNone/>
              <a:defRPr>
                <a:latin typeface="Manjari"/>
                <a:ea typeface="Manjari"/>
                <a:cs typeface="Manjari"/>
                <a:sym typeface="Manjari"/>
              </a:defRPr>
            </a:lvl7pPr>
            <a:lvl8pPr lvl="7" rtl="0">
              <a:spcBef>
                <a:spcPts val="0"/>
              </a:spcBef>
              <a:spcAft>
                <a:spcPts val="0"/>
              </a:spcAft>
              <a:buSzPts val="3000"/>
              <a:buNone/>
              <a:defRPr>
                <a:latin typeface="Manjari"/>
                <a:ea typeface="Manjari"/>
                <a:cs typeface="Manjari"/>
                <a:sym typeface="Manjari"/>
              </a:defRPr>
            </a:lvl8pPr>
            <a:lvl9pPr lvl="8" rtl="0">
              <a:spcBef>
                <a:spcPts val="0"/>
              </a:spcBef>
              <a:spcAft>
                <a:spcPts val="0"/>
              </a:spcAft>
              <a:buSzPts val="3000"/>
              <a:buNone/>
              <a:defRPr>
                <a:latin typeface="Manjari"/>
                <a:ea typeface="Manjari"/>
                <a:cs typeface="Manjari"/>
                <a:sym typeface="Manjari"/>
              </a:defRPr>
            </a:lvl9pPr>
          </a:lstStyle>
          <a:p>
            <a:endParaRPr/>
          </a:p>
        </p:txBody>
      </p:sp>
      <p:sp>
        <p:nvSpPr>
          <p:cNvPr id="519" name="Google Shape;519;p57"/>
          <p:cNvSpPr/>
          <p:nvPr/>
        </p:nvSpPr>
        <p:spPr>
          <a:xfrm>
            <a:off x="0" y="0"/>
            <a:ext cx="12192000" cy="6858000"/>
          </a:xfrm>
          <a:prstGeom prst="rect">
            <a:avLst/>
          </a:prstGeom>
          <a:solidFill>
            <a:schemeClr val="accent1">
              <a:alpha val="1676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0" name="Google Shape;520;p57"/>
          <p:cNvSpPr/>
          <p:nvPr/>
        </p:nvSpPr>
        <p:spPr>
          <a:xfrm rot="-1043092" flipH="1">
            <a:off x="-1398839" y="2721436"/>
            <a:ext cx="6211401" cy="6353528"/>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1" name="Google Shape;521;p57"/>
          <p:cNvSpPr/>
          <p:nvPr/>
        </p:nvSpPr>
        <p:spPr>
          <a:xfrm>
            <a:off x="1723367" y="3428998"/>
            <a:ext cx="2029736" cy="179039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2" name="Google Shape;522;p57"/>
          <p:cNvSpPr/>
          <p:nvPr/>
        </p:nvSpPr>
        <p:spPr>
          <a:xfrm rot="1300523">
            <a:off x="5014558" y="-1501102"/>
            <a:ext cx="3361116" cy="3867609"/>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5716456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523"/>
        <p:cNvGrpSpPr/>
        <p:nvPr/>
      </p:nvGrpSpPr>
      <p:grpSpPr>
        <a:xfrm>
          <a:off x="0" y="0"/>
          <a:ext cx="0" cy="0"/>
          <a:chOff x="0" y="0"/>
          <a:chExt cx="0" cy="0"/>
        </a:xfrm>
      </p:grpSpPr>
      <p:sp>
        <p:nvSpPr>
          <p:cNvPr id="524" name="Google Shape;524;p58"/>
          <p:cNvSpPr/>
          <p:nvPr/>
        </p:nvSpPr>
        <p:spPr>
          <a:xfrm rot="2465585" flipH="1">
            <a:off x="-2925276" y="3602927"/>
            <a:ext cx="5690403" cy="35008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5" name="Google Shape;525;p58"/>
          <p:cNvSpPr/>
          <p:nvPr/>
        </p:nvSpPr>
        <p:spPr>
          <a:xfrm rot="-6430284" flipH="1">
            <a:off x="9323807" y="-1344613"/>
            <a:ext cx="5290611" cy="4805957"/>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6" name="Google Shape;526;p58"/>
          <p:cNvSpPr/>
          <p:nvPr/>
        </p:nvSpPr>
        <p:spPr>
          <a:xfrm>
            <a:off x="-611867" y="-987000"/>
            <a:ext cx="2716011" cy="2872271"/>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7" name="Google Shape;527;p58"/>
          <p:cNvSpPr txBox="1">
            <a:spLocks noGrp="1"/>
          </p:cNvSpPr>
          <p:nvPr>
            <p:ph type="subTitle" idx="1"/>
          </p:nvPr>
        </p:nvSpPr>
        <p:spPr>
          <a:xfrm>
            <a:off x="838268" y="4242633"/>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8" name="Google Shape;528;p58"/>
          <p:cNvSpPr txBox="1">
            <a:spLocks noGrp="1"/>
          </p:cNvSpPr>
          <p:nvPr>
            <p:ph type="subTitle" idx="2"/>
          </p:nvPr>
        </p:nvSpPr>
        <p:spPr>
          <a:xfrm>
            <a:off x="4650800" y="4242633"/>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9" name="Google Shape;529;p58"/>
          <p:cNvSpPr txBox="1">
            <a:spLocks noGrp="1"/>
          </p:cNvSpPr>
          <p:nvPr>
            <p:ph type="subTitle" idx="3"/>
          </p:nvPr>
        </p:nvSpPr>
        <p:spPr>
          <a:xfrm>
            <a:off x="838267" y="4866284"/>
            <a:ext cx="28904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30" name="Google Shape;530;p58"/>
          <p:cNvSpPr txBox="1">
            <a:spLocks noGrp="1"/>
          </p:cNvSpPr>
          <p:nvPr>
            <p:ph type="subTitle" idx="4"/>
          </p:nvPr>
        </p:nvSpPr>
        <p:spPr>
          <a:xfrm>
            <a:off x="4650800" y="4866284"/>
            <a:ext cx="28904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31" name="Google Shape;531;p58"/>
          <p:cNvSpPr txBox="1">
            <a:spLocks noGrp="1"/>
          </p:cNvSpPr>
          <p:nvPr>
            <p:ph type="title" hasCustomPrompt="1"/>
          </p:nvPr>
        </p:nvSpPr>
        <p:spPr>
          <a:xfrm>
            <a:off x="838265" y="1952584"/>
            <a:ext cx="28904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3"/>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532" name="Google Shape;532;p58"/>
          <p:cNvSpPr txBox="1">
            <a:spLocks noGrp="1"/>
          </p:cNvSpPr>
          <p:nvPr>
            <p:ph type="title" idx="5" hasCustomPrompt="1"/>
          </p:nvPr>
        </p:nvSpPr>
        <p:spPr>
          <a:xfrm>
            <a:off x="4608284" y="1952584"/>
            <a:ext cx="28904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533" name="Google Shape;533;p58"/>
          <p:cNvSpPr txBox="1">
            <a:spLocks noGrp="1"/>
          </p:cNvSpPr>
          <p:nvPr>
            <p:ph type="subTitle" idx="6"/>
          </p:nvPr>
        </p:nvSpPr>
        <p:spPr>
          <a:xfrm>
            <a:off x="8463333" y="4242633"/>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4" name="Google Shape;534;p58"/>
          <p:cNvSpPr txBox="1">
            <a:spLocks noGrp="1"/>
          </p:cNvSpPr>
          <p:nvPr>
            <p:ph type="subTitle" idx="7"/>
          </p:nvPr>
        </p:nvSpPr>
        <p:spPr>
          <a:xfrm>
            <a:off x="8463317" y="4866284"/>
            <a:ext cx="28904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35" name="Google Shape;535;p58"/>
          <p:cNvSpPr txBox="1">
            <a:spLocks noGrp="1"/>
          </p:cNvSpPr>
          <p:nvPr>
            <p:ph type="title" idx="8" hasCustomPrompt="1"/>
          </p:nvPr>
        </p:nvSpPr>
        <p:spPr>
          <a:xfrm>
            <a:off x="8463335" y="1952584"/>
            <a:ext cx="28904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3"/>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536" name="Google Shape;536;p58"/>
          <p:cNvSpPr txBox="1">
            <a:spLocks noGrp="1"/>
          </p:cNvSpPr>
          <p:nvPr>
            <p:ph type="title" idx="9"/>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7124825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537"/>
        <p:cNvGrpSpPr/>
        <p:nvPr/>
      </p:nvGrpSpPr>
      <p:grpSpPr>
        <a:xfrm>
          <a:off x="0" y="0"/>
          <a:ext cx="0" cy="0"/>
          <a:chOff x="0" y="0"/>
          <a:chExt cx="0" cy="0"/>
        </a:xfrm>
      </p:grpSpPr>
      <p:sp>
        <p:nvSpPr>
          <p:cNvPr id="538" name="Google Shape;538;p59"/>
          <p:cNvSpPr/>
          <p:nvPr/>
        </p:nvSpPr>
        <p:spPr>
          <a:xfrm rot="672094">
            <a:off x="7445719" y="750184"/>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9" name="Google Shape;539;p59"/>
          <p:cNvSpPr/>
          <p:nvPr/>
        </p:nvSpPr>
        <p:spPr>
          <a:xfrm rot="3414914">
            <a:off x="-2027417" y="1054660"/>
            <a:ext cx="5316341" cy="4522224"/>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40" name="Google Shape;540;p59"/>
          <p:cNvGrpSpPr/>
          <p:nvPr/>
        </p:nvGrpSpPr>
        <p:grpSpPr>
          <a:xfrm rot="10800000" flipH="1">
            <a:off x="573888" y="2458909"/>
            <a:ext cx="2262349" cy="2251771"/>
            <a:chOff x="2414491" y="671177"/>
            <a:chExt cx="1830972" cy="1822411"/>
          </a:xfrm>
        </p:grpSpPr>
        <p:sp>
          <p:nvSpPr>
            <p:cNvPr id="541" name="Google Shape;541;p59"/>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2" name="Google Shape;542;p59"/>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3" name="Google Shape;543;p59"/>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4" name="Google Shape;544;p59"/>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5" name="Google Shape;545;p59"/>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6" name="Google Shape;546;p59"/>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7" name="Google Shape;547;p59"/>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8" name="Google Shape;548;p59"/>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9" name="Google Shape;549;p59"/>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0" name="Google Shape;550;p59"/>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1" name="Google Shape;551;p59"/>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2" name="Google Shape;552;p59"/>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3" name="Google Shape;553;p59"/>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4" name="Google Shape;554;p59"/>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5" name="Google Shape;555;p59"/>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6" name="Google Shape;556;p59"/>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7" name="Google Shape;557;p59"/>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8" name="Google Shape;558;p59"/>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9" name="Google Shape;559;p59"/>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0" name="Google Shape;560;p59"/>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1" name="Google Shape;561;p59"/>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2" name="Google Shape;562;p59"/>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3" name="Google Shape;563;p59"/>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4" name="Google Shape;564;p59"/>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5" name="Google Shape;565;p59"/>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6" name="Google Shape;566;p59"/>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7" name="Google Shape;567;p59"/>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8" name="Google Shape;568;p59"/>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9" name="Google Shape;569;p59"/>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0" name="Google Shape;570;p59"/>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1" name="Google Shape;571;p59"/>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2" name="Google Shape;572;p59"/>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3" name="Google Shape;573;p59"/>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4" name="Google Shape;574;p59"/>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75" name="Google Shape;575;p59"/>
          <p:cNvSpPr/>
          <p:nvPr/>
        </p:nvSpPr>
        <p:spPr>
          <a:xfrm rot="1095657">
            <a:off x="2370707" y="5154106"/>
            <a:ext cx="1361339" cy="1777927"/>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6" name="Google Shape;576;p59"/>
          <p:cNvSpPr txBox="1">
            <a:spLocks noGrp="1"/>
          </p:cNvSpPr>
          <p:nvPr>
            <p:ph type="subTitle" idx="1"/>
          </p:nvPr>
        </p:nvSpPr>
        <p:spPr>
          <a:xfrm>
            <a:off x="3625000" y="2053517"/>
            <a:ext cx="494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577" name="Google Shape;577;p59"/>
          <p:cNvSpPr txBox="1">
            <a:spLocks noGrp="1"/>
          </p:cNvSpPr>
          <p:nvPr>
            <p:ph type="title" hasCustomPrompt="1"/>
          </p:nvPr>
        </p:nvSpPr>
        <p:spPr>
          <a:xfrm>
            <a:off x="3625000" y="1289917"/>
            <a:ext cx="494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6133">
                <a:solidFill>
                  <a:schemeClr val="accent1"/>
                </a:solidFill>
              </a:defRPr>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r>
              <a:t>xx%</a:t>
            </a:r>
          </a:p>
        </p:txBody>
      </p:sp>
      <p:sp>
        <p:nvSpPr>
          <p:cNvPr id="578" name="Google Shape;578;p59"/>
          <p:cNvSpPr txBox="1">
            <a:spLocks noGrp="1"/>
          </p:cNvSpPr>
          <p:nvPr>
            <p:ph type="subTitle" idx="2"/>
          </p:nvPr>
        </p:nvSpPr>
        <p:spPr>
          <a:xfrm>
            <a:off x="3625000" y="3564884"/>
            <a:ext cx="494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579" name="Google Shape;579;p59"/>
          <p:cNvSpPr txBox="1">
            <a:spLocks noGrp="1"/>
          </p:cNvSpPr>
          <p:nvPr>
            <p:ph type="title" idx="3" hasCustomPrompt="1"/>
          </p:nvPr>
        </p:nvSpPr>
        <p:spPr>
          <a:xfrm>
            <a:off x="3625000" y="2801244"/>
            <a:ext cx="494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6133">
                <a:solidFill>
                  <a:schemeClr val="accent1"/>
                </a:solidFill>
              </a:defRPr>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r>
              <a:t>xx%</a:t>
            </a:r>
          </a:p>
        </p:txBody>
      </p:sp>
      <p:sp>
        <p:nvSpPr>
          <p:cNvPr id="580" name="Google Shape;580;p59"/>
          <p:cNvSpPr txBox="1">
            <a:spLocks noGrp="1"/>
          </p:cNvSpPr>
          <p:nvPr>
            <p:ph type="subTitle" idx="4"/>
          </p:nvPr>
        </p:nvSpPr>
        <p:spPr>
          <a:xfrm>
            <a:off x="3625000" y="5076217"/>
            <a:ext cx="494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581" name="Google Shape;581;p59"/>
          <p:cNvSpPr txBox="1">
            <a:spLocks noGrp="1"/>
          </p:cNvSpPr>
          <p:nvPr>
            <p:ph type="title" idx="5" hasCustomPrompt="1"/>
          </p:nvPr>
        </p:nvSpPr>
        <p:spPr>
          <a:xfrm>
            <a:off x="3625000" y="4312617"/>
            <a:ext cx="494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6133">
                <a:solidFill>
                  <a:schemeClr val="accent1"/>
                </a:solidFill>
              </a:defRPr>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r>
              <a:t>xx%</a:t>
            </a:r>
          </a:p>
        </p:txBody>
      </p:sp>
    </p:spTree>
    <p:extLst>
      <p:ext uri="{BB962C8B-B14F-4D97-AF65-F5344CB8AC3E}">
        <p14:creationId xmlns:p14="http://schemas.microsoft.com/office/powerpoint/2010/main" val="66562130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Numbers and text 2">
  <p:cSld name="Numbers and text 2">
    <p:spTree>
      <p:nvGrpSpPr>
        <p:cNvPr id="1" name="Shape 582"/>
        <p:cNvGrpSpPr/>
        <p:nvPr/>
      </p:nvGrpSpPr>
      <p:grpSpPr>
        <a:xfrm>
          <a:off x="0" y="0"/>
          <a:ext cx="0" cy="0"/>
          <a:chOff x="0" y="0"/>
          <a:chExt cx="0" cy="0"/>
        </a:xfrm>
      </p:grpSpPr>
      <p:sp>
        <p:nvSpPr>
          <p:cNvPr id="583" name="Google Shape;583;p60"/>
          <p:cNvSpPr/>
          <p:nvPr/>
        </p:nvSpPr>
        <p:spPr>
          <a:xfrm rot="-5711992" flipH="1">
            <a:off x="7691571" y="-1689254"/>
            <a:ext cx="6419520" cy="5460443"/>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4" name="Google Shape;584;p60"/>
          <p:cNvSpPr/>
          <p:nvPr/>
        </p:nvSpPr>
        <p:spPr>
          <a:xfrm rot="672094">
            <a:off x="-2324115" y="2747751"/>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85" name="Google Shape;585;p60"/>
          <p:cNvGrpSpPr/>
          <p:nvPr/>
        </p:nvGrpSpPr>
        <p:grpSpPr>
          <a:xfrm rot="10800000" flipH="1">
            <a:off x="8919655" y="862343"/>
            <a:ext cx="2262349" cy="2251771"/>
            <a:chOff x="2414491" y="671177"/>
            <a:chExt cx="1830972" cy="1822411"/>
          </a:xfrm>
        </p:grpSpPr>
        <p:sp>
          <p:nvSpPr>
            <p:cNvPr id="586" name="Google Shape;586;p60"/>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7" name="Google Shape;587;p60"/>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8" name="Google Shape;588;p60"/>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9" name="Google Shape;589;p60"/>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0" name="Google Shape;590;p60"/>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1" name="Google Shape;591;p60"/>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2" name="Google Shape;592;p60"/>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3" name="Google Shape;593;p60"/>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4" name="Google Shape;594;p60"/>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5" name="Google Shape;595;p60"/>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6" name="Google Shape;596;p60"/>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7" name="Google Shape;597;p60"/>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8" name="Google Shape;598;p60"/>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9" name="Google Shape;599;p60"/>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0" name="Google Shape;600;p60"/>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1" name="Google Shape;601;p60"/>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2" name="Google Shape;602;p60"/>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3" name="Google Shape;603;p60"/>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4" name="Google Shape;604;p60"/>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5" name="Google Shape;605;p60"/>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6" name="Google Shape;606;p60"/>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7" name="Google Shape;607;p60"/>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8" name="Google Shape;608;p60"/>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9" name="Google Shape;609;p60"/>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0" name="Google Shape;610;p60"/>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1" name="Google Shape;611;p60"/>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2" name="Google Shape;612;p60"/>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3" name="Google Shape;613;p60"/>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4" name="Google Shape;614;p60"/>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5" name="Google Shape;615;p60"/>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6" name="Google Shape;616;p60"/>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7" name="Google Shape;617;p60"/>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8" name="Google Shape;618;p60"/>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9" name="Google Shape;619;p60"/>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20" name="Google Shape;620;p60"/>
          <p:cNvSpPr/>
          <p:nvPr/>
        </p:nvSpPr>
        <p:spPr>
          <a:xfrm rot="2354015">
            <a:off x="2383466" y="3843734"/>
            <a:ext cx="1912876" cy="168731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21" name="Google Shape;621;p60"/>
          <p:cNvSpPr txBox="1">
            <a:spLocks noGrp="1"/>
          </p:cNvSpPr>
          <p:nvPr>
            <p:ph type="subTitle" idx="1"/>
          </p:nvPr>
        </p:nvSpPr>
        <p:spPr>
          <a:xfrm>
            <a:off x="2422968" y="1823867"/>
            <a:ext cx="2890400" cy="606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2" name="Google Shape;622;p60"/>
          <p:cNvSpPr txBox="1">
            <a:spLocks noGrp="1"/>
          </p:cNvSpPr>
          <p:nvPr>
            <p:ph type="subTitle" idx="2"/>
          </p:nvPr>
        </p:nvSpPr>
        <p:spPr>
          <a:xfrm>
            <a:off x="6878200" y="4101667"/>
            <a:ext cx="2890400" cy="60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3" name="Google Shape;623;p60"/>
          <p:cNvSpPr txBox="1">
            <a:spLocks noGrp="1"/>
          </p:cNvSpPr>
          <p:nvPr>
            <p:ph type="subTitle" idx="3"/>
          </p:nvPr>
        </p:nvSpPr>
        <p:spPr>
          <a:xfrm>
            <a:off x="2422967" y="2447517"/>
            <a:ext cx="2890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24" name="Google Shape;624;p60"/>
          <p:cNvSpPr txBox="1">
            <a:spLocks noGrp="1"/>
          </p:cNvSpPr>
          <p:nvPr>
            <p:ph type="subTitle" idx="4"/>
          </p:nvPr>
        </p:nvSpPr>
        <p:spPr>
          <a:xfrm>
            <a:off x="6878200" y="4725317"/>
            <a:ext cx="28904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25" name="Google Shape;625;p60"/>
          <p:cNvSpPr txBox="1">
            <a:spLocks noGrp="1"/>
          </p:cNvSpPr>
          <p:nvPr>
            <p:ph type="title" hasCustomPrompt="1"/>
          </p:nvPr>
        </p:nvSpPr>
        <p:spPr>
          <a:xfrm>
            <a:off x="950967" y="2243300"/>
            <a:ext cx="14720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3"/>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626" name="Google Shape;626;p60"/>
          <p:cNvSpPr txBox="1">
            <a:spLocks noGrp="1"/>
          </p:cNvSpPr>
          <p:nvPr>
            <p:ph type="title" idx="5" hasCustomPrompt="1"/>
          </p:nvPr>
        </p:nvSpPr>
        <p:spPr>
          <a:xfrm>
            <a:off x="9768600" y="4521100"/>
            <a:ext cx="14720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627" name="Google Shape;627;p60"/>
          <p:cNvSpPr txBox="1">
            <a:spLocks noGrp="1"/>
          </p:cNvSpPr>
          <p:nvPr>
            <p:ph type="title" idx="6"/>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187817199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Numbers and text 3">
  <p:cSld name="Numbers and text 3">
    <p:spTree>
      <p:nvGrpSpPr>
        <p:cNvPr id="1" name="Shape 628"/>
        <p:cNvGrpSpPr/>
        <p:nvPr/>
      </p:nvGrpSpPr>
      <p:grpSpPr>
        <a:xfrm>
          <a:off x="0" y="0"/>
          <a:ext cx="0" cy="0"/>
          <a:chOff x="0" y="0"/>
          <a:chExt cx="0" cy="0"/>
        </a:xfrm>
      </p:grpSpPr>
      <p:sp>
        <p:nvSpPr>
          <p:cNvPr id="629" name="Google Shape;629;p61"/>
          <p:cNvSpPr txBox="1">
            <a:spLocks noGrp="1"/>
          </p:cNvSpPr>
          <p:nvPr>
            <p:ph type="subTitle" idx="1"/>
          </p:nvPr>
        </p:nvSpPr>
        <p:spPr>
          <a:xfrm>
            <a:off x="1233033" y="2695384"/>
            <a:ext cx="494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630" name="Google Shape;630;p61"/>
          <p:cNvSpPr txBox="1">
            <a:spLocks noGrp="1"/>
          </p:cNvSpPr>
          <p:nvPr>
            <p:ph type="title" hasCustomPrompt="1"/>
          </p:nvPr>
        </p:nvSpPr>
        <p:spPr>
          <a:xfrm>
            <a:off x="1233033" y="1887651"/>
            <a:ext cx="64592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1800"/>
              <a:buNone/>
              <a:defRPr sz="7466">
                <a:solidFill>
                  <a:schemeClr val="accent1"/>
                </a:solidFill>
              </a:defRPr>
            </a:lvl1pPr>
            <a:lvl2pPr lvl="1" algn="r" rtl="0">
              <a:spcBef>
                <a:spcPts val="0"/>
              </a:spcBef>
              <a:spcAft>
                <a:spcPts val="0"/>
              </a:spcAft>
              <a:buClr>
                <a:schemeClr val="accent1"/>
              </a:buClr>
              <a:buSzPts val="1800"/>
              <a:buNone/>
              <a:defRPr sz="2400">
                <a:solidFill>
                  <a:schemeClr val="accent1"/>
                </a:solidFill>
              </a:defRPr>
            </a:lvl2pPr>
            <a:lvl3pPr lvl="2" algn="r" rtl="0">
              <a:spcBef>
                <a:spcPts val="0"/>
              </a:spcBef>
              <a:spcAft>
                <a:spcPts val="0"/>
              </a:spcAft>
              <a:buClr>
                <a:schemeClr val="accent1"/>
              </a:buClr>
              <a:buSzPts val="1800"/>
              <a:buNone/>
              <a:defRPr sz="2400">
                <a:solidFill>
                  <a:schemeClr val="accent1"/>
                </a:solidFill>
              </a:defRPr>
            </a:lvl3pPr>
            <a:lvl4pPr lvl="3" algn="r" rtl="0">
              <a:spcBef>
                <a:spcPts val="0"/>
              </a:spcBef>
              <a:spcAft>
                <a:spcPts val="0"/>
              </a:spcAft>
              <a:buClr>
                <a:schemeClr val="accent1"/>
              </a:buClr>
              <a:buSzPts val="1800"/>
              <a:buNone/>
              <a:defRPr sz="2400">
                <a:solidFill>
                  <a:schemeClr val="accent1"/>
                </a:solidFill>
              </a:defRPr>
            </a:lvl4pPr>
            <a:lvl5pPr lvl="4" algn="r" rtl="0">
              <a:spcBef>
                <a:spcPts val="0"/>
              </a:spcBef>
              <a:spcAft>
                <a:spcPts val="0"/>
              </a:spcAft>
              <a:buClr>
                <a:schemeClr val="accent1"/>
              </a:buClr>
              <a:buSzPts val="1800"/>
              <a:buNone/>
              <a:defRPr sz="2400">
                <a:solidFill>
                  <a:schemeClr val="accent1"/>
                </a:solidFill>
              </a:defRPr>
            </a:lvl5pPr>
            <a:lvl6pPr lvl="5" algn="r" rtl="0">
              <a:spcBef>
                <a:spcPts val="0"/>
              </a:spcBef>
              <a:spcAft>
                <a:spcPts val="0"/>
              </a:spcAft>
              <a:buClr>
                <a:schemeClr val="accent1"/>
              </a:buClr>
              <a:buSzPts val="1800"/>
              <a:buNone/>
              <a:defRPr sz="2400">
                <a:solidFill>
                  <a:schemeClr val="accent1"/>
                </a:solidFill>
              </a:defRPr>
            </a:lvl6pPr>
            <a:lvl7pPr lvl="6" algn="r" rtl="0">
              <a:spcBef>
                <a:spcPts val="0"/>
              </a:spcBef>
              <a:spcAft>
                <a:spcPts val="0"/>
              </a:spcAft>
              <a:buClr>
                <a:schemeClr val="accent1"/>
              </a:buClr>
              <a:buSzPts val="1800"/>
              <a:buNone/>
              <a:defRPr sz="2400">
                <a:solidFill>
                  <a:schemeClr val="accent1"/>
                </a:solidFill>
              </a:defRPr>
            </a:lvl7pPr>
            <a:lvl8pPr lvl="7" algn="r" rtl="0">
              <a:spcBef>
                <a:spcPts val="0"/>
              </a:spcBef>
              <a:spcAft>
                <a:spcPts val="0"/>
              </a:spcAft>
              <a:buClr>
                <a:schemeClr val="accent1"/>
              </a:buClr>
              <a:buSzPts val="1800"/>
              <a:buNone/>
              <a:defRPr sz="2400">
                <a:solidFill>
                  <a:schemeClr val="accent1"/>
                </a:solidFill>
              </a:defRPr>
            </a:lvl8pPr>
            <a:lvl9pPr lvl="8" algn="r" rtl="0">
              <a:spcBef>
                <a:spcPts val="0"/>
              </a:spcBef>
              <a:spcAft>
                <a:spcPts val="0"/>
              </a:spcAft>
              <a:buClr>
                <a:schemeClr val="accent1"/>
              </a:buClr>
              <a:buSzPts val="1800"/>
              <a:buNone/>
              <a:defRPr sz="2400">
                <a:solidFill>
                  <a:schemeClr val="accent1"/>
                </a:solidFill>
              </a:defRPr>
            </a:lvl9pPr>
          </a:lstStyle>
          <a:p>
            <a:r>
              <a:t>xx%</a:t>
            </a:r>
          </a:p>
        </p:txBody>
      </p:sp>
      <p:sp>
        <p:nvSpPr>
          <p:cNvPr id="631" name="Google Shape;631;p61"/>
          <p:cNvSpPr txBox="1">
            <a:spLocks noGrp="1"/>
          </p:cNvSpPr>
          <p:nvPr>
            <p:ph type="subTitle" idx="2"/>
          </p:nvPr>
        </p:nvSpPr>
        <p:spPr>
          <a:xfrm>
            <a:off x="1233033" y="4206751"/>
            <a:ext cx="494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632" name="Google Shape;632;p61"/>
          <p:cNvSpPr txBox="1">
            <a:spLocks noGrp="1"/>
          </p:cNvSpPr>
          <p:nvPr>
            <p:ph type="title" idx="3" hasCustomPrompt="1"/>
          </p:nvPr>
        </p:nvSpPr>
        <p:spPr>
          <a:xfrm>
            <a:off x="1233033" y="3398981"/>
            <a:ext cx="64592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1800"/>
              <a:buNone/>
              <a:defRPr sz="7466">
                <a:solidFill>
                  <a:schemeClr val="accent1"/>
                </a:solidFill>
              </a:defRPr>
            </a:lvl1pPr>
            <a:lvl2pPr lvl="1" algn="r" rtl="0">
              <a:spcBef>
                <a:spcPts val="0"/>
              </a:spcBef>
              <a:spcAft>
                <a:spcPts val="0"/>
              </a:spcAft>
              <a:buClr>
                <a:schemeClr val="accent1"/>
              </a:buClr>
              <a:buSzPts val="1800"/>
              <a:buNone/>
              <a:defRPr sz="2400">
                <a:solidFill>
                  <a:schemeClr val="accent1"/>
                </a:solidFill>
              </a:defRPr>
            </a:lvl2pPr>
            <a:lvl3pPr lvl="2" algn="r" rtl="0">
              <a:spcBef>
                <a:spcPts val="0"/>
              </a:spcBef>
              <a:spcAft>
                <a:spcPts val="0"/>
              </a:spcAft>
              <a:buClr>
                <a:schemeClr val="accent1"/>
              </a:buClr>
              <a:buSzPts val="1800"/>
              <a:buNone/>
              <a:defRPr sz="2400">
                <a:solidFill>
                  <a:schemeClr val="accent1"/>
                </a:solidFill>
              </a:defRPr>
            </a:lvl3pPr>
            <a:lvl4pPr lvl="3" algn="r" rtl="0">
              <a:spcBef>
                <a:spcPts val="0"/>
              </a:spcBef>
              <a:spcAft>
                <a:spcPts val="0"/>
              </a:spcAft>
              <a:buClr>
                <a:schemeClr val="accent1"/>
              </a:buClr>
              <a:buSzPts val="1800"/>
              <a:buNone/>
              <a:defRPr sz="2400">
                <a:solidFill>
                  <a:schemeClr val="accent1"/>
                </a:solidFill>
              </a:defRPr>
            </a:lvl4pPr>
            <a:lvl5pPr lvl="4" algn="r" rtl="0">
              <a:spcBef>
                <a:spcPts val="0"/>
              </a:spcBef>
              <a:spcAft>
                <a:spcPts val="0"/>
              </a:spcAft>
              <a:buClr>
                <a:schemeClr val="accent1"/>
              </a:buClr>
              <a:buSzPts val="1800"/>
              <a:buNone/>
              <a:defRPr sz="2400">
                <a:solidFill>
                  <a:schemeClr val="accent1"/>
                </a:solidFill>
              </a:defRPr>
            </a:lvl5pPr>
            <a:lvl6pPr lvl="5" algn="r" rtl="0">
              <a:spcBef>
                <a:spcPts val="0"/>
              </a:spcBef>
              <a:spcAft>
                <a:spcPts val="0"/>
              </a:spcAft>
              <a:buClr>
                <a:schemeClr val="accent1"/>
              </a:buClr>
              <a:buSzPts val="1800"/>
              <a:buNone/>
              <a:defRPr sz="2400">
                <a:solidFill>
                  <a:schemeClr val="accent1"/>
                </a:solidFill>
              </a:defRPr>
            </a:lvl6pPr>
            <a:lvl7pPr lvl="6" algn="r" rtl="0">
              <a:spcBef>
                <a:spcPts val="0"/>
              </a:spcBef>
              <a:spcAft>
                <a:spcPts val="0"/>
              </a:spcAft>
              <a:buClr>
                <a:schemeClr val="accent1"/>
              </a:buClr>
              <a:buSzPts val="1800"/>
              <a:buNone/>
              <a:defRPr sz="2400">
                <a:solidFill>
                  <a:schemeClr val="accent1"/>
                </a:solidFill>
              </a:defRPr>
            </a:lvl7pPr>
            <a:lvl8pPr lvl="7" algn="r" rtl="0">
              <a:spcBef>
                <a:spcPts val="0"/>
              </a:spcBef>
              <a:spcAft>
                <a:spcPts val="0"/>
              </a:spcAft>
              <a:buClr>
                <a:schemeClr val="accent1"/>
              </a:buClr>
              <a:buSzPts val="1800"/>
              <a:buNone/>
              <a:defRPr sz="2400">
                <a:solidFill>
                  <a:schemeClr val="accent1"/>
                </a:solidFill>
              </a:defRPr>
            </a:lvl8pPr>
            <a:lvl9pPr lvl="8" algn="r" rtl="0">
              <a:spcBef>
                <a:spcPts val="0"/>
              </a:spcBef>
              <a:spcAft>
                <a:spcPts val="0"/>
              </a:spcAft>
              <a:buClr>
                <a:schemeClr val="accent1"/>
              </a:buClr>
              <a:buSzPts val="1800"/>
              <a:buNone/>
              <a:defRPr sz="2400">
                <a:solidFill>
                  <a:schemeClr val="accent1"/>
                </a:solidFill>
              </a:defRPr>
            </a:lvl9pPr>
          </a:lstStyle>
          <a:p>
            <a:r>
              <a:t>xx%</a:t>
            </a:r>
          </a:p>
        </p:txBody>
      </p:sp>
      <p:grpSp>
        <p:nvGrpSpPr>
          <p:cNvPr id="633" name="Google Shape;633;p61"/>
          <p:cNvGrpSpPr/>
          <p:nvPr/>
        </p:nvGrpSpPr>
        <p:grpSpPr>
          <a:xfrm flipH="1">
            <a:off x="9218741" y="-107265"/>
            <a:ext cx="3036423" cy="7072503"/>
            <a:chOff x="224725" y="566950"/>
            <a:chExt cx="1850875" cy="4311100"/>
          </a:xfrm>
        </p:grpSpPr>
        <p:sp>
          <p:nvSpPr>
            <p:cNvPr id="634" name="Google Shape;634;p61"/>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5" name="Google Shape;635;p61"/>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6" name="Google Shape;636;p61"/>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7" name="Google Shape;637;p61"/>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8" name="Google Shape;638;p61"/>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9" name="Google Shape;639;p61"/>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0" name="Google Shape;640;p61"/>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1" name="Google Shape;641;p61"/>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2" name="Google Shape;642;p61"/>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3" name="Google Shape;643;p61"/>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4" name="Google Shape;644;p61"/>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5" name="Google Shape;645;p61"/>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6" name="Google Shape;646;p61"/>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7" name="Google Shape;647;p61"/>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8" name="Google Shape;648;p61"/>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9" name="Google Shape;649;p61"/>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0" name="Google Shape;650;p61"/>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1" name="Google Shape;651;p61"/>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2" name="Google Shape;652;p61"/>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3" name="Google Shape;653;p61"/>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4" name="Google Shape;654;p61"/>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5" name="Google Shape;655;p61"/>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6" name="Google Shape;656;p61"/>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7" name="Google Shape;657;p61"/>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58" name="Google Shape;658;p61"/>
          <p:cNvSpPr/>
          <p:nvPr/>
        </p:nvSpPr>
        <p:spPr>
          <a:xfrm rot="7654233" flipH="1">
            <a:off x="-1433691" y="-1673879"/>
            <a:ext cx="5690368" cy="3500869"/>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1820334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659"/>
        <p:cNvGrpSpPr/>
        <p:nvPr/>
      </p:nvGrpSpPr>
      <p:grpSpPr>
        <a:xfrm>
          <a:off x="0" y="0"/>
          <a:ext cx="0" cy="0"/>
          <a:chOff x="0" y="0"/>
          <a:chExt cx="0" cy="0"/>
        </a:xfrm>
      </p:grpSpPr>
      <p:sp>
        <p:nvSpPr>
          <p:cNvPr id="660" name="Google Shape;660;p62"/>
          <p:cNvSpPr/>
          <p:nvPr/>
        </p:nvSpPr>
        <p:spPr>
          <a:xfrm rot="-1781954">
            <a:off x="8392112" y="60815"/>
            <a:ext cx="6211219" cy="6353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1" name="Google Shape;661;p62"/>
          <p:cNvSpPr/>
          <p:nvPr/>
        </p:nvSpPr>
        <p:spPr>
          <a:xfrm>
            <a:off x="8826334" y="1680133"/>
            <a:ext cx="1692916" cy="2210971"/>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2" name="Google Shape;662;p62"/>
          <p:cNvSpPr/>
          <p:nvPr/>
        </p:nvSpPr>
        <p:spPr>
          <a:xfrm rot="1145765" flipH="1">
            <a:off x="-1901350" y="-1071681"/>
            <a:ext cx="4529804" cy="4511021"/>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3" name="Google Shape;663;p62"/>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664" name="Google Shape;664;p62"/>
          <p:cNvSpPr txBox="1">
            <a:spLocks noGrp="1"/>
          </p:cNvSpPr>
          <p:nvPr>
            <p:ph type="subTitle" idx="1"/>
          </p:nvPr>
        </p:nvSpPr>
        <p:spPr>
          <a:xfrm>
            <a:off x="1196900" y="2103800"/>
            <a:ext cx="6412400" cy="33196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8C353C"/>
              </a:buClr>
              <a:buSzPts val="1600"/>
              <a:buFont typeface="Nunito"/>
              <a:buChar char="●"/>
              <a:defRPr sz="2133"/>
            </a:lvl1pPr>
            <a:lvl2pPr lvl="1" rtl="0">
              <a:spcBef>
                <a:spcPts val="0"/>
              </a:spcBef>
              <a:spcAft>
                <a:spcPts val="0"/>
              </a:spcAft>
              <a:buClr>
                <a:schemeClr val="dk1"/>
              </a:buClr>
              <a:buSzPts val="1600"/>
              <a:buFont typeface="Nunito"/>
              <a:buChar char="○"/>
              <a:defRPr/>
            </a:lvl2pPr>
            <a:lvl3pPr lvl="2" rtl="0">
              <a:spcBef>
                <a:spcPts val="0"/>
              </a:spcBef>
              <a:spcAft>
                <a:spcPts val="0"/>
              </a:spcAft>
              <a:buClr>
                <a:schemeClr val="dk1"/>
              </a:buClr>
              <a:buSzPts val="1600"/>
              <a:buFont typeface="Nunito"/>
              <a:buChar char="■"/>
              <a:defRPr/>
            </a:lvl3pPr>
            <a:lvl4pPr lvl="3" rtl="0">
              <a:spcBef>
                <a:spcPts val="0"/>
              </a:spcBef>
              <a:spcAft>
                <a:spcPts val="0"/>
              </a:spcAft>
              <a:buClr>
                <a:schemeClr val="dk1"/>
              </a:buClr>
              <a:buSzPts val="1600"/>
              <a:buFont typeface="Nunito"/>
              <a:buChar char="●"/>
              <a:defRPr/>
            </a:lvl4pPr>
            <a:lvl5pPr lvl="4" rtl="0">
              <a:spcBef>
                <a:spcPts val="0"/>
              </a:spcBef>
              <a:spcAft>
                <a:spcPts val="0"/>
              </a:spcAft>
              <a:buClr>
                <a:schemeClr val="dk1"/>
              </a:buClr>
              <a:buSzPts val="1600"/>
              <a:buFont typeface="Nunito"/>
              <a:buChar char="○"/>
              <a:defRPr/>
            </a:lvl5pPr>
            <a:lvl6pPr lvl="5" rtl="0">
              <a:spcBef>
                <a:spcPts val="0"/>
              </a:spcBef>
              <a:spcAft>
                <a:spcPts val="0"/>
              </a:spcAft>
              <a:buClr>
                <a:schemeClr val="dk1"/>
              </a:buClr>
              <a:buSzPts val="1600"/>
              <a:buFont typeface="Nunito"/>
              <a:buChar char="■"/>
              <a:defRPr/>
            </a:lvl6pPr>
            <a:lvl7pPr lvl="6" rtl="0">
              <a:spcBef>
                <a:spcPts val="0"/>
              </a:spcBef>
              <a:spcAft>
                <a:spcPts val="0"/>
              </a:spcAft>
              <a:buClr>
                <a:schemeClr val="dk1"/>
              </a:buClr>
              <a:buSzPts val="1600"/>
              <a:buFont typeface="Nunito"/>
              <a:buChar char="●"/>
              <a:defRPr/>
            </a:lvl7pPr>
            <a:lvl8pPr lvl="7" rtl="0">
              <a:spcBef>
                <a:spcPts val="0"/>
              </a:spcBef>
              <a:spcAft>
                <a:spcPts val="0"/>
              </a:spcAft>
              <a:buClr>
                <a:schemeClr val="dk1"/>
              </a:buClr>
              <a:buSzPts val="1600"/>
              <a:buFont typeface="Nunito"/>
              <a:buChar char="○"/>
              <a:defRPr/>
            </a:lvl8pPr>
            <a:lvl9pPr lvl="8" rtl="0">
              <a:spcBef>
                <a:spcPts val="0"/>
              </a:spcBef>
              <a:spcAft>
                <a:spcPts val="0"/>
              </a:spcAft>
              <a:buClr>
                <a:schemeClr val="dk1"/>
              </a:buClr>
              <a:buSzPts val="1600"/>
              <a:buFont typeface="Nunito"/>
              <a:buChar char="■"/>
              <a:defRPr/>
            </a:lvl9pPr>
          </a:lstStyle>
          <a:p>
            <a:endParaRPr/>
          </a:p>
        </p:txBody>
      </p:sp>
      <p:grpSp>
        <p:nvGrpSpPr>
          <p:cNvPr id="665" name="Google Shape;665;p62"/>
          <p:cNvGrpSpPr/>
          <p:nvPr/>
        </p:nvGrpSpPr>
        <p:grpSpPr>
          <a:xfrm rot="10800000" flipH="1">
            <a:off x="6369188" y="4763109"/>
            <a:ext cx="2262349" cy="2251771"/>
            <a:chOff x="2414491" y="671177"/>
            <a:chExt cx="1830972" cy="1822411"/>
          </a:xfrm>
        </p:grpSpPr>
        <p:sp>
          <p:nvSpPr>
            <p:cNvPr id="666" name="Google Shape;666;p62"/>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7" name="Google Shape;667;p62"/>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8" name="Google Shape;668;p62"/>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9" name="Google Shape;669;p62"/>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0" name="Google Shape;670;p62"/>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1" name="Google Shape;671;p62"/>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2" name="Google Shape;672;p62"/>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3" name="Google Shape;673;p62"/>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4" name="Google Shape;674;p62"/>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5" name="Google Shape;675;p62"/>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6" name="Google Shape;676;p62"/>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7" name="Google Shape;677;p62"/>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8" name="Google Shape;678;p62"/>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9" name="Google Shape;679;p62"/>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0" name="Google Shape;680;p62"/>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1" name="Google Shape;681;p62"/>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2" name="Google Shape;682;p62"/>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3" name="Google Shape;683;p62"/>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4" name="Google Shape;684;p62"/>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5" name="Google Shape;685;p62"/>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6" name="Google Shape;686;p62"/>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7" name="Google Shape;687;p62"/>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8" name="Google Shape;688;p62"/>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9" name="Google Shape;689;p62"/>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0" name="Google Shape;690;p62"/>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1" name="Google Shape;691;p62"/>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2" name="Google Shape;692;p62"/>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3" name="Google Shape;693;p62"/>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4" name="Google Shape;694;p62"/>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5" name="Google Shape;695;p62"/>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6" name="Google Shape;696;p62"/>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7" name="Google Shape;697;p62"/>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8" name="Google Shape;698;p62"/>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9" name="Google Shape;699;p62"/>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6683681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700"/>
        <p:cNvGrpSpPr/>
        <p:nvPr/>
      </p:nvGrpSpPr>
      <p:grpSpPr>
        <a:xfrm>
          <a:off x="0" y="0"/>
          <a:ext cx="0" cy="0"/>
          <a:chOff x="0" y="0"/>
          <a:chExt cx="0" cy="0"/>
        </a:xfrm>
      </p:grpSpPr>
      <p:sp>
        <p:nvSpPr>
          <p:cNvPr id="701" name="Google Shape;701;p63"/>
          <p:cNvSpPr/>
          <p:nvPr/>
        </p:nvSpPr>
        <p:spPr>
          <a:xfrm rot="-1690000">
            <a:off x="6360070" y="4576270"/>
            <a:ext cx="5748177" cy="3536436"/>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02" name="Google Shape;702;p63"/>
          <p:cNvSpPr/>
          <p:nvPr/>
        </p:nvSpPr>
        <p:spPr>
          <a:xfrm rot="-8976185">
            <a:off x="-1189638" y="927640"/>
            <a:ext cx="4281201" cy="4263449"/>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03" name="Google Shape;703;p63"/>
          <p:cNvGrpSpPr/>
          <p:nvPr/>
        </p:nvGrpSpPr>
        <p:grpSpPr>
          <a:xfrm>
            <a:off x="7226992" y="-1272792"/>
            <a:ext cx="3027913" cy="3013779"/>
            <a:chOff x="6762468" y="1386456"/>
            <a:chExt cx="2270935" cy="2260334"/>
          </a:xfrm>
        </p:grpSpPr>
        <p:sp>
          <p:nvSpPr>
            <p:cNvPr id="704" name="Google Shape;704;p63"/>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5" name="Google Shape;705;p63"/>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6" name="Google Shape;706;p63"/>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7" name="Google Shape;707;p63"/>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8" name="Google Shape;708;p63"/>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9" name="Google Shape;709;p63"/>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0" name="Google Shape;710;p63"/>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1" name="Google Shape;711;p63"/>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2" name="Google Shape;712;p63"/>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3" name="Google Shape;713;p63"/>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4" name="Google Shape;714;p63"/>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5" name="Google Shape;715;p63"/>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6" name="Google Shape;716;p63"/>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7" name="Google Shape;717;p63"/>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8" name="Google Shape;718;p63"/>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9" name="Google Shape;719;p63"/>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0" name="Google Shape;720;p63"/>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1" name="Google Shape;721;p63"/>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2" name="Google Shape;722;p63"/>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3" name="Google Shape;723;p63"/>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4" name="Google Shape;724;p63"/>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5" name="Google Shape;725;p63"/>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6" name="Google Shape;726;p63"/>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7" name="Google Shape;727;p63"/>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8" name="Google Shape;728;p63"/>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9" name="Google Shape;729;p63"/>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0" name="Google Shape;730;p63"/>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1" name="Google Shape;731;p63"/>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2" name="Google Shape;732;p63"/>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3" name="Google Shape;733;p63"/>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4" name="Google Shape;734;p63"/>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5" name="Google Shape;735;p63"/>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6" name="Google Shape;736;p63"/>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37" name="Google Shape;737;p63"/>
          <p:cNvSpPr txBox="1">
            <a:spLocks noGrp="1"/>
          </p:cNvSpPr>
          <p:nvPr>
            <p:ph type="title"/>
          </p:nvPr>
        </p:nvSpPr>
        <p:spPr>
          <a:xfrm>
            <a:off x="2092600" y="1536067"/>
            <a:ext cx="8006800" cy="202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800">
                <a:solidFill>
                  <a:schemeClr val="accent2"/>
                </a:solidFill>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738" name="Google Shape;738;p63"/>
          <p:cNvSpPr txBox="1">
            <a:spLocks noGrp="1"/>
          </p:cNvSpPr>
          <p:nvPr>
            <p:ph type="subTitle" idx="1"/>
          </p:nvPr>
        </p:nvSpPr>
        <p:spPr>
          <a:xfrm>
            <a:off x="2092600" y="3675133"/>
            <a:ext cx="80068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solidFill>
                  <a:schemeClr val="accent2"/>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31341506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778"/>
        <p:cNvGrpSpPr/>
        <p:nvPr/>
      </p:nvGrpSpPr>
      <p:grpSpPr>
        <a:xfrm>
          <a:off x="0" y="0"/>
          <a:ext cx="0" cy="0"/>
          <a:chOff x="0" y="0"/>
          <a:chExt cx="0" cy="0"/>
        </a:xfrm>
      </p:grpSpPr>
      <p:sp>
        <p:nvSpPr>
          <p:cNvPr id="779" name="Google Shape;779;p65"/>
          <p:cNvSpPr txBox="1">
            <a:spLocks noGrp="1"/>
          </p:cNvSpPr>
          <p:nvPr>
            <p:ph type="title"/>
          </p:nvPr>
        </p:nvSpPr>
        <p:spPr>
          <a:xfrm>
            <a:off x="950967" y="2007651"/>
            <a:ext cx="5934400" cy="1693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780" name="Google Shape;780;p65"/>
          <p:cNvSpPr txBox="1">
            <a:spLocks noGrp="1"/>
          </p:cNvSpPr>
          <p:nvPr>
            <p:ph type="subTitle" idx="1"/>
          </p:nvPr>
        </p:nvSpPr>
        <p:spPr>
          <a:xfrm>
            <a:off x="950967" y="3634351"/>
            <a:ext cx="4308800" cy="12160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8C353C"/>
              </a:buClr>
              <a:buSzPts val="1600"/>
              <a:buFont typeface="Nunito"/>
              <a:buChar char="●"/>
              <a:defRPr sz="2133"/>
            </a:lvl1pPr>
            <a:lvl2pPr lvl="1" rtl="0">
              <a:spcBef>
                <a:spcPts val="0"/>
              </a:spcBef>
              <a:spcAft>
                <a:spcPts val="0"/>
              </a:spcAft>
              <a:buClr>
                <a:schemeClr val="dk1"/>
              </a:buClr>
              <a:buSzPts val="1600"/>
              <a:buFont typeface="Nunito"/>
              <a:buChar char="○"/>
              <a:defRPr/>
            </a:lvl2pPr>
            <a:lvl3pPr lvl="2" rtl="0">
              <a:spcBef>
                <a:spcPts val="0"/>
              </a:spcBef>
              <a:spcAft>
                <a:spcPts val="0"/>
              </a:spcAft>
              <a:buClr>
                <a:schemeClr val="dk1"/>
              </a:buClr>
              <a:buSzPts val="1600"/>
              <a:buFont typeface="Nunito"/>
              <a:buChar char="■"/>
              <a:defRPr/>
            </a:lvl3pPr>
            <a:lvl4pPr lvl="3" rtl="0">
              <a:spcBef>
                <a:spcPts val="0"/>
              </a:spcBef>
              <a:spcAft>
                <a:spcPts val="0"/>
              </a:spcAft>
              <a:buClr>
                <a:schemeClr val="dk1"/>
              </a:buClr>
              <a:buSzPts val="1600"/>
              <a:buFont typeface="Nunito"/>
              <a:buChar char="●"/>
              <a:defRPr/>
            </a:lvl4pPr>
            <a:lvl5pPr lvl="4" rtl="0">
              <a:spcBef>
                <a:spcPts val="0"/>
              </a:spcBef>
              <a:spcAft>
                <a:spcPts val="0"/>
              </a:spcAft>
              <a:buClr>
                <a:schemeClr val="dk1"/>
              </a:buClr>
              <a:buSzPts val="1600"/>
              <a:buFont typeface="Nunito"/>
              <a:buChar char="○"/>
              <a:defRPr/>
            </a:lvl5pPr>
            <a:lvl6pPr lvl="5" rtl="0">
              <a:spcBef>
                <a:spcPts val="0"/>
              </a:spcBef>
              <a:spcAft>
                <a:spcPts val="0"/>
              </a:spcAft>
              <a:buClr>
                <a:schemeClr val="dk1"/>
              </a:buClr>
              <a:buSzPts val="1600"/>
              <a:buFont typeface="Nunito"/>
              <a:buChar char="■"/>
              <a:defRPr/>
            </a:lvl6pPr>
            <a:lvl7pPr lvl="6" rtl="0">
              <a:spcBef>
                <a:spcPts val="0"/>
              </a:spcBef>
              <a:spcAft>
                <a:spcPts val="0"/>
              </a:spcAft>
              <a:buClr>
                <a:schemeClr val="dk1"/>
              </a:buClr>
              <a:buSzPts val="1600"/>
              <a:buFont typeface="Nunito"/>
              <a:buChar char="●"/>
              <a:defRPr/>
            </a:lvl7pPr>
            <a:lvl8pPr lvl="7" rtl="0">
              <a:spcBef>
                <a:spcPts val="0"/>
              </a:spcBef>
              <a:spcAft>
                <a:spcPts val="0"/>
              </a:spcAft>
              <a:buClr>
                <a:schemeClr val="dk1"/>
              </a:buClr>
              <a:buSzPts val="1600"/>
              <a:buFont typeface="Nunito"/>
              <a:buChar char="○"/>
              <a:defRPr/>
            </a:lvl8pPr>
            <a:lvl9pPr lvl="8" rtl="0">
              <a:spcBef>
                <a:spcPts val="0"/>
              </a:spcBef>
              <a:spcAft>
                <a:spcPts val="0"/>
              </a:spcAft>
              <a:buClr>
                <a:schemeClr val="dk1"/>
              </a:buClr>
              <a:buSzPts val="1600"/>
              <a:buFont typeface="Nunito"/>
              <a:buChar char="■"/>
              <a:defRPr/>
            </a:lvl9pPr>
          </a:lstStyle>
          <a:p>
            <a:endParaRPr/>
          </a:p>
        </p:txBody>
      </p:sp>
      <p:grpSp>
        <p:nvGrpSpPr>
          <p:cNvPr id="781" name="Google Shape;781;p65"/>
          <p:cNvGrpSpPr/>
          <p:nvPr/>
        </p:nvGrpSpPr>
        <p:grpSpPr>
          <a:xfrm flipH="1">
            <a:off x="7225174" y="2"/>
            <a:ext cx="3036423" cy="7072503"/>
            <a:chOff x="224725" y="566950"/>
            <a:chExt cx="1850875" cy="4311100"/>
          </a:xfrm>
        </p:grpSpPr>
        <p:sp>
          <p:nvSpPr>
            <p:cNvPr id="782" name="Google Shape;782;p65"/>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3" name="Google Shape;783;p65"/>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4" name="Google Shape;784;p65"/>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5" name="Google Shape;785;p65"/>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6" name="Google Shape;786;p65"/>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7" name="Google Shape;787;p65"/>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8" name="Google Shape;788;p65"/>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9" name="Google Shape;789;p65"/>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0" name="Google Shape;790;p65"/>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1" name="Google Shape;791;p65"/>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2" name="Google Shape;792;p65"/>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3" name="Google Shape;793;p65"/>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4" name="Google Shape;794;p65"/>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5" name="Google Shape;795;p65"/>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6" name="Google Shape;796;p65"/>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7" name="Google Shape;797;p65"/>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8" name="Google Shape;798;p65"/>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9" name="Google Shape;799;p65"/>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0" name="Google Shape;800;p65"/>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1" name="Google Shape;801;p65"/>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2" name="Google Shape;802;p65"/>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3" name="Google Shape;803;p65"/>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4" name="Google Shape;804;p65"/>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5" name="Google Shape;805;p65"/>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06" name="Google Shape;806;p65"/>
          <p:cNvSpPr/>
          <p:nvPr/>
        </p:nvSpPr>
        <p:spPr>
          <a:xfrm rot="-5035031" flipH="1">
            <a:off x="5609254" y="1002476"/>
            <a:ext cx="9628503" cy="592397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07" name="Google Shape;807;p65"/>
          <p:cNvSpPr/>
          <p:nvPr/>
        </p:nvSpPr>
        <p:spPr>
          <a:xfrm rot="5400000">
            <a:off x="-2695663" y="3024446"/>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08" name="Google Shape;808;p65"/>
          <p:cNvSpPr/>
          <p:nvPr/>
        </p:nvSpPr>
        <p:spPr>
          <a:xfrm>
            <a:off x="1707734" y="-870199"/>
            <a:ext cx="2495705" cy="2394697"/>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8672385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809"/>
        <p:cNvGrpSpPr/>
        <p:nvPr/>
      </p:nvGrpSpPr>
      <p:grpSpPr>
        <a:xfrm>
          <a:off x="0" y="0"/>
          <a:ext cx="0" cy="0"/>
          <a:chOff x="0" y="0"/>
          <a:chExt cx="0" cy="0"/>
        </a:xfrm>
      </p:grpSpPr>
      <p:sp>
        <p:nvSpPr>
          <p:cNvPr id="810" name="Google Shape;810;p66"/>
          <p:cNvSpPr/>
          <p:nvPr/>
        </p:nvSpPr>
        <p:spPr>
          <a:xfrm rot="-1408952">
            <a:off x="9385777" y="1283763"/>
            <a:ext cx="4748771" cy="5917139"/>
          </a:xfrm>
          <a:custGeom>
            <a:avLst/>
            <a:gdLst/>
            <a:ahLst/>
            <a:cxnLst/>
            <a:rect l="l" t="t" r="r" b="b"/>
            <a:pathLst>
              <a:path w="15146" h="21250" extrusionOk="0">
                <a:moveTo>
                  <a:pt x="2903" y="12143"/>
                </a:moveTo>
                <a:cubicBezTo>
                  <a:pt x="1936" y="10308"/>
                  <a:pt x="234" y="9174"/>
                  <a:pt x="201" y="6972"/>
                </a:cubicBezTo>
                <a:cubicBezTo>
                  <a:pt x="1" y="1"/>
                  <a:pt x="7773" y="1769"/>
                  <a:pt x="11209" y="4637"/>
                </a:cubicBezTo>
                <a:cubicBezTo>
                  <a:pt x="13877" y="6839"/>
                  <a:pt x="15145" y="10208"/>
                  <a:pt x="14178" y="13544"/>
                </a:cubicBezTo>
                <a:cubicBezTo>
                  <a:pt x="13310" y="16379"/>
                  <a:pt x="10141" y="21249"/>
                  <a:pt x="6472" y="20349"/>
                </a:cubicBezTo>
                <a:cubicBezTo>
                  <a:pt x="3203" y="19581"/>
                  <a:pt x="4070" y="14811"/>
                  <a:pt x="3070" y="12476"/>
                </a:cubicBezTo>
                <a:cubicBezTo>
                  <a:pt x="3036" y="12343"/>
                  <a:pt x="2970" y="12243"/>
                  <a:pt x="2903" y="12143"/>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11" name="Google Shape;811;p66"/>
          <p:cNvSpPr/>
          <p:nvPr/>
        </p:nvSpPr>
        <p:spPr>
          <a:xfrm rot="5400000" flipH="1">
            <a:off x="-1775359" y="-788612"/>
            <a:ext cx="7427384" cy="483927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12" name="Google Shape;812;p66"/>
          <p:cNvSpPr/>
          <p:nvPr/>
        </p:nvSpPr>
        <p:spPr>
          <a:xfrm rot="-7977677">
            <a:off x="1953761" y="4606126"/>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13" name="Google Shape;813;p66"/>
          <p:cNvGrpSpPr/>
          <p:nvPr/>
        </p:nvGrpSpPr>
        <p:grpSpPr>
          <a:xfrm>
            <a:off x="6779076" y="-1405579"/>
            <a:ext cx="3072616" cy="3058492"/>
            <a:chOff x="2414491" y="671177"/>
            <a:chExt cx="1830972" cy="1822411"/>
          </a:xfrm>
        </p:grpSpPr>
        <p:sp>
          <p:nvSpPr>
            <p:cNvPr id="814" name="Google Shape;814;p66"/>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5" name="Google Shape;815;p66"/>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6" name="Google Shape;816;p66"/>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7" name="Google Shape;817;p66"/>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8" name="Google Shape;818;p66"/>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9" name="Google Shape;819;p66"/>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0" name="Google Shape;820;p66"/>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1" name="Google Shape;821;p66"/>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2" name="Google Shape;822;p66"/>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3" name="Google Shape;823;p66"/>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4" name="Google Shape;824;p66"/>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5" name="Google Shape;825;p66"/>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6" name="Google Shape;826;p66"/>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7" name="Google Shape;827;p66"/>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8" name="Google Shape;828;p66"/>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9" name="Google Shape;829;p66"/>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0" name="Google Shape;830;p66"/>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1" name="Google Shape;831;p66"/>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2" name="Google Shape;832;p66"/>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3" name="Google Shape;833;p66"/>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4" name="Google Shape;834;p66"/>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5" name="Google Shape;835;p66"/>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6" name="Google Shape;836;p66"/>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7" name="Google Shape;837;p66"/>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8" name="Google Shape;838;p66"/>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9" name="Google Shape;839;p66"/>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0" name="Google Shape;840;p66"/>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1" name="Google Shape;841;p66"/>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2" name="Google Shape;842;p66"/>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3" name="Google Shape;843;p66"/>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4" name="Google Shape;844;p66"/>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5" name="Google Shape;845;p66"/>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6" name="Google Shape;846;p66"/>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7" name="Google Shape;847;p66"/>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48" name="Google Shape;848;p66"/>
          <p:cNvSpPr txBox="1">
            <a:spLocks noGrp="1"/>
          </p:cNvSpPr>
          <p:nvPr>
            <p:ph type="title"/>
          </p:nvPr>
        </p:nvSpPr>
        <p:spPr>
          <a:xfrm>
            <a:off x="3587633" y="2007633"/>
            <a:ext cx="5145200" cy="1530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11333">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849" name="Google Shape;849;p66"/>
          <p:cNvSpPr txBox="1">
            <a:spLocks noGrp="1"/>
          </p:cNvSpPr>
          <p:nvPr>
            <p:ph type="subTitle" idx="1"/>
          </p:nvPr>
        </p:nvSpPr>
        <p:spPr>
          <a:xfrm>
            <a:off x="3587633" y="3634333"/>
            <a:ext cx="5145200" cy="12160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8C353C"/>
              </a:buClr>
              <a:buSzPts val="1600"/>
              <a:buFont typeface="Nunito"/>
              <a:buChar char="●"/>
              <a:defRPr sz="2133"/>
            </a:lvl1pPr>
            <a:lvl2pPr lvl="1" rtl="0">
              <a:spcBef>
                <a:spcPts val="0"/>
              </a:spcBef>
              <a:spcAft>
                <a:spcPts val="0"/>
              </a:spcAft>
              <a:buClr>
                <a:schemeClr val="dk1"/>
              </a:buClr>
              <a:buSzPts val="1600"/>
              <a:buFont typeface="Nunito"/>
              <a:buChar char="○"/>
              <a:defRPr/>
            </a:lvl2pPr>
            <a:lvl3pPr lvl="2" rtl="0">
              <a:spcBef>
                <a:spcPts val="0"/>
              </a:spcBef>
              <a:spcAft>
                <a:spcPts val="0"/>
              </a:spcAft>
              <a:buClr>
                <a:schemeClr val="dk1"/>
              </a:buClr>
              <a:buSzPts val="1600"/>
              <a:buFont typeface="Nunito"/>
              <a:buChar char="■"/>
              <a:defRPr/>
            </a:lvl3pPr>
            <a:lvl4pPr lvl="3" rtl="0">
              <a:spcBef>
                <a:spcPts val="0"/>
              </a:spcBef>
              <a:spcAft>
                <a:spcPts val="0"/>
              </a:spcAft>
              <a:buClr>
                <a:schemeClr val="dk1"/>
              </a:buClr>
              <a:buSzPts val="1600"/>
              <a:buFont typeface="Nunito"/>
              <a:buChar char="●"/>
              <a:defRPr/>
            </a:lvl4pPr>
            <a:lvl5pPr lvl="4" rtl="0">
              <a:spcBef>
                <a:spcPts val="0"/>
              </a:spcBef>
              <a:spcAft>
                <a:spcPts val="0"/>
              </a:spcAft>
              <a:buClr>
                <a:schemeClr val="dk1"/>
              </a:buClr>
              <a:buSzPts val="1600"/>
              <a:buFont typeface="Nunito"/>
              <a:buChar char="○"/>
              <a:defRPr/>
            </a:lvl5pPr>
            <a:lvl6pPr lvl="5" rtl="0">
              <a:spcBef>
                <a:spcPts val="0"/>
              </a:spcBef>
              <a:spcAft>
                <a:spcPts val="0"/>
              </a:spcAft>
              <a:buClr>
                <a:schemeClr val="dk1"/>
              </a:buClr>
              <a:buSzPts val="1600"/>
              <a:buFont typeface="Nunito"/>
              <a:buChar char="■"/>
              <a:defRPr/>
            </a:lvl6pPr>
            <a:lvl7pPr lvl="6" rtl="0">
              <a:spcBef>
                <a:spcPts val="0"/>
              </a:spcBef>
              <a:spcAft>
                <a:spcPts val="0"/>
              </a:spcAft>
              <a:buClr>
                <a:schemeClr val="dk1"/>
              </a:buClr>
              <a:buSzPts val="1600"/>
              <a:buFont typeface="Nunito"/>
              <a:buChar char="●"/>
              <a:defRPr/>
            </a:lvl7pPr>
            <a:lvl8pPr lvl="7" rtl="0">
              <a:spcBef>
                <a:spcPts val="0"/>
              </a:spcBef>
              <a:spcAft>
                <a:spcPts val="0"/>
              </a:spcAft>
              <a:buClr>
                <a:schemeClr val="dk1"/>
              </a:buClr>
              <a:buSzPts val="1600"/>
              <a:buFont typeface="Nunito"/>
              <a:buChar char="○"/>
              <a:defRPr/>
            </a:lvl8pPr>
            <a:lvl9pPr lvl="8" rtl="0">
              <a:spcBef>
                <a:spcPts val="0"/>
              </a:spcBef>
              <a:spcAft>
                <a:spcPts val="0"/>
              </a:spcAft>
              <a:buClr>
                <a:schemeClr val="dk1"/>
              </a:buClr>
              <a:buSzPts val="1600"/>
              <a:buFont typeface="Nunito"/>
              <a:buChar char="■"/>
              <a:defRPr/>
            </a:lvl9pPr>
          </a:lstStyle>
          <a:p>
            <a:endParaRPr/>
          </a:p>
        </p:txBody>
      </p:sp>
    </p:spTree>
    <p:extLst>
      <p:ext uri="{BB962C8B-B14F-4D97-AF65-F5344CB8AC3E}">
        <p14:creationId xmlns:p14="http://schemas.microsoft.com/office/powerpoint/2010/main" val="209103005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ext 5">
  <p:cSld name="Title and text 5">
    <p:spTree>
      <p:nvGrpSpPr>
        <p:cNvPr id="1" name="Shape 850"/>
        <p:cNvGrpSpPr/>
        <p:nvPr/>
      </p:nvGrpSpPr>
      <p:grpSpPr>
        <a:xfrm>
          <a:off x="0" y="0"/>
          <a:ext cx="0" cy="0"/>
          <a:chOff x="0" y="0"/>
          <a:chExt cx="0" cy="0"/>
        </a:xfrm>
      </p:grpSpPr>
      <p:sp>
        <p:nvSpPr>
          <p:cNvPr id="851" name="Google Shape;851;p67"/>
          <p:cNvSpPr txBox="1">
            <a:spLocks noGrp="1"/>
          </p:cNvSpPr>
          <p:nvPr>
            <p:ph type="title"/>
          </p:nvPr>
        </p:nvSpPr>
        <p:spPr>
          <a:xfrm>
            <a:off x="6806533" y="1867317"/>
            <a:ext cx="4434800" cy="2224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852" name="Google Shape;852;p67"/>
          <p:cNvSpPr txBox="1">
            <a:spLocks noGrp="1"/>
          </p:cNvSpPr>
          <p:nvPr>
            <p:ph type="subTitle" idx="1"/>
          </p:nvPr>
        </p:nvSpPr>
        <p:spPr>
          <a:xfrm>
            <a:off x="5135800" y="4025467"/>
            <a:ext cx="6105600" cy="9652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8C353C"/>
              </a:buClr>
              <a:buSzPts val="1600"/>
              <a:buFont typeface="Nunito"/>
              <a:buChar char="●"/>
              <a:defRPr sz="2133"/>
            </a:lvl1pPr>
            <a:lvl2pPr lvl="1" rtl="0">
              <a:spcBef>
                <a:spcPts val="0"/>
              </a:spcBef>
              <a:spcAft>
                <a:spcPts val="0"/>
              </a:spcAft>
              <a:buClr>
                <a:schemeClr val="dk1"/>
              </a:buClr>
              <a:buSzPts val="1600"/>
              <a:buFont typeface="Nunito"/>
              <a:buChar char="○"/>
              <a:defRPr/>
            </a:lvl2pPr>
            <a:lvl3pPr lvl="2" rtl="0">
              <a:spcBef>
                <a:spcPts val="0"/>
              </a:spcBef>
              <a:spcAft>
                <a:spcPts val="0"/>
              </a:spcAft>
              <a:buClr>
                <a:schemeClr val="dk1"/>
              </a:buClr>
              <a:buSzPts val="1600"/>
              <a:buFont typeface="Nunito"/>
              <a:buChar char="■"/>
              <a:defRPr/>
            </a:lvl3pPr>
            <a:lvl4pPr lvl="3" rtl="0">
              <a:spcBef>
                <a:spcPts val="0"/>
              </a:spcBef>
              <a:spcAft>
                <a:spcPts val="0"/>
              </a:spcAft>
              <a:buClr>
                <a:schemeClr val="dk1"/>
              </a:buClr>
              <a:buSzPts val="1600"/>
              <a:buFont typeface="Nunito"/>
              <a:buChar char="●"/>
              <a:defRPr/>
            </a:lvl4pPr>
            <a:lvl5pPr lvl="4" rtl="0">
              <a:spcBef>
                <a:spcPts val="0"/>
              </a:spcBef>
              <a:spcAft>
                <a:spcPts val="0"/>
              </a:spcAft>
              <a:buClr>
                <a:schemeClr val="dk1"/>
              </a:buClr>
              <a:buSzPts val="1600"/>
              <a:buFont typeface="Nunito"/>
              <a:buChar char="○"/>
              <a:defRPr/>
            </a:lvl5pPr>
            <a:lvl6pPr lvl="5" rtl="0">
              <a:spcBef>
                <a:spcPts val="0"/>
              </a:spcBef>
              <a:spcAft>
                <a:spcPts val="0"/>
              </a:spcAft>
              <a:buClr>
                <a:schemeClr val="dk1"/>
              </a:buClr>
              <a:buSzPts val="1600"/>
              <a:buFont typeface="Nunito"/>
              <a:buChar char="■"/>
              <a:defRPr/>
            </a:lvl6pPr>
            <a:lvl7pPr lvl="6" rtl="0">
              <a:spcBef>
                <a:spcPts val="0"/>
              </a:spcBef>
              <a:spcAft>
                <a:spcPts val="0"/>
              </a:spcAft>
              <a:buClr>
                <a:schemeClr val="dk1"/>
              </a:buClr>
              <a:buSzPts val="1600"/>
              <a:buFont typeface="Nunito"/>
              <a:buChar char="●"/>
              <a:defRPr/>
            </a:lvl7pPr>
            <a:lvl8pPr lvl="7" rtl="0">
              <a:spcBef>
                <a:spcPts val="0"/>
              </a:spcBef>
              <a:spcAft>
                <a:spcPts val="0"/>
              </a:spcAft>
              <a:buClr>
                <a:schemeClr val="dk1"/>
              </a:buClr>
              <a:buSzPts val="1600"/>
              <a:buFont typeface="Nunito"/>
              <a:buChar char="○"/>
              <a:defRPr/>
            </a:lvl8pPr>
            <a:lvl9pPr lvl="8" rtl="0">
              <a:spcBef>
                <a:spcPts val="0"/>
              </a:spcBef>
              <a:spcAft>
                <a:spcPts val="0"/>
              </a:spcAft>
              <a:buClr>
                <a:schemeClr val="dk1"/>
              </a:buClr>
              <a:buSzPts val="1600"/>
              <a:buFont typeface="Nunito"/>
              <a:buChar char="■"/>
              <a:defRPr/>
            </a:lvl9pPr>
          </a:lstStyle>
          <a:p>
            <a:endParaRPr/>
          </a:p>
        </p:txBody>
      </p:sp>
      <p:sp>
        <p:nvSpPr>
          <p:cNvPr id="853" name="Google Shape;853;p67"/>
          <p:cNvSpPr/>
          <p:nvPr/>
        </p:nvSpPr>
        <p:spPr>
          <a:xfrm rot="7627321">
            <a:off x="-1800837" y="-2406679"/>
            <a:ext cx="6241097" cy="5669373"/>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54" name="Google Shape;854;p67"/>
          <p:cNvSpPr/>
          <p:nvPr/>
        </p:nvSpPr>
        <p:spPr>
          <a:xfrm rot="-5400000" flipH="1">
            <a:off x="8475004" y="3259279"/>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55" name="Google Shape;855;p67"/>
          <p:cNvGrpSpPr/>
          <p:nvPr/>
        </p:nvGrpSpPr>
        <p:grpSpPr>
          <a:xfrm rot="10800000" flipH="1">
            <a:off x="4347207" y="5559428"/>
            <a:ext cx="3410247" cy="3394301"/>
            <a:chOff x="2414491" y="671177"/>
            <a:chExt cx="1830972" cy="1822411"/>
          </a:xfrm>
        </p:grpSpPr>
        <p:sp>
          <p:nvSpPr>
            <p:cNvPr id="856" name="Google Shape;856;p67"/>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7" name="Google Shape;857;p67"/>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8" name="Google Shape;858;p67"/>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9" name="Google Shape;859;p67"/>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0" name="Google Shape;860;p67"/>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1" name="Google Shape;861;p67"/>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2" name="Google Shape;862;p67"/>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3" name="Google Shape;863;p67"/>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4" name="Google Shape;864;p67"/>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5" name="Google Shape;865;p67"/>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6" name="Google Shape;866;p67"/>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7" name="Google Shape;867;p67"/>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8" name="Google Shape;868;p67"/>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9" name="Google Shape;869;p67"/>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0" name="Google Shape;870;p67"/>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1" name="Google Shape;871;p67"/>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2" name="Google Shape;872;p67"/>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3" name="Google Shape;873;p67"/>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4" name="Google Shape;874;p67"/>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5" name="Google Shape;875;p67"/>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6" name="Google Shape;876;p67"/>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7" name="Google Shape;877;p67"/>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8" name="Google Shape;878;p67"/>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9" name="Google Shape;879;p67"/>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0" name="Google Shape;880;p67"/>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1" name="Google Shape;881;p67"/>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2" name="Google Shape;882;p67"/>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3" name="Google Shape;883;p67"/>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4" name="Google Shape;884;p67"/>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5" name="Google Shape;885;p67"/>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6" name="Google Shape;886;p67"/>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7" name="Google Shape;887;p67"/>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8" name="Google Shape;888;p67"/>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9" name="Google Shape;889;p67"/>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67670003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text 6 ">
  <p:cSld name="Title and text 6 ">
    <p:spTree>
      <p:nvGrpSpPr>
        <p:cNvPr id="1" name="Shape 890"/>
        <p:cNvGrpSpPr/>
        <p:nvPr/>
      </p:nvGrpSpPr>
      <p:grpSpPr>
        <a:xfrm>
          <a:off x="0" y="0"/>
          <a:ext cx="0" cy="0"/>
          <a:chOff x="0" y="0"/>
          <a:chExt cx="0" cy="0"/>
        </a:xfrm>
      </p:grpSpPr>
      <p:sp>
        <p:nvSpPr>
          <p:cNvPr id="891" name="Google Shape;891;p68"/>
          <p:cNvSpPr/>
          <p:nvPr/>
        </p:nvSpPr>
        <p:spPr>
          <a:xfrm rot="672094">
            <a:off x="-4712882" y="552184"/>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2" name="Google Shape;892;p68"/>
          <p:cNvSpPr/>
          <p:nvPr/>
        </p:nvSpPr>
        <p:spPr>
          <a:xfrm>
            <a:off x="11019400" y="620669"/>
            <a:ext cx="1946715" cy="2542436"/>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3" name="Google Shape;893;p68"/>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894" name="Google Shape;894;p68"/>
          <p:cNvSpPr txBox="1">
            <a:spLocks noGrp="1"/>
          </p:cNvSpPr>
          <p:nvPr>
            <p:ph type="subTitle" idx="1"/>
          </p:nvPr>
        </p:nvSpPr>
        <p:spPr>
          <a:xfrm>
            <a:off x="951000" y="1501467"/>
            <a:ext cx="10290000" cy="4590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1050"/>
              <a:buFont typeface="Ubuntu"/>
              <a:buChar char="●"/>
              <a:defRPr sz="2133"/>
            </a:lvl1pPr>
            <a:lvl2pPr lvl="1" rtl="0">
              <a:spcBef>
                <a:spcPts val="0"/>
              </a:spcBef>
              <a:spcAft>
                <a:spcPts val="0"/>
              </a:spcAft>
              <a:buClr>
                <a:schemeClr val="dk1"/>
              </a:buClr>
              <a:buSzPts val="1400"/>
              <a:buFont typeface="Ubuntu"/>
              <a:buAutoNum type="alphaLcPeriod"/>
              <a:defRPr sz="2133"/>
            </a:lvl2pPr>
            <a:lvl3pPr lvl="2" rtl="0">
              <a:spcBef>
                <a:spcPts val="0"/>
              </a:spcBef>
              <a:spcAft>
                <a:spcPts val="0"/>
              </a:spcAft>
              <a:buClr>
                <a:schemeClr val="dk1"/>
              </a:buClr>
              <a:buSzPts val="1400"/>
              <a:buFont typeface="Ubuntu"/>
              <a:buAutoNum type="romanLcPeriod"/>
              <a:defRPr/>
            </a:lvl3pPr>
            <a:lvl4pPr lvl="3" rtl="0">
              <a:spcBef>
                <a:spcPts val="0"/>
              </a:spcBef>
              <a:spcAft>
                <a:spcPts val="0"/>
              </a:spcAft>
              <a:buClr>
                <a:schemeClr val="dk1"/>
              </a:buClr>
              <a:buSzPts val="1400"/>
              <a:buFont typeface="Ubuntu"/>
              <a:buAutoNum type="arabicPeriod"/>
              <a:defRPr/>
            </a:lvl4pPr>
            <a:lvl5pPr lvl="4" rtl="0">
              <a:spcBef>
                <a:spcPts val="0"/>
              </a:spcBef>
              <a:spcAft>
                <a:spcPts val="0"/>
              </a:spcAft>
              <a:buClr>
                <a:schemeClr val="dk1"/>
              </a:buClr>
              <a:buSzPts val="1400"/>
              <a:buFont typeface="Ubuntu"/>
              <a:buAutoNum type="alphaLcPeriod"/>
              <a:defRPr/>
            </a:lvl5pPr>
            <a:lvl6pPr lvl="5" rtl="0">
              <a:spcBef>
                <a:spcPts val="0"/>
              </a:spcBef>
              <a:spcAft>
                <a:spcPts val="0"/>
              </a:spcAft>
              <a:buClr>
                <a:schemeClr val="dk1"/>
              </a:buClr>
              <a:buSzPts val="1400"/>
              <a:buFont typeface="Ubuntu"/>
              <a:buAutoNum type="romanLcPeriod"/>
              <a:defRPr/>
            </a:lvl6pPr>
            <a:lvl7pPr lvl="6" rtl="0">
              <a:spcBef>
                <a:spcPts val="0"/>
              </a:spcBef>
              <a:spcAft>
                <a:spcPts val="0"/>
              </a:spcAft>
              <a:buClr>
                <a:schemeClr val="dk1"/>
              </a:buClr>
              <a:buSzPts val="1400"/>
              <a:buFont typeface="Ubuntu"/>
              <a:buAutoNum type="arabicPeriod"/>
              <a:defRPr/>
            </a:lvl7pPr>
            <a:lvl8pPr lvl="7" rtl="0">
              <a:spcBef>
                <a:spcPts val="0"/>
              </a:spcBef>
              <a:spcAft>
                <a:spcPts val="0"/>
              </a:spcAft>
              <a:buClr>
                <a:schemeClr val="dk1"/>
              </a:buClr>
              <a:buSzPts val="1400"/>
              <a:buFont typeface="Ubuntu"/>
              <a:buAutoNum type="alphaLcPeriod"/>
              <a:defRPr/>
            </a:lvl8pPr>
            <a:lvl9pPr lvl="8" rtl="0">
              <a:spcBef>
                <a:spcPts val="0"/>
              </a:spcBef>
              <a:spcAft>
                <a:spcPts val="0"/>
              </a:spcAft>
              <a:buClr>
                <a:schemeClr val="dk1"/>
              </a:buClr>
              <a:buSzPts val="1400"/>
              <a:buFont typeface="Ubuntu"/>
              <a:buAutoNum type="romanLcPeriod"/>
              <a:defRPr/>
            </a:lvl9pPr>
          </a:lstStyle>
          <a:p>
            <a:endParaRPr/>
          </a:p>
        </p:txBody>
      </p:sp>
    </p:spTree>
    <p:extLst>
      <p:ext uri="{BB962C8B-B14F-4D97-AF65-F5344CB8AC3E}">
        <p14:creationId xmlns:p14="http://schemas.microsoft.com/office/powerpoint/2010/main" val="26913958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text 7 ">
  <p:cSld name="Title and text 7 ">
    <p:spTree>
      <p:nvGrpSpPr>
        <p:cNvPr id="1" name="Shape 895"/>
        <p:cNvGrpSpPr/>
        <p:nvPr/>
      </p:nvGrpSpPr>
      <p:grpSpPr>
        <a:xfrm>
          <a:off x="0" y="0"/>
          <a:ext cx="0" cy="0"/>
          <a:chOff x="0" y="0"/>
          <a:chExt cx="0" cy="0"/>
        </a:xfrm>
      </p:grpSpPr>
      <p:sp>
        <p:nvSpPr>
          <p:cNvPr id="896" name="Google Shape;896;p69"/>
          <p:cNvSpPr/>
          <p:nvPr/>
        </p:nvSpPr>
        <p:spPr>
          <a:xfrm rot="-5620636">
            <a:off x="9680358" y="645495"/>
            <a:ext cx="3988908" cy="382746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7" name="Google Shape;897;p69"/>
          <p:cNvSpPr/>
          <p:nvPr/>
        </p:nvSpPr>
        <p:spPr>
          <a:xfrm rot="135969" flipH="1">
            <a:off x="-1679306" y="-976017"/>
            <a:ext cx="4529755" cy="4510972"/>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8" name="Google Shape;898;p69"/>
          <p:cNvSpPr/>
          <p:nvPr/>
        </p:nvSpPr>
        <p:spPr>
          <a:xfrm rot="10800000">
            <a:off x="9679537" y="5233916"/>
            <a:ext cx="2366400" cy="23664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99" name="Google Shape;899;p69"/>
          <p:cNvGrpSpPr/>
          <p:nvPr/>
        </p:nvGrpSpPr>
        <p:grpSpPr>
          <a:xfrm rot="10800000">
            <a:off x="8832834" y="4405093"/>
            <a:ext cx="2262349" cy="2251771"/>
            <a:chOff x="2414491" y="671177"/>
            <a:chExt cx="1830972" cy="1822411"/>
          </a:xfrm>
        </p:grpSpPr>
        <p:sp>
          <p:nvSpPr>
            <p:cNvPr id="900" name="Google Shape;900;p69"/>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1" name="Google Shape;901;p69"/>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2" name="Google Shape;902;p69"/>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3" name="Google Shape;903;p69"/>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4" name="Google Shape;904;p69"/>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5" name="Google Shape;905;p69"/>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6" name="Google Shape;906;p69"/>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7" name="Google Shape;907;p69"/>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8" name="Google Shape;908;p69"/>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9" name="Google Shape;909;p69"/>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0" name="Google Shape;910;p69"/>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1" name="Google Shape;911;p69"/>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2" name="Google Shape;912;p69"/>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3" name="Google Shape;913;p69"/>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4" name="Google Shape;914;p69"/>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5" name="Google Shape;915;p69"/>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6" name="Google Shape;916;p69"/>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7" name="Google Shape;917;p69"/>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8" name="Google Shape;918;p69"/>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9" name="Google Shape;919;p69"/>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0" name="Google Shape;920;p69"/>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1" name="Google Shape;921;p69"/>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2" name="Google Shape;922;p69"/>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3" name="Google Shape;923;p69"/>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4" name="Google Shape;924;p69"/>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5" name="Google Shape;925;p69"/>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6" name="Google Shape;926;p69"/>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7" name="Google Shape;927;p69"/>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8" name="Google Shape;928;p69"/>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9" name="Google Shape;929;p69"/>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0" name="Google Shape;930;p69"/>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1" name="Google Shape;931;p69"/>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2" name="Google Shape;932;p69"/>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3" name="Google Shape;933;p69"/>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34" name="Google Shape;934;p69"/>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935" name="Google Shape;935;p69"/>
          <p:cNvSpPr txBox="1">
            <a:spLocks noGrp="1"/>
          </p:cNvSpPr>
          <p:nvPr>
            <p:ph type="subTitle" idx="1"/>
          </p:nvPr>
        </p:nvSpPr>
        <p:spPr>
          <a:xfrm>
            <a:off x="950967" y="1455833"/>
            <a:ext cx="8038400" cy="457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2133"/>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extLst>
      <p:ext uri="{BB962C8B-B14F-4D97-AF65-F5344CB8AC3E}">
        <p14:creationId xmlns:p14="http://schemas.microsoft.com/office/powerpoint/2010/main" val="29343348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text 8">
  <p:cSld name="Title and text 8">
    <p:spTree>
      <p:nvGrpSpPr>
        <p:cNvPr id="1" name="Shape 936"/>
        <p:cNvGrpSpPr/>
        <p:nvPr/>
      </p:nvGrpSpPr>
      <p:grpSpPr>
        <a:xfrm>
          <a:off x="0" y="0"/>
          <a:ext cx="0" cy="0"/>
          <a:chOff x="0" y="0"/>
          <a:chExt cx="0" cy="0"/>
        </a:xfrm>
      </p:grpSpPr>
      <p:sp>
        <p:nvSpPr>
          <p:cNvPr id="937" name="Google Shape;937;p70"/>
          <p:cNvSpPr/>
          <p:nvPr/>
        </p:nvSpPr>
        <p:spPr>
          <a:xfrm rot="-455554">
            <a:off x="8850465" y="-168911"/>
            <a:ext cx="4338224" cy="7307684"/>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38" name="Google Shape;938;p70"/>
          <p:cNvSpPr/>
          <p:nvPr/>
        </p:nvSpPr>
        <p:spPr>
          <a:xfrm rot="-7977677">
            <a:off x="7514661" y="2012526"/>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39" name="Google Shape;939;p70"/>
          <p:cNvSpPr/>
          <p:nvPr/>
        </p:nvSpPr>
        <p:spPr>
          <a:xfrm rot="8880872">
            <a:off x="-2755712" y="-286448"/>
            <a:ext cx="5396015" cy="3320112"/>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40" name="Google Shape;940;p70"/>
          <p:cNvSpPr txBox="1">
            <a:spLocks noGrp="1"/>
          </p:cNvSpPr>
          <p:nvPr>
            <p:ph type="title"/>
          </p:nvPr>
        </p:nvSpPr>
        <p:spPr>
          <a:xfrm>
            <a:off x="950967" y="694648"/>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941" name="Google Shape;941;p70"/>
          <p:cNvSpPr txBox="1">
            <a:spLocks noGrp="1"/>
          </p:cNvSpPr>
          <p:nvPr>
            <p:ph type="subTitle" idx="1"/>
          </p:nvPr>
        </p:nvSpPr>
        <p:spPr>
          <a:xfrm>
            <a:off x="950967" y="1557433"/>
            <a:ext cx="6653200" cy="457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2133" b="1"/>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extLst>
      <p:ext uri="{BB962C8B-B14F-4D97-AF65-F5344CB8AC3E}">
        <p14:creationId xmlns:p14="http://schemas.microsoft.com/office/powerpoint/2010/main" val="405653018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text 9 ">
  <p:cSld name="Title and text 9 ">
    <p:spTree>
      <p:nvGrpSpPr>
        <p:cNvPr id="1" name="Shape 942"/>
        <p:cNvGrpSpPr/>
        <p:nvPr/>
      </p:nvGrpSpPr>
      <p:grpSpPr>
        <a:xfrm>
          <a:off x="0" y="0"/>
          <a:ext cx="0" cy="0"/>
          <a:chOff x="0" y="0"/>
          <a:chExt cx="0" cy="0"/>
        </a:xfrm>
      </p:grpSpPr>
      <p:sp>
        <p:nvSpPr>
          <p:cNvPr id="943" name="Google Shape;943;p71"/>
          <p:cNvSpPr/>
          <p:nvPr/>
        </p:nvSpPr>
        <p:spPr>
          <a:xfrm rot="-4971949">
            <a:off x="-2637631" y="-1324354"/>
            <a:ext cx="6063585" cy="5508121"/>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944" name="Google Shape;944;p71"/>
          <p:cNvGrpSpPr/>
          <p:nvPr/>
        </p:nvGrpSpPr>
        <p:grpSpPr>
          <a:xfrm flipH="1">
            <a:off x="9155574" y="-107249"/>
            <a:ext cx="3036423" cy="7072503"/>
            <a:chOff x="224725" y="566950"/>
            <a:chExt cx="1850875" cy="4311100"/>
          </a:xfrm>
        </p:grpSpPr>
        <p:sp>
          <p:nvSpPr>
            <p:cNvPr id="945" name="Google Shape;945;p71"/>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6" name="Google Shape;946;p71"/>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7" name="Google Shape;947;p71"/>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8" name="Google Shape;948;p71"/>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9" name="Google Shape;949;p71"/>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0" name="Google Shape;950;p71"/>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1" name="Google Shape;951;p71"/>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2" name="Google Shape;952;p71"/>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3" name="Google Shape;953;p71"/>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4" name="Google Shape;954;p71"/>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5" name="Google Shape;955;p71"/>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6" name="Google Shape;956;p71"/>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7" name="Google Shape;957;p71"/>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8" name="Google Shape;958;p71"/>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9" name="Google Shape;959;p71"/>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0" name="Google Shape;960;p71"/>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1" name="Google Shape;961;p71"/>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2" name="Google Shape;962;p71"/>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3" name="Google Shape;963;p71"/>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4" name="Google Shape;964;p71"/>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5" name="Google Shape;965;p71"/>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6" name="Google Shape;966;p71"/>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7" name="Google Shape;967;p71"/>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8" name="Google Shape;968;p71"/>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69" name="Google Shape;969;p71"/>
          <p:cNvSpPr/>
          <p:nvPr/>
        </p:nvSpPr>
        <p:spPr>
          <a:xfrm rot="250550" flipH="1">
            <a:off x="1118289" y="4146943"/>
            <a:ext cx="7934099" cy="488141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70" name="Google Shape;970;p71"/>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971" name="Google Shape;971;p71"/>
          <p:cNvSpPr txBox="1">
            <a:spLocks noGrp="1"/>
          </p:cNvSpPr>
          <p:nvPr>
            <p:ph type="subTitle" idx="1"/>
          </p:nvPr>
        </p:nvSpPr>
        <p:spPr>
          <a:xfrm>
            <a:off x="950967" y="2703200"/>
            <a:ext cx="4536800" cy="14516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180354252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text 10">
  <p:cSld name="Title and text 10">
    <p:spTree>
      <p:nvGrpSpPr>
        <p:cNvPr id="1" name="Shape 972"/>
        <p:cNvGrpSpPr/>
        <p:nvPr/>
      </p:nvGrpSpPr>
      <p:grpSpPr>
        <a:xfrm>
          <a:off x="0" y="0"/>
          <a:ext cx="0" cy="0"/>
          <a:chOff x="0" y="0"/>
          <a:chExt cx="0" cy="0"/>
        </a:xfrm>
      </p:grpSpPr>
      <p:grpSp>
        <p:nvGrpSpPr>
          <p:cNvPr id="973" name="Google Shape;973;p72"/>
          <p:cNvGrpSpPr/>
          <p:nvPr/>
        </p:nvGrpSpPr>
        <p:grpSpPr>
          <a:xfrm>
            <a:off x="6386243" y="4364221"/>
            <a:ext cx="3072616" cy="3058492"/>
            <a:chOff x="2414491" y="671177"/>
            <a:chExt cx="1830972" cy="1822411"/>
          </a:xfrm>
        </p:grpSpPr>
        <p:sp>
          <p:nvSpPr>
            <p:cNvPr id="974" name="Google Shape;974;p72"/>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5" name="Google Shape;975;p72"/>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6" name="Google Shape;976;p72"/>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7" name="Google Shape;977;p72"/>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8" name="Google Shape;978;p72"/>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9" name="Google Shape;979;p72"/>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0" name="Google Shape;980;p72"/>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1" name="Google Shape;981;p72"/>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2" name="Google Shape;982;p72"/>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3" name="Google Shape;983;p72"/>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4" name="Google Shape;984;p72"/>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5" name="Google Shape;985;p72"/>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6" name="Google Shape;986;p72"/>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7" name="Google Shape;987;p72"/>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8" name="Google Shape;988;p72"/>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9" name="Google Shape;989;p72"/>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0" name="Google Shape;990;p72"/>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1" name="Google Shape;991;p72"/>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2" name="Google Shape;992;p72"/>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3" name="Google Shape;993;p72"/>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4" name="Google Shape;994;p72"/>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5" name="Google Shape;995;p72"/>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6" name="Google Shape;996;p72"/>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7" name="Google Shape;997;p72"/>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8" name="Google Shape;998;p72"/>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9" name="Google Shape;999;p72"/>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0" name="Google Shape;1000;p72"/>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1" name="Google Shape;1001;p72"/>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2" name="Google Shape;1002;p72"/>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3" name="Google Shape;1003;p72"/>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4" name="Google Shape;1004;p72"/>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5" name="Google Shape;1005;p72"/>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6" name="Google Shape;1006;p72"/>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7" name="Google Shape;1007;p72"/>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08" name="Google Shape;1008;p72"/>
          <p:cNvSpPr/>
          <p:nvPr/>
        </p:nvSpPr>
        <p:spPr>
          <a:xfrm rot="-919010">
            <a:off x="8976190" y="-495357"/>
            <a:ext cx="4529700" cy="4510919"/>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09" name="Google Shape;1009;p72"/>
          <p:cNvSpPr/>
          <p:nvPr/>
        </p:nvSpPr>
        <p:spPr>
          <a:xfrm rot="-5620636">
            <a:off x="-1467309" y="2121879"/>
            <a:ext cx="3988908" cy="382746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0" name="Google Shape;1010;p72"/>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11" name="Google Shape;1011;p72"/>
          <p:cNvSpPr txBox="1">
            <a:spLocks noGrp="1"/>
          </p:cNvSpPr>
          <p:nvPr>
            <p:ph type="subTitle" idx="1"/>
          </p:nvPr>
        </p:nvSpPr>
        <p:spPr>
          <a:xfrm>
            <a:off x="6704233" y="2703200"/>
            <a:ext cx="4536800" cy="145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6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241651504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text 11 ">
  <p:cSld name="Title and text 11 ">
    <p:spTree>
      <p:nvGrpSpPr>
        <p:cNvPr id="1" name="Shape 1012"/>
        <p:cNvGrpSpPr/>
        <p:nvPr/>
      </p:nvGrpSpPr>
      <p:grpSpPr>
        <a:xfrm>
          <a:off x="0" y="0"/>
          <a:ext cx="0" cy="0"/>
          <a:chOff x="0" y="0"/>
          <a:chExt cx="0" cy="0"/>
        </a:xfrm>
      </p:grpSpPr>
      <p:sp>
        <p:nvSpPr>
          <p:cNvPr id="1013" name="Google Shape;1013;p73"/>
          <p:cNvSpPr/>
          <p:nvPr/>
        </p:nvSpPr>
        <p:spPr>
          <a:xfrm>
            <a:off x="5680567" y="2609460"/>
            <a:ext cx="2366400" cy="23664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4" name="Google Shape;1014;p73"/>
          <p:cNvSpPr/>
          <p:nvPr/>
        </p:nvSpPr>
        <p:spPr>
          <a:xfrm rot="-4971949">
            <a:off x="8870869" y="2487146"/>
            <a:ext cx="6063585" cy="5508121"/>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5" name="Google Shape;1015;p73"/>
          <p:cNvSpPr/>
          <p:nvPr/>
        </p:nvSpPr>
        <p:spPr>
          <a:xfrm rot="7019959" flipH="1">
            <a:off x="-1282868" y="-1769968"/>
            <a:ext cx="5396136" cy="3320015"/>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6" name="Google Shape;1016;p73"/>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17" name="Google Shape;1017;p73"/>
          <p:cNvSpPr txBox="1">
            <a:spLocks noGrp="1"/>
          </p:cNvSpPr>
          <p:nvPr>
            <p:ph type="subTitle" idx="1"/>
          </p:nvPr>
        </p:nvSpPr>
        <p:spPr>
          <a:xfrm>
            <a:off x="950967" y="2703200"/>
            <a:ext cx="4536800" cy="14516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96079874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text 12 ">
  <p:cSld name="Title and text 12 ">
    <p:spTree>
      <p:nvGrpSpPr>
        <p:cNvPr id="1" name="Shape 1018"/>
        <p:cNvGrpSpPr/>
        <p:nvPr/>
      </p:nvGrpSpPr>
      <p:grpSpPr>
        <a:xfrm>
          <a:off x="0" y="0"/>
          <a:ext cx="0" cy="0"/>
          <a:chOff x="0" y="0"/>
          <a:chExt cx="0" cy="0"/>
        </a:xfrm>
      </p:grpSpPr>
      <p:sp>
        <p:nvSpPr>
          <p:cNvPr id="1019" name="Google Shape;1019;p74"/>
          <p:cNvSpPr/>
          <p:nvPr/>
        </p:nvSpPr>
        <p:spPr>
          <a:xfrm rot="-4971949">
            <a:off x="8665936" y="916080"/>
            <a:ext cx="6063585" cy="5508121"/>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0" name="Google Shape;1020;p74"/>
          <p:cNvSpPr/>
          <p:nvPr/>
        </p:nvSpPr>
        <p:spPr>
          <a:xfrm rot="9475593">
            <a:off x="-2632930" y="-594769"/>
            <a:ext cx="5396193" cy="3319932"/>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1" name="Google Shape;1021;p74"/>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22" name="Google Shape;1022;p74"/>
          <p:cNvSpPr txBox="1">
            <a:spLocks noGrp="1"/>
          </p:cNvSpPr>
          <p:nvPr>
            <p:ph type="subTitle" idx="1"/>
          </p:nvPr>
        </p:nvSpPr>
        <p:spPr>
          <a:xfrm>
            <a:off x="950967" y="1455833"/>
            <a:ext cx="8352400" cy="457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1867"/>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extLst>
      <p:ext uri="{BB962C8B-B14F-4D97-AF65-F5344CB8AC3E}">
        <p14:creationId xmlns:p14="http://schemas.microsoft.com/office/powerpoint/2010/main" val="347553843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nd text 13">
  <p:cSld name="Title and text 13">
    <p:spTree>
      <p:nvGrpSpPr>
        <p:cNvPr id="1" name="Shape 1023"/>
        <p:cNvGrpSpPr/>
        <p:nvPr/>
      </p:nvGrpSpPr>
      <p:grpSpPr>
        <a:xfrm>
          <a:off x="0" y="0"/>
          <a:ext cx="0" cy="0"/>
          <a:chOff x="0" y="0"/>
          <a:chExt cx="0" cy="0"/>
        </a:xfrm>
      </p:grpSpPr>
      <p:sp>
        <p:nvSpPr>
          <p:cNvPr id="1024" name="Google Shape;1024;p75"/>
          <p:cNvSpPr/>
          <p:nvPr/>
        </p:nvSpPr>
        <p:spPr>
          <a:xfrm rot="-5400000" flipH="1">
            <a:off x="8068837" y="2255713"/>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5" name="Google Shape;1025;p75"/>
          <p:cNvSpPr/>
          <p:nvPr/>
        </p:nvSpPr>
        <p:spPr>
          <a:xfrm>
            <a:off x="-999867" y="4098560"/>
            <a:ext cx="2366400" cy="23664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26" name="Google Shape;1026;p75"/>
          <p:cNvGrpSpPr/>
          <p:nvPr/>
        </p:nvGrpSpPr>
        <p:grpSpPr>
          <a:xfrm rot="10800000">
            <a:off x="8272700" y="1659193"/>
            <a:ext cx="2262349" cy="2251771"/>
            <a:chOff x="2414491" y="671177"/>
            <a:chExt cx="1830972" cy="1822411"/>
          </a:xfrm>
        </p:grpSpPr>
        <p:sp>
          <p:nvSpPr>
            <p:cNvPr id="1027" name="Google Shape;1027;p75"/>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8" name="Google Shape;1028;p75"/>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9" name="Google Shape;1029;p75"/>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0" name="Google Shape;1030;p75"/>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1" name="Google Shape;1031;p75"/>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2" name="Google Shape;1032;p75"/>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3" name="Google Shape;1033;p75"/>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4" name="Google Shape;1034;p75"/>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5" name="Google Shape;1035;p75"/>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6" name="Google Shape;1036;p75"/>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7" name="Google Shape;1037;p75"/>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8" name="Google Shape;1038;p75"/>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9" name="Google Shape;1039;p75"/>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0" name="Google Shape;1040;p75"/>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1" name="Google Shape;1041;p75"/>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2" name="Google Shape;1042;p75"/>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3" name="Google Shape;1043;p75"/>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4" name="Google Shape;1044;p75"/>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5" name="Google Shape;1045;p75"/>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6" name="Google Shape;1046;p75"/>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7" name="Google Shape;1047;p75"/>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8" name="Google Shape;1048;p75"/>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9" name="Google Shape;1049;p75"/>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0" name="Google Shape;1050;p75"/>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1" name="Google Shape;1051;p75"/>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2" name="Google Shape;1052;p75"/>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3" name="Google Shape;1053;p75"/>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4" name="Google Shape;1054;p75"/>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5" name="Google Shape;1055;p75"/>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6" name="Google Shape;1056;p75"/>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7" name="Google Shape;1057;p75"/>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8" name="Google Shape;1058;p75"/>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9" name="Google Shape;1059;p75"/>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0" name="Google Shape;1060;p75"/>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61" name="Google Shape;1061;p75"/>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62" name="Google Shape;1062;p75"/>
          <p:cNvSpPr txBox="1">
            <a:spLocks noGrp="1"/>
          </p:cNvSpPr>
          <p:nvPr>
            <p:ph type="subTitle" idx="1"/>
          </p:nvPr>
        </p:nvSpPr>
        <p:spPr>
          <a:xfrm>
            <a:off x="950967" y="1455833"/>
            <a:ext cx="8038400" cy="457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1867"/>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extLst>
      <p:ext uri="{BB962C8B-B14F-4D97-AF65-F5344CB8AC3E}">
        <p14:creationId xmlns:p14="http://schemas.microsoft.com/office/powerpoint/2010/main" val="216527791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and text 14 ">
  <p:cSld name="Title and text 14 ">
    <p:spTree>
      <p:nvGrpSpPr>
        <p:cNvPr id="1" name="Shape 1063"/>
        <p:cNvGrpSpPr/>
        <p:nvPr/>
      </p:nvGrpSpPr>
      <p:grpSpPr>
        <a:xfrm>
          <a:off x="0" y="0"/>
          <a:ext cx="0" cy="0"/>
          <a:chOff x="0" y="0"/>
          <a:chExt cx="0" cy="0"/>
        </a:xfrm>
      </p:grpSpPr>
      <p:grpSp>
        <p:nvGrpSpPr>
          <p:cNvPr id="1064" name="Google Shape;1064;p76"/>
          <p:cNvGrpSpPr/>
          <p:nvPr/>
        </p:nvGrpSpPr>
        <p:grpSpPr>
          <a:xfrm flipH="1">
            <a:off x="9218741" y="-107265"/>
            <a:ext cx="3036423" cy="7072503"/>
            <a:chOff x="224725" y="566950"/>
            <a:chExt cx="1850875" cy="4311100"/>
          </a:xfrm>
        </p:grpSpPr>
        <p:sp>
          <p:nvSpPr>
            <p:cNvPr id="1065" name="Google Shape;1065;p76"/>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6" name="Google Shape;1066;p76"/>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7" name="Google Shape;1067;p76"/>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8" name="Google Shape;1068;p76"/>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9" name="Google Shape;1069;p76"/>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0" name="Google Shape;1070;p76"/>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1" name="Google Shape;1071;p76"/>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2" name="Google Shape;1072;p76"/>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3" name="Google Shape;1073;p76"/>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4" name="Google Shape;1074;p76"/>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5" name="Google Shape;1075;p76"/>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6" name="Google Shape;1076;p76"/>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7" name="Google Shape;1077;p76"/>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8" name="Google Shape;1078;p76"/>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9" name="Google Shape;1079;p76"/>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0" name="Google Shape;1080;p76"/>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1" name="Google Shape;1081;p76"/>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2" name="Google Shape;1082;p76"/>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3" name="Google Shape;1083;p76"/>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4" name="Google Shape;1084;p76"/>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5" name="Google Shape;1085;p76"/>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6" name="Google Shape;1086;p76"/>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7" name="Google Shape;1087;p76"/>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8" name="Google Shape;1088;p76"/>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89" name="Google Shape;1089;p76"/>
          <p:cNvSpPr/>
          <p:nvPr/>
        </p:nvSpPr>
        <p:spPr>
          <a:xfrm rot="5400000" flipH="1">
            <a:off x="-3196392" y="-1032629"/>
            <a:ext cx="7427384" cy="483927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0" name="Google Shape;1090;p76"/>
          <p:cNvSpPr/>
          <p:nvPr/>
        </p:nvSpPr>
        <p:spPr>
          <a:xfrm rot="-7977677">
            <a:off x="8834927" y="3210593"/>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1" name="Google Shape;1091;p76"/>
          <p:cNvSpPr/>
          <p:nvPr/>
        </p:nvSpPr>
        <p:spPr>
          <a:xfrm rot="667591">
            <a:off x="7094248" y="3674257"/>
            <a:ext cx="2585209" cy="4407641"/>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2" name="Google Shape;1092;p76"/>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93" name="Google Shape;1093;p76"/>
          <p:cNvSpPr txBox="1">
            <a:spLocks noGrp="1"/>
          </p:cNvSpPr>
          <p:nvPr>
            <p:ph type="subTitle" idx="1"/>
          </p:nvPr>
        </p:nvSpPr>
        <p:spPr>
          <a:xfrm>
            <a:off x="1196900" y="1970400"/>
            <a:ext cx="6412400" cy="36688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6D9C8B"/>
              </a:buClr>
              <a:buSzPts val="1600"/>
              <a:buFont typeface="Cairo"/>
              <a:buChar char="●"/>
              <a:defRPr sz="2133"/>
            </a:lvl1pPr>
            <a:lvl2pPr lvl="1" rtl="0">
              <a:spcBef>
                <a:spcPts val="0"/>
              </a:spcBef>
              <a:spcAft>
                <a:spcPts val="0"/>
              </a:spcAft>
              <a:buClr>
                <a:srgbClr val="0E2A47"/>
              </a:buClr>
              <a:buSzPts val="1600"/>
              <a:buFont typeface="Cairo"/>
              <a:buChar char="○"/>
              <a:defRPr/>
            </a:lvl2pPr>
            <a:lvl3pPr lvl="2" rtl="0">
              <a:spcBef>
                <a:spcPts val="0"/>
              </a:spcBef>
              <a:spcAft>
                <a:spcPts val="0"/>
              </a:spcAft>
              <a:buClr>
                <a:srgbClr val="0E2A47"/>
              </a:buClr>
              <a:buSzPts val="1600"/>
              <a:buFont typeface="Cairo"/>
              <a:buChar char="■"/>
              <a:defRPr/>
            </a:lvl3pPr>
            <a:lvl4pPr lvl="3" rtl="0">
              <a:spcBef>
                <a:spcPts val="0"/>
              </a:spcBef>
              <a:spcAft>
                <a:spcPts val="0"/>
              </a:spcAft>
              <a:buClr>
                <a:srgbClr val="0E2A47"/>
              </a:buClr>
              <a:buSzPts val="1600"/>
              <a:buFont typeface="Cairo"/>
              <a:buChar char="●"/>
              <a:defRPr/>
            </a:lvl4pPr>
            <a:lvl5pPr lvl="4" rtl="0">
              <a:spcBef>
                <a:spcPts val="0"/>
              </a:spcBef>
              <a:spcAft>
                <a:spcPts val="0"/>
              </a:spcAft>
              <a:buClr>
                <a:srgbClr val="0E2A47"/>
              </a:buClr>
              <a:buSzPts val="1600"/>
              <a:buFont typeface="Cairo"/>
              <a:buChar char="○"/>
              <a:defRPr/>
            </a:lvl5pPr>
            <a:lvl6pPr lvl="5" rtl="0">
              <a:spcBef>
                <a:spcPts val="0"/>
              </a:spcBef>
              <a:spcAft>
                <a:spcPts val="0"/>
              </a:spcAft>
              <a:buClr>
                <a:srgbClr val="0E2A47"/>
              </a:buClr>
              <a:buSzPts val="1600"/>
              <a:buFont typeface="Cairo"/>
              <a:buChar char="■"/>
              <a:defRPr/>
            </a:lvl6pPr>
            <a:lvl7pPr lvl="6" rtl="0">
              <a:spcBef>
                <a:spcPts val="0"/>
              </a:spcBef>
              <a:spcAft>
                <a:spcPts val="0"/>
              </a:spcAft>
              <a:buClr>
                <a:srgbClr val="0E2A47"/>
              </a:buClr>
              <a:buSzPts val="1600"/>
              <a:buFont typeface="Cairo"/>
              <a:buChar char="●"/>
              <a:defRPr/>
            </a:lvl7pPr>
            <a:lvl8pPr lvl="7" rtl="0">
              <a:spcBef>
                <a:spcPts val="0"/>
              </a:spcBef>
              <a:spcAft>
                <a:spcPts val="0"/>
              </a:spcAft>
              <a:buClr>
                <a:srgbClr val="0E2A47"/>
              </a:buClr>
              <a:buSzPts val="1600"/>
              <a:buFont typeface="Cairo"/>
              <a:buChar char="○"/>
              <a:defRPr/>
            </a:lvl8pPr>
            <a:lvl9pPr lvl="8" rtl="0">
              <a:spcBef>
                <a:spcPts val="0"/>
              </a:spcBef>
              <a:spcAft>
                <a:spcPts val="0"/>
              </a:spcAft>
              <a:buClr>
                <a:srgbClr val="0E2A47"/>
              </a:buClr>
              <a:buSzPts val="1600"/>
              <a:buFont typeface="Cairo"/>
              <a:buChar char="■"/>
              <a:defRPr/>
            </a:lvl9pPr>
          </a:lstStyle>
          <a:p>
            <a:endParaRPr/>
          </a:p>
        </p:txBody>
      </p:sp>
    </p:spTree>
    <p:extLst>
      <p:ext uri="{BB962C8B-B14F-4D97-AF65-F5344CB8AC3E}">
        <p14:creationId xmlns:p14="http://schemas.microsoft.com/office/powerpoint/2010/main" val="367589897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094"/>
        <p:cNvGrpSpPr/>
        <p:nvPr/>
      </p:nvGrpSpPr>
      <p:grpSpPr>
        <a:xfrm>
          <a:off x="0" y="0"/>
          <a:ext cx="0" cy="0"/>
          <a:chOff x="0" y="0"/>
          <a:chExt cx="0" cy="0"/>
        </a:xfrm>
      </p:grpSpPr>
      <p:sp>
        <p:nvSpPr>
          <p:cNvPr id="1095" name="Google Shape;1095;p77"/>
          <p:cNvSpPr/>
          <p:nvPr/>
        </p:nvSpPr>
        <p:spPr>
          <a:xfrm rot="-5620610">
            <a:off x="10345649" y="460535"/>
            <a:ext cx="4323160" cy="4148192"/>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6" name="Google Shape;1096;p77"/>
          <p:cNvSpPr/>
          <p:nvPr/>
        </p:nvSpPr>
        <p:spPr>
          <a:xfrm rot="-5400000" flipH="1">
            <a:off x="-933677" y="3621495"/>
            <a:ext cx="4529749" cy="451096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7" name="Google Shape;1097;p77"/>
          <p:cNvSpPr/>
          <p:nvPr/>
        </p:nvSpPr>
        <p:spPr>
          <a:xfrm rot="1891771" flipH="1">
            <a:off x="4844521" y="4179521"/>
            <a:ext cx="2909395" cy="4960359"/>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8" name="Google Shape;1098;p77"/>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99" name="Google Shape;1099;p77"/>
          <p:cNvSpPr txBox="1">
            <a:spLocks noGrp="1"/>
          </p:cNvSpPr>
          <p:nvPr>
            <p:ph type="subTitle" idx="1"/>
          </p:nvPr>
        </p:nvSpPr>
        <p:spPr>
          <a:xfrm>
            <a:off x="7205167" y="1778033"/>
            <a:ext cx="2890400" cy="60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00" name="Google Shape;1100;p77"/>
          <p:cNvSpPr txBox="1">
            <a:spLocks noGrp="1"/>
          </p:cNvSpPr>
          <p:nvPr>
            <p:ph type="subTitle" idx="2"/>
          </p:nvPr>
        </p:nvSpPr>
        <p:spPr>
          <a:xfrm>
            <a:off x="7205167" y="3803967"/>
            <a:ext cx="2890400" cy="60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01" name="Google Shape;1101;p77"/>
          <p:cNvSpPr txBox="1">
            <a:spLocks noGrp="1"/>
          </p:cNvSpPr>
          <p:nvPr>
            <p:ph type="subTitle" idx="3"/>
          </p:nvPr>
        </p:nvSpPr>
        <p:spPr>
          <a:xfrm>
            <a:off x="7205167" y="2452373"/>
            <a:ext cx="2890400" cy="108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02" name="Google Shape;1102;p77"/>
          <p:cNvSpPr txBox="1">
            <a:spLocks noGrp="1"/>
          </p:cNvSpPr>
          <p:nvPr>
            <p:ph type="subTitle" idx="4"/>
          </p:nvPr>
        </p:nvSpPr>
        <p:spPr>
          <a:xfrm>
            <a:off x="7205167" y="4478307"/>
            <a:ext cx="2890400" cy="108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396831264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103"/>
        <p:cNvGrpSpPr/>
        <p:nvPr/>
      </p:nvGrpSpPr>
      <p:grpSpPr>
        <a:xfrm>
          <a:off x="0" y="0"/>
          <a:ext cx="0" cy="0"/>
          <a:chOff x="0" y="0"/>
          <a:chExt cx="0" cy="0"/>
        </a:xfrm>
      </p:grpSpPr>
      <p:sp>
        <p:nvSpPr>
          <p:cNvPr id="1104" name="Google Shape;1104;p78"/>
          <p:cNvSpPr/>
          <p:nvPr/>
        </p:nvSpPr>
        <p:spPr>
          <a:xfrm rot="5035045">
            <a:off x="-3097023" y="3835606"/>
            <a:ext cx="7017140" cy="431727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105" name="Google Shape;1105;p78"/>
          <p:cNvGrpSpPr/>
          <p:nvPr/>
        </p:nvGrpSpPr>
        <p:grpSpPr>
          <a:xfrm>
            <a:off x="-142824" y="-1123379"/>
            <a:ext cx="3072616" cy="3058492"/>
            <a:chOff x="2414491" y="671177"/>
            <a:chExt cx="1830972" cy="1822411"/>
          </a:xfrm>
        </p:grpSpPr>
        <p:sp>
          <p:nvSpPr>
            <p:cNvPr id="1106" name="Google Shape;1106;p78"/>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7" name="Google Shape;1107;p78"/>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8" name="Google Shape;1108;p78"/>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9" name="Google Shape;1109;p78"/>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0" name="Google Shape;1110;p78"/>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1" name="Google Shape;1111;p78"/>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2" name="Google Shape;1112;p78"/>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3" name="Google Shape;1113;p78"/>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4" name="Google Shape;1114;p78"/>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5" name="Google Shape;1115;p78"/>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6" name="Google Shape;1116;p78"/>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7" name="Google Shape;1117;p78"/>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8" name="Google Shape;1118;p78"/>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9" name="Google Shape;1119;p78"/>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0" name="Google Shape;1120;p78"/>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1" name="Google Shape;1121;p78"/>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2" name="Google Shape;1122;p78"/>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3" name="Google Shape;1123;p78"/>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4" name="Google Shape;1124;p78"/>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5" name="Google Shape;1125;p78"/>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6" name="Google Shape;1126;p78"/>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7" name="Google Shape;1127;p78"/>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8" name="Google Shape;1128;p78"/>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9" name="Google Shape;1129;p78"/>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0" name="Google Shape;1130;p78"/>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1" name="Google Shape;1131;p78"/>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2" name="Google Shape;1132;p78"/>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3" name="Google Shape;1133;p78"/>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4" name="Google Shape;1134;p78"/>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5" name="Google Shape;1135;p78"/>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6" name="Google Shape;1136;p78"/>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7" name="Google Shape;1137;p78"/>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8" name="Google Shape;1138;p78"/>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9" name="Google Shape;1139;p78"/>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40" name="Google Shape;1140;p78"/>
          <p:cNvSpPr/>
          <p:nvPr/>
        </p:nvSpPr>
        <p:spPr>
          <a:xfrm rot="-4280482">
            <a:off x="9058377" y="-1955847"/>
            <a:ext cx="4500644" cy="6699109"/>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41" name="Google Shape;1141;p78"/>
          <p:cNvSpPr/>
          <p:nvPr/>
        </p:nvSpPr>
        <p:spPr>
          <a:xfrm rot="-7977677">
            <a:off x="6830861" y="5408193"/>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42" name="Google Shape;1142;p78"/>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143" name="Google Shape;1143;p78"/>
          <p:cNvSpPr txBox="1">
            <a:spLocks noGrp="1"/>
          </p:cNvSpPr>
          <p:nvPr>
            <p:ph type="subTitle" idx="1"/>
          </p:nvPr>
        </p:nvSpPr>
        <p:spPr>
          <a:xfrm>
            <a:off x="951000" y="3548167"/>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44" name="Google Shape;1144;p78"/>
          <p:cNvSpPr txBox="1">
            <a:spLocks noGrp="1"/>
          </p:cNvSpPr>
          <p:nvPr>
            <p:ph type="subTitle" idx="2"/>
          </p:nvPr>
        </p:nvSpPr>
        <p:spPr>
          <a:xfrm>
            <a:off x="4650800" y="3548167"/>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45" name="Google Shape;1145;p78"/>
          <p:cNvSpPr txBox="1">
            <a:spLocks noGrp="1"/>
          </p:cNvSpPr>
          <p:nvPr>
            <p:ph type="subTitle" idx="3"/>
          </p:nvPr>
        </p:nvSpPr>
        <p:spPr>
          <a:xfrm>
            <a:off x="951000" y="4171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46" name="Google Shape;1146;p78"/>
          <p:cNvSpPr txBox="1">
            <a:spLocks noGrp="1"/>
          </p:cNvSpPr>
          <p:nvPr>
            <p:ph type="subTitle" idx="4"/>
          </p:nvPr>
        </p:nvSpPr>
        <p:spPr>
          <a:xfrm>
            <a:off x="4650800" y="4171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47" name="Google Shape;1147;p78"/>
          <p:cNvSpPr txBox="1">
            <a:spLocks noGrp="1"/>
          </p:cNvSpPr>
          <p:nvPr>
            <p:ph type="subTitle" idx="5"/>
          </p:nvPr>
        </p:nvSpPr>
        <p:spPr>
          <a:xfrm>
            <a:off x="8350600" y="3548167"/>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48" name="Google Shape;1148;p78"/>
          <p:cNvSpPr txBox="1">
            <a:spLocks noGrp="1"/>
          </p:cNvSpPr>
          <p:nvPr>
            <p:ph type="subTitle" idx="6"/>
          </p:nvPr>
        </p:nvSpPr>
        <p:spPr>
          <a:xfrm>
            <a:off x="8350600" y="4171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840399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149"/>
        <p:cNvGrpSpPr/>
        <p:nvPr/>
      </p:nvGrpSpPr>
      <p:grpSpPr>
        <a:xfrm>
          <a:off x="0" y="0"/>
          <a:ext cx="0" cy="0"/>
          <a:chOff x="0" y="0"/>
          <a:chExt cx="0" cy="0"/>
        </a:xfrm>
      </p:grpSpPr>
      <p:grpSp>
        <p:nvGrpSpPr>
          <p:cNvPr id="1150" name="Google Shape;1150;p79"/>
          <p:cNvGrpSpPr/>
          <p:nvPr/>
        </p:nvGrpSpPr>
        <p:grpSpPr>
          <a:xfrm flipH="1">
            <a:off x="9218741" y="-107265"/>
            <a:ext cx="3036423" cy="7072503"/>
            <a:chOff x="224725" y="566950"/>
            <a:chExt cx="1850875" cy="4311100"/>
          </a:xfrm>
        </p:grpSpPr>
        <p:sp>
          <p:nvSpPr>
            <p:cNvPr id="1151" name="Google Shape;1151;p79"/>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2" name="Google Shape;1152;p79"/>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3" name="Google Shape;1153;p79"/>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4" name="Google Shape;1154;p79"/>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5" name="Google Shape;1155;p79"/>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6" name="Google Shape;1156;p79"/>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7" name="Google Shape;1157;p79"/>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8" name="Google Shape;1158;p79"/>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9" name="Google Shape;1159;p79"/>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0" name="Google Shape;1160;p79"/>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1" name="Google Shape;1161;p79"/>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2" name="Google Shape;1162;p79"/>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3" name="Google Shape;1163;p79"/>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4" name="Google Shape;1164;p79"/>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5" name="Google Shape;1165;p79"/>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6" name="Google Shape;1166;p79"/>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7" name="Google Shape;1167;p79"/>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8" name="Google Shape;1168;p79"/>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9" name="Google Shape;1169;p79"/>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0" name="Google Shape;1170;p79"/>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1" name="Google Shape;1171;p79"/>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2" name="Google Shape;1172;p79"/>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3" name="Google Shape;1173;p79"/>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4" name="Google Shape;1174;p79"/>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75" name="Google Shape;1175;p79"/>
          <p:cNvSpPr/>
          <p:nvPr/>
        </p:nvSpPr>
        <p:spPr>
          <a:xfrm rot="5400000" flipH="1">
            <a:off x="-3196392" y="-1032629"/>
            <a:ext cx="7427384" cy="483927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76" name="Google Shape;1176;p79"/>
          <p:cNvSpPr/>
          <p:nvPr/>
        </p:nvSpPr>
        <p:spPr>
          <a:xfrm rot="-7977677">
            <a:off x="8834927" y="3210593"/>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77" name="Google Shape;1177;p79"/>
          <p:cNvSpPr/>
          <p:nvPr/>
        </p:nvSpPr>
        <p:spPr>
          <a:xfrm rot="667591">
            <a:off x="7094248" y="3674257"/>
            <a:ext cx="2585209" cy="4407641"/>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78" name="Google Shape;1178;p79"/>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179" name="Google Shape;1179;p79"/>
          <p:cNvSpPr txBox="1">
            <a:spLocks noGrp="1"/>
          </p:cNvSpPr>
          <p:nvPr>
            <p:ph type="subTitle" idx="1"/>
          </p:nvPr>
        </p:nvSpPr>
        <p:spPr>
          <a:xfrm>
            <a:off x="2151200" y="1765267"/>
            <a:ext cx="4764400" cy="606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80" name="Google Shape;1180;p79"/>
          <p:cNvSpPr txBox="1">
            <a:spLocks noGrp="1"/>
          </p:cNvSpPr>
          <p:nvPr>
            <p:ph type="subTitle" idx="2"/>
          </p:nvPr>
        </p:nvSpPr>
        <p:spPr>
          <a:xfrm>
            <a:off x="2151200" y="3170207"/>
            <a:ext cx="4764400" cy="606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81" name="Google Shape;1181;p79"/>
          <p:cNvSpPr txBox="1">
            <a:spLocks noGrp="1"/>
          </p:cNvSpPr>
          <p:nvPr>
            <p:ph type="subTitle" idx="3"/>
          </p:nvPr>
        </p:nvSpPr>
        <p:spPr>
          <a:xfrm>
            <a:off x="2151200" y="2388920"/>
            <a:ext cx="4764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82" name="Google Shape;1182;p79"/>
          <p:cNvSpPr txBox="1">
            <a:spLocks noGrp="1"/>
          </p:cNvSpPr>
          <p:nvPr>
            <p:ph type="subTitle" idx="4"/>
          </p:nvPr>
        </p:nvSpPr>
        <p:spPr>
          <a:xfrm>
            <a:off x="2151200" y="3793860"/>
            <a:ext cx="4764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83" name="Google Shape;1183;p79"/>
          <p:cNvSpPr txBox="1">
            <a:spLocks noGrp="1"/>
          </p:cNvSpPr>
          <p:nvPr>
            <p:ph type="subTitle" idx="5"/>
          </p:nvPr>
        </p:nvSpPr>
        <p:spPr>
          <a:xfrm>
            <a:off x="2151200" y="4575147"/>
            <a:ext cx="4764400" cy="606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84" name="Google Shape;1184;p79"/>
          <p:cNvSpPr txBox="1">
            <a:spLocks noGrp="1"/>
          </p:cNvSpPr>
          <p:nvPr>
            <p:ph type="subTitle" idx="6"/>
          </p:nvPr>
        </p:nvSpPr>
        <p:spPr>
          <a:xfrm>
            <a:off x="2151200" y="5198800"/>
            <a:ext cx="4764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43140435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185"/>
        <p:cNvGrpSpPr/>
        <p:nvPr/>
      </p:nvGrpSpPr>
      <p:grpSpPr>
        <a:xfrm>
          <a:off x="0" y="0"/>
          <a:ext cx="0" cy="0"/>
          <a:chOff x="0" y="0"/>
          <a:chExt cx="0" cy="0"/>
        </a:xfrm>
      </p:grpSpPr>
      <p:sp>
        <p:nvSpPr>
          <p:cNvPr id="1186" name="Google Shape;1186;p80"/>
          <p:cNvSpPr/>
          <p:nvPr/>
        </p:nvSpPr>
        <p:spPr>
          <a:xfrm rot="-7977680">
            <a:off x="3914702" y="5159934"/>
            <a:ext cx="3240145" cy="3109009"/>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187" name="Google Shape;1187;p80"/>
          <p:cNvGrpSpPr/>
          <p:nvPr/>
        </p:nvGrpSpPr>
        <p:grpSpPr>
          <a:xfrm rot="10800000" flipH="1">
            <a:off x="274212" y="2671730"/>
            <a:ext cx="2517709" cy="2505937"/>
            <a:chOff x="2414491" y="671177"/>
            <a:chExt cx="1830972" cy="1822411"/>
          </a:xfrm>
        </p:grpSpPr>
        <p:sp>
          <p:nvSpPr>
            <p:cNvPr id="1188" name="Google Shape;1188;p80"/>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9" name="Google Shape;1189;p80"/>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0" name="Google Shape;1190;p80"/>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1" name="Google Shape;1191;p80"/>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2" name="Google Shape;1192;p80"/>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3" name="Google Shape;1193;p80"/>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4" name="Google Shape;1194;p80"/>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5" name="Google Shape;1195;p80"/>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6" name="Google Shape;1196;p80"/>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7" name="Google Shape;1197;p80"/>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8" name="Google Shape;1198;p80"/>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9" name="Google Shape;1199;p80"/>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0" name="Google Shape;1200;p80"/>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1" name="Google Shape;1201;p80"/>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2" name="Google Shape;1202;p80"/>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3" name="Google Shape;1203;p80"/>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4" name="Google Shape;1204;p80"/>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5" name="Google Shape;1205;p80"/>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6" name="Google Shape;1206;p80"/>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7" name="Google Shape;1207;p80"/>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8" name="Google Shape;1208;p80"/>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9" name="Google Shape;1209;p80"/>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0" name="Google Shape;1210;p80"/>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1" name="Google Shape;1211;p80"/>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2" name="Google Shape;1212;p80"/>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3" name="Google Shape;1213;p80"/>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4" name="Google Shape;1214;p80"/>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5" name="Google Shape;1215;p80"/>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6" name="Google Shape;1216;p80"/>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7" name="Google Shape;1217;p80"/>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8" name="Google Shape;1218;p80"/>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9" name="Google Shape;1219;p80"/>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0" name="Google Shape;1220;p80"/>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1" name="Google Shape;1221;p80"/>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22" name="Google Shape;1222;p80"/>
          <p:cNvSpPr/>
          <p:nvPr/>
        </p:nvSpPr>
        <p:spPr>
          <a:xfrm rot="135969" flipH="1">
            <a:off x="-1324106" y="-1276417"/>
            <a:ext cx="4529755" cy="4510972"/>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23" name="Google Shape;1223;p80"/>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224" name="Google Shape;1224;p80"/>
          <p:cNvSpPr txBox="1">
            <a:spLocks noGrp="1"/>
          </p:cNvSpPr>
          <p:nvPr>
            <p:ph type="subTitle" idx="1"/>
          </p:nvPr>
        </p:nvSpPr>
        <p:spPr>
          <a:xfrm>
            <a:off x="2953300" y="2356100"/>
            <a:ext cx="2890400" cy="48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l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5" name="Google Shape;1225;p80"/>
          <p:cNvSpPr txBox="1">
            <a:spLocks noGrp="1"/>
          </p:cNvSpPr>
          <p:nvPr>
            <p:ph type="subTitle" idx="2"/>
          </p:nvPr>
        </p:nvSpPr>
        <p:spPr>
          <a:xfrm>
            <a:off x="6348300" y="2356100"/>
            <a:ext cx="2890400" cy="48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l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6" name="Google Shape;1226;p80"/>
          <p:cNvSpPr txBox="1">
            <a:spLocks noGrp="1"/>
          </p:cNvSpPr>
          <p:nvPr>
            <p:ph type="subTitle" idx="3"/>
          </p:nvPr>
        </p:nvSpPr>
        <p:spPr>
          <a:xfrm>
            <a:off x="2953300" y="2855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solidFill>
                  <a:schemeClr val="lt2"/>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27" name="Google Shape;1227;p80"/>
          <p:cNvSpPr txBox="1">
            <a:spLocks noGrp="1"/>
          </p:cNvSpPr>
          <p:nvPr>
            <p:ph type="subTitle" idx="4"/>
          </p:nvPr>
        </p:nvSpPr>
        <p:spPr>
          <a:xfrm>
            <a:off x="6348300" y="2855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solidFill>
                  <a:schemeClr val="lt2"/>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28" name="Google Shape;1228;p80"/>
          <p:cNvSpPr txBox="1">
            <a:spLocks noGrp="1"/>
          </p:cNvSpPr>
          <p:nvPr>
            <p:ph type="subTitle" idx="5"/>
          </p:nvPr>
        </p:nvSpPr>
        <p:spPr>
          <a:xfrm>
            <a:off x="2953300" y="4087167"/>
            <a:ext cx="2890400" cy="48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l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9" name="Google Shape;1229;p80"/>
          <p:cNvSpPr txBox="1">
            <a:spLocks noGrp="1"/>
          </p:cNvSpPr>
          <p:nvPr>
            <p:ph type="subTitle" idx="6"/>
          </p:nvPr>
        </p:nvSpPr>
        <p:spPr>
          <a:xfrm>
            <a:off x="6348300" y="4087167"/>
            <a:ext cx="2890400" cy="48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l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30" name="Google Shape;1230;p80"/>
          <p:cNvSpPr txBox="1">
            <a:spLocks noGrp="1"/>
          </p:cNvSpPr>
          <p:nvPr>
            <p:ph type="subTitle" idx="7"/>
          </p:nvPr>
        </p:nvSpPr>
        <p:spPr>
          <a:xfrm>
            <a:off x="2953300" y="4586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solidFill>
                  <a:schemeClr val="lt2"/>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31" name="Google Shape;1231;p80"/>
          <p:cNvSpPr txBox="1">
            <a:spLocks noGrp="1"/>
          </p:cNvSpPr>
          <p:nvPr>
            <p:ph type="subTitle" idx="8"/>
          </p:nvPr>
        </p:nvSpPr>
        <p:spPr>
          <a:xfrm>
            <a:off x="6348300" y="4586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solidFill>
                  <a:schemeClr val="lt2"/>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32" name="Google Shape;1232;p80"/>
          <p:cNvSpPr/>
          <p:nvPr/>
        </p:nvSpPr>
        <p:spPr>
          <a:xfrm rot="-5035048" flipH="1">
            <a:off x="7165053" y="792230"/>
            <a:ext cx="9105467" cy="5602188"/>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58099973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spTree>
      <p:nvGrpSpPr>
        <p:cNvPr id="1" name="Shape 1233"/>
        <p:cNvGrpSpPr/>
        <p:nvPr/>
      </p:nvGrpSpPr>
      <p:grpSpPr>
        <a:xfrm>
          <a:off x="0" y="0"/>
          <a:ext cx="0" cy="0"/>
          <a:chOff x="0" y="0"/>
          <a:chExt cx="0" cy="0"/>
        </a:xfrm>
      </p:grpSpPr>
      <p:sp>
        <p:nvSpPr>
          <p:cNvPr id="1234" name="Google Shape;1234;p81"/>
          <p:cNvSpPr/>
          <p:nvPr/>
        </p:nvSpPr>
        <p:spPr>
          <a:xfrm rot="135969" flipH="1">
            <a:off x="-1350572" y="-1071083"/>
            <a:ext cx="4529755" cy="4510972"/>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35" name="Google Shape;1235;p81"/>
          <p:cNvSpPr/>
          <p:nvPr/>
        </p:nvSpPr>
        <p:spPr>
          <a:xfrm rot="-581251">
            <a:off x="7826805" y="3438822"/>
            <a:ext cx="9105519" cy="5602225"/>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36" name="Google Shape;1236;p81"/>
          <p:cNvGrpSpPr/>
          <p:nvPr/>
        </p:nvGrpSpPr>
        <p:grpSpPr>
          <a:xfrm rot="10800000" flipH="1">
            <a:off x="1549512" y="-1202970"/>
            <a:ext cx="2517709" cy="2505937"/>
            <a:chOff x="2414491" y="671177"/>
            <a:chExt cx="1830972" cy="1822411"/>
          </a:xfrm>
        </p:grpSpPr>
        <p:sp>
          <p:nvSpPr>
            <p:cNvPr id="1237" name="Google Shape;1237;p81"/>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8" name="Google Shape;1238;p81"/>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9" name="Google Shape;1239;p81"/>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0" name="Google Shape;1240;p81"/>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1" name="Google Shape;1241;p81"/>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2" name="Google Shape;1242;p81"/>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3" name="Google Shape;1243;p81"/>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4" name="Google Shape;1244;p81"/>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5" name="Google Shape;1245;p81"/>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6" name="Google Shape;1246;p81"/>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7" name="Google Shape;1247;p81"/>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8" name="Google Shape;1248;p81"/>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9" name="Google Shape;1249;p81"/>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0" name="Google Shape;1250;p81"/>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1" name="Google Shape;1251;p81"/>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2" name="Google Shape;1252;p81"/>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3" name="Google Shape;1253;p81"/>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4" name="Google Shape;1254;p81"/>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5" name="Google Shape;1255;p81"/>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6" name="Google Shape;1256;p81"/>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7" name="Google Shape;1257;p81"/>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8" name="Google Shape;1258;p81"/>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9" name="Google Shape;1259;p81"/>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0" name="Google Shape;1260;p81"/>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1" name="Google Shape;1261;p81"/>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2" name="Google Shape;1262;p81"/>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3" name="Google Shape;1263;p81"/>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4" name="Google Shape;1264;p81"/>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5" name="Google Shape;1265;p81"/>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6" name="Google Shape;1266;p81"/>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7" name="Google Shape;1267;p81"/>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8" name="Google Shape;1268;p81"/>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9" name="Google Shape;1269;p81"/>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0" name="Google Shape;1270;p81"/>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71" name="Google Shape;1271;p81"/>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272" name="Google Shape;1272;p81"/>
          <p:cNvSpPr txBox="1">
            <a:spLocks noGrp="1"/>
          </p:cNvSpPr>
          <p:nvPr>
            <p:ph type="subTitle" idx="1"/>
          </p:nvPr>
        </p:nvSpPr>
        <p:spPr>
          <a:xfrm>
            <a:off x="1276000" y="3901467"/>
            <a:ext cx="22576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3" name="Google Shape;1273;p81"/>
          <p:cNvSpPr txBox="1">
            <a:spLocks noGrp="1"/>
          </p:cNvSpPr>
          <p:nvPr>
            <p:ph type="subTitle" idx="2"/>
          </p:nvPr>
        </p:nvSpPr>
        <p:spPr>
          <a:xfrm>
            <a:off x="3736800" y="3901467"/>
            <a:ext cx="22576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4" name="Google Shape;1274;p81"/>
          <p:cNvSpPr txBox="1">
            <a:spLocks noGrp="1"/>
          </p:cNvSpPr>
          <p:nvPr>
            <p:ph type="subTitle" idx="3"/>
          </p:nvPr>
        </p:nvSpPr>
        <p:spPr>
          <a:xfrm>
            <a:off x="1276000" y="4423331"/>
            <a:ext cx="2257600" cy="13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75" name="Google Shape;1275;p81"/>
          <p:cNvSpPr txBox="1">
            <a:spLocks noGrp="1"/>
          </p:cNvSpPr>
          <p:nvPr>
            <p:ph type="subTitle" idx="4"/>
          </p:nvPr>
        </p:nvSpPr>
        <p:spPr>
          <a:xfrm>
            <a:off x="3736800" y="4423335"/>
            <a:ext cx="2257600" cy="13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76" name="Google Shape;1276;p81"/>
          <p:cNvSpPr txBox="1">
            <a:spLocks noGrp="1"/>
          </p:cNvSpPr>
          <p:nvPr>
            <p:ph type="subTitle" idx="5"/>
          </p:nvPr>
        </p:nvSpPr>
        <p:spPr>
          <a:xfrm>
            <a:off x="6197597" y="3901467"/>
            <a:ext cx="22576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7" name="Google Shape;1277;p81"/>
          <p:cNvSpPr txBox="1">
            <a:spLocks noGrp="1"/>
          </p:cNvSpPr>
          <p:nvPr>
            <p:ph type="subTitle" idx="6"/>
          </p:nvPr>
        </p:nvSpPr>
        <p:spPr>
          <a:xfrm>
            <a:off x="6197597" y="4423335"/>
            <a:ext cx="2257600" cy="13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78" name="Google Shape;1278;p81"/>
          <p:cNvSpPr txBox="1">
            <a:spLocks noGrp="1"/>
          </p:cNvSpPr>
          <p:nvPr>
            <p:ph type="subTitle" idx="7"/>
          </p:nvPr>
        </p:nvSpPr>
        <p:spPr>
          <a:xfrm>
            <a:off x="8658400" y="3901467"/>
            <a:ext cx="22576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9" name="Google Shape;1279;p81"/>
          <p:cNvSpPr txBox="1">
            <a:spLocks noGrp="1"/>
          </p:cNvSpPr>
          <p:nvPr>
            <p:ph type="subTitle" idx="8"/>
          </p:nvPr>
        </p:nvSpPr>
        <p:spPr>
          <a:xfrm>
            <a:off x="8658400" y="4423335"/>
            <a:ext cx="2257600" cy="13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271225956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280"/>
        <p:cNvGrpSpPr/>
        <p:nvPr/>
      </p:nvGrpSpPr>
      <p:grpSpPr>
        <a:xfrm>
          <a:off x="0" y="0"/>
          <a:ext cx="0" cy="0"/>
          <a:chOff x="0" y="0"/>
          <a:chExt cx="0" cy="0"/>
        </a:xfrm>
      </p:grpSpPr>
      <p:sp>
        <p:nvSpPr>
          <p:cNvPr id="1281" name="Google Shape;1281;p82"/>
          <p:cNvSpPr/>
          <p:nvPr/>
        </p:nvSpPr>
        <p:spPr>
          <a:xfrm>
            <a:off x="5983667" y="969970"/>
            <a:ext cx="8746647" cy="6981708"/>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2" name="Google Shape;1282;p82"/>
          <p:cNvSpPr/>
          <p:nvPr/>
        </p:nvSpPr>
        <p:spPr>
          <a:xfrm rot="5400000">
            <a:off x="-3418166" y="1501311"/>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3" name="Google Shape;1283;p82"/>
          <p:cNvSpPr/>
          <p:nvPr/>
        </p:nvSpPr>
        <p:spPr>
          <a:xfrm rot="-7977677">
            <a:off x="847194" y="-397841"/>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4" name="Google Shape;1284;p82"/>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285" name="Google Shape;1285;p82"/>
          <p:cNvSpPr txBox="1">
            <a:spLocks noGrp="1"/>
          </p:cNvSpPr>
          <p:nvPr>
            <p:ph type="subTitle" idx="1"/>
          </p:nvPr>
        </p:nvSpPr>
        <p:spPr>
          <a:xfrm>
            <a:off x="1459000" y="2203251"/>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86" name="Google Shape;1286;p82"/>
          <p:cNvSpPr txBox="1">
            <a:spLocks noGrp="1"/>
          </p:cNvSpPr>
          <p:nvPr>
            <p:ph type="subTitle" idx="2"/>
          </p:nvPr>
        </p:nvSpPr>
        <p:spPr>
          <a:xfrm>
            <a:off x="4650800" y="2203251"/>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87" name="Google Shape;1287;p82"/>
          <p:cNvSpPr txBox="1">
            <a:spLocks noGrp="1"/>
          </p:cNvSpPr>
          <p:nvPr>
            <p:ph type="subTitle" idx="3"/>
          </p:nvPr>
        </p:nvSpPr>
        <p:spPr>
          <a:xfrm>
            <a:off x="1459000" y="2725133"/>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88" name="Google Shape;1288;p82"/>
          <p:cNvSpPr txBox="1">
            <a:spLocks noGrp="1"/>
          </p:cNvSpPr>
          <p:nvPr>
            <p:ph type="subTitle" idx="4"/>
          </p:nvPr>
        </p:nvSpPr>
        <p:spPr>
          <a:xfrm>
            <a:off x="4650800" y="2725133"/>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89" name="Google Shape;1289;p82"/>
          <p:cNvSpPr txBox="1">
            <a:spLocks noGrp="1"/>
          </p:cNvSpPr>
          <p:nvPr>
            <p:ph type="subTitle" idx="5"/>
          </p:nvPr>
        </p:nvSpPr>
        <p:spPr>
          <a:xfrm>
            <a:off x="7842600" y="2203251"/>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0" name="Google Shape;1290;p82"/>
          <p:cNvSpPr txBox="1">
            <a:spLocks noGrp="1"/>
          </p:cNvSpPr>
          <p:nvPr>
            <p:ph type="subTitle" idx="6"/>
          </p:nvPr>
        </p:nvSpPr>
        <p:spPr>
          <a:xfrm>
            <a:off x="7842600" y="2725133"/>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91" name="Google Shape;1291;p82"/>
          <p:cNvSpPr txBox="1">
            <a:spLocks noGrp="1"/>
          </p:cNvSpPr>
          <p:nvPr>
            <p:ph type="subTitle" idx="7"/>
          </p:nvPr>
        </p:nvSpPr>
        <p:spPr>
          <a:xfrm>
            <a:off x="1459000" y="3985817"/>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2" name="Google Shape;1292;p82"/>
          <p:cNvSpPr txBox="1">
            <a:spLocks noGrp="1"/>
          </p:cNvSpPr>
          <p:nvPr>
            <p:ph type="subTitle" idx="8"/>
          </p:nvPr>
        </p:nvSpPr>
        <p:spPr>
          <a:xfrm>
            <a:off x="4650800" y="3985817"/>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3" name="Google Shape;1293;p82"/>
          <p:cNvSpPr txBox="1">
            <a:spLocks noGrp="1"/>
          </p:cNvSpPr>
          <p:nvPr>
            <p:ph type="subTitle" idx="9"/>
          </p:nvPr>
        </p:nvSpPr>
        <p:spPr>
          <a:xfrm>
            <a:off x="1459000" y="450786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94" name="Google Shape;1294;p82"/>
          <p:cNvSpPr txBox="1">
            <a:spLocks noGrp="1"/>
          </p:cNvSpPr>
          <p:nvPr>
            <p:ph type="subTitle" idx="13"/>
          </p:nvPr>
        </p:nvSpPr>
        <p:spPr>
          <a:xfrm>
            <a:off x="4650800" y="450786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95" name="Google Shape;1295;p82"/>
          <p:cNvSpPr txBox="1">
            <a:spLocks noGrp="1"/>
          </p:cNvSpPr>
          <p:nvPr>
            <p:ph type="subTitle" idx="14"/>
          </p:nvPr>
        </p:nvSpPr>
        <p:spPr>
          <a:xfrm>
            <a:off x="7842600" y="3985817"/>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6" name="Google Shape;1296;p82"/>
          <p:cNvSpPr txBox="1">
            <a:spLocks noGrp="1"/>
          </p:cNvSpPr>
          <p:nvPr>
            <p:ph type="subTitle" idx="15"/>
          </p:nvPr>
        </p:nvSpPr>
        <p:spPr>
          <a:xfrm>
            <a:off x="7842600" y="450786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235772788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and six columns 1">
  <p:cSld name="Title and six columns 1">
    <p:spTree>
      <p:nvGrpSpPr>
        <p:cNvPr id="1" name="Shape 1297"/>
        <p:cNvGrpSpPr/>
        <p:nvPr/>
      </p:nvGrpSpPr>
      <p:grpSpPr>
        <a:xfrm>
          <a:off x="0" y="0"/>
          <a:ext cx="0" cy="0"/>
          <a:chOff x="0" y="0"/>
          <a:chExt cx="0" cy="0"/>
        </a:xfrm>
      </p:grpSpPr>
      <p:grpSp>
        <p:nvGrpSpPr>
          <p:cNvPr id="1298" name="Google Shape;1298;p83"/>
          <p:cNvGrpSpPr/>
          <p:nvPr/>
        </p:nvGrpSpPr>
        <p:grpSpPr>
          <a:xfrm>
            <a:off x="636227" y="-1885179"/>
            <a:ext cx="3072616" cy="3058492"/>
            <a:chOff x="2414491" y="671177"/>
            <a:chExt cx="1830972" cy="1822411"/>
          </a:xfrm>
        </p:grpSpPr>
        <p:sp>
          <p:nvSpPr>
            <p:cNvPr id="1299" name="Google Shape;1299;p83"/>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0" name="Google Shape;1300;p83"/>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1" name="Google Shape;1301;p83"/>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2" name="Google Shape;1302;p83"/>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3" name="Google Shape;1303;p83"/>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4" name="Google Shape;1304;p83"/>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5" name="Google Shape;1305;p83"/>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6" name="Google Shape;1306;p83"/>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7" name="Google Shape;1307;p83"/>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8" name="Google Shape;1308;p83"/>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9" name="Google Shape;1309;p83"/>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0" name="Google Shape;1310;p83"/>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1" name="Google Shape;1311;p83"/>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2" name="Google Shape;1312;p83"/>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3" name="Google Shape;1313;p83"/>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4" name="Google Shape;1314;p83"/>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5" name="Google Shape;1315;p83"/>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6" name="Google Shape;1316;p83"/>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7" name="Google Shape;1317;p83"/>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8" name="Google Shape;1318;p83"/>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9" name="Google Shape;1319;p83"/>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0" name="Google Shape;1320;p83"/>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1" name="Google Shape;1321;p83"/>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2" name="Google Shape;1322;p83"/>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3" name="Google Shape;1323;p83"/>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4" name="Google Shape;1324;p83"/>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5" name="Google Shape;1325;p83"/>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6" name="Google Shape;1326;p83"/>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7" name="Google Shape;1327;p83"/>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8" name="Google Shape;1328;p83"/>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9" name="Google Shape;1329;p83"/>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0" name="Google Shape;1330;p83"/>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1" name="Google Shape;1331;p83"/>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2" name="Google Shape;1332;p83"/>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33" name="Google Shape;1333;p83"/>
          <p:cNvSpPr/>
          <p:nvPr/>
        </p:nvSpPr>
        <p:spPr>
          <a:xfrm rot="5400000">
            <a:off x="8824975" y="4126943"/>
            <a:ext cx="4529749" cy="451096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34" name="Google Shape;1334;p83"/>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335" name="Google Shape;1335;p83"/>
          <p:cNvSpPr txBox="1">
            <a:spLocks noGrp="1"/>
          </p:cNvSpPr>
          <p:nvPr>
            <p:ph type="subTitle" idx="1"/>
          </p:nvPr>
        </p:nvSpPr>
        <p:spPr>
          <a:xfrm>
            <a:off x="2321600" y="1783700"/>
            <a:ext cx="2890400" cy="5044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6" name="Google Shape;1336;p83"/>
          <p:cNvSpPr txBox="1">
            <a:spLocks noGrp="1"/>
          </p:cNvSpPr>
          <p:nvPr>
            <p:ph type="subTitle" idx="2"/>
          </p:nvPr>
        </p:nvSpPr>
        <p:spPr>
          <a:xfrm>
            <a:off x="2321600" y="2305584"/>
            <a:ext cx="2890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7" name="Google Shape;1337;p83"/>
          <p:cNvSpPr txBox="1">
            <a:spLocks noGrp="1"/>
          </p:cNvSpPr>
          <p:nvPr>
            <p:ph type="subTitle" idx="3"/>
          </p:nvPr>
        </p:nvSpPr>
        <p:spPr>
          <a:xfrm>
            <a:off x="2321600" y="3261467"/>
            <a:ext cx="2890400" cy="5044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8" name="Google Shape;1338;p83"/>
          <p:cNvSpPr txBox="1">
            <a:spLocks noGrp="1"/>
          </p:cNvSpPr>
          <p:nvPr>
            <p:ph type="subTitle" idx="4"/>
          </p:nvPr>
        </p:nvSpPr>
        <p:spPr>
          <a:xfrm>
            <a:off x="2321600" y="3783517"/>
            <a:ext cx="2890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9" name="Google Shape;1339;p83"/>
          <p:cNvSpPr txBox="1">
            <a:spLocks noGrp="1"/>
          </p:cNvSpPr>
          <p:nvPr>
            <p:ph type="subTitle" idx="5"/>
          </p:nvPr>
        </p:nvSpPr>
        <p:spPr>
          <a:xfrm>
            <a:off x="2321600" y="4739233"/>
            <a:ext cx="2890400" cy="5044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40" name="Google Shape;1340;p83"/>
          <p:cNvSpPr txBox="1">
            <a:spLocks noGrp="1"/>
          </p:cNvSpPr>
          <p:nvPr>
            <p:ph type="subTitle" idx="6"/>
          </p:nvPr>
        </p:nvSpPr>
        <p:spPr>
          <a:xfrm>
            <a:off x="2321600" y="5261284"/>
            <a:ext cx="2890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41" name="Google Shape;1341;p83"/>
          <p:cNvSpPr txBox="1">
            <a:spLocks noGrp="1"/>
          </p:cNvSpPr>
          <p:nvPr>
            <p:ph type="subTitle" idx="7"/>
          </p:nvPr>
        </p:nvSpPr>
        <p:spPr>
          <a:xfrm>
            <a:off x="6983700" y="1783700"/>
            <a:ext cx="2890400" cy="50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2" name="Google Shape;1342;p83"/>
          <p:cNvSpPr txBox="1">
            <a:spLocks noGrp="1"/>
          </p:cNvSpPr>
          <p:nvPr>
            <p:ph type="subTitle" idx="8"/>
          </p:nvPr>
        </p:nvSpPr>
        <p:spPr>
          <a:xfrm>
            <a:off x="6983700" y="2305584"/>
            <a:ext cx="28904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3" name="Google Shape;1343;p83"/>
          <p:cNvSpPr txBox="1">
            <a:spLocks noGrp="1"/>
          </p:cNvSpPr>
          <p:nvPr>
            <p:ph type="subTitle" idx="9"/>
          </p:nvPr>
        </p:nvSpPr>
        <p:spPr>
          <a:xfrm>
            <a:off x="6983700" y="3261467"/>
            <a:ext cx="2890400" cy="50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4" name="Google Shape;1344;p83"/>
          <p:cNvSpPr txBox="1">
            <a:spLocks noGrp="1"/>
          </p:cNvSpPr>
          <p:nvPr>
            <p:ph type="subTitle" idx="13"/>
          </p:nvPr>
        </p:nvSpPr>
        <p:spPr>
          <a:xfrm>
            <a:off x="6983700" y="3783517"/>
            <a:ext cx="28904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5" name="Google Shape;1345;p83"/>
          <p:cNvSpPr txBox="1">
            <a:spLocks noGrp="1"/>
          </p:cNvSpPr>
          <p:nvPr>
            <p:ph type="subTitle" idx="14"/>
          </p:nvPr>
        </p:nvSpPr>
        <p:spPr>
          <a:xfrm>
            <a:off x="6983700" y="4739233"/>
            <a:ext cx="2890400" cy="50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6" name="Google Shape;1346;p83"/>
          <p:cNvSpPr txBox="1">
            <a:spLocks noGrp="1"/>
          </p:cNvSpPr>
          <p:nvPr>
            <p:ph type="subTitle" idx="15"/>
          </p:nvPr>
        </p:nvSpPr>
        <p:spPr>
          <a:xfrm>
            <a:off x="6983700" y="5261284"/>
            <a:ext cx="28904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Tree>
    <p:extLst>
      <p:ext uri="{BB962C8B-B14F-4D97-AF65-F5344CB8AC3E}">
        <p14:creationId xmlns:p14="http://schemas.microsoft.com/office/powerpoint/2010/main" val="212017190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347"/>
        <p:cNvGrpSpPr/>
        <p:nvPr/>
      </p:nvGrpSpPr>
      <p:grpSpPr>
        <a:xfrm>
          <a:off x="0" y="0"/>
          <a:ext cx="0" cy="0"/>
          <a:chOff x="0" y="0"/>
          <a:chExt cx="0" cy="0"/>
        </a:xfrm>
      </p:grpSpPr>
      <p:sp>
        <p:nvSpPr>
          <p:cNvPr id="1348" name="Google Shape;1348;p84"/>
          <p:cNvSpPr/>
          <p:nvPr/>
        </p:nvSpPr>
        <p:spPr>
          <a:xfrm rot="-8234214" flipH="1">
            <a:off x="8616219" y="-222961"/>
            <a:ext cx="5550247" cy="341466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49" name="Google Shape;1349;p84"/>
          <p:cNvSpPr/>
          <p:nvPr/>
        </p:nvSpPr>
        <p:spPr>
          <a:xfrm rot="672094">
            <a:off x="-2445115" y="2466351"/>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50" name="Google Shape;1350;p84"/>
          <p:cNvSpPr/>
          <p:nvPr/>
        </p:nvSpPr>
        <p:spPr>
          <a:xfrm>
            <a:off x="10723967" y="4711567"/>
            <a:ext cx="1034144" cy="1350605"/>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51" name="Google Shape;1351;p84"/>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3233708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352"/>
        <p:cNvGrpSpPr/>
        <p:nvPr/>
      </p:nvGrpSpPr>
      <p:grpSpPr>
        <a:xfrm>
          <a:off x="0" y="0"/>
          <a:ext cx="0" cy="0"/>
          <a:chOff x="0" y="0"/>
          <a:chExt cx="0" cy="0"/>
        </a:xfrm>
      </p:grpSpPr>
      <p:sp>
        <p:nvSpPr>
          <p:cNvPr id="1353" name="Google Shape;1353;p85"/>
          <p:cNvSpPr/>
          <p:nvPr/>
        </p:nvSpPr>
        <p:spPr>
          <a:xfrm rot="-2505069" flipH="1">
            <a:off x="8356862" y="1546358"/>
            <a:ext cx="5915711" cy="4952300"/>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54" name="Google Shape;1354;p85"/>
          <p:cNvSpPr/>
          <p:nvPr/>
        </p:nvSpPr>
        <p:spPr>
          <a:xfrm rot="3781174">
            <a:off x="-2192691" y="2408583"/>
            <a:ext cx="5690601" cy="350101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355" name="Google Shape;1355;p85"/>
          <p:cNvGrpSpPr/>
          <p:nvPr/>
        </p:nvGrpSpPr>
        <p:grpSpPr>
          <a:xfrm rot="10800000" flipH="1">
            <a:off x="754922" y="2283376"/>
            <a:ext cx="2262349" cy="2251771"/>
            <a:chOff x="2414491" y="671177"/>
            <a:chExt cx="1830972" cy="1822411"/>
          </a:xfrm>
        </p:grpSpPr>
        <p:sp>
          <p:nvSpPr>
            <p:cNvPr id="1356" name="Google Shape;1356;p85"/>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7" name="Google Shape;1357;p85"/>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8" name="Google Shape;1358;p85"/>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9" name="Google Shape;1359;p85"/>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0" name="Google Shape;1360;p85"/>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1" name="Google Shape;1361;p85"/>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2" name="Google Shape;1362;p85"/>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3" name="Google Shape;1363;p85"/>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4" name="Google Shape;1364;p85"/>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5" name="Google Shape;1365;p85"/>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6" name="Google Shape;1366;p85"/>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7" name="Google Shape;1367;p85"/>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8" name="Google Shape;1368;p85"/>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9" name="Google Shape;1369;p85"/>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0" name="Google Shape;1370;p85"/>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1" name="Google Shape;1371;p85"/>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2" name="Google Shape;1372;p85"/>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3" name="Google Shape;1373;p85"/>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4" name="Google Shape;1374;p85"/>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5" name="Google Shape;1375;p85"/>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6" name="Google Shape;1376;p85"/>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7" name="Google Shape;1377;p85"/>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8" name="Google Shape;1378;p85"/>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9" name="Google Shape;1379;p85"/>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0" name="Google Shape;1380;p85"/>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1" name="Google Shape;1381;p85"/>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2" name="Google Shape;1382;p85"/>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3" name="Google Shape;1383;p85"/>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4" name="Google Shape;1384;p85"/>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5" name="Google Shape;1385;p85"/>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6" name="Google Shape;1386;p85"/>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7" name="Google Shape;1387;p85"/>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8" name="Google Shape;1388;p85"/>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9" name="Google Shape;1389;p85"/>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90" name="Google Shape;1390;p85"/>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106243515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391"/>
        <p:cNvGrpSpPr/>
        <p:nvPr/>
      </p:nvGrpSpPr>
      <p:grpSpPr>
        <a:xfrm>
          <a:off x="0" y="0"/>
          <a:ext cx="0" cy="0"/>
          <a:chOff x="0" y="0"/>
          <a:chExt cx="0" cy="0"/>
        </a:xfrm>
      </p:grpSpPr>
      <p:sp>
        <p:nvSpPr>
          <p:cNvPr id="1392" name="Google Shape;1392;p86"/>
          <p:cNvSpPr/>
          <p:nvPr/>
        </p:nvSpPr>
        <p:spPr>
          <a:xfrm rot="5400000">
            <a:off x="-1196113" y="607191"/>
            <a:ext cx="6542176" cy="595946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3" name="Google Shape;1393;p86"/>
          <p:cNvSpPr/>
          <p:nvPr/>
        </p:nvSpPr>
        <p:spPr>
          <a:xfrm rot="4271990">
            <a:off x="9149074" y="4045637"/>
            <a:ext cx="4538593" cy="4519775"/>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4" name="Google Shape;1394;p86"/>
          <p:cNvSpPr/>
          <p:nvPr/>
        </p:nvSpPr>
        <p:spPr>
          <a:xfrm>
            <a:off x="9353035" y="476569"/>
            <a:ext cx="1068877" cy="94279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5" name="Google Shape;1395;p86"/>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94167261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1396"/>
        <p:cNvGrpSpPr/>
        <p:nvPr/>
      </p:nvGrpSpPr>
      <p:grpSpPr>
        <a:xfrm>
          <a:off x="0" y="0"/>
          <a:ext cx="0" cy="0"/>
          <a:chOff x="0" y="0"/>
          <a:chExt cx="0" cy="0"/>
        </a:xfrm>
      </p:grpSpPr>
      <p:sp>
        <p:nvSpPr>
          <p:cNvPr id="1397" name="Google Shape;1397;p87"/>
          <p:cNvSpPr/>
          <p:nvPr/>
        </p:nvSpPr>
        <p:spPr>
          <a:xfrm rot="8100090">
            <a:off x="-1703499" y="-664710"/>
            <a:ext cx="5396160" cy="331995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8" name="Google Shape;1398;p87"/>
          <p:cNvSpPr/>
          <p:nvPr/>
        </p:nvSpPr>
        <p:spPr>
          <a:xfrm rot="-2262480" flipH="1">
            <a:off x="7294146" y="4893283"/>
            <a:ext cx="6551292" cy="403053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9" name="Google Shape;1399;p87"/>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400" name="Google Shape;1400;p87"/>
          <p:cNvSpPr/>
          <p:nvPr/>
        </p:nvSpPr>
        <p:spPr>
          <a:xfrm rot="-7977666">
            <a:off x="10109156" y="1232243"/>
            <a:ext cx="1644441" cy="15778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88680426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only 5">
  <p:cSld name="Title only 5">
    <p:spTree>
      <p:nvGrpSpPr>
        <p:cNvPr id="1" name="Shape 1401"/>
        <p:cNvGrpSpPr/>
        <p:nvPr/>
      </p:nvGrpSpPr>
      <p:grpSpPr>
        <a:xfrm>
          <a:off x="0" y="0"/>
          <a:ext cx="0" cy="0"/>
          <a:chOff x="0" y="0"/>
          <a:chExt cx="0" cy="0"/>
        </a:xfrm>
      </p:grpSpPr>
      <p:sp>
        <p:nvSpPr>
          <p:cNvPr id="1402" name="Google Shape;1402;p88"/>
          <p:cNvSpPr/>
          <p:nvPr/>
        </p:nvSpPr>
        <p:spPr>
          <a:xfrm rot="5575585">
            <a:off x="-2579049" y="-1292336"/>
            <a:ext cx="5915673" cy="495232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3" name="Google Shape;1403;p88"/>
          <p:cNvSpPr/>
          <p:nvPr/>
        </p:nvSpPr>
        <p:spPr>
          <a:xfrm>
            <a:off x="6628603" y="1183832"/>
            <a:ext cx="7322907" cy="4918993"/>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4" name="Google Shape;1404;p88"/>
          <p:cNvSpPr/>
          <p:nvPr/>
        </p:nvSpPr>
        <p:spPr>
          <a:xfrm rot="-7977666">
            <a:off x="5272040" y="6208043"/>
            <a:ext cx="1644441" cy="15778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5" name="Google Shape;1405;p88"/>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33208212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only 6">
  <p:cSld name="Title only 6">
    <p:spTree>
      <p:nvGrpSpPr>
        <p:cNvPr id="1" name="Shape 1406"/>
        <p:cNvGrpSpPr/>
        <p:nvPr/>
      </p:nvGrpSpPr>
      <p:grpSpPr>
        <a:xfrm>
          <a:off x="0" y="0"/>
          <a:ext cx="0" cy="0"/>
          <a:chOff x="0" y="0"/>
          <a:chExt cx="0" cy="0"/>
        </a:xfrm>
      </p:grpSpPr>
      <p:sp>
        <p:nvSpPr>
          <p:cNvPr id="1407" name="Google Shape;1407;p89"/>
          <p:cNvSpPr/>
          <p:nvPr/>
        </p:nvSpPr>
        <p:spPr>
          <a:xfrm rot="912733" flipH="1">
            <a:off x="-2096872" y="797263"/>
            <a:ext cx="4338223" cy="7307764"/>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8" name="Google Shape;1408;p89"/>
          <p:cNvSpPr/>
          <p:nvPr/>
        </p:nvSpPr>
        <p:spPr>
          <a:xfrm rot="-482288">
            <a:off x="9046549" y="-978250"/>
            <a:ext cx="4872984" cy="4852779"/>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9" name="Google Shape;1409;p89"/>
          <p:cNvSpPr/>
          <p:nvPr/>
        </p:nvSpPr>
        <p:spPr>
          <a:xfrm rot="3320924">
            <a:off x="11258046" y="5096571"/>
            <a:ext cx="1692917" cy="2210973"/>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0" name="Google Shape;1410;p89"/>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21158151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only 7">
  <p:cSld name="Title only 7">
    <p:spTree>
      <p:nvGrpSpPr>
        <p:cNvPr id="1" name="Shape 1411"/>
        <p:cNvGrpSpPr/>
        <p:nvPr/>
      </p:nvGrpSpPr>
      <p:grpSpPr>
        <a:xfrm>
          <a:off x="0" y="0"/>
          <a:ext cx="0" cy="0"/>
          <a:chOff x="0" y="0"/>
          <a:chExt cx="0" cy="0"/>
        </a:xfrm>
      </p:grpSpPr>
      <p:sp>
        <p:nvSpPr>
          <p:cNvPr id="1412" name="Google Shape;1412;p90"/>
          <p:cNvSpPr/>
          <p:nvPr/>
        </p:nvSpPr>
        <p:spPr>
          <a:xfrm rot="-5620610">
            <a:off x="10981016" y="3337668"/>
            <a:ext cx="4323160" cy="4148192"/>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3" name="Google Shape;1413;p90"/>
          <p:cNvSpPr/>
          <p:nvPr/>
        </p:nvSpPr>
        <p:spPr>
          <a:xfrm rot="-595142" flipH="1">
            <a:off x="-1644097" y="-646896"/>
            <a:ext cx="4529769" cy="451098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4" name="Google Shape;1414;p90"/>
          <p:cNvSpPr/>
          <p:nvPr/>
        </p:nvSpPr>
        <p:spPr>
          <a:xfrm rot="-7977683">
            <a:off x="9054266" y="-389733"/>
            <a:ext cx="2072881" cy="19889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5" name="Google Shape;1415;p90"/>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58558183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only 8">
  <p:cSld name="Title only 8">
    <p:spTree>
      <p:nvGrpSpPr>
        <p:cNvPr id="1" name="Shape 1416"/>
        <p:cNvGrpSpPr/>
        <p:nvPr/>
      </p:nvGrpSpPr>
      <p:grpSpPr>
        <a:xfrm>
          <a:off x="0" y="0"/>
          <a:ext cx="0" cy="0"/>
          <a:chOff x="0" y="0"/>
          <a:chExt cx="0" cy="0"/>
        </a:xfrm>
      </p:grpSpPr>
      <p:sp>
        <p:nvSpPr>
          <p:cNvPr id="1417" name="Google Shape;1417;p91"/>
          <p:cNvSpPr/>
          <p:nvPr/>
        </p:nvSpPr>
        <p:spPr>
          <a:xfrm rot="-5400000" flipH="1">
            <a:off x="7596501" y="841578"/>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8" name="Google Shape;1418;p91"/>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grpSp>
        <p:nvGrpSpPr>
          <p:cNvPr id="1419" name="Google Shape;1419;p91"/>
          <p:cNvGrpSpPr/>
          <p:nvPr/>
        </p:nvGrpSpPr>
        <p:grpSpPr>
          <a:xfrm rot="10800000" flipH="1">
            <a:off x="-1034855" y="2686791"/>
            <a:ext cx="2783565" cy="2770551"/>
            <a:chOff x="2414491" y="671177"/>
            <a:chExt cx="1830972" cy="1822411"/>
          </a:xfrm>
        </p:grpSpPr>
        <p:sp>
          <p:nvSpPr>
            <p:cNvPr id="1420" name="Google Shape;1420;p91"/>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1" name="Google Shape;1421;p91"/>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2" name="Google Shape;1422;p91"/>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3" name="Google Shape;1423;p91"/>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4" name="Google Shape;1424;p91"/>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5" name="Google Shape;1425;p91"/>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6" name="Google Shape;1426;p91"/>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7" name="Google Shape;1427;p91"/>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8" name="Google Shape;1428;p91"/>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9" name="Google Shape;1429;p91"/>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0" name="Google Shape;1430;p91"/>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1" name="Google Shape;1431;p91"/>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2" name="Google Shape;1432;p91"/>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3" name="Google Shape;1433;p91"/>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4" name="Google Shape;1434;p91"/>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5" name="Google Shape;1435;p91"/>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6" name="Google Shape;1436;p91"/>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7" name="Google Shape;1437;p91"/>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8" name="Google Shape;1438;p91"/>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9" name="Google Shape;1439;p91"/>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0" name="Google Shape;1440;p91"/>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1" name="Google Shape;1441;p91"/>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2" name="Google Shape;1442;p91"/>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3" name="Google Shape;1443;p91"/>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4" name="Google Shape;1444;p91"/>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5" name="Google Shape;1445;p91"/>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6" name="Google Shape;1446;p91"/>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7" name="Google Shape;1447;p91"/>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8" name="Google Shape;1448;p91"/>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9" name="Google Shape;1449;p91"/>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0" name="Google Shape;1450;p91"/>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1" name="Google Shape;1451;p91"/>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2" name="Google Shape;1452;p91"/>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3" name="Google Shape;1453;p91"/>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84963983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only 9">
  <p:cSld name="Title only 9">
    <p:spTree>
      <p:nvGrpSpPr>
        <p:cNvPr id="1" name="Shape 1454"/>
        <p:cNvGrpSpPr/>
        <p:nvPr/>
      </p:nvGrpSpPr>
      <p:grpSpPr>
        <a:xfrm>
          <a:off x="0" y="0"/>
          <a:ext cx="0" cy="0"/>
          <a:chOff x="0" y="0"/>
          <a:chExt cx="0" cy="0"/>
        </a:xfrm>
      </p:grpSpPr>
      <p:sp>
        <p:nvSpPr>
          <p:cNvPr id="1455" name="Google Shape;1455;p92"/>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456" name="Google Shape;1456;p92"/>
          <p:cNvSpPr/>
          <p:nvPr/>
        </p:nvSpPr>
        <p:spPr>
          <a:xfrm>
            <a:off x="-558799" y="555118"/>
            <a:ext cx="3019548" cy="26634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57" name="Google Shape;1457;p92"/>
          <p:cNvSpPr/>
          <p:nvPr/>
        </p:nvSpPr>
        <p:spPr>
          <a:xfrm rot="4132171">
            <a:off x="9211459" y="3685846"/>
            <a:ext cx="4538592" cy="4519773"/>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33952260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only 10">
  <p:cSld name="Title only 10">
    <p:spTree>
      <p:nvGrpSpPr>
        <p:cNvPr id="1" name="Shape 1458"/>
        <p:cNvGrpSpPr/>
        <p:nvPr/>
      </p:nvGrpSpPr>
      <p:grpSpPr>
        <a:xfrm>
          <a:off x="0" y="0"/>
          <a:ext cx="0" cy="0"/>
          <a:chOff x="0" y="0"/>
          <a:chExt cx="0" cy="0"/>
        </a:xfrm>
      </p:grpSpPr>
      <p:sp>
        <p:nvSpPr>
          <p:cNvPr id="1459" name="Google Shape;1459;p93"/>
          <p:cNvSpPr/>
          <p:nvPr/>
        </p:nvSpPr>
        <p:spPr>
          <a:xfrm rot="5400000">
            <a:off x="-3131266" y="1009511"/>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60" name="Google Shape;1460;p93"/>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31557439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only 11">
  <p:cSld name="Title only 11">
    <p:spTree>
      <p:nvGrpSpPr>
        <p:cNvPr id="1" name="Shape 1461"/>
        <p:cNvGrpSpPr/>
        <p:nvPr/>
      </p:nvGrpSpPr>
      <p:grpSpPr>
        <a:xfrm>
          <a:off x="0" y="0"/>
          <a:ext cx="0" cy="0"/>
          <a:chOff x="0" y="0"/>
          <a:chExt cx="0" cy="0"/>
        </a:xfrm>
      </p:grpSpPr>
      <p:sp>
        <p:nvSpPr>
          <p:cNvPr id="1462" name="Google Shape;1462;p94"/>
          <p:cNvSpPr/>
          <p:nvPr/>
        </p:nvSpPr>
        <p:spPr>
          <a:xfrm rot="5400000">
            <a:off x="-1785196" y="1913246"/>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63" name="Google Shape;1463;p94"/>
          <p:cNvSpPr/>
          <p:nvPr/>
        </p:nvSpPr>
        <p:spPr>
          <a:xfrm>
            <a:off x="10821134" y="2993052"/>
            <a:ext cx="3019548" cy="26634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64" name="Google Shape;1464;p94"/>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99413050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1465"/>
        <p:cNvGrpSpPr/>
        <p:nvPr/>
      </p:nvGrpSpPr>
      <p:grpSpPr>
        <a:xfrm>
          <a:off x="0" y="0"/>
          <a:ext cx="0" cy="0"/>
          <a:chOff x="0" y="0"/>
          <a:chExt cx="0" cy="0"/>
        </a:xfrm>
      </p:grpSpPr>
      <p:sp>
        <p:nvSpPr>
          <p:cNvPr id="1466" name="Google Shape;1466;p95"/>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467" name="Google Shape;1467;p95"/>
          <p:cNvSpPr/>
          <p:nvPr/>
        </p:nvSpPr>
        <p:spPr>
          <a:xfrm rot="3000392">
            <a:off x="-3365105" y="2391195"/>
            <a:ext cx="6551417" cy="403061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2129292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only 13 ">
  <p:cSld name="Title only 13 ">
    <p:spTree>
      <p:nvGrpSpPr>
        <p:cNvPr id="1" name="Shape 1468"/>
        <p:cNvGrpSpPr/>
        <p:nvPr/>
      </p:nvGrpSpPr>
      <p:grpSpPr>
        <a:xfrm>
          <a:off x="0" y="0"/>
          <a:ext cx="0" cy="0"/>
          <a:chOff x="0" y="0"/>
          <a:chExt cx="0" cy="0"/>
        </a:xfrm>
      </p:grpSpPr>
      <p:sp>
        <p:nvSpPr>
          <p:cNvPr id="1469" name="Google Shape;1469;p96"/>
          <p:cNvSpPr/>
          <p:nvPr/>
        </p:nvSpPr>
        <p:spPr>
          <a:xfrm rot="3000392">
            <a:off x="-3349171" y="449928"/>
            <a:ext cx="6551417" cy="403061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0" name="Google Shape;1470;p96"/>
          <p:cNvSpPr/>
          <p:nvPr/>
        </p:nvSpPr>
        <p:spPr>
          <a:xfrm rot="4132171">
            <a:off x="9211459" y="3685846"/>
            <a:ext cx="4538592" cy="4519773"/>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1" name="Google Shape;1471;p96"/>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54346052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only 14">
  <p:cSld name="Title only 14">
    <p:spTree>
      <p:nvGrpSpPr>
        <p:cNvPr id="1" name="Shape 1472"/>
        <p:cNvGrpSpPr/>
        <p:nvPr/>
      </p:nvGrpSpPr>
      <p:grpSpPr>
        <a:xfrm>
          <a:off x="0" y="0"/>
          <a:ext cx="0" cy="0"/>
          <a:chOff x="0" y="0"/>
          <a:chExt cx="0" cy="0"/>
        </a:xfrm>
      </p:grpSpPr>
      <p:sp>
        <p:nvSpPr>
          <p:cNvPr id="1473" name="Google Shape;1473;p97"/>
          <p:cNvSpPr/>
          <p:nvPr/>
        </p:nvSpPr>
        <p:spPr>
          <a:xfrm rot="-2075300" flipH="1">
            <a:off x="8714919" y="3723235"/>
            <a:ext cx="5550244" cy="341466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4" name="Google Shape;1474;p97"/>
          <p:cNvSpPr/>
          <p:nvPr/>
        </p:nvSpPr>
        <p:spPr>
          <a:xfrm rot="672094">
            <a:off x="-3924915" y="-159216"/>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5" name="Google Shape;1475;p97"/>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02830029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476"/>
        <p:cNvGrpSpPr/>
        <p:nvPr/>
      </p:nvGrpSpPr>
      <p:grpSpPr>
        <a:xfrm>
          <a:off x="0" y="0"/>
          <a:ext cx="0" cy="0"/>
          <a:chOff x="0" y="0"/>
          <a:chExt cx="0" cy="0"/>
        </a:xfrm>
      </p:grpSpPr>
      <p:sp>
        <p:nvSpPr>
          <p:cNvPr id="1477" name="Google Shape;1477;p98"/>
          <p:cNvSpPr/>
          <p:nvPr/>
        </p:nvSpPr>
        <p:spPr>
          <a:xfrm rot="-2187687">
            <a:off x="9329887" y="3765767"/>
            <a:ext cx="2585117" cy="4407483"/>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8" name="Google Shape;1478;p98"/>
          <p:cNvSpPr/>
          <p:nvPr/>
        </p:nvSpPr>
        <p:spPr>
          <a:xfrm rot="1855510">
            <a:off x="3364653" y="258342"/>
            <a:ext cx="6638808" cy="5472593"/>
          </a:xfrm>
          <a:custGeom>
            <a:avLst/>
            <a:gdLst/>
            <a:ahLst/>
            <a:cxnLst/>
            <a:rect l="l" t="t" r="r" b="b"/>
            <a:pathLst>
              <a:path w="59243" h="48836" extrusionOk="0">
                <a:moveTo>
                  <a:pt x="27153" y="9007"/>
                </a:moveTo>
                <a:cubicBezTo>
                  <a:pt x="33591" y="9007"/>
                  <a:pt x="31990" y="9240"/>
                  <a:pt x="38094" y="5071"/>
                </a:cubicBezTo>
                <a:cubicBezTo>
                  <a:pt x="44232" y="901"/>
                  <a:pt x="51737" y="0"/>
                  <a:pt x="55473" y="5071"/>
                </a:cubicBezTo>
                <a:cubicBezTo>
                  <a:pt x="59243" y="10108"/>
                  <a:pt x="46800" y="16346"/>
                  <a:pt x="46767" y="22483"/>
                </a:cubicBezTo>
                <a:cubicBezTo>
                  <a:pt x="46734" y="28621"/>
                  <a:pt x="48768" y="48835"/>
                  <a:pt x="28354" y="48835"/>
                </a:cubicBezTo>
                <a:cubicBezTo>
                  <a:pt x="7939" y="48835"/>
                  <a:pt x="0" y="22583"/>
                  <a:pt x="8973" y="14011"/>
                </a:cubicBezTo>
                <a:cubicBezTo>
                  <a:pt x="17946" y="5471"/>
                  <a:pt x="20715" y="9007"/>
                  <a:pt x="27153" y="9007"/>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9" name="Google Shape;1479;p98"/>
          <p:cNvSpPr/>
          <p:nvPr/>
        </p:nvSpPr>
        <p:spPr>
          <a:xfrm rot="10800000" flipH="1">
            <a:off x="323267" y="3851283"/>
            <a:ext cx="2366400" cy="23664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80" name="Google Shape;1480;p98"/>
          <p:cNvGrpSpPr/>
          <p:nvPr/>
        </p:nvGrpSpPr>
        <p:grpSpPr>
          <a:xfrm rot="10800000" flipH="1">
            <a:off x="1274022" y="3022460"/>
            <a:ext cx="2262349" cy="2251771"/>
            <a:chOff x="2414491" y="671177"/>
            <a:chExt cx="1830972" cy="1822411"/>
          </a:xfrm>
        </p:grpSpPr>
        <p:sp>
          <p:nvSpPr>
            <p:cNvPr id="1481" name="Google Shape;1481;p98"/>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2" name="Google Shape;1482;p98"/>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3" name="Google Shape;1483;p98"/>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4" name="Google Shape;1484;p98"/>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5" name="Google Shape;1485;p98"/>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6" name="Google Shape;1486;p98"/>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7" name="Google Shape;1487;p98"/>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8" name="Google Shape;1488;p98"/>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9" name="Google Shape;1489;p98"/>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0" name="Google Shape;1490;p98"/>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1" name="Google Shape;1491;p98"/>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2" name="Google Shape;1492;p98"/>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3" name="Google Shape;1493;p98"/>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4" name="Google Shape;1494;p98"/>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5" name="Google Shape;1495;p98"/>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6" name="Google Shape;1496;p98"/>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7" name="Google Shape;1497;p98"/>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8" name="Google Shape;1498;p98"/>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9" name="Google Shape;1499;p98"/>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0" name="Google Shape;1500;p98"/>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1" name="Google Shape;1501;p98"/>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2" name="Google Shape;1502;p98"/>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3" name="Google Shape;1503;p98"/>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4" name="Google Shape;1504;p98"/>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5" name="Google Shape;1505;p98"/>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6" name="Google Shape;1506;p98"/>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7" name="Google Shape;1507;p98"/>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8" name="Google Shape;1508;p98"/>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9" name="Google Shape;1509;p98"/>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0" name="Google Shape;1510;p98"/>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1" name="Google Shape;1511;p98"/>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2" name="Google Shape;1512;p98"/>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3" name="Google Shape;1513;p98"/>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4" name="Google Shape;1514;p98"/>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15" name="Google Shape;1515;p98"/>
          <p:cNvSpPr/>
          <p:nvPr/>
        </p:nvSpPr>
        <p:spPr>
          <a:xfrm rot="-7977683">
            <a:off x="8045266" y="731501"/>
            <a:ext cx="2072881" cy="19889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16" name="Google Shape;1516;p98">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517" name="Google Shape;1517;p98"/>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299329488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518"/>
        <p:cNvGrpSpPr/>
        <p:nvPr/>
      </p:nvGrpSpPr>
      <p:grpSpPr>
        <a:xfrm>
          <a:off x="0" y="0"/>
          <a:ext cx="0" cy="0"/>
          <a:chOff x="0" y="0"/>
          <a:chExt cx="0" cy="0"/>
        </a:xfrm>
      </p:grpSpPr>
      <p:sp>
        <p:nvSpPr>
          <p:cNvPr id="1519" name="Google Shape;1519;p99"/>
          <p:cNvSpPr/>
          <p:nvPr/>
        </p:nvSpPr>
        <p:spPr>
          <a:xfrm rot="-7977683">
            <a:off x="1979633" y="2021867"/>
            <a:ext cx="2072881" cy="19889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20" name="Google Shape;1520;p99"/>
          <p:cNvSpPr/>
          <p:nvPr/>
        </p:nvSpPr>
        <p:spPr>
          <a:xfrm rot="288619" flipH="1">
            <a:off x="-1886992" y="1544943"/>
            <a:ext cx="6439008" cy="6586736"/>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21" name="Google Shape;1521;p99"/>
          <p:cNvSpPr/>
          <p:nvPr/>
        </p:nvSpPr>
        <p:spPr>
          <a:xfrm rot="-8533595">
            <a:off x="9473851" y="-942099"/>
            <a:ext cx="2585104" cy="4407460"/>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22" name="Google Shape;1522;p99"/>
          <p:cNvSpPr/>
          <p:nvPr/>
        </p:nvSpPr>
        <p:spPr>
          <a:xfrm>
            <a:off x="9294333" y="2872953"/>
            <a:ext cx="1946715" cy="2542436"/>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23" name="Google Shape;1523;p99"/>
          <p:cNvGrpSpPr/>
          <p:nvPr/>
        </p:nvGrpSpPr>
        <p:grpSpPr>
          <a:xfrm>
            <a:off x="8330272" y="3702670"/>
            <a:ext cx="2441296" cy="2429881"/>
            <a:chOff x="2414491" y="671177"/>
            <a:chExt cx="1830972" cy="1822411"/>
          </a:xfrm>
        </p:grpSpPr>
        <p:sp>
          <p:nvSpPr>
            <p:cNvPr id="1524" name="Google Shape;1524;p99"/>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5" name="Google Shape;1525;p99"/>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6" name="Google Shape;1526;p99"/>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7" name="Google Shape;1527;p99"/>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8" name="Google Shape;1528;p99"/>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9" name="Google Shape;1529;p99"/>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0" name="Google Shape;1530;p99"/>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1" name="Google Shape;1531;p99"/>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2" name="Google Shape;1532;p99"/>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3" name="Google Shape;1533;p99"/>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4" name="Google Shape;1534;p99"/>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5" name="Google Shape;1535;p99"/>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6" name="Google Shape;1536;p99"/>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7" name="Google Shape;1537;p99"/>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8" name="Google Shape;1538;p99"/>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9" name="Google Shape;1539;p99"/>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0" name="Google Shape;1540;p99"/>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1" name="Google Shape;1541;p99"/>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2" name="Google Shape;1542;p99"/>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3" name="Google Shape;1543;p99"/>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4" name="Google Shape;1544;p99"/>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5" name="Google Shape;1545;p99"/>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6" name="Google Shape;1546;p99"/>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7" name="Google Shape;1547;p99"/>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8" name="Google Shape;1548;p99"/>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9" name="Google Shape;1549;p99"/>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0" name="Google Shape;1550;p99"/>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1" name="Google Shape;1551;p99"/>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2" name="Google Shape;1552;p99"/>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3" name="Google Shape;1553;p99"/>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4" name="Google Shape;1554;p99"/>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5" name="Google Shape;1555;p99"/>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6" name="Google Shape;1556;p99"/>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7" name="Google Shape;1557;p99"/>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58" name="Google Shape;1558;p99">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559" name="Google Shape;1559;p99"/>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134942451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1560"/>
        <p:cNvGrpSpPr/>
        <p:nvPr/>
      </p:nvGrpSpPr>
      <p:grpSpPr>
        <a:xfrm>
          <a:off x="0" y="0"/>
          <a:ext cx="0" cy="0"/>
          <a:chOff x="0" y="0"/>
          <a:chExt cx="0" cy="0"/>
        </a:xfrm>
      </p:grpSpPr>
      <p:sp>
        <p:nvSpPr>
          <p:cNvPr id="1561" name="Google Shape;1561;p100"/>
          <p:cNvSpPr/>
          <p:nvPr/>
        </p:nvSpPr>
        <p:spPr>
          <a:xfrm rot="-5716269">
            <a:off x="4121030" y="162032"/>
            <a:ext cx="4323077" cy="6811993"/>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62" name="Google Shape;1562;p100"/>
          <p:cNvGrpSpPr/>
          <p:nvPr/>
        </p:nvGrpSpPr>
        <p:grpSpPr>
          <a:xfrm flipH="1">
            <a:off x="9225150" y="-113149"/>
            <a:ext cx="3036423" cy="7072503"/>
            <a:chOff x="224725" y="566950"/>
            <a:chExt cx="1850875" cy="4311100"/>
          </a:xfrm>
        </p:grpSpPr>
        <p:sp>
          <p:nvSpPr>
            <p:cNvPr id="1563" name="Google Shape;1563;p100"/>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4" name="Google Shape;1564;p100"/>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5" name="Google Shape;1565;p100"/>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6" name="Google Shape;1566;p100"/>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7" name="Google Shape;1567;p100"/>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8" name="Google Shape;1568;p100"/>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9" name="Google Shape;1569;p100"/>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0" name="Google Shape;1570;p100"/>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1" name="Google Shape;1571;p100"/>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2" name="Google Shape;1572;p100"/>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3" name="Google Shape;1573;p100"/>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4" name="Google Shape;1574;p100"/>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5" name="Google Shape;1575;p100"/>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6" name="Google Shape;1576;p100"/>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7" name="Google Shape;1577;p100"/>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8" name="Google Shape;1578;p100"/>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9" name="Google Shape;1579;p100"/>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0" name="Google Shape;1580;p100"/>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1" name="Google Shape;1581;p100"/>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2" name="Google Shape;1582;p100"/>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3" name="Google Shape;1583;p100"/>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4" name="Google Shape;1584;p100"/>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5" name="Google Shape;1585;p100"/>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6" name="Google Shape;1586;p100"/>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87" name="Google Shape;1587;p100">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588" name="Google Shape;1588;p100"/>
          <p:cNvSpPr txBox="1">
            <a:spLocks noGrp="1"/>
          </p:cNvSpPr>
          <p:nvPr>
            <p:ph type="title" idx="2" hasCustomPrompt="1"/>
          </p:nvPr>
        </p:nvSpPr>
        <p:spPr>
          <a:xfrm>
            <a:off x="2694432" y="12246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589" name="Google Shape;1589;p100"/>
          <p:cNvSpPr/>
          <p:nvPr/>
        </p:nvSpPr>
        <p:spPr>
          <a:xfrm flipH="1">
            <a:off x="8205962" y="1014617"/>
            <a:ext cx="1692916" cy="2210971"/>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90" name="Google Shape;1590;p100"/>
          <p:cNvSpPr/>
          <p:nvPr/>
        </p:nvSpPr>
        <p:spPr>
          <a:xfrm flipH="1">
            <a:off x="982045" y="2207376"/>
            <a:ext cx="2366400" cy="23664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91" name="Google Shape;1591;p100"/>
          <p:cNvGrpSpPr/>
          <p:nvPr/>
        </p:nvGrpSpPr>
        <p:grpSpPr>
          <a:xfrm flipH="1">
            <a:off x="135340" y="3150828"/>
            <a:ext cx="2262349" cy="2251771"/>
            <a:chOff x="2414491" y="671177"/>
            <a:chExt cx="1830972" cy="1822411"/>
          </a:xfrm>
        </p:grpSpPr>
        <p:sp>
          <p:nvSpPr>
            <p:cNvPr id="1592" name="Google Shape;1592;p100"/>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3" name="Google Shape;1593;p100"/>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4" name="Google Shape;1594;p100"/>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5" name="Google Shape;1595;p100"/>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6" name="Google Shape;1596;p100"/>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7" name="Google Shape;1597;p100"/>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8" name="Google Shape;1598;p100"/>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9" name="Google Shape;1599;p100"/>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0" name="Google Shape;1600;p100"/>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1" name="Google Shape;1601;p100"/>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2" name="Google Shape;1602;p100"/>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3" name="Google Shape;1603;p100"/>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4" name="Google Shape;1604;p100"/>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5" name="Google Shape;1605;p100"/>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6" name="Google Shape;1606;p100"/>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7" name="Google Shape;1607;p100"/>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8" name="Google Shape;1608;p100"/>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9" name="Google Shape;1609;p100"/>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0" name="Google Shape;1610;p100"/>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1" name="Google Shape;1611;p100"/>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2" name="Google Shape;1612;p100"/>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3" name="Google Shape;1613;p100"/>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4" name="Google Shape;1614;p100"/>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5" name="Google Shape;1615;p100"/>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6" name="Google Shape;1616;p100"/>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7" name="Google Shape;1617;p100"/>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8" name="Google Shape;1618;p100"/>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9" name="Google Shape;1619;p100"/>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0" name="Google Shape;1620;p100"/>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1" name="Google Shape;1621;p100"/>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2" name="Google Shape;1622;p100"/>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3" name="Google Shape;1623;p100"/>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4" name="Google Shape;1624;p100"/>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5" name="Google Shape;1625;p100"/>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8353846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Section header 4">
  <p:cSld name="Section header 4">
    <p:spTree>
      <p:nvGrpSpPr>
        <p:cNvPr id="1" name="Shape 1626"/>
        <p:cNvGrpSpPr/>
        <p:nvPr/>
      </p:nvGrpSpPr>
      <p:grpSpPr>
        <a:xfrm>
          <a:off x="0" y="0"/>
          <a:ext cx="0" cy="0"/>
          <a:chOff x="0" y="0"/>
          <a:chExt cx="0" cy="0"/>
        </a:xfrm>
      </p:grpSpPr>
      <p:sp>
        <p:nvSpPr>
          <p:cNvPr id="1627" name="Google Shape;1627;p101"/>
          <p:cNvSpPr/>
          <p:nvPr/>
        </p:nvSpPr>
        <p:spPr>
          <a:xfrm>
            <a:off x="8505500" y="4393565"/>
            <a:ext cx="1915600" cy="1915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28" name="Google Shape;1628;p101"/>
          <p:cNvSpPr/>
          <p:nvPr/>
        </p:nvSpPr>
        <p:spPr>
          <a:xfrm rot="3781224">
            <a:off x="-2439241" y="3336917"/>
            <a:ext cx="8196521" cy="504272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29" name="Google Shape;1629;p101"/>
          <p:cNvSpPr/>
          <p:nvPr/>
        </p:nvSpPr>
        <p:spPr>
          <a:xfrm rot="-1693254" flipH="1">
            <a:off x="9398531" y="2094577"/>
            <a:ext cx="3248572" cy="5538639"/>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30" name="Google Shape;1630;p101">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631" name="Google Shape;1631;p101"/>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grpSp>
        <p:nvGrpSpPr>
          <p:cNvPr id="1632" name="Google Shape;1632;p101"/>
          <p:cNvGrpSpPr/>
          <p:nvPr/>
        </p:nvGrpSpPr>
        <p:grpSpPr>
          <a:xfrm rot="10800000" flipH="1">
            <a:off x="1087555" y="1647960"/>
            <a:ext cx="2262349" cy="2251771"/>
            <a:chOff x="2414491" y="671177"/>
            <a:chExt cx="1830972" cy="1822411"/>
          </a:xfrm>
        </p:grpSpPr>
        <p:sp>
          <p:nvSpPr>
            <p:cNvPr id="1633" name="Google Shape;1633;p101"/>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4" name="Google Shape;1634;p101"/>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5" name="Google Shape;1635;p101"/>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6" name="Google Shape;1636;p101"/>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7" name="Google Shape;1637;p101"/>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8" name="Google Shape;1638;p101"/>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9" name="Google Shape;1639;p101"/>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0" name="Google Shape;1640;p101"/>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1" name="Google Shape;1641;p101"/>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2" name="Google Shape;1642;p101"/>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3" name="Google Shape;1643;p101"/>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4" name="Google Shape;1644;p101"/>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5" name="Google Shape;1645;p101"/>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6" name="Google Shape;1646;p101"/>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7" name="Google Shape;1647;p101"/>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8" name="Google Shape;1648;p101"/>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9" name="Google Shape;1649;p101"/>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0" name="Google Shape;1650;p101"/>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1" name="Google Shape;1651;p101"/>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2" name="Google Shape;1652;p101"/>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3" name="Google Shape;1653;p101"/>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4" name="Google Shape;1654;p101"/>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5" name="Google Shape;1655;p101"/>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6" name="Google Shape;1656;p101"/>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7" name="Google Shape;1657;p101"/>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8" name="Google Shape;1658;p101"/>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9" name="Google Shape;1659;p101"/>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0" name="Google Shape;1660;p101"/>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1" name="Google Shape;1661;p101"/>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2" name="Google Shape;1662;p101"/>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3" name="Google Shape;1663;p101"/>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4" name="Google Shape;1664;p101"/>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5" name="Google Shape;1665;p101"/>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6" name="Google Shape;1666;p101"/>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68439153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Section header 5">
  <p:cSld name="Section header 5">
    <p:spTree>
      <p:nvGrpSpPr>
        <p:cNvPr id="1" name="Shape 1667"/>
        <p:cNvGrpSpPr/>
        <p:nvPr/>
      </p:nvGrpSpPr>
      <p:grpSpPr>
        <a:xfrm>
          <a:off x="0" y="0"/>
          <a:ext cx="0" cy="0"/>
          <a:chOff x="0" y="0"/>
          <a:chExt cx="0" cy="0"/>
        </a:xfrm>
      </p:grpSpPr>
      <p:sp>
        <p:nvSpPr>
          <p:cNvPr id="1668" name="Google Shape;1668;p102"/>
          <p:cNvSpPr/>
          <p:nvPr/>
        </p:nvSpPr>
        <p:spPr>
          <a:xfrm rot="199611" flipH="1">
            <a:off x="-1629846" y="1482393"/>
            <a:ext cx="6211193" cy="6353729"/>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69" name="Google Shape;1669;p102"/>
          <p:cNvSpPr/>
          <p:nvPr/>
        </p:nvSpPr>
        <p:spPr>
          <a:xfrm rot="-5035045" flipH="1">
            <a:off x="7816103" y="-302628"/>
            <a:ext cx="7017140" cy="431727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70" name="Google Shape;1670;p102"/>
          <p:cNvSpPr/>
          <p:nvPr/>
        </p:nvSpPr>
        <p:spPr>
          <a:xfrm rot="10800000">
            <a:off x="8369220" y="3834649"/>
            <a:ext cx="2366400" cy="23664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671" name="Google Shape;1671;p102"/>
          <p:cNvGrpSpPr/>
          <p:nvPr/>
        </p:nvGrpSpPr>
        <p:grpSpPr>
          <a:xfrm rot="10800000">
            <a:off x="1841548" y="1777343"/>
            <a:ext cx="2262349" cy="2251771"/>
            <a:chOff x="2414491" y="671177"/>
            <a:chExt cx="1830972" cy="1822411"/>
          </a:xfrm>
        </p:grpSpPr>
        <p:sp>
          <p:nvSpPr>
            <p:cNvPr id="1672" name="Google Shape;1672;p102"/>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3" name="Google Shape;1673;p102"/>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4" name="Google Shape;1674;p102"/>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5" name="Google Shape;1675;p102"/>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6" name="Google Shape;1676;p102"/>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7" name="Google Shape;1677;p102"/>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8" name="Google Shape;1678;p102"/>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9" name="Google Shape;1679;p102"/>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0" name="Google Shape;1680;p102"/>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1" name="Google Shape;1681;p102"/>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2" name="Google Shape;1682;p102"/>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3" name="Google Shape;1683;p102"/>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4" name="Google Shape;1684;p102"/>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5" name="Google Shape;1685;p102"/>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6" name="Google Shape;1686;p102"/>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7" name="Google Shape;1687;p102"/>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8" name="Google Shape;1688;p102"/>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9" name="Google Shape;1689;p102"/>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0" name="Google Shape;1690;p102"/>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1" name="Google Shape;1691;p102"/>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2" name="Google Shape;1692;p102"/>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3" name="Google Shape;1693;p102"/>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4" name="Google Shape;1694;p102"/>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5" name="Google Shape;1695;p102"/>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6" name="Google Shape;1696;p102"/>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7" name="Google Shape;1697;p102"/>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8" name="Google Shape;1698;p102"/>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9" name="Google Shape;1699;p102"/>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0" name="Google Shape;1700;p102"/>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1" name="Google Shape;1701;p102"/>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2" name="Google Shape;1702;p102"/>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3" name="Google Shape;1703;p102"/>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4" name="Google Shape;1704;p102"/>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5" name="Google Shape;1705;p102"/>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06" name="Google Shape;1706;p102">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707" name="Google Shape;1707;p102"/>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127993392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708"/>
        <p:cNvGrpSpPr/>
        <p:nvPr/>
      </p:nvGrpSpPr>
      <p:grpSpPr>
        <a:xfrm>
          <a:off x="0" y="0"/>
          <a:ext cx="0" cy="0"/>
          <a:chOff x="0" y="0"/>
          <a:chExt cx="0" cy="0"/>
        </a:xfrm>
      </p:grpSpPr>
      <p:sp>
        <p:nvSpPr>
          <p:cNvPr id="1709" name="Google Shape;1709;p103"/>
          <p:cNvSpPr/>
          <p:nvPr/>
        </p:nvSpPr>
        <p:spPr>
          <a:xfrm rot="5716307" flipH="1">
            <a:off x="4171612" y="-23133"/>
            <a:ext cx="4012680" cy="7882124"/>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10" name="Google Shape;1710;p103"/>
          <p:cNvSpPr/>
          <p:nvPr/>
        </p:nvSpPr>
        <p:spPr>
          <a:xfrm rot="-1408952">
            <a:off x="9413111" y="-2042738"/>
            <a:ext cx="4748771" cy="5917139"/>
          </a:xfrm>
          <a:custGeom>
            <a:avLst/>
            <a:gdLst/>
            <a:ahLst/>
            <a:cxnLst/>
            <a:rect l="l" t="t" r="r" b="b"/>
            <a:pathLst>
              <a:path w="15146" h="21250" extrusionOk="0">
                <a:moveTo>
                  <a:pt x="2903" y="12143"/>
                </a:moveTo>
                <a:cubicBezTo>
                  <a:pt x="1936" y="10308"/>
                  <a:pt x="234" y="9174"/>
                  <a:pt x="201" y="6972"/>
                </a:cubicBezTo>
                <a:cubicBezTo>
                  <a:pt x="1" y="1"/>
                  <a:pt x="7773" y="1769"/>
                  <a:pt x="11209" y="4637"/>
                </a:cubicBezTo>
                <a:cubicBezTo>
                  <a:pt x="13877" y="6839"/>
                  <a:pt x="15145" y="10208"/>
                  <a:pt x="14178" y="13544"/>
                </a:cubicBezTo>
                <a:cubicBezTo>
                  <a:pt x="13310" y="16379"/>
                  <a:pt x="10141" y="21249"/>
                  <a:pt x="6472" y="20349"/>
                </a:cubicBezTo>
                <a:cubicBezTo>
                  <a:pt x="3203" y="19581"/>
                  <a:pt x="4070" y="14811"/>
                  <a:pt x="3070" y="12476"/>
                </a:cubicBezTo>
                <a:cubicBezTo>
                  <a:pt x="3036" y="12343"/>
                  <a:pt x="2970" y="12243"/>
                  <a:pt x="2903" y="121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11" name="Google Shape;1711;p103"/>
          <p:cNvSpPr/>
          <p:nvPr/>
        </p:nvSpPr>
        <p:spPr>
          <a:xfrm rot="10800000">
            <a:off x="1063004" y="3847983"/>
            <a:ext cx="2366400" cy="23664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12" name="Google Shape;1712;p103"/>
          <p:cNvGrpSpPr/>
          <p:nvPr/>
        </p:nvGrpSpPr>
        <p:grpSpPr>
          <a:xfrm rot="10800000">
            <a:off x="216300" y="3019160"/>
            <a:ext cx="2262349" cy="2251771"/>
            <a:chOff x="2414491" y="671177"/>
            <a:chExt cx="1830972" cy="1822411"/>
          </a:xfrm>
        </p:grpSpPr>
        <p:sp>
          <p:nvSpPr>
            <p:cNvPr id="1713" name="Google Shape;1713;p103"/>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4" name="Google Shape;1714;p103"/>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5" name="Google Shape;1715;p103"/>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6" name="Google Shape;1716;p103"/>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7" name="Google Shape;1717;p103"/>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8" name="Google Shape;1718;p103"/>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9" name="Google Shape;1719;p103"/>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0" name="Google Shape;1720;p103"/>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1" name="Google Shape;1721;p103"/>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2" name="Google Shape;1722;p103"/>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3" name="Google Shape;1723;p103"/>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4" name="Google Shape;1724;p103"/>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5" name="Google Shape;1725;p103"/>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6" name="Google Shape;1726;p103"/>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7" name="Google Shape;1727;p103"/>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8" name="Google Shape;1728;p103"/>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9" name="Google Shape;1729;p103"/>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0" name="Google Shape;1730;p103"/>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1" name="Google Shape;1731;p103"/>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2" name="Google Shape;1732;p103"/>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3" name="Google Shape;1733;p103"/>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4" name="Google Shape;1734;p103"/>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5" name="Google Shape;1735;p103"/>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6" name="Google Shape;1736;p103"/>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7" name="Google Shape;1737;p103"/>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8" name="Google Shape;1738;p103"/>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9" name="Google Shape;1739;p103"/>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0" name="Google Shape;1740;p103"/>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1" name="Google Shape;1741;p103"/>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2" name="Google Shape;1742;p103"/>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3" name="Google Shape;1743;p103"/>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4" name="Google Shape;1744;p103"/>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5" name="Google Shape;1745;p103"/>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6" name="Google Shape;1746;p103"/>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47" name="Google Shape;1747;p103"/>
          <p:cNvSpPr/>
          <p:nvPr/>
        </p:nvSpPr>
        <p:spPr>
          <a:xfrm rot="8100000">
            <a:off x="495199" y="-1533889"/>
            <a:ext cx="2585125" cy="44074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48" name="Google Shape;1748;p103"/>
          <p:cNvSpPr txBox="1">
            <a:spLocks noGrp="1"/>
          </p:cNvSpPr>
          <p:nvPr>
            <p:ph type="title"/>
          </p:nvPr>
        </p:nvSpPr>
        <p:spPr>
          <a:xfrm>
            <a:off x="3429400" y="719851"/>
            <a:ext cx="5333200" cy="1420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10266">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749" name="Google Shape;1749;p103"/>
          <p:cNvSpPr txBox="1">
            <a:spLocks noGrp="1"/>
          </p:cNvSpPr>
          <p:nvPr>
            <p:ph type="subTitle" idx="1"/>
          </p:nvPr>
        </p:nvSpPr>
        <p:spPr>
          <a:xfrm>
            <a:off x="3429400" y="2203017"/>
            <a:ext cx="5333200" cy="11184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600"/>
              <a:buFont typeface="Anaheim"/>
              <a:buChar char="●"/>
              <a:defRPr sz="2133"/>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
        <p:nvSpPr>
          <p:cNvPr id="1750" name="Google Shape;1750;p103"/>
          <p:cNvSpPr txBox="1"/>
          <p:nvPr/>
        </p:nvSpPr>
        <p:spPr>
          <a:xfrm>
            <a:off x="3627400" y="4575484"/>
            <a:ext cx="4937200" cy="1056800"/>
          </a:xfrm>
          <a:prstGeom prst="rect">
            <a:avLst/>
          </a:prstGeom>
          <a:noFill/>
          <a:ln>
            <a:noFill/>
          </a:ln>
        </p:spPr>
        <p:txBody>
          <a:bodyPr spcFirstLastPara="1" wrap="square" lIns="121900" tIns="121900" rIns="121900" bIns="121900" anchor="t" anchorCtr="0">
            <a:noAutofit/>
          </a:bodyPr>
          <a:lstStyle/>
          <a:p>
            <a:pPr marL="0" lvl="0" indent="0" algn="ctr" rtl="0">
              <a:spcBef>
                <a:spcPts val="400"/>
              </a:spcBef>
              <a:spcAft>
                <a:spcPts val="0"/>
              </a:spcAft>
              <a:buNone/>
            </a:pPr>
            <a:r>
              <a:rPr lang="en" sz="1600">
                <a:solidFill>
                  <a:schemeClr val="accent2"/>
                </a:solidFill>
                <a:latin typeface="Manjari"/>
                <a:ea typeface="Manjari"/>
                <a:cs typeface="Manjari"/>
                <a:sym typeface="Manjari"/>
              </a:rPr>
              <a:t>CREDITS: This presentation template was created by </a:t>
            </a:r>
            <a:r>
              <a:rPr lang="en" sz="1600" b="1">
                <a:solidFill>
                  <a:schemeClr val="accent2"/>
                </a:solidFill>
                <a:uFill>
                  <a:noFill/>
                </a:uFill>
                <a:latin typeface="Manjari"/>
                <a:ea typeface="Manjari"/>
                <a:cs typeface="Manjari"/>
                <a:sym typeface="Manjari"/>
                <a:hlinkClick r:id="rId2">
                  <a:extLst>
                    <a:ext uri="{A12FA001-AC4F-418D-AE19-62706E023703}">
                      <ahyp:hlinkClr xmlns:ahyp="http://schemas.microsoft.com/office/drawing/2018/hyperlinkcolor" val="tx"/>
                    </a:ext>
                  </a:extLst>
                </a:hlinkClick>
              </a:rPr>
              <a:t>Slidesgo</a:t>
            </a:r>
            <a:r>
              <a:rPr lang="en" sz="1600">
                <a:solidFill>
                  <a:schemeClr val="accent2"/>
                </a:solidFill>
                <a:latin typeface="Manjari"/>
                <a:ea typeface="Manjari"/>
                <a:cs typeface="Manjari"/>
                <a:sym typeface="Manjari"/>
              </a:rPr>
              <a:t>, including icons by </a:t>
            </a:r>
            <a:r>
              <a:rPr lang="en" sz="1600" b="1">
                <a:solidFill>
                  <a:schemeClr val="accent2"/>
                </a:solidFill>
                <a:uFill>
                  <a:noFill/>
                </a:uFill>
                <a:latin typeface="Manjari"/>
                <a:ea typeface="Manjari"/>
                <a:cs typeface="Manjari"/>
                <a:sym typeface="Manjari"/>
                <a:hlinkClick r:id="rId3">
                  <a:extLst>
                    <a:ext uri="{A12FA001-AC4F-418D-AE19-62706E023703}">
                      <ahyp:hlinkClr xmlns:ahyp="http://schemas.microsoft.com/office/drawing/2018/hyperlinkcolor" val="tx"/>
                    </a:ext>
                  </a:extLst>
                </a:hlinkClick>
              </a:rPr>
              <a:t>Flaticon</a:t>
            </a:r>
            <a:r>
              <a:rPr lang="en" sz="1600">
                <a:solidFill>
                  <a:schemeClr val="accent2"/>
                </a:solidFill>
                <a:latin typeface="Manjari"/>
                <a:ea typeface="Manjari"/>
                <a:cs typeface="Manjari"/>
                <a:sym typeface="Manjari"/>
              </a:rPr>
              <a:t>, infographics &amp; images by </a:t>
            </a:r>
            <a:r>
              <a:rPr lang="en" sz="1600" b="1">
                <a:solidFill>
                  <a:schemeClr val="accent2"/>
                </a:solidFill>
                <a:uFill>
                  <a:noFill/>
                </a:uFill>
                <a:latin typeface="Manjari"/>
                <a:ea typeface="Manjari"/>
                <a:cs typeface="Manjari"/>
                <a:sym typeface="Manjari"/>
                <a:hlinkClick r:id="rId4">
                  <a:extLst>
                    <a:ext uri="{A12FA001-AC4F-418D-AE19-62706E023703}">
                      <ahyp:hlinkClr xmlns:ahyp="http://schemas.microsoft.com/office/drawing/2018/hyperlinkcolor" val="tx"/>
                    </a:ext>
                  </a:extLst>
                </a:hlinkClick>
              </a:rPr>
              <a:t>Freepik</a:t>
            </a:r>
            <a:r>
              <a:rPr lang="en" sz="1600">
                <a:solidFill>
                  <a:schemeClr val="accent2"/>
                </a:solidFill>
                <a:latin typeface="Manjari"/>
                <a:ea typeface="Manjari"/>
                <a:cs typeface="Manjari"/>
                <a:sym typeface="Manjari"/>
              </a:rPr>
              <a:t> </a:t>
            </a:r>
            <a:endParaRPr sz="1600">
              <a:solidFill>
                <a:schemeClr val="accent2"/>
              </a:solidFill>
              <a:latin typeface="Manjari"/>
              <a:ea typeface="Manjari"/>
              <a:cs typeface="Manjari"/>
              <a:sym typeface="Manjari"/>
            </a:endParaRPr>
          </a:p>
        </p:txBody>
      </p:sp>
    </p:spTree>
    <p:extLst>
      <p:ext uri="{BB962C8B-B14F-4D97-AF65-F5344CB8AC3E}">
        <p14:creationId xmlns:p14="http://schemas.microsoft.com/office/powerpoint/2010/main" val="218383658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1751"/>
        <p:cNvGrpSpPr/>
        <p:nvPr/>
      </p:nvGrpSpPr>
      <p:grpSpPr>
        <a:xfrm>
          <a:off x="0" y="0"/>
          <a:ext cx="0" cy="0"/>
          <a:chOff x="0" y="0"/>
          <a:chExt cx="0" cy="0"/>
        </a:xfrm>
      </p:grpSpPr>
      <p:sp>
        <p:nvSpPr>
          <p:cNvPr id="1752" name="Google Shape;1752;p104"/>
          <p:cNvSpPr/>
          <p:nvPr/>
        </p:nvSpPr>
        <p:spPr>
          <a:xfrm rot="288678" flipH="1">
            <a:off x="-1693889" y="737782"/>
            <a:ext cx="6211215" cy="6353583"/>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53" name="Google Shape;1753;p104"/>
          <p:cNvSpPr/>
          <p:nvPr/>
        </p:nvSpPr>
        <p:spPr>
          <a:xfrm>
            <a:off x="1778733" y="1502765"/>
            <a:ext cx="2029736" cy="179039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54" name="Google Shape;1754;p104"/>
          <p:cNvGrpSpPr/>
          <p:nvPr/>
        </p:nvGrpSpPr>
        <p:grpSpPr>
          <a:xfrm>
            <a:off x="6825358" y="950775"/>
            <a:ext cx="3027913" cy="3013779"/>
            <a:chOff x="6762468" y="1386456"/>
            <a:chExt cx="2270935" cy="2260334"/>
          </a:xfrm>
        </p:grpSpPr>
        <p:sp>
          <p:nvSpPr>
            <p:cNvPr id="1755" name="Google Shape;1755;p104"/>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6" name="Google Shape;1756;p104"/>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7" name="Google Shape;1757;p104"/>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8" name="Google Shape;1758;p104"/>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9" name="Google Shape;1759;p104"/>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0" name="Google Shape;1760;p104"/>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1" name="Google Shape;1761;p104"/>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2" name="Google Shape;1762;p104"/>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3" name="Google Shape;1763;p104"/>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4" name="Google Shape;1764;p104"/>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5" name="Google Shape;1765;p104"/>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6" name="Google Shape;1766;p104"/>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7" name="Google Shape;1767;p104"/>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8" name="Google Shape;1768;p104"/>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9" name="Google Shape;1769;p104"/>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0" name="Google Shape;1770;p104"/>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1" name="Google Shape;1771;p104"/>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2" name="Google Shape;1772;p104"/>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3" name="Google Shape;1773;p104"/>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4" name="Google Shape;1774;p104"/>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5" name="Google Shape;1775;p104"/>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6" name="Google Shape;1776;p104"/>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7" name="Google Shape;1777;p104"/>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8" name="Google Shape;1778;p104"/>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9" name="Google Shape;1779;p104"/>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0" name="Google Shape;1780;p104"/>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1" name="Google Shape;1781;p104"/>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2" name="Google Shape;1782;p104"/>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3" name="Google Shape;1783;p104"/>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4" name="Google Shape;1784;p104"/>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5" name="Google Shape;1785;p104"/>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6" name="Google Shape;1786;p104"/>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7" name="Google Shape;1787;p104"/>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88" name="Google Shape;1788;p104"/>
          <p:cNvSpPr/>
          <p:nvPr/>
        </p:nvSpPr>
        <p:spPr>
          <a:xfrm rot="-1848056" flipH="1">
            <a:off x="10341367" y="3357315"/>
            <a:ext cx="2585184" cy="44075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58658236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789"/>
        <p:cNvGrpSpPr/>
        <p:nvPr/>
      </p:nvGrpSpPr>
      <p:grpSpPr>
        <a:xfrm>
          <a:off x="0" y="0"/>
          <a:ext cx="0" cy="0"/>
          <a:chOff x="0" y="0"/>
          <a:chExt cx="0" cy="0"/>
        </a:xfrm>
      </p:grpSpPr>
      <p:grpSp>
        <p:nvGrpSpPr>
          <p:cNvPr id="1790" name="Google Shape;1790;p105"/>
          <p:cNvGrpSpPr/>
          <p:nvPr/>
        </p:nvGrpSpPr>
        <p:grpSpPr>
          <a:xfrm>
            <a:off x="7" y="-107265"/>
            <a:ext cx="3036423" cy="7072503"/>
            <a:chOff x="224725" y="566950"/>
            <a:chExt cx="1850875" cy="4311100"/>
          </a:xfrm>
        </p:grpSpPr>
        <p:sp>
          <p:nvSpPr>
            <p:cNvPr id="1791" name="Google Shape;1791;p105"/>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2" name="Google Shape;1792;p105"/>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3" name="Google Shape;1793;p105"/>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4" name="Google Shape;1794;p105"/>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5" name="Google Shape;1795;p105"/>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6" name="Google Shape;1796;p105"/>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7" name="Google Shape;1797;p105"/>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8" name="Google Shape;1798;p105"/>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9" name="Google Shape;1799;p105"/>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0" name="Google Shape;1800;p105"/>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1" name="Google Shape;1801;p105"/>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2" name="Google Shape;1802;p105"/>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3" name="Google Shape;1803;p105"/>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4" name="Google Shape;1804;p105"/>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5" name="Google Shape;1805;p105"/>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6" name="Google Shape;1806;p105"/>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7" name="Google Shape;1807;p105"/>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8" name="Google Shape;1808;p105"/>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9" name="Google Shape;1809;p105"/>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0" name="Google Shape;1810;p105"/>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1" name="Google Shape;1811;p105"/>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2" name="Google Shape;1812;p105"/>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3" name="Google Shape;1813;p105"/>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4" name="Google Shape;1814;p105"/>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815" name="Google Shape;1815;p105"/>
          <p:cNvSpPr/>
          <p:nvPr/>
        </p:nvSpPr>
        <p:spPr>
          <a:xfrm rot="-3415034" flipH="1">
            <a:off x="7133255" y="862763"/>
            <a:ext cx="6419477" cy="546040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16" name="Google Shape;1816;p105"/>
          <p:cNvSpPr/>
          <p:nvPr/>
        </p:nvSpPr>
        <p:spPr>
          <a:xfrm rot="1379372">
            <a:off x="6866592" y="3041820"/>
            <a:ext cx="1790679" cy="2338749"/>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17" name="Google Shape;1817;p105"/>
          <p:cNvSpPr/>
          <p:nvPr/>
        </p:nvSpPr>
        <p:spPr>
          <a:xfrm>
            <a:off x="-1023299" y="669601"/>
            <a:ext cx="3019548" cy="26634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24174404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1818"/>
        <p:cNvGrpSpPr/>
        <p:nvPr/>
      </p:nvGrpSpPr>
      <p:grpSpPr>
        <a:xfrm>
          <a:off x="0" y="0"/>
          <a:ext cx="0" cy="0"/>
          <a:chOff x="0" y="0"/>
          <a:chExt cx="0" cy="0"/>
        </a:xfrm>
      </p:grpSpPr>
      <p:grpSp>
        <p:nvGrpSpPr>
          <p:cNvPr id="1819" name="Google Shape;1819;p106"/>
          <p:cNvGrpSpPr/>
          <p:nvPr/>
        </p:nvGrpSpPr>
        <p:grpSpPr>
          <a:xfrm rot="-4412986">
            <a:off x="8311236" y="2638473"/>
            <a:ext cx="3364621" cy="3209225"/>
            <a:chOff x="616550" y="744600"/>
            <a:chExt cx="936200" cy="893025"/>
          </a:xfrm>
        </p:grpSpPr>
        <p:sp>
          <p:nvSpPr>
            <p:cNvPr id="1820" name="Google Shape;1820;p106"/>
            <p:cNvSpPr/>
            <p:nvPr/>
          </p:nvSpPr>
          <p:spPr>
            <a:xfrm>
              <a:off x="616550" y="744600"/>
              <a:ext cx="936200" cy="893025"/>
            </a:xfrm>
            <a:custGeom>
              <a:avLst/>
              <a:gdLst/>
              <a:ahLst/>
              <a:cxnLst/>
              <a:rect l="l" t="t" r="r" b="b"/>
              <a:pathLst>
                <a:path w="37448" h="35721" extrusionOk="0">
                  <a:moveTo>
                    <a:pt x="21003" y="1"/>
                  </a:moveTo>
                  <a:cubicBezTo>
                    <a:pt x="20950" y="1"/>
                    <a:pt x="20897" y="16"/>
                    <a:pt x="20852" y="46"/>
                  </a:cubicBezTo>
                  <a:lnTo>
                    <a:pt x="18177" y="2356"/>
                  </a:lnTo>
                  <a:cubicBezTo>
                    <a:pt x="18177" y="2356"/>
                    <a:pt x="18146" y="2387"/>
                    <a:pt x="18146" y="2387"/>
                  </a:cubicBezTo>
                  <a:lnTo>
                    <a:pt x="91" y="26946"/>
                  </a:lnTo>
                  <a:cubicBezTo>
                    <a:pt x="0" y="27068"/>
                    <a:pt x="61" y="27220"/>
                    <a:pt x="182" y="27281"/>
                  </a:cubicBezTo>
                  <a:lnTo>
                    <a:pt x="2523" y="28436"/>
                  </a:lnTo>
                  <a:lnTo>
                    <a:pt x="15654" y="35700"/>
                  </a:lnTo>
                  <a:cubicBezTo>
                    <a:pt x="15692" y="35713"/>
                    <a:pt x="15735" y="35720"/>
                    <a:pt x="15776" y="35720"/>
                  </a:cubicBezTo>
                  <a:cubicBezTo>
                    <a:pt x="15835" y="35720"/>
                    <a:pt x="15892" y="35705"/>
                    <a:pt x="15927" y="35670"/>
                  </a:cubicBezTo>
                  <a:cubicBezTo>
                    <a:pt x="16657" y="35092"/>
                    <a:pt x="20274" y="32083"/>
                    <a:pt x="25320" y="27433"/>
                  </a:cubicBezTo>
                  <a:cubicBezTo>
                    <a:pt x="30730" y="22417"/>
                    <a:pt x="37204" y="14666"/>
                    <a:pt x="37204" y="14666"/>
                  </a:cubicBezTo>
                  <a:cubicBezTo>
                    <a:pt x="37448" y="14454"/>
                    <a:pt x="37448" y="14089"/>
                    <a:pt x="37204" y="13876"/>
                  </a:cubicBezTo>
                  <a:cubicBezTo>
                    <a:pt x="36779" y="13451"/>
                    <a:pt x="35867" y="12600"/>
                    <a:pt x="34286" y="11171"/>
                  </a:cubicBezTo>
                  <a:cubicBezTo>
                    <a:pt x="31824" y="9013"/>
                    <a:pt x="22493" y="1171"/>
                    <a:pt x="21155" y="46"/>
                  </a:cubicBezTo>
                  <a:cubicBezTo>
                    <a:pt x="21110" y="16"/>
                    <a:pt x="21057" y="1"/>
                    <a:pt x="210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1" name="Google Shape;1821;p106"/>
            <p:cNvSpPr/>
            <p:nvPr/>
          </p:nvSpPr>
          <p:spPr>
            <a:xfrm>
              <a:off x="1118825" y="951075"/>
              <a:ext cx="191525" cy="163425"/>
            </a:xfrm>
            <a:custGeom>
              <a:avLst/>
              <a:gdLst/>
              <a:ahLst/>
              <a:cxnLst/>
              <a:rect l="l" t="t" r="r" b="b"/>
              <a:pathLst>
                <a:path w="7661" h="6537" extrusionOk="0">
                  <a:moveTo>
                    <a:pt x="426" y="0"/>
                  </a:moveTo>
                  <a:cubicBezTo>
                    <a:pt x="317" y="0"/>
                    <a:pt x="206" y="46"/>
                    <a:pt x="122" y="146"/>
                  </a:cubicBezTo>
                  <a:cubicBezTo>
                    <a:pt x="1" y="298"/>
                    <a:pt x="31" y="541"/>
                    <a:pt x="183" y="663"/>
                  </a:cubicBezTo>
                  <a:lnTo>
                    <a:pt x="6992" y="6468"/>
                  </a:lnTo>
                  <a:cubicBezTo>
                    <a:pt x="7052" y="6499"/>
                    <a:pt x="7144" y="6529"/>
                    <a:pt x="7235" y="6529"/>
                  </a:cubicBezTo>
                  <a:cubicBezTo>
                    <a:pt x="7251" y="6534"/>
                    <a:pt x="7268" y="6537"/>
                    <a:pt x="7286" y="6537"/>
                  </a:cubicBezTo>
                  <a:cubicBezTo>
                    <a:pt x="7368" y="6537"/>
                    <a:pt x="7464" y="6483"/>
                    <a:pt x="7539" y="6407"/>
                  </a:cubicBezTo>
                  <a:cubicBezTo>
                    <a:pt x="7660" y="6255"/>
                    <a:pt x="7630" y="6012"/>
                    <a:pt x="7478" y="5860"/>
                  </a:cubicBezTo>
                  <a:lnTo>
                    <a:pt x="669" y="85"/>
                  </a:lnTo>
                  <a:cubicBezTo>
                    <a:pt x="601" y="31"/>
                    <a:pt x="514" y="0"/>
                    <a:pt x="4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2" name="Google Shape;1822;p106"/>
            <p:cNvSpPr/>
            <p:nvPr/>
          </p:nvSpPr>
          <p:spPr>
            <a:xfrm>
              <a:off x="1078550" y="994400"/>
              <a:ext cx="190750" cy="164750"/>
            </a:xfrm>
            <a:custGeom>
              <a:avLst/>
              <a:gdLst/>
              <a:ahLst/>
              <a:cxnLst/>
              <a:rect l="l" t="t" r="r" b="b"/>
              <a:pathLst>
                <a:path w="7630" h="6590" extrusionOk="0">
                  <a:moveTo>
                    <a:pt x="413" y="0"/>
                  </a:moveTo>
                  <a:cubicBezTo>
                    <a:pt x="308" y="0"/>
                    <a:pt x="206" y="45"/>
                    <a:pt x="122" y="146"/>
                  </a:cubicBezTo>
                  <a:cubicBezTo>
                    <a:pt x="1" y="298"/>
                    <a:pt x="1" y="541"/>
                    <a:pt x="153" y="662"/>
                  </a:cubicBezTo>
                  <a:lnTo>
                    <a:pt x="6931" y="6498"/>
                  </a:lnTo>
                  <a:cubicBezTo>
                    <a:pt x="7022" y="6559"/>
                    <a:pt x="7113" y="6589"/>
                    <a:pt x="7174" y="6589"/>
                  </a:cubicBezTo>
                  <a:cubicBezTo>
                    <a:pt x="7296" y="6589"/>
                    <a:pt x="7417" y="6529"/>
                    <a:pt x="7478" y="6437"/>
                  </a:cubicBezTo>
                  <a:cubicBezTo>
                    <a:pt x="7630" y="6285"/>
                    <a:pt x="7600" y="6042"/>
                    <a:pt x="7448" y="5921"/>
                  </a:cubicBezTo>
                  <a:lnTo>
                    <a:pt x="669" y="85"/>
                  </a:lnTo>
                  <a:cubicBezTo>
                    <a:pt x="587" y="30"/>
                    <a:pt x="499" y="0"/>
                    <a:pt x="4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3" name="Google Shape;1823;p106"/>
            <p:cNvSpPr/>
            <p:nvPr/>
          </p:nvSpPr>
          <p:spPr>
            <a:xfrm>
              <a:off x="1041325" y="1033375"/>
              <a:ext cx="196075" cy="159975"/>
            </a:xfrm>
            <a:custGeom>
              <a:avLst/>
              <a:gdLst/>
              <a:ahLst/>
              <a:cxnLst/>
              <a:rect l="l" t="t" r="r" b="b"/>
              <a:pathLst>
                <a:path w="7843" h="6399" extrusionOk="0">
                  <a:moveTo>
                    <a:pt x="446" y="1"/>
                  </a:moveTo>
                  <a:cubicBezTo>
                    <a:pt x="335" y="1"/>
                    <a:pt x="223" y="48"/>
                    <a:pt x="152" y="137"/>
                  </a:cubicBezTo>
                  <a:cubicBezTo>
                    <a:pt x="0" y="319"/>
                    <a:pt x="31" y="532"/>
                    <a:pt x="213" y="684"/>
                  </a:cubicBezTo>
                  <a:lnTo>
                    <a:pt x="7174" y="6307"/>
                  </a:lnTo>
                  <a:cubicBezTo>
                    <a:pt x="7234" y="6368"/>
                    <a:pt x="7326" y="6398"/>
                    <a:pt x="7386" y="6398"/>
                  </a:cubicBezTo>
                  <a:cubicBezTo>
                    <a:pt x="7508" y="6398"/>
                    <a:pt x="7630" y="6337"/>
                    <a:pt x="7690" y="6246"/>
                  </a:cubicBezTo>
                  <a:cubicBezTo>
                    <a:pt x="7842" y="6094"/>
                    <a:pt x="7812" y="5851"/>
                    <a:pt x="7630" y="5729"/>
                  </a:cubicBezTo>
                  <a:lnTo>
                    <a:pt x="669" y="76"/>
                  </a:lnTo>
                  <a:cubicBezTo>
                    <a:pt x="606" y="25"/>
                    <a:pt x="526" y="1"/>
                    <a:pt x="4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4" name="Google Shape;1824;p106"/>
            <p:cNvSpPr/>
            <p:nvPr/>
          </p:nvSpPr>
          <p:spPr>
            <a:xfrm>
              <a:off x="1007125" y="1070750"/>
              <a:ext cx="186950" cy="159825"/>
            </a:xfrm>
            <a:custGeom>
              <a:avLst/>
              <a:gdLst/>
              <a:ahLst/>
              <a:cxnLst/>
              <a:rect l="l" t="t" r="r" b="b"/>
              <a:pathLst>
                <a:path w="7478" h="6393" extrusionOk="0">
                  <a:moveTo>
                    <a:pt x="413" y="1"/>
                  </a:moveTo>
                  <a:cubicBezTo>
                    <a:pt x="307" y="1"/>
                    <a:pt x="206" y="48"/>
                    <a:pt x="122" y="131"/>
                  </a:cubicBezTo>
                  <a:cubicBezTo>
                    <a:pt x="0" y="283"/>
                    <a:pt x="0" y="526"/>
                    <a:pt x="183" y="678"/>
                  </a:cubicBezTo>
                  <a:lnTo>
                    <a:pt x="6809" y="6301"/>
                  </a:lnTo>
                  <a:cubicBezTo>
                    <a:pt x="6870" y="6362"/>
                    <a:pt x="6961" y="6393"/>
                    <a:pt x="7022" y="6393"/>
                  </a:cubicBezTo>
                  <a:cubicBezTo>
                    <a:pt x="7143" y="6393"/>
                    <a:pt x="7265" y="6362"/>
                    <a:pt x="7326" y="6271"/>
                  </a:cubicBezTo>
                  <a:cubicBezTo>
                    <a:pt x="7478" y="6119"/>
                    <a:pt x="7447" y="5876"/>
                    <a:pt x="7295" y="5724"/>
                  </a:cubicBezTo>
                  <a:lnTo>
                    <a:pt x="669" y="101"/>
                  </a:lnTo>
                  <a:cubicBezTo>
                    <a:pt x="587" y="32"/>
                    <a:pt x="499" y="1"/>
                    <a:pt x="4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25" name="Google Shape;1825;p106"/>
          <p:cNvGrpSpPr/>
          <p:nvPr/>
        </p:nvGrpSpPr>
        <p:grpSpPr>
          <a:xfrm>
            <a:off x="1768539" y="667387"/>
            <a:ext cx="2441296" cy="2429881"/>
            <a:chOff x="2414491" y="671177"/>
            <a:chExt cx="1830972" cy="1822411"/>
          </a:xfrm>
        </p:grpSpPr>
        <p:sp>
          <p:nvSpPr>
            <p:cNvPr id="1826" name="Google Shape;1826;p106"/>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7" name="Google Shape;1827;p106"/>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8" name="Google Shape;1828;p106"/>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9" name="Google Shape;1829;p106"/>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0" name="Google Shape;1830;p106"/>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1" name="Google Shape;1831;p106"/>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2" name="Google Shape;1832;p106"/>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3" name="Google Shape;1833;p106"/>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4" name="Google Shape;1834;p106"/>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5" name="Google Shape;1835;p106"/>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6" name="Google Shape;1836;p106"/>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7" name="Google Shape;1837;p106"/>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8" name="Google Shape;1838;p106"/>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9" name="Google Shape;1839;p106"/>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0" name="Google Shape;1840;p106"/>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1" name="Google Shape;1841;p106"/>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2" name="Google Shape;1842;p106"/>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3" name="Google Shape;1843;p106"/>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4" name="Google Shape;1844;p106"/>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5" name="Google Shape;1845;p106"/>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6" name="Google Shape;1846;p106"/>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7" name="Google Shape;1847;p106"/>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8" name="Google Shape;1848;p106"/>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9" name="Google Shape;1849;p106"/>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0" name="Google Shape;1850;p106"/>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1" name="Google Shape;1851;p106"/>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2" name="Google Shape;1852;p106"/>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3" name="Google Shape;1853;p106"/>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4" name="Google Shape;1854;p106"/>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5" name="Google Shape;1855;p106"/>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6" name="Google Shape;1856;p106"/>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7" name="Google Shape;1857;p106"/>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8" name="Google Shape;1858;p106"/>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9" name="Google Shape;1859;p106"/>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60" name="Google Shape;1860;p106"/>
          <p:cNvGrpSpPr/>
          <p:nvPr/>
        </p:nvGrpSpPr>
        <p:grpSpPr>
          <a:xfrm rot="-969610">
            <a:off x="9174114" y="3282592"/>
            <a:ext cx="2956521" cy="3861825"/>
            <a:chOff x="6078061" y="1684347"/>
            <a:chExt cx="1743860" cy="2277840"/>
          </a:xfrm>
        </p:grpSpPr>
        <p:sp>
          <p:nvSpPr>
            <p:cNvPr id="1861" name="Google Shape;1861;p106"/>
            <p:cNvSpPr/>
            <p:nvPr/>
          </p:nvSpPr>
          <p:spPr>
            <a:xfrm>
              <a:off x="7384410" y="1684347"/>
              <a:ext cx="437511" cy="516459"/>
            </a:xfrm>
            <a:custGeom>
              <a:avLst/>
              <a:gdLst/>
              <a:ahLst/>
              <a:cxnLst/>
              <a:rect l="l" t="t" r="r" b="b"/>
              <a:pathLst>
                <a:path w="8490" h="10022" extrusionOk="0">
                  <a:moveTo>
                    <a:pt x="8405" y="0"/>
                  </a:moveTo>
                  <a:cubicBezTo>
                    <a:pt x="8396" y="0"/>
                    <a:pt x="8390" y="41"/>
                    <a:pt x="8390" y="41"/>
                  </a:cubicBezTo>
                  <a:cubicBezTo>
                    <a:pt x="8390" y="41"/>
                    <a:pt x="6535" y="1439"/>
                    <a:pt x="4043" y="1986"/>
                  </a:cubicBezTo>
                  <a:cubicBezTo>
                    <a:pt x="1551" y="2563"/>
                    <a:pt x="0" y="6636"/>
                    <a:pt x="487" y="8430"/>
                  </a:cubicBezTo>
                  <a:cubicBezTo>
                    <a:pt x="895" y="9870"/>
                    <a:pt x="1871" y="10021"/>
                    <a:pt x="2264" y="10021"/>
                  </a:cubicBezTo>
                  <a:cubicBezTo>
                    <a:pt x="2369" y="10021"/>
                    <a:pt x="2432" y="10010"/>
                    <a:pt x="2432" y="10010"/>
                  </a:cubicBezTo>
                  <a:cubicBezTo>
                    <a:pt x="2432" y="10010"/>
                    <a:pt x="8298" y="8794"/>
                    <a:pt x="8420" y="4053"/>
                  </a:cubicBezTo>
                  <a:cubicBezTo>
                    <a:pt x="8490" y="427"/>
                    <a:pt x="8435" y="0"/>
                    <a:pt x="84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2" name="Google Shape;1862;p106"/>
            <p:cNvSpPr/>
            <p:nvPr/>
          </p:nvSpPr>
          <p:spPr>
            <a:xfrm>
              <a:off x="6078061" y="2151644"/>
              <a:ext cx="1448939" cy="1810543"/>
            </a:xfrm>
            <a:custGeom>
              <a:avLst/>
              <a:gdLst/>
              <a:ahLst/>
              <a:cxnLst/>
              <a:rect l="l" t="t" r="r" b="b"/>
              <a:pathLst>
                <a:path w="28117" h="35134" extrusionOk="0">
                  <a:moveTo>
                    <a:pt x="26110" y="0"/>
                  </a:moveTo>
                  <a:cubicBezTo>
                    <a:pt x="26110" y="0"/>
                    <a:pt x="21247" y="3587"/>
                    <a:pt x="16353" y="10213"/>
                  </a:cubicBezTo>
                  <a:cubicBezTo>
                    <a:pt x="11429" y="16839"/>
                    <a:pt x="0" y="34256"/>
                    <a:pt x="1186" y="35107"/>
                  </a:cubicBezTo>
                  <a:cubicBezTo>
                    <a:pt x="1210" y="35125"/>
                    <a:pt x="1241" y="35134"/>
                    <a:pt x="1279" y="35134"/>
                  </a:cubicBezTo>
                  <a:cubicBezTo>
                    <a:pt x="3097" y="35134"/>
                    <a:pt x="20354" y="14791"/>
                    <a:pt x="24195" y="8420"/>
                  </a:cubicBezTo>
                  <a:cubicBezTo>
                    <a:pt x="28116" y="1915"/>
                    <a:pt x="27782" y="942"/>
                    <a:pt x="27782" y="942"/>
                  </a:cubicBezTo>
                  <a:lnTo>
                    <a:pt x="261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863" name="Google Shape;1863;p106"/>
          <p:cNvSpPr/>
          <p:nvPr/>
        </p:nvSpPr>
        <p:spPr>
          <a:xfrm rot="5400000">
            <a:off x="-2448199" y="1567011"/>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4" name="Google Shape;1864;p106"/>
          <p:cNvSpPr/>
          <p:nvPr/>
        </p:nvSpPr>
        <p:spPr>
          <a:xfrm rot="-7977683">
            <a:off x="2881266" y="4219001"/>
            <a:ext cx="2072881" cy="19889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5" name="Google Shape;1865;p106"/>
          <p:cNvSpPr/>
          <p:nvPr/>
        </p:nvSpPr>
        <p:spPr>
          <a:xfrm rot="4742319" flipH="1">
            <a:off x="9054351" y="-861289"/>
            <a:ext cx="4281144" cy="4263392"/>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408883228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Background 3">
  <p:cSld name="Background 3">
    <p:spTree>
      <p:nvGrpSpPr>
        <p:cNvPr id="1" name="Shape 1866"/>
        <p:cNvGrpSpPr/>
        <p:nvPr/>
      </p:nvGrpSpPr>
      <p:grpSpPr>
        <a:xfrm>
          <a:off x="0" y="0"/>
          <a:ext cx="0" cy="0"/>
          <a:chOff x="0" y="0"/>
          <a:chExt cx="0" cy="0"/>
        </a:xfrm>
      </p:grpSpPr>
      <p:sp>
        <p:nvSpPr>
          <p:cNvPr id="1867" name="Google Shape;1867;p107"/>
          <p:cNvSpPr/>
          <p:nvPr/>
        </p:nvSpPr>
        <p:spPr>
          <a:xfrm rot="288619" flipH="1">
            <a:off x="-2204908" y="1767086"/>
            <a:ext cx="6439008" cy="546349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8" name="Google Shape;1868;p107"/>
          <p:cNvSpPr/>
          <p:nvPr/>
        </p:nvSpPr>
        <p:spPr>
          <a:xfrm>
            <a:off x="10370301" y="895252"/>
            <a:ext cx="3019548" cy="26634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9" name="Google Shape;1869;p107"/>
          <p:cNvSpPr/>
          <p:nvPr/>
        </p:nvSpPr>
        <p:spPr>
          <a:xfrm rot="8226410">
            <a:off x="1010610" y="-1211599"/>
            <a:ext cx="2585197" cy="4407620"/>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70" name="Google Shape;1870;p107"/>
          <p:cNvGrpSpPr/>
          <p:nvPr/>
        </p:nvGrpSpPr>
        <p:grpSpPr>
          <a:xfrm rot="-3861937">
            <a:off x="8697578" y="1840185"/>
            <a:ext cx="2698093" cy="4418504"/>
            <a:chOff x="5754175" y="3922575"/>
            <a:chExt cx="682400" cy="1117525"/>
          </a:xfrm>
        </p:grpSpPr>
        <p:sp>
          <p:nvSpPr>
            <p:cNvPr id="1871" name="Google Shape;1871;p107"/>
            <p:cNvSpPr/>
            <p:nvPr/>
          </p:nvSpPr>
          <p:spPr>
            <a:xfrm>
              <a:off x="5754175" y="4953250"/>
              <a:ext cx="70700" cy="86850"/>
            </a:xfrm>
            <a:custGeom>
              <a:avLst/>
              <a:gdLst/>
              <a:ahLst/>
              <a:cxnLst/>
              <a:rect l="l" t="t" r="r" b="b"/>
              <a:pathLst>
                <a:path w="2828" h="3474" extrusionOk="0">
                  <a:moveTo>
                    <a:pt x="1855" y="1"/>
                  </a:moveTo>
                  <a:cubicBezTo>
                    <a:pt x="1855" y="1"/>
                    <a:pt x="0" y="3283"/>
                    <a:pt x="973" y="3466"/>
                  </a:cubicBezTo>
                  <a:cubicBezTo>
                    <a:pt x="1000" y="3471"/>
                    <a:pt x="1027" y="3473"/>
                    <a:pt x="1054" y="3473"/>
                  </a:cubicBezTo>
                  <a:cubicBezTo>
                    <a:pt x="1994" y="3473"/>
                    <a:pt x="2827" y="456"/>
                    <a:pt x="2827" y="456"/>
                  </a:cubicBezTo>
                  <a:lnTo>
                    <a:pt x="1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2" name="Google Shape;1872;p107"/>
            <p:cNvSpPr/>
            <p:nvPr/>
          </p:nvSpPr>
          <p:spPr>
            <a:xfrm>
              <a:off x="5768600" y="4780750"/>
              <a:ext cx="193050" cy="209925"/>
            </a:xfrm>
            <a:custGeom>
              <a:avLst/>
              <a:gdLst/>
              <a:ahLst/>
              <a:cxnLst/>
              <a:rect l="l" t="t" r="r" b="b"/>
              <a:pathLst>
                <a:path w="7722" h="8397" extrusionOk="0">
                  <a:moveTo>
                    <a:pt x="1065" y="1"/>
                  </a:moveTo>
                  <a:cubicBezTo>
                    <a:pt x="1065" y="1"/>
                    <a:pt x="1" y="7812"/>
                    <a:pt x="1156" y="8359"/>
                  </a:cubicBezTo>
                  <a:cubicBezTo>
                    <a:pt x="1208" y="8384"/>
                    <a:pt x="1269" y="8396"/>
                    <a:pt x="1338" y="8396"/>
                  </a:cubicBezTo>
                  <a:cubicBezTo>
                    <a:pt x="2789" y="8396"/>
                    <a:pt x="7721" y="3131"/>
                    <a:pt x="7721" y="3131"/>
                  </a:cubicBezTo>
                  <a:lnTo>
                    <a:pt x="10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3" name="Google Shape;1873;p107"/>
            <p:cNvSpPr/>
            <p:nvPr/>
          </p:nvSpPr>
          <p:spPr>
            <a:xfrm>
              <a:off x="5795200" y="4343050"/>
              <a:ext cx="389100" cy="516000"/>
            </a:xfrm>
            <a:custGeom>
              <a:avLst/>
              <a:gdLst/>
              <a:ahLst/>
              <a:cxnLst/>
              <a:rect l="l" t="t" r="r" b="b"/>
              <a:pathLst>
                <a:path w="15564" h="20640" extrusionOk="0">
                  <a:moveTo>
                    <a:pt x="8329" y="1"/>
                  </a:moveTo>
                  <a:cubicBezTo>
                    <a:pt x="8329" y="1"/>
                    <a:pt x="7296" y="1399"/>
                    <a:pt x="5715" y="5047"/>
                  </a:cubicBezTo>
                  <a:cubicBezTo>
                    <a:pt x="4104" y="8694"/>
                    <a:pt x="1" y="17509"/>
                    <a:pt x="1" y="17509"/>
                  </a:cubicBezTo>
                  <a:lnTo>
                    <a:pt x="6657" y="20639"/>
                  </a:lnTo>
                  <a:cubicBezTo>
                    <a:pt x="6657" y="20639"/>
                    <a:pt x="7387" y="19728"/>
                    <a:pt x="9636" y="15381"/>
                  </a:cubicBezTo>
                  <a:cubicBezTo>
                    <a:pt x="12281" y="10305"/>
                    <a:pt x="15563" y="3010"/>
                    <a:pt x="15563" y="3010"/>
                  </a:cubicBezTo>
                  <a:lnTo>
                    <a:pt x="83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4" name="Google Shape;1874;p107"/>
            <p:cNvSpPr/>
            <p:nvPr/>
          </p:nvSpPr>
          <p:spPr>
            <a:xfrm>
              <a:off x="6003425" y="3922575"/>
              <a:ext cx="433150" cy="579525"/>
            </a:xfrm>
            <a:custGeom>
              <a:avLst/>
              <a:gdLst/>
              <a:ahLst/>
              <a:cxnLst/>
              <a:rect l="l" t="t" r="r" b="b"/>
              <a:pathLst>
                <a:path w="17326" h="23181" extrusionOk="0">
                  <a:moveTo>
                    <a:pt x="11816" y="1"/>
                  </a:moveTo>
                  <a:cubicBezTo>
                    <a:pt x="10345" y="1"/>
                    <a:pt x="8903" y="821"/>
                    <a:pt x="8085" y="2200"/>
                  </a:cubicBezTo>
                  <a:cubicBezTo>
                    <a:pt x="6535" y="4814"/>
                    <a:pt x="0" y="16820"/>
                    <a:pt x="0" y="16820"/>
                  </a:cubicBezTo>
                  <a:lnTo>
                    <a:pt x="7234" y="19829"/>
                  </a:lnTo>
                  <a:cubicBezTo>
                    <a:pt x="7234" y="19829"/>
                    <a:pt x="13515" y="6181"/>
                    <a:pt x="13978" y="6181"/>
                  </a:cubicBezTo>
                  <a:cubicBezTo>
                    <a:pt x="13979" y="6181"/>
                    <a:pt x="13981" y="6181"/>
                    <a:pt x="13982" y="6181"/>
                  </a:cubicBezTo>
                  <a:cubicBezTo>
                    <a:pt x="14469" y="6273"/>
                    <a:pt x="8237" y="17276"/>
                    <a:pt x="8481" y="20619"/>
                  </a:cubicBezTo>
                  <a:cubicBezTo>
                    <a:pt x="8589" y="22468"/>
                    <a:pt x="9616" y="23180"/>
                    <a:pt x="10214" y="23180"/>
                  </a:cubicBezTo>
                  <a:cubicBezTo>
                    <a:pt x="10451" y="23180"/>
                    <a:pt x="10621" y="23068"/>
                    <a:pt x="10639" y="22869"/>
                  </a:cubicBezTo>
                  <a:cubicBezTo>
                    <a:pt x="10730" y="22109"/>
                    <a:pt x="8845" y="21835"/>
                    <a:pt x="9757" y="19130"/>
                  </a:cubicBezTo>
                  <a:cubicBezTo>
                    <a:pt x="12493" y="10802"/>
                    <a:pt x="17326" y="5300"/>
                    <a:pt x="15411" y="2169"/>
                  </a:cubicBezTo>
                  <a:cubicBezTo>
                    <a:pt x="14477" y="660"/>
                    <a:pt x="13135" y="1"/>
                    <a:pt x="118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61492400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Background 4">
  <p:cSld name="Background 4">
    <p:spTree>
      <p:nvGrpSpPr>
        <p:cNvPr id="1" name="Shape 1875"/>
        <p:cNvGrpSpPr/>
        <p:nvPr/>
      </p:nvGrpSpPr>
      <p:grpSpPr>
        <a:xfrm>
          <a:off x="0" y="0"/>
          <a:ext cx="0" cy="0"/>
          <a:chOff x="0" y="0"/>
          <a:chExt cx="0" cy="0"/>
        </a:xfrm>
      </p:grpSpPr>
      <p:sp>
        <p:nvSpPr>
          <p:cNvPr id="1876" name="Google Shape;1876;p108"/>
          <p:cNvSpPr/>
          <p:nvPr/>
        </p:nvSpPr>
        <p:spPr>
          <a:xfrm rot="10511381">
            <a:off x="-1687775" y="-979614"/>
            <a:ext cx="6439008" cy="546349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77" name="Google Shape;1877;p108"/>
          <p:cNvSpPr/>
          <p:nvPr/>
        </p:nvSpPr>
        <p:spPr>
          <a:xfrm rot="-10501983">
            <a:off x="2012122" y="2543481"/>
            <a:ext cx="2072913" cy="1989017"/>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78" name="Google Shape;1878;p108"/>
          <p:cNvSpPr/>
          <p:nvPr/>
        </p:nvSpPr>
        <p:spPr>
          <a:xfrm rot="-8951944">
            <a:off x="8500767" y="-633419"/>
            <a:ext cx="2585184" cy="44075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79" name="Google Shape;1879;p108"/>
          <p:cNvSpPr/>
          <p:nvPr/>
        </p:nvSpPr>
        <p:spPr>
          <a:xfrm rot="9803796" flipH="1">
            <a:off x="8514426" y="2902723"/>
            <a:ext cx="4538583" cy="4519765"/>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80" name="Google Shape;1880;p108"/>
          <p:cNvGrpSpPr/>
          <p:nvPr/>
        </p:nvGrpSpPr>
        <p:grpSpPr>
          <a:xfrm rot="10800000" flipH="1">
            <a:off x="2920922" y="1908660"/>
            <a:ext cx="2262349" cy="2251771"/>
            <a:chOff x="2414491" y="671177"/>
            <a:chExt cx="1830972" cy="1822411"/>
          </a:xfrm>
        </p:grpSpPr>
        <p:sp>
          <p:nvSpPr>
            <p:cNvPr id="1881" name="Google Shape;1881;p108"/>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2" name="Google Shape;1882;p108"/>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3" name="Google Shape;1883;p108"/>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4" name="Google Shape;1884;p108"/>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5" name="Google Shape;1885;p108"/>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6" name="Google Shape;1886;p108"/>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7" name="Google Shape;1887;p108"/>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8" name="Google Shape;1888;p108"/>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9" name="Google Shape;1889;p108"/>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0" name="Google Shape;1890;p108"/>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1" name="Google Shape;1891;p108"/>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2" name="Google Shape;1892;p108"/>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3" name="Google Shape;1893;p108"/>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4" name="Google Shape;1894;p108"/>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5" name="Google Shape;1895;p108"/>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6" name="Google Shape;1896;p108"/>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7" name="Google Shape;1897;p108"/>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8" name="Google Shape;1898;p108"/>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9" name="Google Shape;1899;p108"/>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0" name="Google Shape;1900;p108"/>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1" name="Google Shape;1901;p108"/>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2" name="Google Shape;1902;p108"/>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3" name="Google Shape;1903;p108"/>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4" name="Google Shape;1904;p108"/>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5" name="Google Shape;1905;p108"/>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6" name="Google Shape;1906;p108"/>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7" name="Google Shape;1907;p108"/>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8" name="Google Shape;1908;p108"/>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9" name="Google Shape;1909;p108"/>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0" name="Google Shape;1910;p108"/>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1" name="Google Shape;1911;p108"/>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2" name="Google Shape;1912;p108"/>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3" name="Google Shape;1913;p108"/>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4" name="Google Shape;1914;p108"/>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71624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Background 5 ">
  <p:cSld name="Background 5 ">
    <p:spTree>
      <p:nvGrpSpPr>
        <p:cNvPr id="1" name="Shape 1915"/>
        <p:cNvGrpSpPr/>
        <p:nvPr/>
      </p:nvGrpSpPr>
      <p:grpSpPr>
        <a:xfrm>
          <a:off x="0" y="0"/>
          <a:ext cx="0" cy="0"/>
          <a:chOff x="0" y="0"/>
          <a:chExt cx="0" cy="0"/>
        </a:xfrm>
      </p:grpSpPr>
      <p:sp>
        <p:nvSpPr>
          <p:cNvPr id="1916" name="Google Shape;1916;p109"/>
          <p:cNvSpPr/>
          <p:nvPr/>
        </p:nvSpPr>
        <p:spPr>
          <a:xfrm rot="3415018">
            <a:off x="-1661178" y="560418"/>
            <a:ext cx="5530657" cy="4704231"/>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17" name="Google Shape;1917;p109"/>
          <p:cNvSpPr/>
          <p:nvPr/>
        </p:nvSpPr>
        <p:spPr>
          <a:xfrm>
            <a:off x="3828014" y="-1374642"/>
            <a:ext cx="3487780" cy="3076548"/>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18" name="Google Shape;1918;p109"/>
          <p:cNvGrpSpPr/>
          <p:nvPr/>
        </p:nvGrpSpPr>
        <p:grpSpPr>
          <a:xfrm rot="10800000" flipH="1">
            <a:off x="2197006" y="2321241"/>
            <a:ext cx="2497447" cy="2485769"/>
            <a:chOff x="2414491" y="671177"/>
            <a:chExt cx="1830972" cy="1822411"/>
          </a:xfrm>
        </p:grpSpPr>
        <p:sp>
          <p:nvSpPr>
            <p:cNvPr id="1919" name="Google Shape;1919;p109"/>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0" name="Google Shape;1920;p109"/>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1" name="Google Shape;1921;p109"/>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2" name="Google Shape;1922;p109"/>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3" name="Google Shape;1923;p109"/>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4" name="Google Shape;1924;p109"/>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5" name="Google Shape;1925;p109"/>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6" name="Google Shape;1926;p109"/>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7" name="Google Shape;1927;p109"/>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8" name="Google Shape;1928;p109"/>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9" name="Google Shape;1929;p109"/>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0" name="Google Shape;1930;p109"/>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1" name="Google Shape;1931;p109"/>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2" name="Google Shape;1932;p109"/>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3" name="Google Shape;1933;p109"/>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4" name="Google Shape;1934;p109"/>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5" name="Google Shape;1935;p109"/>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6" name="Google Shape;1936;p109"/>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7" name="Google Shape;1937;p109"/>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8" name="Google Shape;1938;p109"/>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9" name="Google Shape;1939;p109"/>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0" name="Google Shape;1940;p109"/>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1" name="Google Shape;1941;p109"/>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2" name="Google Shape;1942;p109"/>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3" name="Google Shape;1943;p109"/>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4" name="Google Shape;1944;p109"/>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5" name="Google Shape;1945;p109"/>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6" name="Google Shape;1946;p109"/>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7" name="Google Shape;1947;p109"/>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8" name="Google Shape;1948;p109"/>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9" name="Google Shape;1949;p109"/>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0" name="Google Shape;1950;p109"/>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1" name="Google Shape;1951;p109"/>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2" name="Google Shape;1952;p109"/>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953" name="Google Shape;1953;p109"/>
          <p:cNvSpPr/>
          <p:nvPr/>
        </p:nvSpPr>
        <p:spPr>
          <a:xfrm rot="-288619">
            <a:off x="7620659" y="2266453"/>
            <a:ext cx="6439008" cy="546349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54" name="Google Shape;1954;p109"/>
          <p:cNvGrpSpPr/>
          <p:nvPr/>
        </p:nvGrpSpPr>
        <p:grpSpPr>
          <a:xfrm rot="-1992990">
            <a:off x="7634329" y="1517510"/>
            <a:ext cx="2677879" cy="3199975"/>
            <a:chOff x="5206700" y="1073325"/>
            <a:chExt cx="2008425" cy="2400000"/>
          </a:xfrm>
        </p:grpSpPr>
        <p:sp>
          <p:nvSpPr>
            <p:cNvPr id="1955" name="Google Shape;1955;p109"/>
            <p:cNvSpPr/>
            <p:nvPr/>
          </p:nvSpPr>
          <p:spPr>
            <a:xfrm>
              <a:off x="5573750" y="1073325"/>
              <a:ext cx="1281200" cy="1970925"/>
            </a:xfrm>
            <a:custGeom>
              <a:avLst/>
              <a:gdLst/>
              <a:ahLst/>
              <a:cxnLst/>
              <a:rect l="l" t="t" r="r" b="b"/>
              <a:pathLst>
                <a:path w="51248" h="78837" extrusionOk="0">
                  <a:moveTo>
                    <a:pt x="50129" y="0"/>
                  </a:moveTo>
                  <a:cubicBezTo>
                    <a:pt x="49819" y="0"/>
                    <a:pt x="49517" y="143"/>
                    <a:pt x="49302" y="435"/>
                  </a:cubicBezTo>
                  <a:lnTo>
                    <a:pt x="43679" y="9250"/>
                  </a:lnTo>
                  <a:lnTo>
                    <a:pt x="42281" y="11469"/>
                  </a:lnTo>
                  <a:lnTo>
                    <a:pt x="7356" y="66181"/>
                  </a:lnTo>
                  <a:lnTo>
                    <a:pt x="5897" y="68522"/>
                  </a:lnTo>
                  <a:lnTo>
                    <a:pt x="274" y="77336"/>
                  </a:lnTo>
                  <a:cubicBezTo>
                    <a:pt x="0" y="77792"/>
                    <a:pt x="122" y="78370"/>
                    <a:pt x="578" y="78674"/>
                  </a:cubicBezTo>
                  <a:cubicBezTo>
                    <a:pt x="638" y="78704"/>
                    <a:pt x="760" y="78765"/>
                    <a:pt x="851" y="78795"/>
                  </a:cubicBezTo>
                  <a:cubicBezTo>
                    <a:pt x="933" y="78823"/>
                    <a:pt x="1020" y="78836"/>
                    <a:pt x="1108" y="78836"/>
                  </a:cubicBezTo>
                  <a:cubicBezTo>
                    <a:pt x="1410" y="78836"/>
                    <a:pt x="1727" y="78676"/>
                    <a:pt x="1915" y="78370"/>
                  </a:cubicBezTo>
                  <a:lnTo>
                    <a:pt x="7569" y="69433"/>
                  </a:lnTo>
                  <a:lnTo>
                    <a:pt x="9149" y="66971"/>
                  </a:lnTo>
                  <a:lnTo>
                    <a:pt x="43740" y="12837"/>
                  </a:lnTo>
                  <a:lnTo>
                    <a:pt x="45290" y="10375"/>
                  </a:lnTo>
                  <a:lnTo>
                    <a:pt x="50943" y="1469"/>
                  </a:lnTo>
                  <a:cubicBezTo>
                    <a:pt x="51247" y="1013"/>
                    <a:pt x="51095" y="405"/>
                    <a:pt x="50639" y="131"/>
                  </a:cubicBezTo>
                  <a:cubicBezTo>
                    <a:pt x="50476" y="44"/>
                    <a:pt x="50301" y="0"/>
                    <a:pt x="50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6" name="Google Shape;1956;p109"/>
            <p:cNvSpPr/>
            <p:nvPr/>
          </p:nvSpPr>
          <p:spPr>
            <a:xfrm>
              <a:off x="5633000" y="1197050"/>
              <a:ext cx="1582125" cy="1877700"/>
            </a:xfrm>
            <a:custGeom>
              <a:avLst/>
              <a:gdLst/>
              <a:ahLst/>
              <a:cxnLst/>
              <a:rect l="l" t="t" r="r" b="b"/>
              <a:pathLst>
                <a:path w="63285" h="75108" extrusionOk="0">
                  <a:moveTo>
                    <a:pt x="45794" y="1"/>
                  </a:moveTo>
                  <a:cubicBezTo>
                    <a:pt x="45327" y="1"/>
                    <a:pt x="44858" y="200"/>
                    <a:pt x="44531" y="593"/>
                  </a:cubicBezTo>
                  <a:cubicBezTo>
                    <a:pt x="43862" y="1322"/>
                    <a:pt x="43953" y="2386"/>
                    <a:pt x="44683" y="2994"/>
                  </a:cubicBezTo>
                  <a:cubicBezTo>
                    <a:pt x="45443" y="3632"/>
                    <a:pt x="46142" y="4301"/>
                    <a:pt x="46841" y="5031"/>
                  </a:cubicBezTo>
                  <a:cubicBezTo>
                    <a:pt x="55686" y="14180"/>
                    <a:pt x="59668" y="28283"/>
                    <a:pt x="56750" y="41019"/>
                  </a:cubicBezTo>
                  <a:cubicBezTo>
                    <a:pt x="53589" y="54758"/>
                    <a:pt x="42646" y="66247"/>
                    <a:pt x="28907" y="70229"/>
                  </a:cubicBezTo>
                  <a:cubicBezTo>
                    <a:pt x="25464" y="71227"/>
                    <a:pt x="21935" y="71725"/>
                    <a:pt x="18392" y="71725"/>
                  </a:cubicBezTo>
                  <a:cubicBezTo>
                    <a:pt x="14273" y="71725"/>
                    <a:pt x="10132" y="71052"/>
                    <a:pt x="6080" y="69712"/>
                  </a:cubicBezTo>
                  <a:cubicBezTo>
                    <a:pt x="4925" y="69317"/>
                    <a:pt x="3740" y="68861"/>
                    <a:pt x="2615" y="68375"/>
                  </a:cubicBezTo>
                  <a:cubicBezTo>
                    <a:pt x="2383" y="68271"/>
                    <a:pt x="2144" y="68222"/>
                    <a:pt x="1912" y="68222"/>
                  </a:cubicBezTo>
                  <a:cubicBezTo>
                    <a:pt x="1261" y="68222"/>
                    <a:pt x="657" y="68607"/>
                    <a:pt x="366" y="69257"/>
                  </a:cubicBezTo>
                  <a:cubicBezTo>
                    <a:pt x="1" y="70108"/>
                    <a:pt x="366" y="71111"/>
                    <a:pt x="1247" y="71475"/>
                  </a:cubicBezTo>
                  <a:cubicBezTo>
                    <a:pt x="2159" y="71871"/>
                    <a:pt x="3101" y="72235"/>
                    <a:pt x="4044" y="72600"/>
                  </a:cubicBezTo>
                  <a:cubicBezTo>
                    <a:pt x="4986" y="72934"/>
                    <a:pt x="5959" y="73238"/>
                    <a:pt x="6931" y="73512"/>
                  </a:cubicBezTo>
                  <a:cubicBezTo>
                    <a:pt x="10715" y="74576"/>
                    <a:pt x="14591" y="75108"/>
                    <a:pt x="18444" y="75108"/>
                  </a:cubicBezTo>
                  <a:cubicBezTo>
                    <a:pt x="22296" y="75108"/>
                    <a:pt x="26126" y="74576"/>
                    <a:pt x="29819" y="73512"/>
                  </a:cubicBezTo>
                  <a:cubicBezTo>
                    <a:pt x="45017" y="69105"/>
                    <a:pt x="56598" y="56946"/>
                    <a:pt x="60093" y="41809"/>
                  </a:cubicBezTo>
                  <a:cubicBezTo>
                    <a:pt x="63285" y="27919"/>
                    <a:pt x="58877" y="12569"/>
                    <a:pt x="49151" y="2569"/>
                  </a:cubicBezTo>
                  <a:cubicBezTo>
                    <a:pt x="48421" y="1839"/>
                    <a:pt x="47722" y="1110"/>
                    <a:pt x="46902" y="441"/>
                  </a:cubicBezTo>
                  <a:cubicBezTo>
                    <a:pt x="46593" y="147"/>
                    <a:pt x="46194" y="1"/>
                    <a:pt x="457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7" name="Google Shape;1957;p109"/>
            <p:cNvSpPr/>
            <p:nvPr/>
          </p:nvSpPr>
          <p:spPr>
            <a:xfrm>
              <a:off x="5206700" y="1172250"/>
              <a:ext cx="1797950" cy="1685450"/>
            </a:xfrm>
            <a:custGeom>
              <a:avLst/>
              <a:gdLst/>
              <a:ahLst/>
              <a:cxnLst/>
              <a:rect l="l" t="t" r="r" b="b"/>
              <a:pathLst>
                <a:path w="71918" h="67418" extrusionOk="0">
                  <a:moveTo>
                    <a:pt x="37486" y="1"/>
                  </a:moveTo>
                  <a:cubicBezTo>
                    <a:pt x="31481" y="1"/>
                    <a:pt x="25665" y="1630"/>
                    <a:pt x="20609" y="4533"/>
                  </a:cubicBezTo>
                  <a:cubicBezTo>
                    <a:pt x="18147" y="5962"/>
                    <a:pt x="15868" y="7694"/>
                    <a:pt x="13801" y="9701"/>
                  </a:cubicBezTo>
                  <a:cubicBezTo>
                    <a:pt x="9728" y="13713"/>
                    <a:pt x="6658" y="18789"/>
                    <a:pt x="5016" y="24686"/>
                  </a:cubicBezTo>
                  <a:cubicBezTo>
                    <a:pt x="1" y="42619"/>
                    <a:pt x="10548" y="61191"/>
                    <a:pt x="28482" y="66175"/>
                  </a:cubicBezTo>
                  <a:cubicBezTo>
                    <a:pt x="31503" y="67016"/>
                    <a:pt x="34543" y="67417"/>
                    <a:pt x="37533" y="67417"/>
                  </a:cubicBezTo>
                  <a:cubicBezTo>
                    <a:pt x="51837" y="67417"/>
                    <a:pt x="64996" y="58237"/>
                    <a:pt x="69546" y="44108"/>
                  </a:cubicBezTo>
                  <a:cubicBezTo>
                    <a:pt x="69698" y="43652"/>
                    <a:pt x="69850" y="43196"/>
                    <a:pt x="69972" y="42741"/>
                  </a:cubicBezTo>
                  <a:cubicBezTo>
                    <a:pt x="71917" y="35750"/>
                    <a:pt x="71492" y="28667"/>
                    <a:pt x="69242" y="22315"/>
                  </a:cubicBezTo>
                  <a:cubicBezTo>
                    <a:pt x="65625" y="12375"/>
                    <a:pt x="57479" y="4290"/>
                    <a:pt x="46506" y="1251"/>
                  </a:cubicBezTo>
                  <a:cubicBezTo>
                    <a:pt x="43500" y="403"/>
                    <a:pt x="40470" y="1"/>
                    <a:pt x="374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8" name="Google Shape;1958;p109"/>
            <p:cNvSpPr/>
            <p:nvPr/>
          </p:nvSpPr>
          <p:spPr>
            <a:xfrm>
              <a:off x="6664950" y="1142000"/>
              <a:ext cx="185425" cy="167100"/>
            </a:xfrm>
            <a:custGeom>
              <a:avLst/>
              <a:gdLst/>
              <a:ahLst/>
              <a:cxnLst/>
              <a:rect l="l" t="t" r="r" b="b"/>
              <a:pathLst>
                <a:path w="7417" h="6684" extrusionOk="0">
                  <a:moveTo>
                    <a:pt x="3726" y="0"/>
                  </a:moveTo>
                  <a:cubicBezTo>
                    <a:pt x="2255" y="0"/>
                    <a:pt x="922" y="967"/>
                    <a:pt x="517" y="2461"/>
                  </a:cubicBezTo>
                  <a:cubicBezTo>
                    <a:pt x="0" y="4223"/>
                    <a:pt x="1034" y="6047"/>
                    <a:pt x="2827" y="6564"/>
                  </a:cubicBezTo>
                  <a:cubicBezTo>
                    <a:pt x="3127" y="6645"/>
                    <a:pt x="3427" y="6684"/>
                    <a:pt x="3722" y="6684"/>
                  </a:cubicBezTo>
                  <a:cubicBezTo>
                    <a:pt x="5192" y="6684"/>
                    <a:pt x="6525" y="5717"/>
                    <a:pt x="6931" y="4223"/>
                  </a:cubicBezTo>
                  <a:cubicBezTo>
                    <a:pt x="7417" y="2461"/>
                    <a:pt x="6383" y="637"/>
                    <a:pt x="4620" y="120"/>
                  </a:cubicBezTo>
                  <a:cubicBezTo>
                    <a:pt x="4321" y="39"/>
                    <a:pt x="4021" y="0"/>
                    <a:pt x="37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9" name="Google Shape;1959;p109"/>
            <p:cNvSpPr/>
            <p:nvPr/>
          </p:nvSpPr>
          <p:spPr>
            <a:xfrm>
              <a:off x="5581350" y="2832750"/>
              <a:ext cx="185425" cy="167125"/>
            </a:xfrm>
            <a:custGeom>
              <a:avLst/>
              <a:gdLst/>
              <a:ahLst/>
              <a:cxnLst/>
              <a:rect l="l" t="t" r="r" b="b"/>
              <a:pathLst>
                <a:path w="7417" h="6685" extrusionOk="0">
                  <a:moveTo>
                    <a:pt x="3706" y="0"/>
                  </a:moveTo>
                  <a:cubicBezTo>
                    <a:pt x="2246" y="0"/>
                    <a:pt x="892" y="967"/>
                    <a:pt x="486" y="2461"/>
                  </a:cubicBezTo>
                  <a:cubicBezTo>
                    <a:pt x="0" y="4224"/>
                    <a:pt x="1034" y="6047"/>
                    <a:pt x="2827" y="6564"/>
                  </a:cubicBezTo>
                  <a:cubicBezTo>
                    <a:pt x="3121" y="6645"/>
                    <a:pt x="3417" y="6684"/>
                    <a:pt x="3709" y="6684"/>
                  </a:cubicBezTo>
                  <a:cubicBezTo>
                    <a:pt x="5162" y="6684"/>
                    <a:pt x="6500" y="5718"/>
                    <a:pt x="6930" y="4224"/>
                  </a:cubicBezTo>
                  <a:cubicBezTo>
                    <a:pt x="7417" y="2461"/>
                    <a:pt x="6383" y="637"/>
                    <a:pt x="4590" y="120"/>
                  </a:cubicBezTo>
                  <a:cubicBezTo>
                    <a:pt x="4295" y="39"/>
                    <a:pt x="3999" y="0"/>
                    <a:pt x="37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0" name="Google Shape;1960;p109"/>
            <p:cNvSpPr/>
            <p:nvPr/>
          </p:nvSpPr>
          <p:spPr>
            <a:xfrm>
              <a:off x="5747750" y="2958600"/>
              <a:ext cx="142125" cy="260900"/>
            </a:xfrm>
            <a:custGeom>
              <a:avLst/>
              <a:gdLst/>
              <a:ahLst/>
              <a:cxnLst/>
              <a:rect l="l" t="t" r="r" b="b"/>
              <a:pathLst>
                <a:path w="5685" h="10436" extrusionOk="0">
                  <a:moveTo>
                    <a:pt x="3811" y="0"/>
                  </a:moveTo>
                  <a:cubicBezTo>
                    <a:pt x="3075" y="0"/>
                    <a:pt x="2415" y="504"/>
                    <a:pt x="2189" y="1257"/>
                  </a:cubicBezTo>
                  <a:lnTo>
                    <a:pt x="244" y="8278"/>
                  </a:lnTo>
                  <a:cubicBezTo>
                    <a:pt x="1" y="9190"/>
                    <a:pt x="517" y="10102"/>
                    <a:pt x="1429" y="10375"/>
                  </a:cubicBezTo>
                  <a:cubicBezTo>
                    <a:pt x="1581" y="10416"/>
                    <a:pt x="1733" y="10435"/>
                    <a:pt x="1882" y="10435"/>
                  </a:cubicBezTo>
                  <a:cubicBezTo>
                    <a:pt x="2627" y="10435"/>
                    <a:pt x="3299" y="9950"/>
                    <a:pt x="3527" y="9190"/>
                  </a:cubicBezTo>
                  <a:lnTo>
                    <a:pt x="5472" y="2168"/>
                  </a:lnTo>
                  <a:cubicBezTo>
                    <a:pt x="5685" y="1287"/>
                    <a:pt x="5168" y="345"/>
                    <a:pt x="4287" y="71"/>
                  </a:cubicBezTo>
                  <a:cubicBezTo>
                    <a:pt x="4127" y="23"/>
                    <a:pt x="3967" y="0"/>
                    <a:pt x="38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1" name="Google Shape;1961;p109"/>
            <p:cNvSpPr/>
            <p:nvPr/>
          </p:nvSpPr>
          <p:spPr>
            <a:xfrm>
              <a:off x="5298650" y="3137600"/>
              <a:ext cx="902025" cy="335725"/>
            </a:xfrm>
            <a:custGeom>
              <a:avLst/>
              <a:gdLst/>
              <a:ahLst/>
              <a:cxnLst/>
              <a:rect l="l" t="t" r="r" b="b"/>
              <a:pathLst>
                <a:path w="36081" h="13429" extrusionOk="0">
                  <a:moveTo>
                    <a:pt x="8992" y="1"/>
                  </a:moveTo>
                  <a:cubicBezTo>
                    <a:pt x="5867" y="1"/>
                    <a:pt x="3302" y="502"/>
                    <a:pt x="1703" y="1452"/>
                  </a:cubicBezTo>
                  <a:cubicBezTo>
                    <a:pt x="791" y="1999"/>
                    <a:pt x="214" y="2668"/>
                    <a:pt x="1" y="3489"/>
                  </a:cubicBezTo>
                  <a:lnTo>
                    <a:pt x="35868" y="13428"/>
                  </a:lnTo>
                  <a:cubicBezTo>
                    <a:pt x="36081" y="12638"/>
                    <a:pt x="35929" y="11726"/>
                    <a:pt x="35442" y="10845"/>
                  </a:cubicBezTo>
                  <a:cubicBezTo>
                    <a:pt x="33679" y="7501"/>
                    <a:pt x="27600" y="3793"/>
                    <a:pt x="19819" y="1604"/>
                  </a:cubicBezTo>
                  <a:cubicBezTo>
                    <a:pt x="15914" y="517"/>
                    <a:pt x="12164" y="1"/>
                    <a:pt x="89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2" name="Google Shape;1962;p109"/>
            <p:cNvSpPr/>
            <p:nvPr/>
          </p:nvSpPr>
          <p:spPr>
            <a:xfrm>
              <a:off x="6405825" y="1721750"/>
              <a:ext cx="598825" cy="912150"/>
            </a:xfrm>
            <a:custGeom>
              <a:avLst/>
              <a:gdLst/>
              <a:ahLst/>
              <a:cxnLst/>
              <a:rect l="l" t="t" r="r" b="b"/>
              <a:pathLst>
                <a:path w="23953" h="36486" extrusionOk="0">
                  <a:moveTo>
                    <a:pt x="20119" y="0"/>
                  </a:moveTo>
                  <a:cubicBezTo>
                    <a:pt x="19991" y="0"/>
                    <a:pt x="19859" y="10"/>
                    <a:pt x="19727" y="31"/>
                  </a:cubicBezTo>
                  <a:cubicBezTo>
                    <a:pt x="17964" y="395"/>
                    <a:pt x="16718" y="1490"/>
                    <a:pt x="15654" y="1672"/>
                  </a:cubicBezTo>
                  <a:cubicBezTo>
                    <a:pt x="14560" y="1854"/>
                    <a:pt x="14438" y="3648"/>
                    <a:pt x="15198" y="4408"/>
                  </a:cubicBezTo>
                  <a:cubicBezTo>
                    <a:pt x="15806" y="5016"/>
                    <a:pt x="16232" y="5745"/>
                    <a:pt x="16718" y="6019"/>
                  </a:cubicBezTo>
                  <a:cubicBezTo>
                    <a:pt x="16759" y="6019"/>
                    <a:pt x="16813" y="6032"/>
                    <a:pt x="16862" y="6032"/>
                  </a:cubicBezTo>
                  <a:cubicBezTo>
                    <a:pt x="16887" y="6032"/>
                    <a:pt x="16911" y="6029"/>
                    <a:pt x="16931" y="6019"/>
                  </a:cubicBezTo>
                  <a:cubicBezTo>
                    <a:pt x="17437" y="5899"/>
                    <a:pt x="17593" y="3736"/>
                    <a:pt x="18687" y="3736"/>
                  </a:cubicBezTo>
                  <a:cubicBezTo>
                    <a:pt x="18709" y="3736"/>
                    <a:pt x="18732" y="3737"/>
                    <a:pt x="18755" y="3739"/>
                  </a:cubicBezTo>
                  <a:cubicBezTo>
                    <a:pt x="18772" y="3739"/>
                    <a:pt x="18788" y="3740"/>
                    <a:pt x="18805" y="3740"/>
                  </a:cubicBezTo>
                  <a:cubicBezTo>
                    <a:pt x="19686" y="3740"/>
                    <a:pt x="19857" y="3038"/>
                    <a:pt x="20246" y="3038"/>
                  </a:cubicBezTo>
                  <a:cubicBezTo>
                    <a:pt x="20292" y="3038"/>
                    <a:pt x="20342" y="3048"/>
                    <a:pt x="20396" y="3070"/>
                  </a:cubicBezTo>
                  <a:cubicBezTo>
                    <a:pt x="20973" y="3496"/>
                    <a:pt x="20943" y="3952"/>
                    <a:pt x="19666" y="4681"/>
                  </a:cubicBezTo>
                  <a:cubicBezTo>
                    <a:pt x="18420" y="5411"/>
                    <a:pt x="19059" y="6383"/>
                    <a:pt x="17843" y="6657"/>
                  </a:cubicBezTo>
                  <a:cubicBezTo>
                    <a:pt x="17748" y="6673"/>
                    <a:pt x="17652" y="6680"/>
                    <a:pt x="17555" y="6680"/>
                  </a:cubicBezTo>
                  <a:cubicBezTo>
                    <a:pt x="17276" y="6680"/>
                    <a:pt x="16989" y="6618"/>
                    <a:pt x="16718" y="6505"/>
                  </a:cubicBezTo>
                  <a:cubicBezTo>
                    <a:pt x="16475" y="6414"/>
                    <a:pt x="16292" y="6323"/>
                    <a:pt x="16110" y="6231"/>
                  </a:cubicBezTo>
                  <a:cubicBezTo>
                    <a:pt x="15928" y="6110"/>
                    <a:pt x="15715" y="6049"/>
                    <a:pt x="15533" y="5958"/>
                  </a:cubicBezTo>
                  <a:cubicBezTo>
                    <a:pt x="15314" y="5898"/>
                    <a:pt x="15108" y="5838"/>
                    <a:pt x="14907" y="5838"/>
                  </a:cubicBezTo>
                  <a:cubicBezTo>
                    <a:pt x="14800" y="5838"/>
                    <a:pt x="14695" y="5855"/>
                    <a:pt x="14590" y="5897"/>
                  </a:cubicBezTo>
                  <a:cubicBezTo>
                    <a:pt x="13648" y="6201"/>
                    <a:pt x="11399" y="6383"/>
                    <a:pt x="10973" y="6991"/>
                  </a:cubicBezTo>
                  <a:cubicBezTo>
                    <a:pt x="10657" y="7492"/>
                    <a:pt x="10341" y="8266"/>
                    <a:pt x="9748" y="8266"/>
                  </a:cubicBezTo>
                  <a:cubicBezTo>
                    <a:pt x="9657" y="8266"/>
                    <a:pt x="9559" y="8248"/>
                    <a:pt x="9453" y="8207"/>
                  </a:cubicBezTo>
                  <a:cubicBezTo>
                    <a:pt x="9423" y="8207"/>
                    <a:pt x="9332" y="8177"/>
                    <a:pt x="9301" y="8146"/>
                  </a:cubicBezTo>
                  <a:cubicBezTo>
                    <a:pt x="9180" y="8055"/>
                    <a:pt x="9089" y="8025"/>
                    <a:pt x="8967" y="7934"/>
                  </a:cubicBezTo>
                  <a:cubicBezTo>
                    <a:pt x="8785" y="7842"/>
                    <a:pt x="8572" y="7751"/>
                    <a:pt x="8420" y="7690"/>
                  </a:cubicBezTo>
                  <a:cubicBezTo>
                    <a:pt x="8311" y="7651"/>
                    <a:pt x="8215" y="7627"/>
                    <a:pt x="8127" y="7627"/>
                  </a:cubicBezTo>
                  <a:cubicBezTo>
                    <a:pt x="7944" y="7627"/>
                    <a:pt x="7794" y="7728"/>
                    <a:pt x="7630" y="7994"/>
                  </a:cubicBezTo>
                  <a:cubicBezTo>
                    <a:pt x="7265" y="8633"/>
                    <a:pt x="6809" y="9666"/>
                    <a:pt x="7721" y="10274"/>
                  </a:cubicBezTo>
                  <a:cubicBezTo>
                    <a:pt x="7751" y="10304"/>
                    <a:pt x="7812" y="10335"/>
                    <a:pt x="7873" y="10365"/>
                  </a:cubicBezTo>
                  <a:cubicBezTo>
                    <a:pt x="7934" y="10426"/>
                    <a:pt x="7964" y="10426"/>
                    <a:pt x="8055" y="10456"/>
                  </a:cubicBezTo>
                  <a:cubicBezTo>
                    <a:pt x="8195" y="10509"/>
                    <a:pt x="8326" y="10531"/>
                    <a:pt x="8450" y="10531"/>
                  </a:cubicBezTo>
                  <a:cubicBezTo>
                    <a:pt x="8973" y="10531"/>
                    <a:pt x="9354" y="10131"/>
                    <a:pt x="9575" y="9909"/>
                  </a:cubicBezTo>
                  <a:cubicBezTo>
                    <a:pt x="9820" y="9640"/>
                    <a:pt x="10104" y="9410"/>
                    <a:pt x="10443" y="9410"/>
                  </a:cubicBezTo>
                  <a:cubicBezTo>
                    <a:pt x="10525" y="9410"/>
                    <a:pt x="10611" y="9424"/>
                    <a:pt x="10700" y="9453"/>
                  </a:cubicBezTo>
                  <a:cubicBezTo>
                    <a:pt x="10771" y="9481"/>
                    <a:pt x="10837" y="9491"/>
                    <a:pt x="10898" y="9491"/>
                  </a:cubicBezTo>
                  <a:cubicBezTo>
                    <a:pt x="11108" y="9491"/>
                    <a:pt x="11278" y="9371"/>
                    <a:pt x="11505" y="9371"/>
                  </a:cubicBezTo>
                  <a:cubicBezTo>
                    <a:pt x="11583" y="9371"/>
                    <a:pt x="11668" y="9385"/>
                    <a:pt x="11764" y="9423"/>
                  </a:cubicBezTo>
                  <a:cubicBezTo>
                    <a:pt x="11824" y="9453"/>
                    <a:pt x="11885" y="9453"/>
                    <a:pt x="11916" y="9514"/>
                  </a:cubicBezTo>
                  <a:cubicBezTo>
                    <a:pt x="12493" y="9909"/>
                    <a:pt x="13131" y="10335"/>
                    <a:pt x="13192" y="10760"/>
                  </a:cubicBezTo>
                  <a:cubicBezTo>
                    <a:pt x="13223" y="11186"/>
                    <a:pt x="12767" y="12250"/>
                    <a:pt x="12797" y="12614"/>
                  </a:cubicBezTo>
                  <a:cubicBezTo>
                    <a:pt x="12882" y="12614"/>
                    <a:pt x="13073" y="12244"/>
                    <a:pt x="13419" y="12244"/>
                  </a:cubicBezTo>
                  <a:cubicBezTo>
                    <a:pt x="13444" y="12244"/>
                    <a:pt x="13470" y="12246"/>
                    <a:pt x="13496" y="12250"/>
                  </a:cubicBezTo>
                  <a:cubicBezTo>
                    <a:pt x="13569" y="12255"/>
                    <a:pt x="13644" y="12258"/>
                    <a:pt x="13717" y="12258"/>
                  </a:cubicBezTo>
                  <a:cubicBezTo>
                    <a:pt x="14101" y="12258"/>
                    <a:pt x="14449" y="12167"/>
                    <a:pt x="14347" y="11733"/>
                  </a:cubicBezTo>
                  <a:cubicBezTo>
                    <a:pt x="14286" y="11247"/>
                    <a:pt x="13435" y="9818"/>
                    <a:pt x="13678" y="9666"/>
                  </a:cubicBezTo>
                  <a:cubicBezTo>
                    <a:pt x="13790" y="9599"/>
                    <a:pt x="13918" y="9499"/>
                    <a:pt x="14087" y="9499"/>
                  </a:cubicBezTo>
                  <a:cubicBezTo>
                    <a:pt x="14148" y="9499"/>
                    <a:pt x="14214" y="9512"/>
                    <a:pt x="14286" y="9545"/>
                  </a:cubicBezTo>
                  <a:cubicBezTo>
                    <a:pt x="14408" y="9605"/>
                    <a:pt x="14499" y="9727"/>
                    <a:pt x="14590" y="9970"/>
                  </a:cubicBezTo>
                  <a:cubicBezTo>
                    <a:pt x="14864" y="10608"/>
                    <a:pt x="15107" y="11399"/>
                    <a:pt x="14925" y="11855"/>
                  </a:cubicBezTo>
                  <a:cubicBezTo>
                    <a:pt x="14742" y="12280"/>
                    <a:pt x="14590" y="12706"/>
                    <a:pt x="14894" y="13162"/>
                  </a:cubicBezTo>
                  <a:cubicBezTo>
                    <a:pt x="14902" y="13163"/>
                    <a:pt x="14910" y="13164"/>
                    <a:pt x="14918" y="13164"/>
                  </a:cubicBezTo>
                  <a:cubicBezTo>
                    <a:pt x="15060" y="13164"/>
                    <a:pt x="15185" y="12918"/>
                    <a:pt x="15502" y="12918"/>
                  </a:cubicBezTo>
                  <a:cubicBezTo>
                    <a:pt x="15533" y="12918"/>
                    <a:pt x="15563" y="12918"/>
                    <a:pt x="15654" y="12949"/>
                  </a:cubicBezTo>
                  <a:cubicBezTo>
                    <a:pt x="15685" y="12949"/>
                    <a:pt x="15806" y="13010"/>
                    <a:pt x="15958" y="13101"/>
                  </a:cubicBezTo>
                  <a:cubicBezTo>
                    <a:pt x="15983" y="13126"/>
                    <a:pt x="16019" y="13141"/>
                    <a:pt x="16063" y="13141"/>
                  </a:cubicBezTo>
                  <a:cubicBezTo>
                    <a:pt x="16125" y="13141"/>
                    <a:pt x="16203" y="13111"/>
                    <a:pt x="16292" y="13040"/>
                  </a:cubicBezTo>
                  <a:cubicBezTo>
                    <a:pt x="16688" y="12736"/>
                    <a:pt x="16262" y="12189"/>
                    <a:pt x="17052" y="12189"/>
                  </a:cubicBezTo>
                  <a:cubicBezTo>
                    <a:pt x="17647" y="12189"/>
                    <a:pt x="17626" y="11816"/>
                    <a:pt x="17905" y="11816"/>
                  </a:cubicBezTo>
                  <a:cubicBezTo>
                    <a:pt x="17954" y="11816"/>
                    <a:pt x="18013" y="11827"/>
                    <a:pt x="18086" y="11855"/>
                  </a:cubicBezTo>
                  <a:cubicBezTo>
                    <a:pt x="18147" y="11885"/>
                    <a:pt x="18238" y="11946"/>
                    <a:pt x="18299" y="12007"/>
                  </a:cubicBezTo>
                  <a:cubicBezTo>
                    <a:pt x="18846" y="12432"/>
                    <a:pt x="18907" y="12797"/>
                    <a:pt x="19119" y="12918"/>
                  </a:cubicBezTo>
                  <a:cubicBezTo>
                    <a:pt x="19180" y="12918"/>
                    <a:pt x="19302" y="12918"/>
                    <a:pt x="19454" y="12858"/>
                  </a:cubicBezTo>
                  <a:cubicBezTo>
                    <a:pt x="19553" y="12801"/>
                    <a:pt x="19665" y="12777"/>
                    <a:pt x="19781" y="12777"/>
                  </a:cubicBezTo>
                  <a:cubicBezTo>
                    <a:pt x="19914" y="12777"/>
                    <a:pt x="20053" y="12809"/>
                    <a:pt x="20183" y="12858"/>
                  </a:cubicBezTo>
                  <a:cubicBezTo>
                    <a:pt x="20214" y="12888"/>
                    <a:pt x="20274" y="12888"/>
                    <a:pt x="20335" y="12918"/>
                  </a:cubicBezTo>
                  <a:cubicBezTo>
                    <a:pt x="20578" y="13070"/>
                    <a:pt x="20821" y="13344"/>
                    <a:pt x="20882" y="13557"/>
                  </a:cubicBezTo>
                  <a:cubicBezTo>
                    <a:pt x="21019" y="13966"/>
                    <a:pt x="20885" y="14965"/>
                    <a:pt x="20173" y="14965"/>
                  </a:cubicBezTo>
                  <a:cubicBezTo>
                    <a:pt x="20093" y="14965"/>
                    <a:pt x="20005" y="14952"/>
                    <a:pt x="19910" y="14925"/>
                  </a:cubicBezTo>
                  <a:cubicBezTo>
                    <a:pt x="19818" y="14894"/>
                    <a:pt x="19788" y="14894"/>
                    <a:pt x="19758" y="14864"/>
                  </a:cubicBezTo>
                  <a:cubicBezTo>
                    <a:pt x="19484" y="14712"/>
                    <a:pt x="19332" y="14469"/>
                    <a:pt x="19180" y="14256"/>
                  </a:cubicBezTo>
                  <a:cubicBezTo>
                    <a:pt x="19028" y="14013"/>
                    <a:pt x="18876" y="13800"/>
                    <a:pt x="18451" y="13618"/>
                  </a:cubicBezTo>
                  <a:cubicBezTo>
                    <a:pt x="18276" y="13587"/>
                    <a:pt x="18050" y="13568"/>
                    <a:pt x="17807" y="13568"/>
                  </a:cubicBezTo>
                  <a:cubicBezTo>
                    <a:pt x="17079" y="13568"/>
                    <a:pt x="16201" y="13739"/>
                    <a:pt x="16110" y="14286"/>
                  </a:cubicBezTo>
                  <a:cubicBezTo>
                    <a:pt x="15989" y="15016"/>
                    <a:pt x="17478" y="15229"/>
                    <a:pt x="17478" y="16049"/>
                  </a:cubicBezTo>
                  <a:cubicBezTo>
                    <a:pt x="17478" y="16624"/>
                    <a:pt x="17365" y="17357"/>
                    <a:pt x="16850" y="17357"/>
                  </a:cubicBezTo>
                  <a:cubicBezTo>
                    <a:pt x="16767" y="17357"/>
                    <a:pt x="16672" y="17338"/>
                    <a:pt x="16566" y="17295"/>
                  </a:cubicBezTo>
                  <a:cubicBezTo>
                    <a:pt x="15806" y="16809"/>
                    <a:pt x="15168" y="16414"/>
                    <a:pt x="14773" y="15593"/>
                  </a:cubicBezTo>
                  <a:cubicBezTo>
                    <a:pt x="14712" y="15350"/>
                    <a:pt x="14590" y="15229"/>
                    <a:pt x="14438" y="15168"/>
                  </a:cubicBezTo>
                  <a:cubicBezTo>
                    <a:pt x="14375" y="15147"/>
                    <a:pt x="14308" y="15138"/>
                    <a:pt x="14238" y="15138"/>
                  </a:cubicBezTo>
                  <a:cubicBezTo>
                    <a:pt x="13990" y="15138"/>
                    <a:pt x="13692" y="15242"/>
                    <a:pt x="13296" y="15242"/>
                  </a:cubicBezTo>
                  <a:cubicBezTo>
                    <a:pt x="13162" y="15242"/>
                    <a:pt x="13016" y="15230"/>
                    <a:pt x="12858" y="15198"/>
                  </a:cubicBezTo>
                  <a:cubicBezTo>
                    <a:pt x="12736" y="15198"/>
                    <a:pt x="12615" y="15168"/>
                    <a:pt x="12493" y="15137"/>
                  </a:cubicBezTo>
                  <a:cubicBezTo>
                    <a:pt x="12432" y="15077"/>
                    <a:pt x="12311" y="15046"/>
                    <a:pt x="12250" y="15016"/>
                  </a:cubicBezTo>
                  <a:cubicBezTo>
                    <a:pt x="11520" y="14621"/>
                    <a:pt x="11034" y="13830"/>
                    <a:pt x="10973" y="13405"/>
                  </a:cubicBezTo>
                  <a:cubicBezTo>
                    <a:pt x="10943" y="13010"/>
                    <a:pt x="11034" y="11885"/>
                    <a:pt x="9970" y="11277"/>
                  </a:cubicBezTo>
                  <a:cubicBezTo>
                    <a:pt x="9879" y="11216"/>
                    <a:pt x="9757" y="11186"/>
                    <a:pt x="9666" y="11125"/>
                  </a:cubicBezTo>
                  <a:lnTo>
                    <a:pt x="9301" y="11034"/>
                  </a:lnTo>
                  <a:cubicBezTo>
                    <a:pt x="8940" y="10944"/>
                    <a:pt x="8699" y="10912"/>
                    <a:pt x="8531" y="10912"/>
                  </a:cubicBezTo>
                  <a:cubicBezTo>
                    <a:pt x="8140" y="10912"/>
                    <a:pt x="8133" y="11081"/>
                    <a:pt x="7902" y="11081"/>
                  </a:cubicBezTo>
                  <a:cubicBezTo>
                    <a:pt x="7796" y="11081"/>
                    <a:pt x="7644" y="11046"/>
                    <a:pt x="7387" y="10943"/>
                  </a:cubicBezTo>
                  <a:cubicBezTo>
                    <a:pt x="7235" y="10882"/>
                    <a:pt x="7083" y="10791"/>
                    <a:pt x="6870" y="10730"/>
                  </a:cubicBezTo>
                  <a:cubicBezTo>
                    <a:pt x="6809" y="10669"/>
                    <a:pt x="6779" y="10669"/>
                    <a:pt x="6687" y="10639"/>
                  </a:cubicBezTo>
                  <a:cubicBezTo>
                    <a:pt x="6455" y="10548"/>
                    <a:pt x="6262" y="10508"/>
                    <a:pt x="6100" y="10508"/>
                  </a:cubicBezTo>
                  <a:cubicBezTo>
                    <a:pt x="5181" y="10508"/>
                    <a:pt x="5245" y="11769"/>
                    <a:pt x="4651" y="11976"/>
                  </a:cubicBezTo>
                  <a:cubicBezTo>
                    <a:pt x="3891" y="12189"/>
                    <a:pt x="2098" y="12584"/>
                    <a:pt x="1611" y="12949"/>
                  </a:cubicBezTo>
                  <a:cubicBezTo>
                    <a:pt x="1095" y="13344"/>
                    <a:pt x="0" y="15016"/>
                    <a:pt x="304" y="16110"/>
                  </a:cubicBezTo>
                  <a:cubicBezTo>
                    <a:pt x="608" y="17204"/>
                    <a:pt x="1186" y="19180"/>
                    <a:pt x="1794" y="19788"/>
                  </a:cubicBezTo>
                  <a:cubicBezTo>
                    <a:pt x="1915" y="19909"/>
                    <a:pt x="2067" y="20031"/>
                    <a:pt x="2219" y="20092"/>
                  </a:cubicBezTo>
                  <a:lnTo>
                    <a:pt x="2432" y="20213"/>
                  </a:lnTo>
                  <a:cubicBezTo>
                    <a:pt x="2686" y="20309"/>
                    <a:pt x="2965" y="20354"/>
                    <a:pt x="3261" y="20354"/>
                  </a:cubicBezTo>
                  <a:cubicBezTo>
                    <a:pt x="3531" y="20354"/>
                    <a:pt x="3814" y="20316"/>
                    <a:pt x="4104" y="20244"/>
                  </a:cubicBezTo>
                  <a:cubicBezTo>
                    <a:pt x="4215" y="20224"/>
                    <a:pt x="4330" y="20213"/>
                    <a:pt x="4443" y="20213"/>
                  </a:cubicBezTo>
                  <a:cubicBezTo>
                    <a:pt x="4668" y="20213"/>
                    <a:pt x="4884" y="20254"/>
                    <a:pt x="5046" y="20335"/>
                  </a:cubicBezTo>
                  <a:lnTo>
                    <a:pt x="5289" y="20457"/>
                  </a:lnTo>
                  <a:cubicBezTo>
                    <a:pt x="5624" y="20639"/>
                    <a:pt x="5867" y="20943"/>
                    <a:pt x="5897" y="21216"/>
                  </a:cubicBezTo>
                  <a:cubicBezTo>
                    <a:pt x="5928" y="21672"/>
                    <a:pt x="6080" y="22767"/>
                    <a:pt x="5046" y="24499"/>
                  </a:cubicBezTo>
                  <a:cubicBezTo>
                    <a:pt x="4043" y="26293"/>
                    <a:pt x="3496" y="27296"/>
                    <a:pt x="3891" y="28055"/>
                  </a:cubicBezTo>
                  <a:cubicBezTo>
                    <a:pt x="4256" y="28815"/>
                    <a:pt x="3010" y="30274"/>
                    <a:pt x="2766" y="30973"/>
                  </a:cubicBezTo>
                  <a:cubicBezTo>
                    <a:pt x="2554" y="31642"/>
                    <a:pt x="1824" y="33527"/>
                    <a:pt x="2766" y="34682"/>
                  </a:cubicBezTo>
                  <a:cubicBezTo>
                    <a:pt x="3283" y="35290"/>
                    <a:pt x="3830" y="35806"/>
                    <a:pt x="4408" y="36110"/>
                  </a:cubicBezTo>
                  <a:cubicBezTo>
                    <a:pt x="4560" y="36171"/>
                    <a:pt x="4742" y="36262"/>
                    <a:pt x="4894" y="36323"/>
                  </a:cubicBezTo>
                  <a:cubicBezTo>
                    <a:pt x="5224" y="36441"/>
                    <a:pt x="5536" y="36486"/>
                    <a:pt x="5801" y="36486"/>
                  </a:cubicBezTo>
                  <a:cubicBezTo>
                    <a:pt x="5878" y="36486"/>
                    <a:pt x="5950" y="36482"/>
                    <a:pt x="6019" y="36475"/>
                  </a:cubicBezTo>
                  <a:cubicBezTo>
                    <a:pt x="6931" y="36323"/>
                    <a:pt x="6991" y="36475"/>
                    <a:pt x="7478" y="36201"/>
                  </a:cubicBezTo>
                  <a:cubicBezTo>
                    <a:pt x="7994" y="35958"/>
                    <a:pt x="8359" y="34439"/>
                    <a:pt x="9089" y="33983"/>
                  </a:cubicBezTo>
                  <a:cubicBezTo>
                    <a:pt x="9818" y="33527"/>
                    <a:pt x="10457" y="34135"/>
                    <a:pt x="11216" y="32828"/>
                  </a:cubicBezTo>
                  <a:cubicBezTo>
                    <a:pt x="11976" y="31551"/>
                    <a:pt x="12311" y="31490"/>
                    <a:pt x="12098" y="30426"/>
                  </a:cubicBezTo>
                  <a:cubicBezTo>
                    <a:pt x="11855" y="29362"/>
                    <a:pt x="11885" y="29150"/>
                    <a:pt x="12736" y="28724"/>
                  </a:cubicBezTo>
                  <a:cubicBezTo>
                    <a:pt x="13380" y="28377"/>
                    <a:pt x="14165" y="27990"/>
                    <a:pt x="14713" y="27990"/>
                  </a:cubicBezTo>
                  <a:cubicBezTo>
                    <a:pt x="14838" y="27990"/>
                    <a:pt x="14951" y="28010"/>
                    <a:pt x="15046" y="28055"/>
                  </a:cubicBezTo>
                  <a:cubicBezTo>
                    <a:pt x="15178" y="28102"/>
                    <a:pt x="15358" y="28141"/>
                    <a:pt x="15567" y="28141"/>
                  </a:cubicBezTo>
                  <a:cubicBezTo>
                    <a:pt x="16033" y="28141"/>
                    <a:pt x="16639" y="27949"/>
                    <a:pt x="17144" y="27235"/>
                  </a:cubicBezTo>
                  <a:cubicBezTo>
                    <a:pt x="17660" y="26475"/>
                    <a:pt x="17812" y="26080"/>
                    <a:pt x="17660" y="25958"/>
                  </a:cubicBezTo>
                  <a:cubicBezTo>
                    <a:pt x="17650" y="25953"/>
                    <a:pt x="17637" y="25951"/>
                    <a:pt x="17620" y="25951"/>
                  </a:cubicBezTo>
                  <a:cubicBezTo>
                    <a:pt x="17537" y="25951"/>
                    <a:pt x="17377" y="26014"/>
                    <a:pt x="17174" y="26141"/>
                  </a:cubicBezTo>
                  <a:cubicBezTo>
                    <a:pt x="16775" y="26415"/>
                    <a:pt x="16621" y="26628"/>
                    <a:pt x="16411" y="26628"/>
                  </a:cubicBezTo>
                  <a:cubicBezTo>
                    <a:pt x="16365" y="26628"/>
                    <a:pt x="16316" y="26618"/>
                    <a:pt x="16262" y="26596"/>
                  </a:cubicBezTo>
                  <a:cubicBezTo>
                    <a:pt x="16141" y="26566"/>
                    <a:pt x="15989" y="26414"/>
                    <a:pt x="15806" y="26171"/>
                  </a:cubicBezTo>
                  <a:cubicBezTo>
                    <a:pt x="15077" y="25381"/>
                    <a:pt x="14834" y="25107"/>
                    <a:pt x="14712" y="24286"/>
                  </a:cubicBezTo>
                  <a:cubicBezTo>
                    <a:pt x="14590" y="23405"/>
                    <a:pt x="14165" y="23557"/>
                    <a:pt x="14682" y="22919"/>
                  </a:cubicBezTo>
                  <a:cubicBezTo>
                    <a:pt x="15198" y="22311"/>
                    <a:pt x="14925" y="20365"/>
                    <a:pt x="14621" y="19575"/>
                  </a:cubicBezTo>
                  <a:cubicBezTo>
                    <a:pt x="14390" y="18855"/>
                    <a:pt x="15389" y="17588"/>
                    <a:pt x="15830" y="17588"/>
                  </a:cubicBezTo>
                  <a:cubicBezTo>
                    <a:pt x="15854" y="17588"/>
                    <a:pt x="15877" y="17591"/>
                    <a:pt x="15897" y="17599"/>
                  </a:cubicBezTo>
                  <a:cubicBezTo>
                    <a:pt x="16201" y="17812"/>
                    <a:pt x="16232" y="18542"/>
                    <a:pt x="15593" y="19636"/>
                  </a:cubicBezTo>
                  <a:cubicBezTo>
                    <a:pt x="14894" y="20761"/>
                    <a:pt x="16232" y="21064"/>
                    <a:pt x="15958" y="21612"/>
                  </a:cubicBezTo>
                  <a:cubicBezTo>
                    <a:pt x="15654" y="22189"/>
                    <a:pt x="14712" y="23435"/>
                    <a:pt x="15685" y="24438"/>
                  </a:cubicBezTo>
                  <a:cubicBezTo>
                    <a:pt x="15958" y="24712"/>
                    <a:pt x="16232" y="24894"/>
                    <a:pt x="16444" y="25046"/>
                  </a:cubicBezTo>
                  <a:lnTo>
                    <a:pt x="16688" y="25168"/>
                  </a:lnTo>
                  <a:cubicBezTo>
                    <a:pt x="16880" y="25239"/>
                    <a:pt x="17069" y="25273"/>
                    <a:pt x="17267" y="25273"/>
                  </a:cubicBezTo>
                  <a:cubicBezTo>
                    <a:pt x="17664" y="25273"/>
                    <a:pt x="18096" y="25137"/>
                    <a:pt x="18663" y="24894"/>
                  </a:cubicBezTo>
                  <a:cubicBezTo>
                    <a:pt x="20001" y="24286"/>
                    <a:pt x="21004" y="23344"/>
                    <a:pt x="20153" y="22463"/>
                  </a:cubicBezTo>
                  <a:cubicBezTo>
                    <a:pt x="19271" y="21581"/>
                    <a:pt x="18238" y="20487"/>
                    <a:pt x="19089" y="20183"/>
                  </a:cubicBezTo>
                  <a:cubicBezTo>
                    <a:pt x="19271" y="20115"/>
                    <a:pt x="19402" y="20080"/>
                    <a:pt x="19508" y="20080"/>
                  </a:cubicBezTo>
                  <a:cubicBezTo>
                    <a:pt x="19543" y="20080"/>
                    <a:pt x="19575" y="20084"/>
                    <a:pt x="19606" y="20092"/>
                  </a:cubicBezTo>
                  <a:cubicBezTo>
                    <a:pt x="19758" y="20213"/>
                    <a:pt x="19758" y="20548"/>
                    <a:pt x="20153" y="21125"/>
                  </a:cubicBezTo>
                  <a:cubicBezTo>
                    <a:pt x="20335" y="21368"/>
                    <a:pt x="20487" y="21520"/>
                    <a:pt x="20669" y="21612"/>
                  </a:cubicBezTo>
                  <a:lnTo>
                    <a:pt x="20913" y="21733"/>
                  </a:lnTo>
                  <a:cubicBezTo>
                    <a:pt x="20943" y="21764"/>
                    <a:pt x="21004" y="21764"/>
                    <a:pt x="21065" y="21824"/>
                  </a:cubicBezTo>
                  <a:cubicBezTo>
                    <a:pt x="21125" y="21855"/>
                    <a:pt x="21156" y="21855"/>
                    <a:pt x="21247" y="21885"/>
                  </a:cubicBezTo>
                  <a:cubicBezTo>
                    <a:pt x="21308" y="21916"/>
                    <a:pt x="21338" y="21916"/>
                    <a:pt x="21399" y="21976"/>
                  </a:cubicBezTo>
                  <a:cubicBezTo>
                    <a:pt x="21460" y="22007"/>
                    <a:pt x="21551" y="22037"/>
                    <a:pt x="21581" y="22128"/>
                  </a:cubicBezTo>
                  <a:cubicBezTo>
                    <a:pt x="21733" y="21672"/>
                    <a:pt x="21885" y="21216"/>
                    <a:pt x="22007" y="20761"/>
                  </a:cubicBezTo>
                  <a:cubicBezTo>
                    <a:pt x="23952" y="13770"/>
                    <a:pt x="23527" y="6687"/>
                    <a:pt x="21277" y="395"/>
                  </a:cubicBezTo>
                  <a:cubicBezTo>
                    <a:pt x="21186" y="304"/>
                    <a:pt x="21125" y="274"/>
                    <a:pt x="21034" y="243"/>
                  </a:cubicBezTo>
                  <a:lnTo>
                    <a:pt x="20821" y="122"/>
                  </a:lnTo>
                  <a:cubicBezTo>
                    <a:pt x="20619" y="41"/>
                    <a:pt x="20376" y="0"/>
                    <a:pt x="201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3" name="Google Shape;1963;p109"/>
            <p:cNvSpPr/>
            <p:nvPr/>
          </p:nvSpPr>
          <p:spPr>
            <a:xfrm>
              <a:off x="6244725" y="1393800"/>
              <a:ext cx="435450" cy="348025"/>
            </a:xfrm>
            <a:custGeom>
              <a:avLst/>
              <a:gdLst/>
              <a:ahLst/>
              <a:cxnLst/>
              <a:rect l="l" t="t" r="r" b="b"/>
              <a:pathLst>
                <a:path w="17418" h="13921" extrusionOk="0">
                  <a:moveTo>
                    <a:pt x="5152" y="0"/>
                  </a:moveTo>
                  <a:cubicBezTo>
                    <a:pt x="4793" y="0"/>
                    <a:pt x="4498" y="178"/>
                    <a:pt x="4013" y="474"/>
                  </a:cubicBezTo>
                  <a:cubicBezTo>
                    <a:pt x="3755" y="615"/>
                    <a:pt x="3508" y="661"/>
                    <a:pt x="3274" y="661"/>
                  </a:cubicBezTo>
                  <a:cubicBezTo>
                    <a:pt x="2845" y="661"/>
                    <a:pt x="2458" y="507"/>
                    <a:pt x="2122" y="507"/>
                  </a:cubicBezTo>
                  <a:cubicBezTo>
                    <a:pt x="1972" y="507"/>
                    <a:pt x="1832" y="537"/>
                    <a:pt x="1703" y="626"/>
                  </a:cubicBezTo>
                  <a:cubicBezTo>
                    <a:pt x="1125" y="990"/>
                    <a:pt x="1" y="1386"/>
                    <a:pt x="1611" y="2054"/>
                  </a:cubicBezTo>
                  <a:cubicBezTo>
                    <a:pt x="1611" y="2054"/>
                    <a:pt x="1672" y="2085"/>
                    <a:pt x="1703" y="2085"/>
                  </a:cubicBezTo>
                  <a:cubicBezTo>
                    <a:pt x="1733" y="2085"/>
                    <a:pt x="1763" y="2146"/>
                    <a:pt x="1824" y="2146"/>
                  </a:cubicBezTo>
                  <a:cubicBezTo>
                    <a:pt x="2311" y="2328"/>
                    <a:pt x="2645" y="2389"/>
                    <a:pt x="2949" y="2449"/>
                  </a:cubicBezTo>
                  <a:cubicBezTo>
                    <a:pt x="3253" y="2480"/>
                    <a:pt x="3496" y="2480"/>
                    <a:pt x="3678" y="2541"/>
                  </a:cubicBezTo>
                  <a:cubicBezTo>
                    <a:pt x="3891" y="2662"/>
                    <a:pt x="4104" y="2905"/>
                    <a:pt x="4286" y="3513"/>
                  </a:cubicBezTo>
                  <a:cubicBezTo>
                    <a:pt x="4773" y="5064"/>
                    <a:pt x="5381" y="5732"/>
                    <a:pt x="5046" y="6553"/>
                  </a:cubicBezTo>
                  <a:cubicBezTo>
                    <a:pt x="4712" y="7343"/>
                    <a:pt x="4013" y="8225"/>
                    <a:pt x="4286" y="8741"/>
                  </a:cubicBezTo>
                  <a:cubicBezTo>
                    <a:pt x="4499" y="9288"/>
                    <a:pt x="4590" y="9471"/>
                    <a:pt x="4286" y="10140"/>
                  </a:cubicBezTo>
                  <a:cubicBezTo>
                    <a:pt x="3952" y="10839"/>
                    <a:pt x="3374" y="11355"/>
                    <a:pt x="4560" y="12845"/>
                  </a:cubicBezTo>
                  <a:cubicBezTo>
                    <a:pt x="4925" y="13331"/>
                    <a:pt x="5320" y="13635"/>
                    <a:pt x="5654" y="13787"/>
                  </a:cubicBezTo>
                  <a:cubicBezTo>
                    <a:pt x="5654" y="13848"/>
                    <a:pt x="5685" y="13848"/>
                    <a:pt x="5685" y="13848"/>
                  </a:cubicBezTo>
                  <a:cubicBezTo>
                    <a:pt x="5834" y="13898"/>
                    <a:pt x="5977" y="13921"/>
                    <a:pt x="6110" y="13921"/>
                  </a:cubicBezTo>
                  <a:cubicBezTo>
                    <a:pt x="6546" y="13921"/>
                    <a:pt x="6882" y="13673"/>
                    <a:pt x="7022" y="13301"/>
                  </a:cubicBezTo>
                  <a:cubicBezTo>
                    <a:pt x="7295" y="12602"/>
                    <a:pt x="7782" y="11751"/>
                    <a:pt x="8754" y="11507"/>
                  </a:cubicBezTo>
                  <a:cubicBezTo>
                    <a:pt x="9478" y="11358"/>
                    <a:pt x="9833" y="10921"/>
                    <a:pt x="10307" y="10921"/>
                  </a:cubicBezTo>
                  <a:cubicBezTo>
                    <a:pt x="10410" y="10921"/>
                    <a:pt x="10519" y="10942"/>
                    <a:pt x="10639" y="10991"/>
                  </a:cubicBezTo>
                  <a:cubicBezTo>
                    <a:pt x="10730" y="11021"/>
                    <a:pt x="10821" y="11082"/>
                    <a:pt x="10882" y="11143"/>
                  </a:cubicBezTo>
                  <a:cubicBezTo>
                    <a:pt x="11095" y="11295"/>
                    <a:pt x="11308" y="11416"/>
                    <a:pt x="11490" y="11477"/>
                  </a:cubicBezTo>
                  <a:cubicBezTo>
                    <a:pt x="11490" y="11477"/>
                    <a:pt x="11551" y="11507"/>
                    <a:pt x="11581" y="11507"/>
                  </a:cubicBezTo>
                  <a:cubicBezTo>
                    <a:pt x="11804" y="11601"/>
                    <a:pt x="12032" y="11654"/>
                    <a:pt x="12250" y="11654"/>
                  </a:cubicBezTo>
                  <a:cubicBezTo>
                    <a:pt x="12597" y="11654"/>
                    <a:pt x="12919" y="11520"/>
                    <a:pt x="13162" y="11203"/>
                  </a:cubicBezTo>
                  <a:cubicBezTo>
                    <a:pt x="13739" y="10565"/>
                    <a:pt x="13405" y="9775"/>
                    <a:pt x="13770" y="9501"/>
                  </a:cubicBezTo>
                  <a:cubicBezTo>
                    <a:pt x="14165" y="9228"/>
                    <a:pt x="15350" y="8741"/>
                    <a:pt x="15229" y="8164"/>
                  </a:cubicBezTo>
                  <a:cubicBezTo>
                    <a:pt x="15107" y="7617"/>
                    <a:pt x="13983" y="7343"/>
                    <a:pt x="15107" y="6766"/>
                  </a:cubicBezTo>
                  <a:cubicBezTo>
                    <a:pt x="16201" y="6188"/>
                    <a:pt x="17356" y="6097"/>
                    <a:pt x="17387" y="5702"/>
                  </a:cubicBezTo>
                  <a:cubicBezTo>
                    <a:pt x="17417" y="5337"/>
                    <a:pt x="17022" y="4912"/>
                    <a:pt x="15958" y="4243"/>
                  </a:cubicBezTo>
                  <a:cubicBezTo>
                    <a:pt x="14894" y="3513"/>
                    <a:pt x="15046" y="3057"/>
                    <a:pt x="14378" y="2510"/>
                  </a:cubicBezTo>
                  <a:cubicBezTo>
                    <a:pt x="13891" y="2146"/>
                    <a:pt x="12858" y="1598"/>
                    <a:pt x="12068" y="1264"/>
                  </a:cubicBezTo>
                  <a:cubicBezTo>
                    <a:pt x="11916" y="1203"/>
                    <a:pt x="11794" y="1142"/>
                    <a:pt x="11703" y="1112"/>
                  </a:cubicBezTo>
                  <a:cubicBezTo>
                    <a:pt x="11607" y="1074"/>
                    <a:pt x="11511" y="1035"/>
                    <a:pt x="11461" y="1035"/>
                  </a:cubicBezTo>
                  <a:cubicBezTo>
                    <a:pt x="11432" y="1035"/>
                    <a:pt x="11418" y="1048"/>
                    <a:pt x="11429" y="1082"/>
                  </a:cubicBezTo>
                  <a:cubicBezTo>
                    <a:pt x="11299" y="1042"/>
                    <a:pt x="11160" y="1026"/>
                    <a:pt x="11016" y="1026"/>
                  </a:cubicBezTo>
                  <a:cubicBezTo>
                    <a:pt x="10412" y="1026"/>
                    <a:pt x="9716" y="1308"/>
                    <a:pt x="9205" y="1308"/>
                  </a:cubicBezTo>
                  <a:cubicBezTo>
                    <a:pt x="9096" y="1308"/>
                    <a:pt x="8996" y="1295"/>
                    <a:pt x="8906" y="1264"/>
                  </a:cubicBezTo>
                  <a:cubicBezTo>
                    <a:pt x="8876" y="1264"/>
                    <a:pt x="8876" y="1234"/>
                    <a:pt x="8846" y="1234"/>
                  </a:cubicBezTo>
                  <a:cubicBezTo>
                    <a:pt x="8835" y="1234"/>
                    <a:pt x="8760" y="1245"/>
                    <a:pt x="8627" y="1245"/>
                  </a:cubicBezTo>
                  <a:cubicBezTo>
                    <a:pt x="8384" y="1245"/>
                    <a:pt x="7946" y="1207"/>
                    <a:pt x="7356" y="990"/>
                  </a:cubicBezTo>
                  <a:cubicBezTo>
                    <a:pt x="7326" y="960"/>
                    <a:pt x="7235" y="960"/>
                    <a:pt x="7204" y="930"/>
                  </a:cubicBezTo>
                  <a:cubicBezTo>
                    <a:pt x="7022" y="808"/>
                    <a:pt x="6779" y="717"/>
                    <a:pt x="6566" y="565"/>
                  </a:cubicBezTo>
                  <a:cubicBezTo>
                    <a:pt x="6262" y="383"/>
                    <a:pt x="6019" y="231"/>
                    <a:pt x="5806" y="170"/>
                  </a:cubicBezTo>
                  <a:cubicBezTo>
                    <a:pt x="5776" y="170"/>
                    <a:pt x="5715" y="109"/>
                    <a:pt x="5685" y="109"/>
                  </a:cubicBezTo>
                  <a:cubicBezTo>
                    <a:pt x="5480" y="35"/>
                    <a:pt x="5310" y="0"/>
                    <a:pt x="51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4" name="Google Shape;1964;p109"/>
            <p:cNvSpPr/>
            <p:nvPr/>
          </p:nvSpPr>
          <p:spPr>
            <a:xfrm>
              <a:off x="6117075" y="1325200"/>
              <a:ext cx="192275" cy="100850"/>
            </a:xfrm>
            <a:custGeom>
              <a:avLst/>
              <a:gdLst/>
              <a:ahLst/>
              <a:cxnLst/>
              <a:rect l="l" t="t" r="r" b="b"/>
              <a:pathLst>
                <a:path w="7691" h="4034" extrusionOk="0">
                  <a:moveTo>
                    <a:pt x="3478" y="0"/>
                  </a:moveTo>
                  <a:cubicBezTo>
                    <a:pt x="3281" y="0"/>
                    <a:pt x="3084" y="43"/>
                    <a:pt x="2888" y="148"/>
                  </a:cubicBezTo>
                  <a:cubicBezTo>
                    <a:pt x="2097" y="513"/>
                    <a:pt x="1216" y="391"/>
                    <a:pt x="851" y="1120"/>
                  </a:cubicBezTo>
                  <a:cubicBezTo>
                    <a:pt x="456" y="1850"/>
                    <a:pt x="0" y="2975"/>
                    <a:pt x="1064" y="3552"/>
                  </a:cubicBezTo>
                  <a:cubicBezTo>
                    <a:pt x="1246" y="3674"/>
                    <a:pt x="1398" y="3734"/>
                    <a:pt x="1611" y="3826"/>
                  </a:cubicBezTo>
                  <a:cubicBezTo>
                    <a:pt x="1672" y="3826"/>
                    <a:pt x="1702" y="3856"/>
                    <a:pt x="1763" y="3856"/>
                  </a:cubicBezTo>
                  <a:cubicBezTo>
                    <a:pt x="2059" y="3972"/>
                    <a:pt x="2333" y="4033"/>
                    <a:pt x="2594" y="4033"/>
                  </a:cubicBezTo>
                  <a:cubicBezTo>
                    <a:pt x="2951" y="4033"/>
                    <a:pt x="3284" y="3919"/>
                    <a:pt x="3617" y="3674"/>
                  </a:cubicBezTo>
                  <a:cubicBezTo>
                    <a:pt x="4377" y="3096"/>
                    <a:pt x="4255" y="2610"/>
                    <a:pt x="4255" y="2579"/>
                  </a:cubicBezTo>
                  <a:cubicBezTo>
                    <a:pt x="4255" y="2524"/>
                    <a:pt x="4102" y="1957"/>
                    <a:pt x="4709" y="1957"/>
                  </a:cubicBezTo>
                  <a:cubicBezTo>
                    <a:pt x="4764" y="1957"/>
                    <a:pt x="4826" y="1961"/>
                    <a:pt x="4894" y="1972"/>
                  </a:cubicBezTo>
                  <a:cubicBezTo>
                    <a:pt x="5107" y="2002"/>
                    <a:pt x="5258" y="2032"/>
                    <a:pt x="5350" y="2063"/>
                  </a:cubicBezTo>
                  <a:cubicBezTo>
                    <a:pt x="5410" y="2124"/>
                    <a:pt x="5410" y="2124"/>
                    <a:pt x="5441" y="2124"/>
                  </a:cubicBezTo>
                  <a:cubicBezTo>
                    <a:pt x="5471" y="2154"/>
                    <a:pt x="5532" y="2154"/>
                    <a:pt x="5593" y="2184"/>
                  </a:cubicBezTo>
                  <a:cubicBezTo>
                    <a:pt x="5623" y="2215"/>
                    <a:pt x="5684" y="2215"/>
                    <a:pt x="5745" y="2276"/>
                  </a:cubicBezTo>
                  <a:cubicBezTo>
                    <a:pt x="5745" y="2306"/>
                    <a:pt x="5775" y="2306"/>
                    <a:pt x="5775" y="2306"/>
                  </a:cubicBezTo>
                  <a:cubicBezTo>
                    <a:pt x="5881" y="2341"/>
                    <a:pt x="6006" y="2376"/>
                    <a:pt x="6164" y="2376"/>
                  </a:cubicBezTo>
                  <a:cubicBezTo>
                    <a:pt x="6279" y="2376"/>
                    <a:pt x="6411" y="2357"/>
                    <a:pt x="6566" y="2306"/>
                  </a:cubicBezTo>
                  <a:cubicBezTo>
                    <a:pt x="7447" y="2063"/>
                    <a:pt x="7690" y="1880"/>
                    <a:pt x="7447" y="1698"/>
                  </a:cubicBezTo>
                  <a:cubicBezTo>
                    <a:pt x="7265" y="1546"/>
                    <a:pt x="6626" y="1120"/>
                    <a:pt x="5897" y="817"/>
                  </a:cubicBezTo>
                  <a:cubicBezTo>
                    <a:pt x="5806" y="786"/>
                    <a:pt x="5714" y="756"/>
                    <a:pt x="5623" y="695"/>
                  </a:cubicBezTo>
                  <a:cubicBezTo>
                    <a:pt x="5502" y="665"/>
                    <a:pt x="5410" y="634"/>
                    <a:pt x="5319" y="604"/>
                  </a:cubicBezTo>
                  <a:cubicBezTo>
                    <a:pt x="5198" y="543"/>
                    <a:pt x="5137" y="513"/>
                    <a:pt x="5015" y="482"/>
                  </a:cubicBezTo>
                  <a:cubicBezTo>
                    <a:pt x="4894" y="452"/>
                    <a:pt x="4742" y="361"/>
                    <a:pt x="4651" y="330"/>
                  </a:cubicBezTo>
                  <a:cubicBezTo>
                    <a:pt x="4529" y="300"/>
                    <a:pt x="4377" y="209"/>
                    <a:pt x="4255" y="178"/>
                  </a:cubicBezTo>
                  <a:cubicBezTo>
                    <a:pt x="3996" y="74"/>
                    <a:pt x="3737" y="0"/>
                    <a:pt x="34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5" name="Google Shape;1965;p109"/>
            <p:cNvSpPr/>
            <p:nvPr/>
          </p:nvSpPr>
          <p:spPr>
            <a:xfrm>
              <a:off x="6102625" y="1426900"/>
              <a:ext cx="161875" cy="200650"/>
            </a:xfrm>
            <a:custGeom>
              <a:avLst/>
              <a:gdLst/>
              <a:ahLst/>
              <a:cxnLst/>
              <a:rect l="l" t="t" r="r" b="b"/>
              <a:pathLst>
                <a:path w="6475" h="8026" extrusionOk="0">
                  <a:moveTo>
                    <a:pt x="1490" y="1"/>
                  </a:moveTo>
                  <a:cubicBezTo>
                    <a:pt x="426" y="305"/>
                    <a:pt x="365" y="1"/>
                    <a:pt x="304" y="639"/>
                  </a:cubicBezTo>
                  <a:cubicBezTo>
                    <a:pt x="274" y="1217"/>
                    <a:pt x="1" y="2159"/>
                    <a:pt x="1034" y="2584"/>
                  </a:cubicBezTo>
                  <a:cubicBezTo>
                    <a:pt x="1034" y="2645"/>
                    <a:pt x="1064" y="2645"/>
                    <a:pt x="1064" y="2645"/>
                  </a:cubicBezTo>
                  <a:cubicBezTo>
                    <a:pt x="1125" y="2645"/>
                    <a:pt x="1156" y="2676"/>
                    <a:pt x="1186" y="2676"/>
                  </a:cubicBezTo>
                  <a:cubicBezTo>
                    <a:pt x="1368" y="2767"/>
                    <a:pt x="1520" y="2828"/>
                    <a:pt x="1672" y="2858"/>
                  </a:cubicBezTo>
                  <a:cubicBezTo>
                    <a:pt x="1824" y="2949"/>
                    <a:pt x="1946" y="2980"/>
                    <a:pt x="2067" y="3010"/>
                  </a:cubicBezTo>
                  <a:cubicBezTo>
                    <a:pt x="2098" y="3010"/>
                    <a:pt x="2128" y="3071"/>
                    <a:pt x="2189" y="3071"/>
                  </a:cubicBezTo>
                  <a:cubicBezTo>
                    <a:pt x="2463" y="3223"/>
                    <a:pt x="2645" y="3314"/>
                    <a:pt x="2706" y="3618"/>
                  </a:cubicBezTo>
                  <a:cubicBezTo>
                    <a:pt x="2858" y="4195"/>
                    <a:pt x="2402" y="4621"/>
                    <a:pt x="2584" y="5563"/>
                  </a:cubicBezTo>
                  <a:cubicBezTo>
                    <a:pt x="2736" y="6354"/>
                    <a:pt x="3587" y="7691"/>
                    <a:pt x="4256" y="7995"/>
                  </a:cubicBezTo>
                  <a:lnTo>
                    <a:pt x="4286" y="7995"/>
                  </a:lnTo>
                  <a:cubicBezTo>
                    <a:pt x="4408" y="8025"/>
                    <a:pt x="4499" y="8025"/>
                    <a:pt x="4590" y="8025"/>
                  </a:cubicBezTo>
                  <a:cubicBezTo>
                    <a:pt x="5320" y="7934"/>
                    <a:pt x="4712" y="6749"/>
                    <a:pt x="5046" y="6323"/>
                  </a:cubicBezTo>
                  <a:cubicBezTo>
                    <a:pt x="5411" y="5898"/>
                    <a:pt x="5988" y="6202"/>
                    <a:pt x="6049" y="5594"/>
                  </a:cubicBezTo>
                  <a:cubicBezTo>
                    <a:pt x="6110" y="4986"/>
                    <a:pt x="6475" y="5381"/>
                    <a:pt x="5776" y="4226"/>
                  </a:cubicBezTo>
                  <a:cubicBezTo>
                    <a:pt x="5107" y="3132"/>
                    <a:pt x="5229" y="2615"/>
                    <a:pt x="4864" y="1885"/>
                  </a:cubicBezTo>
                  <a:cubicBezTo>
                    <a:pt x="4651" y="1460"/>
                    <a:pt x="4347" y="1125"/>
                    <a:pt x="4043" y="1004"/>
                  </a:cubicBezTo>
                  <a:lnTo>
                    <a:pt x="4013" y="1004"/>
                  </a:lnTo>
                  <a:cubicBezTo>
                    <a:pt x="3937" y="974"/>
                    <a:pt x="3846" y="958"/>
                    <a:pt x="3762" y="958"/>
                  </a:cubicBezTo>
                  <a:cubicBezTo>
                    <a:pt x="3678" y="958"/>
                    <a:pt x="3602" y="974"/>
                    <a:pt x="3557" y="1004"/>
                  </a:cubicBezTo>
                  <a:cubicBezTo>
                    <a:pt x="3557" y="1004"/>
                    <a:pt x="3131" y="518"/>
                    <a:pt x="2523" y="244"/>
                  </a:cubicBezTo>
                  <a:cubicBezTo>
                    <a:pt x="2493" y="244"/>
                    <a:pt x="2493" y="214"/>
                    <a:pt x="2432" y="214"/>
                  </a:cubicBezTo>
                  <a:cubicBezTo>
                    <a:pt x="2189" y="92"/>
                    <a:pt x="1824" y="62"/>
                    <a:pt x="149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6" name="Google Shape;1966;p109"/>
            <p:cNvSpPr/>
            <p:nvPr/>
          </p:nvSpPr>
          <p:spPr>
            <a:xfrm>
              <a:off x="5550950" y="1285575"/>
              <a:ext cx="715075" cy="1422075"/>
            </a:xfrm>
            <a:custGeom>
              <a:avLst/>
              <a:gdLst/>
              <a:ahLst/>
              <a:cxnLst/>
              <a:rect l="l" t="t" r="r" b="b"/>
              <a:pathLst>
                <a:path w="28603" h="56883" extrusionOk="0">
                  <a:moveTo>
                    <a:pt x="6809" y="0"/>
                  </a:moveTo>
                  <a:cubicBezTo>
                    <a:pt x="4347" y="1429"/>
                    <a:pt x="2067" y="3161"/>
                    <a:pt x="0" y="5168"/>
                  </a:cubicBezTo>
                  <a:cubicBezTo>
                    <a:pt x="190" y="5204"/>
                    <a:pt x="391" y="5221"/>
                    <a:pt x="597" y="5221"/>
                  </a:cubicBezTo>
                  <a:cubicBezTo>
                    <a:pt x="1249" y="5221"/>
                    <a:pt x="1960" y="5049"/>
                    <a:pt x="2584" y="4772"/>
                  </a:cubicBezTo>
                  <a:cubicBezTo>
                    <a:pt x="3063" y="4533"/>
                    <a:pt x="3523" y="4419"/>
                    <a:pt x="3969" y="4419"/>
                  </a:cubicBezTo>
                  <a:cubicBezTo>
                    <a:pt x="4315" y="4419"/>
                    <a:pt x="4653" y="4488"/>
                    <a:pt x="4985" y="4620"/>
                  </a:cubicBezTo>
                  <a:cubicBezTo>
                    <a:pt x="5623" y="4924"/>
                    <a:pt x="6201" y="5441"/>
                    <a:pt x="6566" y="6201"/>
                  </a:cubicBezTo>
                  <a:cubicBezTo>
                    <a:pt x="7386" y="7812"/>
                    <a:pt x="8450" y="9514"/>
                    <a:pt x="9271" y="11247"/>
                  </a:cubicBezTo>
                  <a:cubicBezTo>
                    <a:pt x="10061" y="13010"/>
                    <a:pt x="8329" y="14225"/>
                    <a:pt x="7143" y="16232"/>
                  </a:cubicBezTo>
                  <a:cubicBezTo>
                    <a:pt x="5958" y="18207"/>
                    <a:pt x="5471" y="20730"/>
                    <a:pt x="7903" y="23162"/>
                  </a:cubicBezTo>
                  <a:cubicBezTo>
                    <a:pt x="7910" y="23164"/>
                    <a:pt x="7917" y="23165"/>
                    <a:pt x="7924" y="23165"/>
                  </a:cubicBezTo>
                  <a:cubicBezTo>
                    <a:pt x="8018" y="23165"/>
                    <a:pt x="8148" y="22939"/>
                    <a:pt x="7782" y="21277"/>
                  </a:cubicBezTo>
                  <a:cubicBezTo>
                    <a:pt x="7460" y="19748"/>
                    <a:pt x="7753" y="19213"/>
                    <a:pt x="8098" y="19213"/>
                  </a:cubicBezTo>
                  <a:cubicBezTo>
                    <a:pt x="8144" y="19213"/>
                    <a:pt x="8191" y="19223"/>
                    <a:pt x="8237" y="19241"/>
                  </a:cubicBezTo>
                  <a:cubicBezTo>
                    <a:pt x="8359" y="19271"/>
                    <a:pt x="8481" y="19393"/>
                    <a:pt x="8541" y="19514"/>
                  </a:cubicBezTo>
                  <a:cubicBezTo>
                    <a:pt x="8937" y="20061"/>
                    <a:pt x="10730" y="24074"/>
                    <a:pt x="10335" y="24833"/>
                  </a:cubicBezTo>
                  <a:cubicBezTo>
                    <a:pt x="9970" y="25593"/>
                    <a:pt x="9149" y="28025"/>
                    <a:pt x="10456" y="28694"/>
                  </a:cubicBezTo>
                  <a:cubicBezTo>
                    <a:pt x="11733" y="29393"/>
                    <a:pt x="13070" y="31581"/>
                    <a:pt x="13405" y="33435"/>
                  </a:cubicBezTo>
                  <a:cubicBezTo>
                    <a:pt x="13344" y="33496"/>
                    <a:pt x="11824" y="34013"/>
                    <a:pt x="11520" y="35016"/>
                  </a:cubicBezTo>
                  <a:cubicBezTo>
                    <a:pt x="11216" y="35989"/>
                    <a:pt x="9271" y="38846"/>
                    <a:pt x="10456" y="40396"/>
                  </a:cubicBezTo>
                  <a:cubicBezTo>
                    <a:pt x="11642" y="41946"/>
                    <a:pt x="12250" y="41946"/>
                    <a:pt x="11186" y="43922"/>
                  </a:cubicBezTo>
                  <a:cubicBezTo>
                    <a:pt x="10152" y="45958"/>
                    <a:pt x="9666" y="49028"/>
                    <a:pt x="8511" y="49606"/>
                  </a:cubicBezTo>
                  <a:cubicBezTo>
                    <a:pt x="7386" y="50123"/>
                    <a:pt x="7569" y="49697"/>
                    <a:pt x="6535" y="51946"/>
                  </a:cubicBezTo>
                  <a:cubicBezTo>
                    <a:pt x="6505" y="52068"/>
                    <a:pt x="5623" y="53952"/>
                    <a:pt x="6353" y="54712"/>
                  </a:cubicBezTo>
                  <a:cubicBezTo>
                    <a:pt x="6930" y="55381"/>
                    <a:pt x="7934" y="56506"/>
                    <a:pt x="8693" y="56810"/>
                  </a:cubicBezTo>
                  <a:cubicBezTo>
                    <a:pt x="8777" y="56860"/>
                    <a:pt x="8861" y="56882"/>
                    <a:pt x="8939" y="56882"/>
                  </a:cubicBezTo>
                  <a:cubicBezTo>
                    <a:pt x="9004" y="56882"/>
                    <a:pt x="9064" y="56867"/>
                    <a:pt x="9119" y="56840"/>
                  </a:cubicBezTo>
                  <a:cubicBezTo>
                    <a:pt x="9757" y="56597"/>
                    <a:pt x="8085" y="54621"/>
                    <a:pt x="8997" y="53436"/>
                  </a:cubicBezTo>
                  <a:cubicBezTo>
                    <a:pt x="9909" y="52250"/>
                    <a:pt x="14073" y="51642"/>
                    <a:pt x="14621" y="50579"/>
                  </a:cubicBezTo>
                  <a:cubicBezTo>
                    <a:pt x="15198" y="49515"/>
                    <a:pt x="16292" y="48481"/>
                    <a:pt x="17660" y="48086"/>
                  </a:cubicBezTo>
                  <a:cubicBezTo>
                    <a:pt x="17801" y="48030"/>
                    <a:pt x="17930" y="48006"/>
                    <a:pt x="18045" y="48006"/>
                  </a:cubicBezTo>
                  <a:cubicBezTo>
                    <a:pt x="18177" y="48006"/>
                    <a:pt x="18292" y="48037"/>
                    <a:pt x="18390" y="48086"/>
                  </a:cubicBezTo>
                  <a:cubicBezTo>
                    <a:pt x="18542" y="48147"/>
                    <a:pt x="18663" y="48208"/>
                    <a:pt x="18785" y="48329"/>
                  </a:cubicBezTo>
                  <a:cubicBezTo>
                    <a:pt x="18846" y="48451"/>
                    <a:pt x="18967" y="48512"/>
                    <a:pt x="19119" y="48603"/>
                  </a:cubicBezTo>
                  <a:cubicBezTo>
                    <a:pt x="19175" y="48619"/>
                    <a:pt x="19236" y="48629"/>
                    <a:pt x="19303" y="48629"/>
                  </a:cubicBezTo>
                  <a:cubicBezTo>
                    <a:pt x="19491" y="48629"/>
                    <a:pt x="19734" y="48553"/>
                    <a:pt x="20092" y="48329"/>
                  </a:cubicBezTo>
                  <a:cubicBezTo>
                    <a:pt x="21551" y="47387"/>
                    <a:pt x="21216" y="45898"/>
                    <a:pt x="22645" y="44955"/>
                  </a:cubicBezTo>
                  <a:cubicBezTo>
                    <a:pt x="24134" y="43983"/>
                    <a:pt x="25077" y="44621"/>
                    <a:pt x="24742" y="42554"/>
                  </a:cubicBezTo>
                  <a:cubicBezTo>
                    <a:pt x="24438" y="40548"/>
                    <a:pt x="23101" y="38998"/>
                    <a:pt x="23253" y="38177"/>
                  </a:cubicBezTo>
                  <a:cubicBezTo>
                    <a:pt x="23405" y="37387"/>
                    <a:pt x="23101" y="36931"/>
                    <a:pt x="21004" y="36019"/>
                  </a:cubicBezTo>
                  <a:cubicBezTo>
                    <a:pt x="19210" y="35259"/>
                    <a:pt x="19666" y="34043"/>
                    <a:pt x="18116" y="33375"/>
                  </a:cubicBezTo>
                  <a:cubicBezTo>
                    <a:pt x="18086" y="33375"/>
                    <a:pt x="18055" y="33314"/>
                    <a:pt x="17994" y="33314"/>
                  </a:cubicBezTo>
                  <a:cubicBezTo>
                    <a:pt x="17751" y="33223"/>
                    <a:pt x="17387" y="33131"/>
                    <a:pt x="17022" y="33071"/>
                  </a:cubicBezTo>
                  <a:cubicBezTo>
                    <a:pt x="16687" y="32979"/>
                    <a:pt x="16323" y="32919"/>
                    <a:pt x="16080" y="32797"/>
                  </a:cubicBezTo>
                  <a:cubicBezTo>
                    <a:pt x="16019" y="32767"/>
                    <a:pt x="15958" y="32767"/>
                    <a:pt x="15928" y="32706"/>
                  </a:cubicBezTo>
                  <a:cubicBezTo>
                    <a:pt x="13952" y="31885"/>
                    <a:pt x="13648" y="30031"/>
                    <a:pt x="13587" y="28876"/>
                  </a:cubicBezTo>
                  <a:cubicBezTo>
                    <a:pt x="13587" y="27751"/>
                    <a:pt x="13192" y="27174"/>
                    <a:pt x="12493" y="26870"/>
                  </a:cubicBezTo>
                  <a:cubicBezTo>
                    <a:pt x="12432" y="26870"/>
                    <a:pt x="12341" y="26840"/>
                    <a:pt x="12219" y="26779"/>
                  </a:cubicBezTo>
                  <a:cubicBezTo>
                    <a:pt x="11617" y="26505"/>
                    <a:pt x="12173" y="24385"/>
                    <a:pt x="13487" y="24385"/>
                  </a:cubicBezTo>
                  <a:cubicBezTo>
                    <a:pt x="13633" y="24385"/>
                    <a:pt x="13788" y="24411"/>
                    <a:pt x="13952" y="24469"/>
                  </a:cubicBezTo>
                  <a:cubicBezTo>
                    <a:pt x="14560" y="24712"/>
                    <a:pt x="15046" y="25198"/>
                    <a:pt x="15472" y="25624"/>
                  </a:cubicBezTo>
                  <a:cubicBezTo>
                    <a:pt x="15867" y="26019"/>
                    <a:pt x="16232" y="26444"/>
                    <a:pt x="16535" y="26566"/>
                  </a:cubicBezTo>
                  <a:cubicBezTo>
                    <a:pt x="16576" y="26566"/>
                    <a:pt x="16630" y="26580"/>
                    <a:pt x="16680" y="26580"/>
                  </a:cubicBezTo>
                  <a:cubicBezTo>
                    <a:pt x="16704" y="26580"/>
                    <a:pt x="16728" y="26576"/>
                    <a:pt x="16748" y="26566"/>
                  </a:cubicBezTo>
                  <a:cubicBezTo>
                    <a:pt x="17356" y="26384"/>
                    <a:pt x="15654" y="25320"/>
                    <a:pt x="16687" y="24165"/>
                  </a:cubicBezTo>
                  <a:cubicBezTo>
                    <a:pt x="17721" y="23040"/>
                    <a:pt x="17508" y="23587"/>
                    <a:pt x="18815" y="22919"/>
                  </a:cubicBezTo>
                  <a:cubicBezTo>
                    <a:pt x="20092" y="22189"/>
                    <a:pt x="19089" y="22159"/>
                    <a:pt x="20183" y="21581"/>
                  </a:cubicBezTo>
                  <a:cubicBezTo>
                    <a:pt x="21277" y="21004"/>
                    <a:pt x="22037" y="20001"/>
                    <a:pt x="23435" y="19332"/>
                  </a:cubicBezTo>
                  <a:cubicBezTo>
                    <a:pt x="23577" y="19261"/>
                    <a:pt x="23712" y="19236"/>
                    <a:pt x="23840" y="19236"/>
                  </a:cubicBezTo>
                  <a:cubicBezTo>
                    <a:pt x="23987" y="19236"/>
                    <a:pt x="24126" y="19269"/>
                    <a:pt x="24256" y="19301"/>
                  </a:cubicBezTo>
                  <a:cubicBezTo>
                    <a:pt x="24469" y="19393"/>
                    <a:pt x="24621" y="19575"/>
                    <a:pt x="24803" y="19727"/>
                  </a:cubicBezTo>
                  <a:cubicBezTo>
                    <a:pt x="25016" y="19879"/>
                    <a:pt x="25168" y="20031"/>
                    <a:pt x="25381" y="20153"/>
                  </a:cubicBezTo>
                  <a:cubicBezTo>
                    <a:pt x="25458" y="20178"/>
                    <a:pt x="25541" y="20195"/>
                    <a:pt x="25631" y="20195"/>
                  </a:cubicBezTo>
                  <a:cubicBezTo>
                    <a:pt x="25857" y="20195"/>
                    <a:pt x="26127" y="20092"/>
                    <a:pt x="26475" y="19788"/>
                  </a:cubicBezTo>
                  <a:cubicBezTo>
                    <a:pt x="28055" y="18481"/>
                    <a:pt x="28603" y="16353"/>
                    <a:pt x="26779" y="15228"/>
                  </a:cubicBezTo>
                  <a:cubicBezTo>
                    <a:pt x="26019" y="14773"/>
                    <a:pt x="25350" y="14286"/>
                    <a:pt x="24651" y="14013"/>
                  </a:cubicBezTo>
                  <a:cubicBezTo>
                    <a:pt x="24621" y="13982"/>
                    <a:pt x="24560" y="13982"/>
                    <a:pt x="24499" y="13952"/>
                  </a:cubicBezTo>
                  <a:cubicBezTo>
                    <a:pt x="24176" y="13833"/>
                    <a:pt x="23869" y="13761"/>
                    <a:pt x="23579" y="13761"/>
                  </a:cubicBezTo>
                  <a:cubicBezTo>
                    <a:pt x="23051" y="13761"/>
                    <a:pt x="22582" y="14003"/>
                    <a:pt x="22189" y="14651"/>
                  </a:cubicBezTo>
                  <a:cubicBezTo>
                    <a:pt x="21532" y="15691"/>
                    <a:pt x="21023" y="16189"/>
                    <a:pt x="20618" y="16189"/>
                  </a:cubicBezTo>
                  <a:cubicBezTo>
                    <a:pt x="20573" y="16189"/>
                    <a:pt x="20529" y="16183"/>
                    <a:pt x="20487" y="16171"/>
                  </a:cubicBezTo>
                  <a:cubicBezTo>
                    <a:pt x="20244" y="16080"/>
                    <a:pt x="20092" y="15806"/>
                    <a:pt x="19940" y="15411"/>
                  </a:cubicBezTo>
                  <a:cubicBezTo>
                    <a:pt x="19484" y="14073"/>
                    <a:pt x="16535" y="11672"/>
                    <a:pt x="19150" y="10760"/>
                  </a:cubicBezTo>
                  <a:cubicBezTo>
                    <a:pt x="21764" y="9848"/>
                    <a:pt x="22584" y="10487"/>
                    <a:pt x="22189" y="8906"/>
                  </a:cubicBezTo>
                  <a:cubicBezTo>
                    <a:pt x="21885" y="7660"/>
                    <a:pt x="21460" y="6049"/>
                    <a:pt x="21216" y="5927"/>
                  </a:cubicBezTo>
                  <a:cubicBezTo>
                    <a:pt x="21207" y="5924"/>
                    <a:pt x="21198" y="5923"/>
                    <a:pt x="21189" y="5923"/>
                  </a:cubicBezTo>
                  <a:cubicBezTo>
                    <a:pt x="21113" y="5923"/>
                    <a:pt x="21058" y="6040"/>
                    <a:pt x="21004" y="6231"/>
                  </a:cubicBezTo>
                  <a:cubicBezTo>
                    <a:pt x="20851" y="7119"/>
                    <a:pt x="20614" y="8156"/>
                    <a:pt x="19762" y="8156"/>
                  </a:cubicBezTo>
                  <a:cubicBezTo>
                    <a:pt x="19594" y="8156"/>
                    <a:pt x="19401" y="8115"/>
                    <a:pt x="19180" y="8025"/>
                  </a:cubicBezTo>
                  <a:cubicBezTo>
                    <a:pt x="17873" y="7386"/>
                    <a:pt x="16019" y="6809"/>
                    <a:pt x="15684" y="5867"/>
                  </a:cubicBezTo>
                  <a:cubicBezTo>
                    <a:pt x="15380" y="4985"/>
                    <a:pt x="14681" y="3891"/>
                    <a:pt x="13800" y="3557"/>
                  </a:cubicBezTo>
                  <a:cubicBezTo>
                    <a:pt x="13557" y="3465"/>
                    <a:pt x="13253" y="3344"/>
                    <a:pt x="12766" y="3161"/>
                  </a:cubicBezTo>
                  <a:cubicBezTo>
                    <a:pt x="12736" y="3131"/>
                    <a:pt x="12645" y="3131"/>
                    <a:pt x="12584" y="3101"/>
                  </a:cubicBezTo>
                  <a:cubicBezTo>
                    <a:pt x="11939" y="2852"/>
                    <a:pt x="11233" y="2604"/>
                    <a:pt x="10830" y="2604"/>
                  </a:cubicBezTo>
                  <a:cubicBezTo>
                    <a:pt x="10739" y="2604"/>
                    <a:pt x="10664" y="2617"/>
                    <a:pt x="10608" y="2645"/>
                  </a:cubicBezTo>
                  <a:cubicBezTo>
                    <a:pt x="10245" y="2827"/>
                    <a:pt x="10068" y="3076"/>
                    <a:pt x="9709" y="3076"/>
                  </a:cubicBezTo>
                  <a:cubicBezTo>
                    <a:pt x="9589" y="3076"/>
                    <a:pt x="9447" y="3048"/>
                    <a:pt x="9271" y="2979"/>
                  </a:cubicBezTo>
                  <a:cubicBezTo>
                    <a:pt x="9241" y="2918"/>
                    <a:pt x="8602" y="2098"/>
                    <a:pt x="7569" y="760"/>
                  </a:cubicBezTo>
                  <a:cubicBezTo>
                    <a:pt x="7386" y="547"/>
                    <a:pt x="7113" y="274"/>
                    <a:pt x="68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00331585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Background 6">
  <p:cSld name="Background 6">
    <p:spTree>
      <p:nvGrpSpPr>
        <p:cNvPr id="1" name="Shape 1967"/>
        <p:cNvGrpSpPr/>
        <p:nvPr/>
      </p:nvGrpSpPr>
      <p:grpSpPr>
        <a:xfrm>
          <a:off x="0" y="0"/>
          <a:ext cx="0" cy="0"/>
          <a:chOff x="0" y="0"/>
          <a:chExt cx="0" cy="0"/>
        </a:xfrm>
      </p:grpSpPr>
      <p:sp>
        <p:nvSpPr>
          <p:cNvPr id="1968" name="Google Shape;1968;p110"/>
          <p:cNvSpPr/>
          <p:nvPr/>
        </p:nvSpPr>
        <p:spPr>
          <a:xfrm rot="288678" flipH="1">
            <a:off x="-1680222" y="1243249"/>
            <a:ext cx="6211215" cy="6353583"/>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69" name="Google Shape;1969;p110"/>
          <p:cNvSpPr/>
          <p:nvPr/>
        </p:nvSpPr>
        <p:spPr>
          <a:xfrm>
            <a:off x="2844300" y="368865"/>
            <a:ext cx="2029736" cy="179039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70" name="Google Shape;1970;p110"/>
          <p:cNvGrpSpPr/>
          <p:nvPr/>
        </p:nvGrpSpPr>
        <p:grpSpPr>
          <a:xfrm>
            <a:off x="950958" y="2702441"/>
            <a:ext cx="3027913" cy="3013779"/>
            <a:chOff x="6762468" y="1386456"/>
            <a:chExt cx="2270935" cy="2260334"/>
          </a:xfrm>
        </p:grpSpPr>
        <p:sp>
          <p:nvSpPr>
            <p:cNvPr id="1971" name="Google Shape;1971;p110"/>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2" name="Google Shape;1972;p110"/>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3" name="Google Shape;1973;p110"/>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4" name="Google Shape;1974;p110"/>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5" name="Google Shape;1975;p110"/>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6" name="Google Shape;1976;p110"/>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7" name="Google Shape;1977;p110"/>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8" name="Google Shape;1978;p110"/>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9" name="Google Shape;1979;p110"/>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0" name="Google Shape;1980;p110"/>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1" name="Google Shape;1981;p110"/>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2" name="Google Shape;1982;p110"/>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3" name="Google Shape;1983;p110"/>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4" name="Google Shape;1984;p110"/>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5" name="Google Shape;1985;p110"/>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6" name="Google Shape;1986;p110"/>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7" name="Google Shape;1987;p110"/>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8" name="Google Shape;1988;p110"/>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9" name="Google Shape;1989;p110"/>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0" name="Google Shape;1990;p110"/>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1" name="Google Shape;1991;p110"/>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2" name="Google Shape;1992;p110"/>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3" name="Google Shape;1993;p110"/>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4" name="Google Shape;1994;p110"/>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5" name="Google Shape;1995;p110"/>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6" name="Google Shape;1996;p110"/>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7" name="Google Shape;1997;p110"/>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8" name="Google Shape;1998;p110"/>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9" name="Google Shape;1999;p110"/>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0" name="Google Shape;2000;p110"/>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1" name="Google Shape;2001;p110"/>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2" name="Google Shape;2002;p110"/>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3" name="Google Shape;2003;p110"/>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26878416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Background 7">
  <p:cSld name="Background 7">
    <p:spTree>
      <p:nvGrpSpPr>
        <p:cNvPr id="1" name="Shape 2004"/>
        <p:cNvGrpSpPr/>
        <p:nvPr/>
      </p:nvGrpSpPr>
      <p:grpSpPr>
        <a:xfrm>
          <a:off x="0" y="0"/>
          <a:ext cx="0" cy="0"/>
          <a:chOff x="0" y="0"/>
          <a:chExt cx="0" cy="0"/>
        </a:xfrm>
      </p:grpSpPr>
      <p:sp>
        <p:nvSpPr>
          <p:cNvPr id="2005" name="Google Shape;2005;p111"/>
          <p:cNvSpPr/>
          <p:nvPr/>
        </p:nvSpPr>
        <p:spPr>
          <a:xfrm>
            <a:off x="6188600" y="712300"/>
            <a:ext cx="4684000" cy="53756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006" name="Google Shape;2006;p111"/>
          <p:cNvSpPr/>
          <p:nvPr/>
        </p:nvSpPr>
        <p:spPr>
          <a:xfrm>
            <a:off x="10334734" y="4576559"/>
            <a:ext cx="1019085" cy="89891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07" name="Google Shape;2007;p111"/>
          <p:cNvGrpSpPr/>
          <p:nvPr/>
        </p:nvGrpSpPr>
        <p:grpSpPr>
          <a:xfrm>
            <a:off x="-507993" y="-107265"/>
            <a:ext cx="3036423" cy="7072503"/>
            <a:chOff x="224725" y="566950"/>
            <a:chExt cx="1850875" cy="4311100"/>
          </a:xfrm>
        </p:grpSpPr>
        <p:sp>
          <p:nvSpPr>
            <p:cNvPr id="2008" name="Google Shape;2008;p111"/>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9" name="Google Shape;2009;p111"/>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0" name="Google Shape;2010;p111"/>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1" name="Google Shape;2011;p111"/>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2" name="Google Shape;2012;p111"/>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3" name="Google Shape;2013;p111"/>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4" name="Google Shape;2014;p111"/>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5" name="Google Shape;2015;p111"/>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6" name="Google Shape;2016;p111"/>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7" name="Google Shape;2017;p111"/>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8" name="Google Shape;2018;p111"/>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9" name="Google Shape;2019;p111"/>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0" name="Google Shape;2020;p111"/>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1" name="Google Shape;2021;p111"/>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2" name="Google Shape;2022;p111"/>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3" name="Google Shape;2023;p111"/>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4" name="Google Shape;2024;p111"/>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5" name="Google Shape;2025;p111"/>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6" name="Google Shape;2026;p111"/>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7" name="Google Shape;2027;p111"/>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8" name="Google Shape;2028;p111"/>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9" name="Google Shape;2029;p111"/>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0" name="Google Shape;2030;p111"/>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1" name="Google Shape;2031;p111"/>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32" name="Google Shape;2032;p111"/>
          <p:cNvSpPr/>
          <p:nvPr/>
        </p:nvSpPr>
        <p:spPr>
          <a:xfrm>
            <a:off x="2700393" y="853631"/>
            <a:ext cx="2553600" cy="25536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33" name="Google Shape;2033;p111"/>
          <p:cNvGrpSpPr/>
          <p:nvPr/>
        </p:nvGrpSpPr>
        <p:grpSpPr>
          <a:xfrm>
            <a:off x="3726405" y="1892204"/>
            <a:ext cx="2441296" cy="2429881"/>
            <a:chOff x="2414491" y="671177"/>
            <a:chExt cx="1830972" cy="1822411"/>
          </a:xfrm>
        </p:grpSpPr>
        <p:sp>
          <p:nvSpPr>
            <p:cNvPr id="2034" name="Google Shape;2034;p111"/>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5" name="Google Shape;2035;p111"/>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6" name="Google Shape;2036;p111"/>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7" name="Google Shape;2037;p111"/>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8" name="Google Shape;2038;p111"/>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9" name="Google Shape;2039;p111"/>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0" name="Google Shape;2040;p111"/>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1" name="Google Shape;2041;p111"/>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2" name="Google Shape;2042;p111"/>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3" name="Google Shape;2043;p111"/>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4" name="Google Shape;2044;p111"/>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5" name="Google Shape;2045;p111"/>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6" name="Google Shape;2046;p111"/>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7" name="Google Shape;2047;p111"/>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8" name="Google Shape;2048;p111"/>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9" name="Google Shape;2049;p111"/>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0" name="Google Shape;2050;p111"/>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1" name="Google Shape;2051;p111"/>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2" name="Google Shape;2052;p111"/>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3" name="Google Shape;2053;p111"/>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4" name="Google Shape;2054;p111"/>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5" name="Google Shape;2055;p111"/>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6" name="Google Shape;2056;p111"/>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7" name="Google Shape;2057;p111"/>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8" name="Google Shape;2058;p111"/>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9" name="Google Shape;2059;p111"/>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0" name="Google Shape;2060;p111"/>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1" name="Google Shape;2061;p111"/>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2" name="Google Shape;2062;p111"/>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3" name="Google Shape;2063;p111"/>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4" name="Google Shape;2064;p111"/>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5" name="Google Shape;2065;p111"/>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6" name="Google Shape;2066;p111"/>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7" name="Google Shape;2067;p111"/>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6832079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Background 8">
  <p:cSld name="Background 8">
    <p:spTree>
      <p:nvGrpSpPr>
        <p:cNvPr id="1" name="Shape 2068"/>
        <p:cNvGrpSpPr/>
        <p:nvPr/>
      </p:nvGrpSpPr>
      <p:grpSpPr>
        <a:xfrm>
          <a:off x="0" y="0"/>
          <a:ext cx="0" cy="0"/>
          <a:chOff x="0" y="0"/>
          <a:chExt cx="0" cy="0"/>
        </a:xfrm>
      </p:grpSpPr>
      <p:sp>
        <p:nvSpPr>
          <p:cNvPr id="2069" name="Google Shape;2069;p112"/>
          <p:cNvSpPr/>
          <p:nvPr/>
        </p:nvSpPr>
        <p:spPr>
          <a:xfrm>
            <a:off x="6188600" y="712300"/>
            <a:ext cx="4684000" cy="53756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070" name="Google Shape;2070;p112"/>
          <p:cNvSpPr/>
          <p:nvPr/>
        </p:nvSpPr>
        <p:spPr>
          <a:xfrm rot="10800000">
            <a:off x="-1578566" y="-831456"/>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1" name="Google Shape;2071;p112"/>
          <p:cNvSpPr/>
          <p:nvPr/>
        </p:nvSpPr>
        <p:spPr>
          <a:xfrm>
            <a:off x="2481301" y="2175134"/>
            <a:ext cx="2344201" cy="3061633"/>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2" name="Google Shape;2072;p112"/>
          <p:cNvSpPr/>
          <p:nvPr/>
        </p:nvSpPr>
        <p:spPr>
          <a:xfrm rot="-1848056" flipH="1">
            <a:off x="4562600" y="3178382"/>
            <a:ext cx="2585184" cy="44075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3" name="Google Shape;2073;p112"/>
          <p:cNvSpPr/>
          <p:nvPr/>
        </p:nvSpPr>
        <p:spPr>
          <a:xfrm rot="10800000">
            <a:off x="-1189627" y="3673609"/>
            <a:ext cx="4281177" cy="426342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43712041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Background 9">
  <p:cSld name="Background 9">
    <p:spTree>
      <p:nvGrpSpPr>
        <p:cNvPr id="1" name="Shape 2074"/>
        <p:cNvGrpSpPr/>
        <p:nvPr/>
      </p:nvGrpSpPr>
      <p:grpSpPr>
        <a:xfrm>
          <a:off x="0" y="0"/>
          <a:ext cx="0" cy="0"/>
          <a:chOff x="0" y="0"/>
          <a:chExt cx="0" cy="0"/>
        </a:xfrm>
      </p:grpSpPr>
      <p:sp>
        <p:nvSpPr>
          <p:cNvPr id="2075" name="Google Shape;2075;p113"/>
          <p:cNvSpPr/>
          <p:nvPr/>
        </p:nvSpPr>
        <p:spPr>
          <a:xfrm flipH="1">
            <a:off x="1344784" y="712300"/>
            <a:ext cx="4684000" cy="53756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076" name="Google Shape;2076;p113"/>
          <p:cNvSpPr/>
          <p:nvPr/>
        </p:nvSpPr>
        <p:spPr>
          <a:xfrm rot="-5400000" flipH="1">
            <a:off x="7115771" y="1455646"/>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7" name="Google Shape;2077;p113"/>
          <p:cNvSpPr/>
          <p:nvPr/>
        </p:nvSpPr>
        <p:spPr>
          <a:xfrm flipH="1">
            <a:off x="4564880" y="4580860"/>
            <a:ext cx="1892171" cy="16690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78" name="Google Shape;2078;p113"/>
          <p:cNvGrpSpPr/>
          <p:nvPr/>
        </p:nvGrpSpPr>
        <p:grpSpPr>
          <a:xfrm flipH="1">
            <a:off x="6047215" y="731541"/>
            <a:ext cx="3027913" cy="3013779"/>
            <a:chOff x="6762468" y="1386456"/>
            <a:chExt cx="2270935" cy="2260334"/>
          </a:xfrm>
        </p:grpSpPr>
        <p:sp>
          <p:nvSpPr>
            <p:cNvPr id="2079" name="Google Shape;2079;p113"/>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0" name="Google Shape;2080;p113"/>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1" name="Google Shape;2081;p113"/>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2" name="Google Shape;2082;p113"/>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3" name="Google Shape;2083;p113"/>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4" name="Google Shape;2084;p113"/>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5" name="Google Shape;2085;p113"/>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6" name="Google Shape;2086;p113"/>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7" name="Google Shape;2087;p113"/>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8" name="Google Shape;2088;p113"/>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9" name="Google Shape;2089;p113"/>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0" name="Google Shape;2090;p113"/>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1" name="Google Shape;2091;p113"/>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2" name="Google Shape;2092;p113"/>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3" name="Google Shape;2093;p113"/>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4" name="Google Shape;2094;p113"/>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5" name="Google Shape;2095;p113"/>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6" name="Google Shape;2096;p113"/>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7" name="Google Shape;2097;p113"/>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8" name="Google Shape;2098;p113"/>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9" name="Google Shape;2099;p113"/>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0" name="Google Shape;2100;p113"/>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1" name="Google Shape;2101;p113"/>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2" name="Google Shape;2102;p113"/>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3" name="Google Shape;2103;p113"/>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4" name="Google Shape;2104;p113"/>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5" name="Google Shape;2105;p113"/>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6" name="Google Shape;2106;p113"/>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7" name="Google Shape;2107;p113"/>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8" name="Google Shape;2108;p113"/>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9" name="Google Shape;2109;p113"/>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0" name="Google Shape;2110;p113"/>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1" name="Google Shape;2111;p113"/>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82254038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Background 10">
  <p:cSld name="Background 10">
    <p:spTree>
      <p:nvGrpSpPr>
        <p:cNvPr id="1" name="Shape 2112"/>
        <p:cNvGrpSpPr/>
        <p:nvPr/>
      </p:nvGrpSpPr>
      <p:grpSpPr>
        <a:xfrm>
          <a:off x="0" y="0"/>
          <a:ext cx="0" cy="0"/>
          <a:chOff x="0" y="0"/>
          <a:chExt cx="0" cy="0"/>
        </a:xfrm>
      </p:grpSpPr>
      <p:sp>
        <p:nvSpPr>
          <p:cNvPr id="2113" name="Google Shape;2113;p114"/>
          <p:cNvSpPr/>
          <p:nvPr/>
        </p:nvSpPr>
        <p:spPr>
          <a:xfrm flipH="1">
            <a:off x="1344784" y="712300"/>
            <a:ext cx="4684000" cy="53756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114" name="Google Shape;2114;p114"/>
          <p:cNvSpPr/>
          <p:nvPr/>
        </p:nvSpPr>
        <p:spPr>
          <a:xfrm rot="-2266405" flipH="1">
            <a:off x="8570297" y="3337685"/>
            <a:ext cx="2585104" cy="4407460"/>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15" name="Google Shape;2115;p114"/>
          <p:cNvSpPr/>
          <p:nvPr/>
        </p:nvSpPr>
        <p:spPr>
          <a:xfrm>
            <a:off x="7555351" y="-1409166"/>
            <a:ext cx="5289932" cy="5267999"/>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16" name="Google Shape;2116;p114"/>
          <p:cNvSpPr/>
          <p:nvPr/>
        </p:nvSpPr>
        <p:spPr>
          <a:xfrm flipH="1">
            <a:off x="6657948" y="1301968"/>
            <a:ext cx="2495705" cy="2394697"/>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88073556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Background 11">
  <p:cSld name="Background 11">
    <p:spTree>
      <p:nvGrpSpPr>
        <p:cNvPr id="1" name="Shape 2117"/>
        <p:cNvGrpSpPr/>
        <p:nvPr/>
      </p:nvGrpSpPr>
      <p:grpSpPr>
        <a:xfrm>
          <a:off x="0" y="0"/>
          <a:ext cx="0" cy="0"/>
          <a:chOff x="0" y="0"/>
          <a:chExt cx="0" cy="0"/>
        </a:xfrm>
      </p:grpSpPr>
      <p:sp>
        <p:nvSpPr>
          <p:cNvPr id="2118" name="Google Shape;2118;p115"/>
          <p:cNvSpPr/>
          <p:nvPr/>
        </p:nvSpPr>
        <p:spPr>
          <a:xfrm flipH="1">
            <a:off x="1356251" y="718867"/>
            <a:ext cx="4684000" cy="53756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grpSp>
        <p:nvGrpSpPr>
          <p:cNvPr id="2119" name="Google Shape;2119;p115"/>
          <p:cNvGrpSpPr/>
          <p:nvPr/>
        </p:nvGrpSpPr>
        <p:grpSpPr>
          <a:xfrm rot="5400000" flipH="1">
            <a:off x="7214390" y="1769918"/>
            <a:ext cx="3036423" cy="7072503"/>
            <a:chOff x="224725" y="566950"/>
            <a:chExt cx="1850875" cy="4311100"/>
          </a:xfrm>
        </p:grpSpPr>
        <p:sp>
          <p:nvSpPr>
            <p:cNvPr id="2120" name="Google Shape;2120;p115"/>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1" name="Google Shape;2121;p115"/>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2" name="Google Shape;2122;p115"/>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3" name="Google Shape;2123;p115"/>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4" name="Google Shape;2124;p115"/>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5" name="Google Shape;2125;p115"/>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6" name="Google Shape;2126;p115"/>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7" name="Google Shape;2127;p115"/>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8" name="Google Shape;2128;p115"/>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9" name="Google Shape;2129;p115"/>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0" name="Google Shape;2130;p115"/>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1" name="Google Shape;2131;p115"/>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2" name="Google Shape;2132;p115"/>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3" name="Google Shape;2133;p115"/>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4" name="Google Shape;2134;p115"/>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5" name="Google Shape;2135;p115"/>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6" name="Google Shape;2136;p115"/>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7" name="Google Shape;2137;p115"/>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8" name="Google Shape;2138;p115"/>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9" name="Google Shape;2139;p115"/>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0" name="Google Shape;2140;p115"/>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1" name="Google Shape;2141;p115"/>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2" name="Google Shape;2142;p115"/>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3" name="Google Shape;2143;p115"/>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44" name="Google Shape;2144;p115"/>
          <p:cNvSpPr/>
          <p:nvPr/>
        </p:nvSpPr>
        <p:spPr>
          <a:xfrm rot="-3415034" flipH="1">
            <a:off x="7145186" y="698797"/>
            <a:ext cx="6419477" cy="546040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45" name="Google Shape;2145;p115"/>
          <p:cNvSpPr/>
          <p:nvPr/>
        </p:nvSpPr>
        <p:spPr>
          <a:xfrm rot="-1379372" flipH="1">
            <a:off x="6864847" y="1578220"/>
            <a:ext cx="1790679" cy="2338749"/>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46" name="Google Shape;2146;p115"/>
          <p:cNvSpPr/>
          <p:nvPr/>
        </p:nvSpPr>
        <p:spPr>
          <a:xfrm flipH="1">
            <a:off x="1058735" y="4889870"/>
            <a:ext cx="1416279" cy="124927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56307116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Background 12">
  <p:cSld name="Background 12">
    <p:spTree>
      <p:nvGrpSpPr>
        <p:cNvPr id="1" name="Shape 2147"/>
        <p:cNvGrpSpPr/>
        <p:nvPr/>
      </p:nvGrpSpPr>
      <p:grpSpPr>
        <a:xfrm>
          <a:off x="0" y="0"/>
          <a:ext cx="0" cy="0"/>
          <a:chOff x="0" y="0"/>
          <a:chExt cx="0" cy="0"/>
        </a:xfrm>
      </p:grpSpPr>
      <p:sp>
        <p:nvSpPr>
          <p:cNvPr id="2148" name="Google Shape;2148;p116"/>
          <p:cNvSpPr/>
          <p:nvPr/>
        </p:nvSpPr>
        <p:spPr>
          <a:xfrm flipH="1">
            <a:off x="1344784" y="712300"/>
            <a:ext cx="4684000" cy="53756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149" name="Google Shape;2149;p116"/>
          <p:cNvSpPr/>
          <p:nvPr/>
        </p:nvSpPr>
        <p:spPr>
          <a:xfrm rot="-5096759" flipH="1">
            <a:off x="7965336" y="3058936"/>
            <a:ext cx="6551409" cy="4030605"/>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50" name="Google Shape;2150;p116"/>
          <p:cNvSpPr/>
          <p:nvPr/>
        </p:nvSpPr>
        <p:spPr>
          <a:xfrm>
            <a:off x="5648700" y="4950492"/>
            <a:ext cx="1019085" cy="89891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151" name="Google Shape;2151;p116"/>
          <p:cNvGrpSpPr/>
          <p:nvPr/>
        </p:nvGrpSpPr>
        <p:grpSpPr>
          <a:xfrm>
            <a:off x="8197639" y="1668970"/>
            <a:ext cx="2441296" cy="2429881"/>
            <a:chOff x="2414491" y="671177"/>
            <a:chExt cx="1830972" cy="1822411"/>
          </a:xfrm>
        </p:grpSpPr>
        <p:sp>
          <p:nvSpPr>
            <p:cNvPr id="2152" name="Google Shape;2152;p116"/>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3" name="Google Shape;2153;p116"/>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4" name="Google Shape;2154;p116"/>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5" name="Google Shape;2155;p116"/>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6" name="Google Shape;2156;p116"/>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7" name="Google Shape;2157;p116"/>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8" name="Google Shape;2158;p116"/>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9" name="Google Shape;2159;p116"/>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0" name="Google Shape;2160;p116"/>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1" name="Google Shape;2161;p116"/>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2" name="Google Shape;2162;p116"/>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3" name="Google Shape;2163;p116"/>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4" name="Google Shape;2164;p116"/>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5" name="Google Shape;2165;p116"/>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6" name="Google Shape;2166;p116"/>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7" name="Google Shape;2167;p116"/>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8" name="Google Shape;2168;p116"/>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9" name="Google Shape;2169;p116"/>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0" name="Google Shape;2170;p116"/>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1" name="Google Shape;2171;p116"/>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2" name="Google Shape;2172;p116"/>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3" name="Google Shape;2173;p116"/>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4" name="Google Shape;2174;p116"/>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5" name="Google Shape;2175;p116"/>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6" name="Google Shape;2176;p116"/>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7" name="Google Shape;2177;p116"/>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8" name="Google Shape;2178;p116"/>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9" name="Google Shape;2179;p116"/>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0" name="Google Shape;2180;p116"/>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1" name="Google Shape;2181;p116"/>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2" name="Google Shape;2182;p116"/>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3" name="Google Shape;2183;p116"/>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4" name="Google Shape;2184;p116"/>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5" name="Google Shape;2185;p116"/>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86" name="Google Shape;2186;p116"/>
          <p:cNvSpPr/>
          <p:nvPr/>
        </p:nvSpPr>
        <p:spPr>
          <a:xfrm rot="-4619829">
            <a:off x="7117705" y="-1856871"/>
            <a:ext cx="4281136" cy="4263384"/>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9884566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SA_Title_Body_1_no_image">
  <p:cSld name="SA_Title_Body_1_no_image">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22" name="Google Shape;22;p4"/>
          <p:cNvPicPr preferRelativeResize="0"/>
          <p:nvPr/>
        </p:nvPicPr>
        <p:blipFill>
          <a:blip r:embed="rId2">
            <a:alphaModFix/>
          </a:blip>
          <a:stretch>
            <a:fillRect/>
          </a:stretch>
        </p:blipFill>
        <p:spPr>
          <a:xfrm>
            <a:off x="8636601" y="3318500"/>
            <a:ext cx="3555401" cy="3539499"/>
          </a:xfrm>
          <a:prstGeom prst="rect">
            <a:avLst/>
          </a:prstGeom>
          <a:noFill/>
          <a:ln>
            <a:noFill/>
          </a:ln>
        </p:spPr>
      </p:pic>
      <p:sp>
        <p:nvSpPr>
          <p:cNvPr id="23" name="Google Shape;23;p4"/>
          <p:cNvSpPr txBox="1">
            <a:spLocks noGrp="1"/>
          </p:cNvSpPr>
          <p:nvPr>
            <p:ph type="title"/>
          </p:nvPr>
        </p:nvSpPr>
        <p:spPr>
          <a:xfrm>
            <a:off x="842900" y="1227500"/>
            <a:ext cx="86468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24" name="Google Shape;24;p4"/>
          <p:cNvSpPr txBox="1">
            <a:spLocks noGrp="1"/>
          </p:cNvSpPr>
          <p:nvPr>
            <p:ph type="subTitle" idx="1"/>
          </p:nvPr>
        </p:nvSpPr>
        <p:spPr>
          <a:xfrm>
            <a:off x="856933" y="2119201"/>
            <a:ext cx="86328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atin typeface="Arial" panose="020B0604020202020204" pitchFamily="34" charset="0"/>
                <a:cs typeface="Arial" panose="020B0604020202020204" pitchFamily="34" charset="0"/>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dirty="0"/>
          </a:p>
        </p:txBody>
      </p:sp>
    </p:spTree>
    <p:extLst>
      <p:ext uri="{BB962C8B-B14F-4D97-AF65-F5344CB8AC3E}">
        <p14:creationId xmlns:p14="http://schemas.microsoft.com/office/powerpoint/2010/main" val="4023948955"/>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891">
          <p15:clr>
            <a:srgbClr val="E46962"/>
          </p15:clr>
        </p15:guide>
        <p15:guide id="7" orient="horz" pos="1086">
          <p15:clr>
            <a:srgbClr val="E46962"/>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SA_Title_Body_1">
  <p:cSld name="SA_Title_Body_1">
    <p:spTree>
      <p:nvGrpSpPr>
        <p:cNvPr id="1" name="Shape 71"/>
        <p:cNvGrpSpPr/>
        <p:nvPr/>
      </p:nvGrpSpPr>
      <p:grpSpPr>
        <a:xfrm>
          <a:off x="0" y="0"/>
          <a:ext cx="0" cy="0"/>
          <a:chOff x="0" y="0"/>
          <a:chExt cx="0" cy="0"/>
        </a:xfrm>
      </p:grpSpPr>
      <p:sp>
        <p:nvSpPr>
          <p:cNvPr id="72" name="Google Shape;72;p1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3" name="Google Shape;73;p15"/>
          <p:cNvSpPr>
            <a:spLocks noGrp="1"/>
          </p:cNvSpPr>
          <p:nvPr>
            <p:ph type="pic" idx="2"/>
          </p:nvPr>
        </p:nvSpPr>
        <p:spPr>
          <a:xfrm>
            <a:off x="7675215" y="89300"/>
            <a:ext cx="4516800" cy="6768800"/>
          </a:xfrm>
          <a:prstGeom prst="roundRect">
            <a:avLst>
              <a:gd name="adj" fmla="val 0"/>
            </a:avLst>
          </a:prstGeom>
          <a:noFill/>
          <a:ln>
            <a:noFill/>
          </a:ln>
        </p:spPr>
      </p:sp>
      <p:sp>
        <p:nvSpPr>
          <p:cNvPr id="74" name="Google Shape;74;p15"/>
          <p:cNvSpPr txBox="1">
            <a:spLocks noGrp="1"/>
          </p:cNvSpPr>
          <p:nvPr>
            <p:ph type="title"/>
          </p:nvPr>
        </p:nvSpPr>
        <p:spPr>
          <a:xfrm>
            <a:off x="842900" y="1013061"/>
            <a:ext cx="672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75" name="Google Shape;75;p15"/>
          <p:cNvSpPr txBox="1">
            <a:spLocks noGrp="1"/>
          </p:cNvSpPr>
          <p:nvPr>
            <p:ph type="subTitle" idx="1"/>
          </p:nvPr>
        </p:nvSpPr>
        <p:spPr>
          <a:xfrm>
            <a:off x="856933" y="2083333"/>
            <a:ext cx="57832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Tree>
    <p:extLst>
      <p:ext uri="{BB962C8B-B14F-4D97-AF65-F5344CB8AC3E}">
        <p14:creationId xmlns:p14="http://schemas.microsoft.com/office/powerpoint/2010/main" val="3852894096"/>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984">
          <p15:clr>
            <a:srgbClr val="E46962"/>
          </p15:clr>
        </p15:guide>
        <p15:guide id="7" orient="horz" pos="1080">
          <p15:clr>
            <a:srgbClr val="E46962"/>
          </p15:clr>
        </p15:guide>
        <p15:guide id="8" orient="horz" pos="410">
          <p15:clr>
            <a:srgbClr val="E46962"/>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SA_Title_Body_2">
  <p:cSld name="SA_Title_Body_2">
    <p:spTree>
      <p:nvGrpSpPr>
        <p:cNvPr id="1" name="Shape 76"/>
        <p:cNvGrpSpPr/>
        <p:nvPr/>
      </p:nvGrpSpPr>
      <p:grpSpPr>
        <a:xfrm>
          <a:off x="0" y="0"/>
          <a:ext cx="0" cy="0"/>
          <a:chOff x="0" y="0"/>
          <a:chExt cx="0" cy="0"/>
        </a:xfrm>
      </p:grpSpPr>
      <p:sp>
        <p:nvSpPr>
          <p:cNvPr id="77" name="Google Shape;77;p1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8" name="Google Shape;78;p16"/>
          <p:cNvSpPr>
            <a:spLocks noGrp="1"/>
          </p:cNvSpPr>
          <p:nvPr>
            <p:ph type="pic" idx="2"/>
          </p:nvPr>
        </p:nvSpPr>
        <p:spPr>
          <a:xfrm>
            <a:off x="0" y="76933"/>
            <a:ext cx="4525200" cy="6781200"/>
          </a:xfrm>
          <a:prstGeom prst="roundRect">
            <a:avLst>
              <a:gd name="adj" fmla="val 0"/>
            </a:avLst>
          </a:prstGeom>
          <a:noFill/>
          <a:ln>
            <a:noFill/>
          </a:ln>
        </p:spPr>
      </p:sp>
      <p:sp>
        <p:nvSpPr>
          <p:cNvPr id="79" name="Google Shape;79;p16"/>
          <p:cNvSpPr txBox="1">
            <a:spLocks noGrp="1"/>
          </p:cNvSpPr>
          <p:nvPr>
            <p:ph type="subTitle" idx="1"/>
          </p:nvPr>
        </p:nvSpPr>
        <p:spPr>
          <a:xfrm>
            <a:off x="5513600" y="2126900"/>
            <a:ext cx="55688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0" name="Google Shape;80;p16"/>
          <p:cNvSpPr txBox="1">
            <a:spLocks noGrp="1"/>
          </p:cNvSpPr>
          <p:nvPr>
            <p:ph type="title"/>
          </p:nvPr>
        </p:nvSpPr>
        <p:spPr>
          <a:xfrm>
            <a:off x="5513600" y="1013061"/>
            <a:ext cx="5694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3293933374"/>
      </p:ext>
    </p:extLst>
  </p:cSld>
  <p:clrMapOvr>
    <a:masterClrMapping/>
  </p:clrMapOvr>
  <p:extLst>
    <p:ext uri="{DCECCB84-F9BA-43D5-87BE-67443E8EF086}">
      <p15:sldGuideLst xmlns:p15="http://schemas.microsoft.com/office/powerpoint/2012/main">
        <p15:guide id="1" orient="horz" pos="1620">
          <p15:clr>
            <a:srgbClr val="E46962"/>
          </p15:clr>
        </p15:guide>
        <p15:guide id="2" pos="2664">
          <p15:clr>
            <a:srgbClr val="E46962"/>
          </p15:clr>
        </p15:guide>
        <p15:guide id="3" pos="405">
          <p15:clr>
            <a:srgbClr val="E46962"/>
          </p15:clr>
        </p15:guide>
        <p15:guide id="4" pos="5328">
          <p15:clr>
            <a:srgbClr val="E46962"/>
          </p15:clr>
        </p15:guide>
        <p15:guide id="5" orient="horz" pos="409">
          <p15:clr>
            <a:srgbClr val="E46962"/>
          </p15:clr>
        </p15:guide>
        <p15:guide id="6" orient="horz" pos="1005">
          <p15:clr>
            <a:srgbClr val="E46962"/>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SA_Title_Body_3">
  <p:cSld name="SA_Title_Body_3">
    <p:spTree>
      <p:nvGrpSpPr>
        <p:cNvPr id="1" name="Shape 81"/>
        <p:cNvGrpSpPr/>
        <p:nvPr/>
      </p:nvGrpSpPr>
      <p:grpSpPr>
        <a:xfrm>
          <a:off x="0" y="0"/>
          <a:ext cx="0" cy="0"/>
          <a:chOff x="0" y="0"/>
          <a:chExt cx="0" cy="0"/>
        </a:xfrm>
      </p:grpSpPr>
      <p:sp>
        <p:nvSpPr>
          <p:cNvPr id="82" name="Google Shape;82;p1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83" name="Google Shape;83;p17"/>
          <p:cNvSpPr txBox="1">
            <a:spLocks noGrp="1"/>
          </p:cNvSpPr>
          <p:nvPr>
            <p:ph type="subTitle" idx="1"/>
          </p:nvPr>
        </p:nvSpPr>
        <p:spPr>
          <a:xfrm>
            <a:off x="510767" y="2397733"/>
            <a:ext cx="3292000" cy="5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4" name="Google Shape;84;p17"/>
          <p:cNvSpPr txBox="1">
            <a:spLocks noGrp="1"/>
          </p:cNvSpPr>
          <p:nvPr>
            <p:ph type="subTitle" idx="2"/>
          </p:nvPr>
        </p:nvSpPr>
        <p:spPr>
          <a:xfrm>
            <a:off x="4379684" y="2397733"/>
            <a:ext cx="3292000" cy="526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5" name="Google Shape;85;p17"/>
          <p:cNvSpPr txBox="1">
            <a:spLocks noGrp="1"/>
          </p:cNvSpPr>
          <p:nvPr>
            <p:ph type="title"/>
          </p:nvPr>
        </p:nvSpPr>
        <p:spPr>
          <a:xfrm>
            <a:off x="510767" y="1286728"/>
            <a:ext cx="1033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86" name="Google Shape;86;p17"/>
          <p:cNvSpPr txBox="1">
            <a:spLocks noGrp="1"/>
          </p:cNvSpPr>
          <p:nvPr>
            <p:ph type="subTitle" idx="3"/>
          </p:nvPr>
        </p:nvSpPr>
        <p:spPr>
          <a:xfrm>
            <a:off x="8248600" y="2397733"/>
            <a:ext cx="3292000" cy="526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Tree>
    <p:extLst>
      <p:ext uri="{BB962C8B-B14F-4D97-AF65-F5344CB8AC3E}">
        <p14:creationId xmlns:p14="http://schemas.microsoft.com/office/powerpoint/2010/main" val="3067932846"/>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SA_Title_Body_1_no_image">
  <p:cSld name="SA_Title_Body_1_no_image">
    <p:spTree>
      <p:nvGrpSpPr>
        <p:cNvPr id="1" name="Shape 87"/>
        <p:cNvGrpSpPr/>
        <p:nvPr/>
      </p:nvGrpSpPr>
      <p:grpSpPr>
        <a:xfrm>
          <a:off x="0" y="0"/>
          <a:ext cx="0" cy="0"/>
          <a:chOff x="0" y="0"/>
          <a:chExt cx="0" cy="0"/>
        </a:xfrm>
      </p:grpSpPr>
      <p:sp>
        <p:nvSpPr>
          <p:cNvPr id="88" name="Google Shape;88;p1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89" name="Google Shape;89;p18"/>
          <p:cNvSpPr txBox="1">
            <a:spLocks noGrp="1"/>
          </p:cNvSpPr>
          <p:nvPr>
            <p:ph type="subTitle" idx="1"/>
          </p:nvPr>
        </p:nvSpPr>
        <p:spPr>
          <a:xfrm>
            <a:off x="510767" y="2175300"/>
            <a:ext cx="10338000" cy="5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90" name="Google Shape;90;p18"/>
          <p:cNvSpPr txBox="1">
            <a:spLocks noGrp="1"/>
          </p:cNvSpPr>
          <p:nvPr>
            <p:ph type="title"/>
          </p:nvPr>
        </p:nvSpPr>
        <p:spPr>
          <a:xfrm>
            <a:off x="510767" y="1286728"/>
            <a:ext cx="1033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3269947812"/>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4"/>
        <p:cNvGrpSpPr/>
        <p:nvPr/>
      </p:nvGrpSpPr>
      <p:grpSpPr>
        <a:xfrm>
          <a:off x="0" y="0"/>
          <a:ext cx="0" cy="0"/>
          <a:chOff x="0" y="0"/>
          <a:chExt cx="0" cy="0"/>
        </a:xfrm>
      </p:grpSpPr>
    </p:spTree>
    <p:extLst>
      <p:ext uri="{BB962C8B-B14F-4D97-AF65-F5344CB8AC3E}">
        <p14:creationId xmlns:p14="http://schemas.microsoft.com/office/powerpoint/2010/main" val="363686585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SA_Introduction_Slide_1" type="title">
  <p:cSld name="SA_Introduction_Slide_1">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842900" y="1227500"/>
            <a:ext cx="102396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11" name="Google Shape;11;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2" name="Google Shape;12;p2"/>
          <p:cNvSpPr txBox="1">
            <a:spLocks noGrp="1"/>
          </p:cNvSpPr>
          <p:nvPr>
            <p:ph type="body" idx="1"/>
          </p:nvPr>
        </p:nvSpPr>
        <p:spPr>
          <a:xfrm>
            <a:off x="842900" y="2289801"/>
            <a:ext cx="6742400" cy="491323"/>
          </a:xfrm>
          <a:prstGeom prst="rect">
            <a:avLst/>
          </a:prstGeom>
        </p:spPr>
        <p:txBody>
          <a:bodyPr spcFirstLastPara="1" wrap="square" lIns="91425" tIns="91425" rIns="91425" bIns="91425" anchor="t" anchorCtr="0">
            <a:spAutoFit/>
          </a:bodyPr>
          <a:lstStyle>
            <a:lvl1pPr marL="609585" lvl="0" indent="-414856" rtl="0">
              <a:spcBef>
                <a:spcPts val="0"/>
              </a:spcBef>
              <a:spcAft>
                <a:spcPts val="0"/>
              </a:spcAft>
              <a:buSzPts val="1300"/>
              <a:buChar char="●"/>
              <a:defRPr sz="1733">
                <a:latin typeface="Arial" panose="020B0604020202020204" pitchFamily="34" charset="0"/>
                <a:cs typeface="Arial" panose="020B0604020202020204" pitchFamily="34" charset="0"/>
              </a:defRPr>
            </a:lvl1pPr>
            <a:lvl2pPr marL="1219170" lvl="1" indent="-406390" rtl="0">
              <a:spcBef>
                <a:spcPts val="0"/>
              </a:spcBef>
              <a:spcAft>
                <a:spcPts val="0"/>
              </a:spcAft>
              <a:buSzPts val="1200"/>
              <a:buChar char="○"/>
              <a:defRPr sz="1600"/>
            </a:lvl2pPr>
            <a:lvl3pPr marL="1828754" lvl="2" indent="-406390" rtl="0">
              <a:spcBef>
                <a:spcPts val="0"/>
              </a:spcBef>
              <a:spcAft>
                <a:spcPts val="0"/>
              </a:spcAft>
              <a:buSzPts val="1200"/>
              <a:buChar char="■"/>
              <a:defRPr sz="1600"/>
            </a:lvl3pPr>
            <a:lvl4pPr marL="2438339" lvl="3" indent="-406390" rtl="0">
              <a:spcBef>
                <a:spcPts val="0"/>
              </a:spcBef>
              <a:spcAft>
                <a:spcPts val="0"/>
              </a:spcAft>
              <a:buSzPts val="1200"/>
              <a:buChar char="●"/>
              <a:defRPr sz="1600"/>
            </a:lvl4pPr>
            <a:lvl5pPr marL="3047924" lvl="4" indent="-406390" rtl="0">
              <a:spcBef>
                <a:spcPts val="0"/>
              </a:spcBef>
              <a:spcAft>
                <a:spcPts val="0"/>
              </a:spcAft>
              <a:buSzPts val="1200"/>
              <a:buChar char="○"/>
              <a:defRPr sz="1600"/>
            </a:lvl5pPr>
            <a:lvl6pPr marL="3657509" lvl="5" indent="-406390" rtl="0">
              <a:spcBef>
                <a:spcPts val="0"/>
              </a:spcBef>
              <a:spcAft>
                <a:spcPts val="0"/>
              </a:spcAft>
              <a:buSzPts val="1200"/>
              <a:buChar char="■"/>
              <a:defRPr sz="1600"/>
            </a:lvl6pPr>
            <a:lvl7pPr marL="4267093" lvl="6" indent="-406390" rtl="0">
              <a:spcBef>
                <a:spcPts val="0"/>
              </a:spcBef>
              <a:spcAft>
                <a:spcPts val="0"/>
              </a:spcAft>
              <a:buSzPts val="1200"/>
              <a:buChar char="●"/>
              <a:defRPr sz="1600"/>
            </a:lvl7pPr>
            <a:lvl8pPr marL="4876678" lvl="7" indent="-406390" rtl="0">
              <a:spcBef>
                <a:spcPts val="0"/>
              </a:spcBef>
              <a:spcAft>
                <a:spcPts val="0"/>
              </a:spcAft>
              <a:buSzPts val="1200"/>
              <a:buChar char="○"/>
              <a:defRPr sz="1600"/>
            </a:lvl8pPr>
            <a:lvl9pPr marL="5486263" lvl="8" indent="-406390" rtl="0">
              <a:spcBef>
                <a:spcPts val="0"/>
              </a:spcBef>
              <a:spcAft>
                <a:spcPts val="0"/>
              </a:spcAft>
              <a:buSzPts val="1200"/>
              <a:buChar char="■"/>
              <a:defRPr sz="1600"/>
            </a:lvl9pPr>
          </a:lstStyle>
          <a:p>
            <a:endParaRPr dirty="0"/>
          </a:p>
        </p:txBody>
      </p:sp>
      <p:pic>
        <p:nvPicPr>
          <p:cNvPr id="13" name="Google Shape;13;p2"/>
          <p:cNvPicPr preferRelativeResize="0"/>
          <p:nvPr/>
        </p:nvPicPr>
        <p:blipFill rotWithShape="1">
          <a:blip r:embed="rId2">
            <a:alphaModFix/>
          </a:blip>
          <a:srcRect l="7871" r="4470"/>
          <a:stretch/>
        </p:blipFill>
        <p:spPr>
          <a:xfrm rot="5399995">
            <a:off x="6882636" y="1694649"/>
            <a:ext cx="6866432" cy="3468704"/>
          </a:xfrm>
          <a:prstGeom prst="rect">
            <a:avLst/>
          </a:prstGeom>
          <a:noFill/>
          <a:ln>
            <a:noFill/>
          </a:ln>
        </p:spPr>
      </p:pic>
    </p:spTree>
    <p:extLst>
      <p:ext uri="{BB962C8B-B14F-4D97-AF65-F5344CB8AC3E}">
        <p14:creationId xmlns:p14="http://schemas.microsoft.com/office/powerpoint/2010/main" val="450052208"/>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398">
          <p15:clr>
            <a:srgbClr val="E46962"/>
          </p15:clr>
        </p15:guide>
        <p15:guide id="4" orient="horz" pos="628">
          <p15:clr>
            <a:srgbClr val="E46962"/>
          </p15:clr>
        </p15:guide>
        <p15:guide id="5" pos="5362">
          <p15:clr>
            <a:srgbClr val="E46962"/>
          </p15:clr>
        </p15:guide>
        <p15:guide id="6" pos="458">
          <p15:clr>
            <a:srgbClr val="E46962"/>
          </p15:clr>
        </p15:guide>
        <p15:guide id="7" orient="horz" pos="1082">
          <p15:clr>
            <a:srgbClr val="E46962"/>
          </p15:clr>
        </p15:guide>
        <p15:guide id="8" orient="horz" pos="903">
          <p15:clr>
            <a:srgbClr val="E46962"/>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SA_Introduction_Slide_1">
  <p:cSld name="SA_Introduction_Slide_1">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976200" y="2087189"/>
            <a:ext cx="10239600" cy="615523"/>
          </a:xfrm>
          <a:prstGeom prst="rect">
            <a:avLst/>
          </a:prstGeom>
        </p:spPr>
        <p:txBody>
          <a:bodyPr spcFirstLastPara="1" wrap="square" lIns="91425" tIns="91425" rIns="91425" bIns="91425" anchor="ctr" anchorCtr="0">
            <a:spAutoFit/>
          </a:bodyPr>
          <a:lstStyle>
            <a:lvl1pPr lvl="0" algn="ctr" rtl="0">
              <a:spcBef>
                <a:spcPts val="0"/>
              </a:spcBef>
              <a:spcAft>
                <a:spcPts val="0"/>
              </a:spcAft>
              <a:buSzPts val="2800"/>
              <a:buNone/>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69" name="Google Shape;69;p1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0" name="Google Shape;70;p14"/>
          <p:cNvSpPr txBox="1">
            <a:spLocks noGrp="1"/>
          </p:cNvSpPr>
          <p:nvPr>
            <p:ph type="body" idx="1"/>
          </p:nvPr>
        </p:nvSpPr>
        <p:spPr>
          <a:xfrm>
            <a:off x="976200" y="2972667"/>
            <a:ext cx="10239600" cy="491323"/>
          </a:xfrm>
          <a:prstGeom prst="rect">
            <a:avLst/>
          </a:prstGeom>
        </p:spPr>
        <p:txBody>
          <a:bodyPr spcFirstLastPara="1" wrap="square" lIns="91425" tIns="91425" rIns="91425" bIns="91425" anchor="t" anchorCtr="0">
            <a:spAutoFit/>
          </a:bodyPr>
          <a:lstStyle>
            <a:lvl1pPr marL="609585" lvl="0" indent="-414856" algn="ctr" rtl="0">
              <a:spcBef>
                <a:spcPts val="0"/>
              </a:spcBef>
              <a:spcAft>
                <a:spcPts val="0"/>
              </a:spcAft>
              <a:buSzPts val="1300"/>
              <a:buChar char="●"/>
              <a:defRPr sz="1733"/>
            </a:lvl1pPr>
            <a:lvl2pPr marL="1219170" lvl="1" indent="-406390" algn="ctr" rtl="0">
              <a:spcBef>
                <a:spcPts val="0"/>
              </a:spcBef>
              <a:spcAft>
                <a:spcPts val="0"/>
              </a:spcAft>
              <a:buSzPts val="1200"/>
              <a:buChar char="○"/>
              <a:defRPr sz="1600"/>
            </a:lvl2pPr>
            <a:lvl3pPr marL="1828754" lvl="2" indent="-406390" algn="ctr" rtl="0">
              <a:spcBef>
                <a:spcPts val="0"/>
              </a:spcBef>
              <a:spcAft>
                <a:spcPts val="0"/>
              </a:spcAft>
              <a:buSzPts val="1200"/>
              <a:buChar char="■"/>
              <a:defRPr sz="1600"/>
            </a:lvl3pPr>
            <a:lvl4pPr marL="2438339" lvl="3" indent="-406390" algn="ctr" rtl="0">
              <a:spcBef>
                <a:spcPts val="0"/>
              </a:spcBef>
              <a:spcAft>
                <a:spcPts val="0"/>
              </a:spcAft>
              <a:buSzPts val="1200"/>
              <a:buChar char="●"/>
              <a:defRPr sz="1600"/>
            </a:lvl4pPr>
            <a:lvl5pPr marL="3047924" lvl="4" indent="-406390" algn="ctr" rtl="0">
              <a:spcBef>
                <a:spcPts val="0"/>
              </a:spcBef>
              <a:spcAft>
                <a:spcPts val="0"/>
              </a:spcAft>
              <a:buSzPts val="1200"/>
              <a:buChar char="○"/>
              <a:defRPr sz="1600"/>
            </a:lvl5pPr>
            <a:lvl6pPr marL="3657509" lvl="5" indent="-406390" algn="ctr" rtl="0">
              <a:spcBef>
                <a:spcPts val="0"/>
              </a:spcBef>
              <a:spcAft>
                <a:spcPts val="0"/>
              </a:spcAft>
              <a:buSzPts val="1200"/>
              <a:buChar char="■"/>
              <a:defRPr sz="1600"/>
            </a:lvl6pPr>
            <a:lvl7pPr marL="4267093" lvl="6" indent="-406390" algn="ctr" rtl="0">
              <a:spcBef>
                <a:spcPts val="0"/>
              </a:spcBef>
              <a:spcAft>
                <a:spcPts val="0"/>
              </a:spcAft>
              <a:buSzPts val="1200"/>
              <a:buChar char="●"/>
              <a:defRPr sz="1600"/>
            </a:lvl7pPr>
            <a:lvl8pPr marL="4876678" lvl="7" indent="-406390" algn="ctr" rtl="0">
              <a:spcBef>
                <a:spcPts val="0"/>
              </a:spcBef>
              <a:spcAft>
                <a:spcPts val="0"/>
              </a:spcAft>
              <a:buSzPts val="1200"/>
              <a:buChar char="○"/>
              <a:defRPr sz="1600"/>
            </a:lvl8pPr>
            <a:lvl9pPr marL="5486263" lvl="8" indent="-406390" algn="ctr" rtl="0">
              <a:spcBef>
                <a:spcPts val="0"/>
              </a:spcBef>
              <a:spcAft>
                <a:spcPts val="0"/>
              </a:spcAft>
              <a:buSzPts val="1200"/>
              <a:buChar char="■"/>
              <a:defRPr sz="1600"/>
            </a:lvl9pPr>
          </a:lstStyle>
          <a:p>
            <a:endParaRPr/>
          </a:p>
        </p:txBody>
      </p:sp>
    </p:spTree>
    <p:extLst>
      <p:ext uri="{BB962C8B-B14F-4D97-AF65-F5344CB8AC3E}">
        <p14:creationId xmlns:p14="http://schemas.microsoft.com/office/powerpoint/2010/main" val="1110305755"/>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398">
          <p15:clr>
            <a:srgbClr val="E46962"/>
          </p15:clr>
        </p15:guide>
        <p15:guide id="4" orient="horz" pos="628">
          <p15:clr>
            <a:srgbClr val="E46962"/>
          </p15:clr>
        </p15:guide>
        <p15:guide id="5" pos="5362">
          <p15:clr>
            <a:srgbClr val="E46962"/>
          </p15:clr>
        </p15:guide>
        <p15:guide id="6" pos="458">
          <p15:clr>
            <a:srgbClr val="E46962"/>
          </p15:clr>
        </p15:guide>
        <p15:guide id="7" orient="horz" pos="1082">
          <p15:clr>
            <a:srgbClr val="E46962"/>
          </p15:clr>
        </p15:guide>
        <p15:guide id="8" orient="horz" pos="903">
          <p15:clr>
            <a:srgbClr val="E46962"/>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SA_Title_Body_1">
  <p:cSld name="SA_Title_Body_1">
    <p:spTree>
      <p:nvGrpSpPr>
        <p:cNvPr id="1" name="Shape 71"/>
        <p:cNvGrpSpPr/>
        <p:nvPr/>
      </p:nvGrpSpPr>
      <p:grpSpPr>
        <a:xfrm>
          <a:off x="0" y="0"/>
          <a:ext cx="0" cy="0"/>
          <a:chOff x="0" y="0"/>
          <a:chExt cx="0" cy="0"/>
        </a:xfrm>
      </p:grpSpPr>
      <p:sp>
        <p:nvSpPr>
          <p:cNvPr id="72" name="Google Shape;72;p1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3" name="Google Shape;73;p15"/>
          <p:cNvSpPr>
            <a:spLocks noGrp="1"/>
          </p:cNvSpPr>
          <p:nvPr>
            <p:ph type="pic" idx="2"/>
          </p:nvPr>
        </p:nvSpPr>
        <p:spPr>
          <a:xfrm>
            <a:off x="7675215" y="89300"/>
            <a:ext cx="4516800" cy="6768800"/>
          </a:xfrm>
          <a:prstGeom prst="roundRect">
            <a:avLst>
              <a:gd name="adj" fmla="val 0"/>
            </a:avLst>
          </a:prstGeom>
          <a:noFill/>
          <a:ln>
            <a:noFill/>
          </a:ln>
        </p:spPr>
      </p:sp>
      <p:sp>
        <p:nvSpPr>
          <p:cNvPr id="74" name="Google Shape;74;p15"/>
          <p:cNvSpPr txBox="1">
            <a:spLocks noGrp="1"/>
          </p:cNvSpPr>
          <p:nvPr>
            <p:ph type="title"/>
          </p:nvPr>
        </p:nvSpPr>
        <p:spPr>
          <a:xfrm>
            <a:off x="842900" y="1013061"/>
            <a:ext cx="672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75" name="Google Shape;75;p15"/>
          <p:cNvSpPr txBox="1">
            <a:spLocks noGrp="1"/>
          </p:cNvSpPr>
          <p:nvPr>
            <p:ph type="subTitle" idx="1"/>
          </p:nvPr>
        </p:nvSpPr>
        <p:spPr>
          <a:xfrm>
            <a:off x="856933" y="2083333"/>
            <a:ext cx="57832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Tree>
    <p:extLst>
      <p:ext uri="{BB962C8B-B14F-4D97-AF65-F5344CB8AC3E}">
        <p14:creationId xmlns:p14="http://schemas.microsoft.com/office/powerpoint/2010/main" val="1398539305"/>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984">
          <p15:clr>
            <a:srgbClr val="E46962"/>
          </p15:clr>
        </p15:guide>
        <p15:guide id="7" orient="horz" pos="1080">
          <p15:clr>
            <a:srgbClr val="E46962"/>
          </p15:clr>
        </p15:guide>
        <p15:guide id="8" orient="horz" pos="410">
          <p15:clr>
            <a:srgbClr val="E46962"/>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SA_Title_Body_2">
  <p:cSld name="SA_Title_Body_2">
    <p:spTree>
      <p:nvGrpSpPr>
        <p:cNvPr id="1" name="Shape 76"/>
        <p:cNvGrpSpPr/>
        <p:nvPr/>
      </p:nvGrpSpPr>
      <p:grpSpPr>
        <a:xfrm>
          <a:off x="0" y="0"/>
          <a:ext cx="0" cy="0"/>
          <a:chOff x="0" y="0"/>
          <a:chExt cx="0" cy="0"/>
        </a:xfrm>
      </p:grpSpPr>
      <p:sp>
        <p:nvSpPr>
          <p:cNvPr id="77" name="Google Shape;77;p1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8" name="Google Shape;78;p16"/>
          <p:cNvSpPr>
            <a:spLocks noGrp="1"/>
          </p:cNvSpPr>
          <p:nvPr>
            <p:ph type="pic" idx="2"/>
          </p:nvPr>
        </p:nvSpPr>
        <p:spPr>
          <a:xfrm>
            <a:off x="0" y="76933"/>
            <a:ext cx="4525200" cy="6781200"/>
          </a:xfrm>
          <a:prstGeom prst="roundRect">
            <a:avLst>
              <a:gd name="adj" fmla="val 0"/>
            </a:avLst>
          </a:prstGeom>
          <a:noFill/>
          <a:ln>
            <a:noFill/>
          </a:ln>
        </p:spPr>
      </p:sp>
      <p:sp>
        <p:nvSpPr>
          <p:cNvPr id="79" name="Google Shape;79;p16"/>
          <p:cNvSpPr txBox="1">
            <a:spLocks noGrp="1"/>
          </p:cNvSpPr>
          <p:nvPr>
            <p:ph type="subTitle" idx="1"/>
          </p:nvPr>
        </p:nvSpPr>
        <p:spPr>
          <a:xfrm>
            <a:off x="5513600" y="2126900"/>
            <a:ext cx="55688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0" name="Google Shape;80;p16"/>
          <p:cNvSpPr txBox="1">
            <a:spLocks noGrp="1"/>
          </p:cNvSpPr>
          <p:nvPr>
            <p:ph type="title"/>
          </p:nvPr>
        </p:nvSpPr>
        <p:spPr>
          <a:xfrm>
            <a:off x="5513600" y="1013061"/>
            <a:ext cx="5694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854127787"/>
      </p:ext>
    </p:extLst>
  </p:cSld>
  <p:clrMapOvr>
    <a:masterClrMapping/>
  </p:clrMapOvr>
  <p:extLst>
    <p:ext uri="{DCECCB84-F9BA-43D5-87BE-67443E8EF086}">
      <p15:sldGuideLst xmlns:p15="http://schemas.microsoft.com/office/powerpoint/2012/main">
        <p15:guide id="1" orient="horz" pos="1620">
          <p15:clr>
            <a:srgbClr val="E46962"/>
          </p15:clr>
        </p15:guide>
        <p15:guide id="2" pos="2664">
          <p15:clr>
            <a:srgbClr val="E46962"/>
          </p15:clr>
        </p15:guide>
        <p15:guide id="3" pos="405">
          <p15:clr>
            <a:srgbClr val="E46962"/>
          </p15:clr>
        </p15:guide>
        <p15:guide id="4" pos="5328">
          <p15:clr>
            <a:srgbClr val="E46962"/>
          </p15:clr>
        </p15:guide>
        <p15:guide id="5" orient="horz" pos="409">
          <p15:clr>
            <a:srgbClr val="E46962"/>
          </p15:clr>
        </p15:guide>
        <p15:guide id="6" orient="horz" pos="1005">
          <p15:clr>
            <a:srgbClr val="E46962"/>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SA_Title_Body_3">
  <p:cSld name="SA_Title_Body_3">
    <p:spTree>
      <p:nvGrpSpPr>
        <p:cNvPr id="1" name="Shape 81"/>
        <p:cNvGrpSpPr/>
        <p:nvPr/>
      </p:nvGrpSpPr>
      <p:grpSpPr>
        <a:xfrm>
          <a:off x="0" y="0"/>
          <a:ext cx="0" cy="0"/>
          <a:chOff x="0" y="0"/>
          <a:chExt cx="0" cy="0"/>
        </a:xfrm>
      </p:grpSpPr>
      <p:sp>
        <p:nvSpPr>
          <p:cNvPr id="82" name="Google Shape;82;p1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83" name="Google Shape;83;p17"/>
          <p:cNvSpPr txBox="1">
            <a:spLocks noGrp="1"/>
          </p:cNvSpPr>
          <p:nvPr>
            <p:ph type="subTitle" idx="1"/>
          </p:nvPr>
        </p:nvSpPr>
        <p:spPr>
          <a:xfrm>
            <a:off x="510767" y="2397733"/>
            <a:ext cx="3292000" cy="5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4" name="Google Shape;84;p17"/>
          <p:cNvSpPr txBox="1">
            <a:spLocks noGrp="1"/>
          </p:cNvSpPr>
          <p:nvPr>
            <p:ph type="subTitle" idx="2"/>
          </p:nvPr>
        </p:nvSpPr>
        <p:spPr>
          <a:xfrm>
            <a:off x="4379684" y="2397733"/>
            <a:ext cx="3292000" cy="526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5" name="Google Shape;85;p17"/>
          <p:cNvSpPr txBox="1">
            <a:spLocks noGrp="1"/>
          </p:cNvSpPr>
          <p:nvPr>
            <p:ph type="title"/>
          </p:nvPr>
        </p:nvSpPr>
        <p:spPr>
          <a:xfrm>
            <a:off x="510767" y="1286728"/>
            <a:ext cx="1033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86" name="Google Shape;86;p17"/>
          <p:cNvSpPr txBox="1">
            <a:spLocks noGrp="1"/>
          </p:cNvSpPr>
          <p:nvPr>
            <p:ph type="subTitle" idx="3"/>
          </p:nvPr>
        </p:nvSpPr>
        <p:spPr>
          <a:xfrm>
            <a:off x="8248600" y="2397733"/>
            <a:ext cx="3292000" cy="526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Tree>
    <p:extLst>
      <p:ext uri="{BB962C8B-B14F-4D97-AF65-F5344CB8AC3E}">
        <p14:creationId xmlns:p14="http://schemas.microsoft.com/office/powerpoint/2010/main" val="759209923"/>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SA_Title_Body_1_no_image">
  <p:cSld name="SA_Title_Body_1_no_image">
    <p:spTree>
      <p:nvGrpSpPr>
        <p:cNvPr id="1" name="Shape 87"/>
        <p:cNvGrpSpPr/>
        <p:nvPr/>
      </p:nvGrpSpPr>
      <p:grpSpPr>
        <a:xfrm>
          <a:off x="0" y="0"/>
          <a:ext cx="0" cy="0"/>
          <a:chOff x="0" y="0"/>
          <a:chExt cx="0" cy="0"/>
        </a:xfrm>
      </p:grpSpPr>
      <p:sp>
        <p:nvSpPr>
          <p:cNvPr id="88" name="Google Shape;88;p1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89" name="Google Shape;89;p18"/>
          <p:cNvSpPr txBox="1">
            <a:spLocks noGrp="1"/>
          </p:cNvSpPr>
          <p:nvPr>
            <p:ph type="subTitle" idx="1"/>
          </p:nvPr>
        </p:nvSpPr>
        <p:spPr>
          <a:xfrm>
            <a:off x="510767" y="2175300"/>
            <a:ext cx="10338000" cy="5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90" name="Google Shape;90;p18"/>
          <p:cNvSpPr txBox="1">
            <a:spLocks noGrp="1"/>
          </p:cNvSpPr>
          <p:nvPr>
            <p:ph type="title"/>
          </p:nvPr>
        </p:nvSpPr>
        <p:spPr>
          <a:xfrm>
            <a:off x="510767" y="1286728"/>
            <a:ext cx="1033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1540935007"/>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SA_Outro_1">
  <p:cSld name="SA_Outro_1">
    <p:spTree>
      <p:nvGrpSpPr>
        <p:cNvPr id="1" name="Shape 91"/>
        <p:cNvGrpSpPr/>
        <p:nvPr/>
      </p:nvGrpSpPr>
      <p:grpSpPr>
        <a:xfrm>
          <a:off x="0" y="0"/>
          <a:ext cx="0" cy="0"/>
          <a:chOff x="0" y="0"/>
          <a:chExt cx="0" cy="0"/>
        </a:xfrm>
      </p:grpSpPr>
      <p:sp>
        <p:nvSpPr>
          <p:cNvPr id="92" name="Google Shape;92;p1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93" name="Google Shape;93;p19"/>
          <p:cNvSpPr txBox="1">
            <a:spLocks noGrp="1"/>
          </p:cNvSpPr>
          <p:nvPr>
            <p:ph type="title"/>
          </p:nvPr>
        </p:nvSpPr>
        <p:spPr>
          <a:xfrm>
            <a:off x="707200" y="3121238"/>
            <a:ext cx="10777600" cy="615523"/>
          </a:xfrm>
          <a:prstGeom prst="rect">
            <a:avLst/>
          </a:prstGeom>
        </p:spPr>
        <p:txBody>
          <a:bodyPr spcFirstLastPara="1" wrap="square" lIns="91425" tIns="91425" rIns="91425" bIns="91425" anchor="ctr" anchorCtr="0">
            <a:spAutoFit/>
          </a:bodyPr>
          <a:lstStyle>
            <a:lvl1pPr lvl="0" algn="ctr" rtl="0">
              <a:spcBef>
                <a:spcPts val="0"/>
              </a:spcBef>
              <a:spcAft>
                <a:spcPts val="0"/>
              </a:spcAft>
              <a:buSzPts val="2800"/>
              <a:buNone/>
              <a:defRPr/>
            </a:lvl1pPr>
            <a:lvl2pPr lvl="1" algn="ctr" rtl="0">
              <a:spcBef>
                <a:spcPts val="0"/>
              </a:spcBef>
              <a:spcAft>
                <a:spcPts val="0"/>
              </a:spcAft>
              <a:buSzPts val="2800"/>
              <a:buNone/>
              <a:defRPr>
                <a:latin typeface="Poppins"/>
                <a:ea typeface="Poppins"/>
                <a:cs typeface="Poppins"/>
                <a:sym typeface="Poppins"/>
              </a:defRPr>
            </a:lvl2pPr>
            <a:lvl3pPr lvl="2" algn="ctr" rtl="0">
              <a:spcBef>
                <a:spcPts val="0"/>
              </a:spcBef>
              <a:spcAft>
                <a:spcPts val="0"/>
              </a:spcAft>
              <a:buSzPts val="2800"/>
              <a:buNone/>
              <a:defRPr>
                <a:latin typeface="Poppins"/>
                <a:ea typeface="Poppins"/>
                <a:cs typeface="Poppins"/>
                <a:sym typeface="Poppins"/>
              </a:defRPr>
            </a:lvl3pPr>
            <a:lvl4pPr lvl="3" algn="ctr" rtl="0">
              <a:spcBef>
                <a:spcPts val="0"/>
              </a:spcBef>
              <a:spcAft>
                <a:spcPts val="0"/>
              </a:spcAft>
              <a:buSzPts val="2800"/>
              <a:buNone/>
              <a:defRPr>
                <a:latin typeface="Poppins"/>
                <a:ea typeface="Poppins"/>
                <a:cs typeface="Poppins"/>
                <a:sym typeface="Poppins"/>
              </a:defRPr>
            </a:lvl4pPr>
            <a:lvl5pPr lvl="4" algn="ctr" rtl="0">
              <a:spcBef>
                <a:spcPts val="0"/>
              </a:spcBef>
              <a:spcAft>
                <a:spcPts val="0"/>
              </a:spcAft>
              <a:buSzPts val="2800"/>
              <a:buNone/>
              <a:defRPr>
                <a:latin typeface="Poppins"/>
                <a:ea typeface="Poppins"/>
                <a:cs typeface="Poppins"/>
                <a:sym typeface="Poppins"/>
              </a:defRPr>
            </a:lvl5pPr>
            <a:lvl6pPr lvl="5" algn="ctr" rtl="0">
              <a:spcBef>
                <a:spcPts val="0"/>
              </a:spcBef>
              <a:spcAft>
                <a:spcPts val="0"/>
              </a:spcAft>
              <a:buSzPts val="2800"/>
              <a:buNone/>
              <a:defRPr>
                <a:latin typeface="Poppins"/>
                <a:ea typeface="Poppins"/>
                <a:cs typeface="Poppins"/>
                <a:sym typeface="Poppins"/>
              </a:defRPr>
            </a:lvl6pPr>
            <a:lvl7pPr lvl="6" algn="ctr" rtl="0">
              <a:spcBef>
                <a:spcPts val="0"/>
              </a:spcBef>
              <a:spcAft>
                <a:spcPts val="0"/>
              </a:spcAft>
              <a:buSzPts val="2800"/>
              <a:buNone/>
              <a:defRPr>
                <a:latin typeface="Poppins"/>
                <a:ea typeface="Poppins"/>
                <a:cs typeface="Poppins"/>
                <a:sym typeface="Poppins"/>
              </a:defRPr>
            </a:lvl7pPr>
            <a:lvl8pPr lvl="7" algn="ctr" rtl="0">
              <a:spcBef>
                <a:spcPts val="0"/>
              </a:spcBef>
              <a:spcAft>
                <a:spcPts val="0"/>
              </a:spcAft>
              <a:buSzPts val="2800"/>
              <a:buNone/>
              <a:defRPr>
                <a:latin typeface="Poppins"/>
                <a:ea typeface="Poppins"/>
                <a:cs typeface="Poppins"/>
                <a:sym typeface="Poppins"/>
              </a:defRPr>
            </a:lvl8pPr>
            <a:lvl9pPr lvl="8" algn="ctr"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215533541"/>
      </p:ext>
    </p:extLst>
  </p:cSld>
  <p:clrMapOvr>
    <a:masterClrMapping/>
  </p:clrMapOvr>
  <p:extLst>
    <p:ext uri="{DCECCB84-F9BA-43D5-87BE-67443E8EF086}">
      <p15:sldGuideLst xmlns:p15="http://schemas.microsoft.com/office/powerpoint/2012/main">
        <p15:guide id="1" orient="horz" pos="1620">
          <p15:clr>
            <a:srgbClr val="E46962"/>
          </p15:clr>
        </p15:guide>
        <p15:guide id="2" pos="3240">
          <p15:clr>
            <a:srgbClr val="E46962"/>
          </p15:clr>
        </p15:guide>
        <p15:guide id="3" pos="405">
          <p15:clr>
            <a:srgbClr val="E46962"/>
          </p15:clr>
        </p15:guide>
        <p15:guide id="4" orient="horz" pos="628">
          <p15:clr>
            <a:srgbClr val="E46962"/>
          </p15:clr>
        </p15:guide>
        <p15:guide id="5" pos="5328">
          <p15:clr>
            <a:srgbClr val="E46962"/>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4"/>
        <p:cNvGrpSpPr/>
        <p:nvPr/>
      </p:nvGrpSpPr>
      <p:grpSpPr>
        <a:xfrm>
          <a:off x="0" y="0"/>
          <a:ext cx="0" cy="0"/>
          <a:chOff x="0" y="0"/>
          <a:chExt cx="0" cy="0"/>
        </a:xfrm>
      </p:grpSpPr>
    </p:spTree>
    <p:extLst>
      <p:ext uri="{BB962C8B-B14F-4D97-AF65-F5344CB8AC3E}">
        <p14:creationId xmlns:p14="http://schemas.microsoft.com/office/powerpoint/2010/main" val="726028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10" Type="http://schemas.openxmlformats.org/officeDocument/2006/relationships/theme" Target="../theme/theme2.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56.xml"/><Relationship Id="rId21" Type="http://schemas.openxmlformats.org/officeDocument/2006/relationships/slideLayout" Target="../slideLayouts/slideLayout51.xml"/><Relationship Id="rId42" Type="http://schemas.openxmlformats.org/officeDocument/2006/relationships/slideLayout" Target="../slideLayouts/slideLayout72.xml"/><Relationship Id="rId47" Type="http://schemas.openxmlformats.org/officeDocument/2006/relationships/slideLayout" Target="../slideLayouts/slideLayout77.xml"/><Relationship Id="rId63" Type="http://schemas.openxmlformats.org/officeDocument/2006/relationships/slideLayout" Target="../slideLayouts/slideLayout93.xml"/><Relationship Id="rId68" Type="http://schemas.openxmlformats.org/officeDocument/2006/relationships/slideLayout" Target="../slideLayouts/slideLayout98.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9" Type="http://schemas.openxmlformats.org/officeDocument/2006/relationships/slideLayout" Target="../slideLayouts/slideLayout59.xml"/><Relationship Id="rId11" Type="http://schemas.openxmlformats.org/officeDocument/2006/relationships/slideLayout" Target="../slideLayouts/slideLayout41.xml"/><Relationship Id="rId24" Type="http://schemas.openxmlformats.org/officeDocument/2006/relationships/slideLayout" Target="../slideLayouts/slideLayout54.xml"/><Relationship Id="rId32" Type="http://schemas.openxmlformats.org/officeDocument/2006/relationships/slideLayout" Target="../slideLayouts/slideLayout62.xml"/><Relationship Id="rId37" Type="http://schemas.openxmlformats.org/officeDocument/2006/relationships/slideLayout" Target="../slideLayouts/slideLayout67.xml"/><Relationship Id="rId40" Type="http://schemas.openxmlformats.org/officeDocument/2006/relationships/slideLayout" Target="../slideLayouts/slideLayout70.xml"/><Relationship Id="rId45" Type="http://schemas.openxmlformats.org/officeDocument/2006/relationships/slideLayout" Target="../slideLayouts/slideLayout75.xml"/><Relationship Id="rId53" Type="http://schemas.openxmlformats.org/officeDocument/2006/relationships/slideLayout" Target="../slideLayouts/slideLayout83.xml"/><Relationship Id="rId58" Type="http://schemas.openxmlformats.org/officeDocument/2006/relationships/slideLayout" Target="../slideLayouts/slideLayout88.xml"/><Relationship Id="rId66" Type="http://schemas.openxmlformats.org/officeDocument/2006/relationships/slideLayout" Target="../slideLayouts/slideLayout96.xml"/><Relationship Id="rId74" Type="http://schemas.openxmlformats.org/officeDocument/2006/relationships/slideLayout" Target="../slideLayouts/slideLayout104.xml"/><Relationship Id="rId5" Type="http://schemas.openxmlformats.org/officeDocument/2006/relationships/slideLayout" Target="../slideLayouts/slideLayout35.xml"/><Relationship Id="rId61" Type="http://schemas.openxmlformats.org/officeDocument/2006/relationships/slideLayout" Target="../slideLayouts/slideLayout91.xml"/><Relationship Id="rId19" Type="http://schemas.openxmlformats.org/officeDocument/2006/relationships/slideLayout" Target="../slideLayouts/slideLayout49.xml"/><Relationship Id="rId14" Type="http://schemas.openxmlformats.org/officeDocument/2006/relationships/slideLayout" Target="../slideLayouts/slideLayout44.xml"/><Relationship Id="rId22" Type="http://schemas.openxmlformats.org/officeDocument/2006/relationships/slideLayout" Target="../slideLayouts/slideLayout52.xml"/><Relationship Id="rId27" Type="http://schemas.openxmlformats.org/officeDocument/2006/relationships/slideLayout" Target="../slideLayouts/slideLayout57.xml"/><Relationship Id="rId30" Type="http://schemas.openxmlformats.org/officeDocument/2006/relationships/slideLayout" Target="../slideLayouts/slideLayout60.xml"/><Relationship Id="rId35" Type="http://schemas.openxmlformats.org/officeDocument/2006/relationships/slideLayout" Target="../slideLayouts/slideLayout65.xml"/><Relationship Id="rId43" Type="http://schemas.openxmlformats.org/officeDocument/2006/relationships/slideLayout" Target="../slideLayouts/slideLayout73.xml"/><Relationship Id="rId48" Type="http://schemas.openxmlformats.org/officeDocument/2006/relationships/slideLayout" Target="../slideLayouts/slideLayout78.xml"/><Relationship Id="rId56" Type="http://schemas.openxmlformats.org/officeDocument/2006/relationships/slideLayout" Target="../slideLayouts/slideLayout86.xml"/><Relationship Id="rId64" Type="http://schemas.openxmlformats.org/officeDocument/2006/relationships/slideLayout" Target="../slideLayouts/slideLayout94.xml"/><Relationship Id="rId69" Type="http://schemas.openxmlformats.org/officeDocument/2006/relationships/slideLayout" Target="../slideLayouts/slideLayout99.xml"/><Relationship Id="rId8" Type="http://schemas.openxmlformats.org/officeDocument/2006/relationships/slideLayout" Target="../slideLayouts/slideLayout38.xml"/><Relationship Id="rId51" Type="http://schemas.openxmlformats.org/officeDocument/2006/relationships/slideLayout" Target="../slideLayouts/slideLayout81.xml"/><Relationship Id="rId72" Type="http://schemas.openxmlformats.org/officeDocument/2006/relationships/slideLayout" Target="../slideLayouts/slideLayout102.xml"/><Relationship Id="rId3" Type="http://schemas.openxmlformats.org/officeDocument/2006/relationships/slideLayout" Target="../slideLayouts/slideLayout33.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5" Type="http://schemas.openxmlformats.org/officeDocument/2006/relationships/slideLayout" Target="../slideLayouts/slideLayout55.xml"/><Relationship Id="rId33" Type="http://schemas.openxmlformats.org/officeDocument/2006/relationships/slideLayout" Target="../slideLayouts/slideLayout63.xml"/><Relationship Id="rId38" Type="http://schemas.openxmlformats.org/officeDocument/2006/relationships/slideLayout" Target="../slideLayouts/slideLayout68.xml"/><Relationship Id="rId46" Type="http://schemas.openxmlformats.org/officeDocument/2006/relationships/slideLayout" Target="../slideLayouts/slideLayout76.xml"/><Relationship Id="rId59" Type="http://schemas.openxmlformats.org/officeDocument/2006/relationships/slideLayout" Target="../slideLayouts/slideLayout89.xml"/><Relationship Id="rId67" Type="http://schemas.openxmlformats.org/officeDocument/2006/relationships/slideLayout" Target="../slideLayouts/slideLayout97.xml"/><Relationship Id="rId20" Type="http://schemas.openxmlformats.org/officeDocument/2006/relationships/slideLayout" Target="../slideLayouts/slideLayout50.xml"/><Relationship Id="rId41" Type="http://schemas.openxmlformats.org/officeDocument/2006/relationships/slideLayout" Target="../slideLayouts/slideLayout71.xml"/><Relationship Id="rId54" Type="http://schemas.openxmlformats.org/officeDocument/2006/relationships/slideLayout" Target="../slideLayouts/slideLayout84.xml"/><Relationship Id="rId62" Type="http://schemas.openxmlformats.org/officeDocument/2006/relationships/slideLayout" Target="../slideLayouts/slideLayout92.xml"/><Relationship Id="rId70" Type="http://schemas.openxmlformats.org/officeDocument/2006/relationships/slideLayout" Target="../slideLayouts/slideLayout100.xml"/><Relationship Id="rId75" Type="http://schemas.openxmlformats.org/officeDocument/2006/relationships/theme" Target="../theme/theme3.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5" Type="http://schemas.openxmlformats.org/officeDocument/2006/relationships/slideLayout" Target="../slideLayouts/slideLayout45.xml"/><Relationship Id="rId23" Type="http://schemas.openxmlformats.org/officeDocument/2006/relationships/slideLayout" Target="../slideLayouts/slideLayout53.xml"/><Relationship Id="rId28" Type="http://schemas.openxmlformats.org/officeDocument/2006/relationships/slideLayout" Target="../slideLayouts/slideLayout58.xml"/><Relationship Id="rId36" Type="http://schemas.openxmlformats.org/officeDocument/2006/relationships/slideLayout" Target="../slideLayouts/slideLayout66.xml"/><Relationship Id="rId49" Type="http://schemas.openxmlformats.org/officeDocument/2006/relationships/slideLayout" Target="../slideLayouts/slideLayout79.xml"/><Relationship Id="rId57" Type="http://schemas.openxmlformats.org/officeDocument/2006/relationships/slideLayout" Target="../slideLayouts/slideLayout87.xml"/><Relationship Id="rId10" Type="http://schemas.openxmlformats.org/officeDocument/2006/relationships/slideLayout" Target="../slideLayouts/slideLayout40.xml"/><Relationship Id="rId31" Type="http://schemas.openxmlformats.org/officeDocument/2006/relationships/slideLayout" Target="../slideLayouts/slideLayout61.xml"/><Relationship Id="rId44" Type="http://schemas.openxmlformats.org/officeDocument/2006/relationships/slideLayout" Target="../slideLayouts/slideLayout74.xml"/><Relationship Id="rId52" Type="http://schemas.openxmlformats.org/officeDocument/2006/relationships/slideLayout" Target="../slideLayouts/slideLayout82.xml"/><Relationship Id="rId60" Type="http://schemas.openxmlformats.org/officeDocument/2006/relationships/slideLayout" Target="../slideLayouts/slideLayout90.xml"/><Relationship Id="rId65" Type="http://schemas.openxmlformats.org/officeDocument/2006/relationships/slideLayout" Target="../slideLayouts/slideLayout95.xml"/><Relationship Id="rId73" Type="http://schemas.openxmlformats.org/officeDocument/2006/relationships/slideLayout" Target="../slideLayouts/slideLayout10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39" Type="http://schemas.openxmlformats.org/officeDocument/2006/relationships/slideLayout" Target="../slideLayouts/slideLayout69.xml"/><Relationship Id="rId34" Type="http://schemas.openxmlformats.org/officeDocument/2006/relationships/slideLayout" Target="../slideLayouts/slideLayout64.xml"/><Relationship Id="rId50" Type="http://schemas.openxmlformats.org/officeDocument/2006/relationships/slideLayout" Target="../slideLayouts/slideLayout80.xml"/><Relationship Id="rId55" Type="http://schemas.openxmlformats.org/officeDocument/2006/relationships/slideLayout" Target="../slideLayouts/slideLayout85.xml"/><Relationship Id="rId7" Type="http://schemas.openxmlformats.org/officeDocument/2006/relationships/slideLayout" Target="../slideLayouts/slideLayout37.xml"/><Relationship Id="rId71" Type="http://schemas.openxmlformats.org/officeDocument/2006/relationships/slideLayout" Target="../slideLayouts/slideLayout10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07.xml"/><Relationship Id="rId7" Type="http://schemas.openxmlformats.org/officeDocument/2006/relationships/theme" Target="../theme/theme4.xml"/><Relationship Id="rId2" Type="http://schemas.openxmlformats.org/officeDocument/2006/relationships/slideLayout" Target="../slideLayouts/slideLayout106.xml"/><Relationship Id="rId1" Type="http://schemas.openxmlformats.org/officeDocument/2006/relationships/slideLayout" Target="../slideLayouts/slideLayout105.xml"/><Relationship Id="rId6" Type="http://schemas.openxmlformats.org/officeDocument/2006/relationships/slideLayout" Target="../slideLayouts/slideLayout110.xml"/><Relationship Id="rId5" Type="http://schemas.openxmlformats.org/officeDocument/2006/relationships/slideLayout" Target="../slideLayouts/slideLayout109.xml"/><Relationship Id="rId4" Type="http://schemas.openxmlformats.org/officeDocument/2006/relationships/slideLayout" Target="../slideLayouts/slideLayout108.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5"/>
        <p:cNvGrpSpPr/>
        <p:nvPr/>
      </p:nvGrpSpPr>
      <p:grpSpPr>
        <a:xfrm>
          <a:off x="0" y="0"/>
          <a:ext cx="0" cy="0"/>
          <a:chOff x="0" y="0"/>
          <a:chExt cx="0" cy="0"/>
        </a:xfrm>
      </p:grpSpPr>
      <p:sp>
        <p:nvSpPr>
          <p:cNvPr id="96" name="Google Shape;96;p2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1pPr>
            <a:lvl2pPr lvl="1"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2pPr>
            <a:lvl3pPr lvl="2"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3pPr>
            <a:lvl4pPr lvl="3"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4pPr>
            <a:lvl5pPr lvl="4"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5pPr>
            <a:lvl6pPr lvl="5"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6pPr>
            <a:lvl7pPr lvl="6"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7pPr>
            <a:lvl8pPr lvl="7"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8pPr>
            <a:lvl9pPr lvl="8"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9pPr>
          </a:lstStyle>
          <a:p>
            <a:endParaRPr/>
          </a:p>
        </p:txBody>
      </p:sp>
      <p:sp>
        <p:nvSpPr>
          <p:cNvPr id="97" name="Google Shape;97;p2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1pPr>
            <a:lvl2pPr marL="914400" lvl="1"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2pPr>
            <a:lvl3pPr marL="1371600" lvl="2"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3pPr>
            <a:lvl4pPr marL="1828800" lvl="3"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4pPr>
            <a:lvl5pPr marL="2286000" lvl="4"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5pPr>
            <a:lvl6pPr marL="2743200" lvl="5"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6pPr>
            <a:lvl7pPr marL="3200400" lvl="6"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7pPr>
            <a:lvl8pPr marL="3657600" lvl="7"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8pPr>
            <a:lvl9pPr marL="4114800" lvl="8" indent="-304800" rtl="0">
              <a:lnSpc>
                <a:spcPct val="115000"/>
              </a:lnSpc>
              <a:spcBef>
                <a:spcPts val="1600"/>
              </a:spcBef>
              <a:spcAft>
                <a:spcPts val="160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9pPr>
          </a:lstStyle>
          <a:p>
            <a:endParaRPr/>
          </a:p>
        </p:txBody>
      </p:sp>
    </p:spTree>
    <p:extLst>
      <p:ext uri="{BB962C8B-B14F-4D97-AF65-F5344CB8AC3E}">
        <p14:creationId xmlns:p14="http://schemas.microsoft.com/office/powerpoint/2010/main" val="37804564"/>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777" r:id="rId20"/>
    <p:sldLayoutId id="214748377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Font typeface="League Spartan Medium"/>
              <a:buNone/>
              <a:defRPr sz="2800">
                <a:solidFill>
                  <a:schemeClr val="dk1"/>
                </a:solidFill>
                <a:latin typeface="League Spartan Medium"/>
                <a:ea typeface="League Spartan Medium"/>
                <a:cs typeface="League Spartan Medium"/>
                <a:sym typeface="League Spartan Medium"/>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dirty="0"/>
          </a:p>
        </p:txBody>
      </p:sp>
      <p:sp>
        <p:nvSpPr>
          <p:cNvPr id="7" name="Google Shape;7;p1"/>
          <p:cNvSpPr txBox="1">
            <a:spLocks noGrp="1"/>
          </p:cNvSpPr>
          <p:nvPr>
            <p:ph type="body" idx="1"/>
          </p:nvPr>
        </p:nvSpPr>
        <p:spPr>
          <a:xfrm>
            <a:off x="415600" y="1536634"/>
            <a:ext cx="11360800" cy="414699"/>
          </a:xfrm>
          <a:prstGeom prst="rect">
            <a:avLst/>
          </a:prstGeom>
          <a:noFill/>
          <a:ln>
            <a:noFill/>
          </a:ln>
        </p:spPr>
        <p:txBody>
          <a:bodyPr spcFirstLastPara="1" wrap="square" lIns="91425" tIns="91425" rIns="91425" bIns="91425" anchor="t" anchorCtr="0">
            <a:spAutoFit/>
          </a:bodyPr>
          <a:lstStyle>
            <a:lvl1pPr marL="457200" lvl="0" indent="-311150" rtl="0">
              <a:lnSpc>
                <a:spcPct val="115000"/>
              </a:lnSpc>
              <a:spcBef>
                <a:spcPts val="0"/>
              </a:spcBef>
              <a:spcAft>
                <a:spcPts val="0"/>
              </a:spcAft>
              <a:buClr>
                <a:schemeClr val="dk2"/>
              </a:buClr>
              <a:buSzPts val="1300"/>
              <a:buFont typeface="Inter"/>
              <a:buChar char="●"/>
              <a:defRPr sz="1300">
                <a:solidFill>
                  <a:schemeClr val="dk2"/>
                </a:solidFill>
                <a:latin typeface="Inter"/>
                <a:ea typeface="Inter"/>
                <a:cs typeface="Inter"/>
                <a:sym typeface="Inter"/>
              </a:defRPr>
            </a:lvl1pPr>
            <a:lvl2pPr marL="914400" lvl="1"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2pPr>
            <a:lvl3pPr marL="1371600" lvl="2"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3pPr>
            <a:lvl4pPr marL="1828800" lvl="3"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4pPr>
            <a:lvl5pPr marL="2286000" lvl="4"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5pPr>
            <a:lvl6pPr marL="2743200" lvl="5"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6pPr>
            <a:lvl7pPr marL="3200400" lvl="6"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7pPr>
            <a:lvl8pPr marL="3657600" lvl="7"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8pPr>
            <a:lvl9pPr marL="4114800" lvl="8"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9pPr>
          </a:lstStyle>
          <a:p>
            <a:endParaRPr dirty="0"/>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rtl="0">
              <a:buNone/>
              <a:defRPr sz="1333">
                <a:solidFill>
                  <a:schemeClr val="dk2"/>
                </a:solidFill>
                <a:latin typeface="Helvetica" pitchFamily="2" charset="0"/>
              </a:defRPr>
            </a:lvl1pPr>
            <a:lvl2pPr lvl="1" algn="r" rtl="0">
              <a:buNone/>
              <a:defRPr sz="1333">
                <a:solidFill>
                  <a:schemeClr val="dk2"/>
                </a:solidFill>
              </a:defRPr>
            </a:lvl2pPr>
            <a:lvl3pPr lvl="2" algn="r" rtl="0">
              <a:buNone/>
              <a:defRPr sz="1333">
                <a:solidFill>
                  <a:schemeClr val="dk2"/>
                </a:solidFill>
              </a:defRPr>
            </a:lvl3pPr>
            <a:lvl4pPr lvl="3" algn="r" rtl="0">
              <a:buNone/>
              <a:defRPr sz="1333">
                <a:solidFill>
                  <a:schemeClr val="dk2"/>
                </a:solidFill>
              </a:defRPr>
            </a:lvl4pPr>
            <a:lvl5pPr lvl="4" algn="r" rtl="0">
              <a:buNone/>
              <a:defRPr sz="1333">
                <a:solidFill>
                  <a:schemeClr val="dk2"/>
                </a:solidFill>
              </a:defRPr>
            </a:lvl5pPr>
            <a:lvl6pPr lvl="5" algn="r" rtl="0">
              <a:buNone/>
              <a:defRPr sz="1333">
                <a:solidFill>
                  <a:schemeClr val="dk2"/>
                </a:solidFill>
              </a:defRPr>
            </a:lvl6pPr>
            <a:lvl7pPr lvl="6" algn="r" rtl="0">
              <a:buNone/>
              <a:defRPr sz="1333">
                <a:solidFill>
                  <a:schemeClr val="dk2"/>
                </a:solidFill>
              </a:defRPr>
            </a:lvl7pPr>
            <a:lvl8pPr lvl="7" algn="r" rtl="0">
              <a:buNone/>
              <a:defRPr sz="1333">
                <a:solidFill>
                  <a:schemeClr val="dk2"/>
                </a:solidFill>
              </a:defRPr>
            </a:lvl8pPr>
            <a:lvl9pPr lvl="8" algn="r" rtl="0">
              <a:buNone/>
              <a:defRPr sz="1333">
                <a:solidFill>
                  <a:schemeClr val="dk2"/>
                </a:solidFill>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527083512"/>
      </p:ext>
    </p:extLst>
  </p:cSld>
  <p:clrMap bg1="lt1" tx1="dk1" bg2="dk2" tx2="lt2" accent1="accent1" accent2="accent2" accent3="accent3" accent4="accent4" accent5="accent5" accent6="accent6" hlink="hlink" folHlink="folHlink"/>
  <p:sldLayoutIdLst>
    <p:sldLayoutId id="2147483681" r:id="rId1"/>
    <p:sldLayoutId id="2147483682" r:id="rId2"/>
    <p:sldLayoutId id="2147483685" r:id="rId3"/>
    <p:sldLayoutId id="2147483686" r:id="rId4"/>
    <p:sldLayoutId id="2147483687" r:id="rId5"/>
    <p:sldLayoutId id="2147483688" r:id="rId6"/>
    <p:sldLayoutId id="2147483689" r:id="rId7"/>
    <p:sldLayoutId id="2147483690" r:id="rId8"/>
    <p:sldLayoutId id="214748377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Helvetica" pitchFamily="2" charset="0"/>
          <a:ea typeface="Helvetica"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05"/>
        <p:cNvGrpSpPr/>
        <p:nvPr/>
      </p:nvGrpSpPr>
      <p:grpSpPr>
        <a:xfrm>
          <a:off x="0" y="0"/>
          <a:ext cx="0" cy="0"/>
          <a:chOff x="0" y="0"/>
          <a:chExt cx="0" cy="0"/>
        </a:xfrm>
      </p:grpSpPr>
      <p:sp>
        <p:nvSpPr>
          <p:cNvPr id="206" name="Google Shape;206;p42"/>
          <p:cNvSpPr txBox="1">
            <a:spLocks noGrp="1"/>
          </p:cNvSpPr>
          <p:nvPr>
            <p:ph type="title"/>
          </p:nvPr>
        </p:nvSpPr>
        <p:spPr>
          <a:xfrm>
            <a:off x="725667" y="593367"/>
            <a:ext cx="107408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1pPr>
            <a:lvl2pPr lvl="1"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2pPr>
            <a:lvl3pPr lvl="2"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3pPr>
            <a:lvl4pPr lvl="3"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4pPr>
            <a:lvl5pPr lvl="4"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5pPr>
            <a:lvl6pPr lvl="5"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6pPr>
            <a:lvl7pPr lvl="6"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7pPr>
            <a:lvl8pPr lvl="7"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8pPr>
            <a:lvl9pPr lvl="8"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9pPr>
          </a:lstStyle>
          <a:p>
            <a:endParaRPr/>
          </a:p>
        </p:txBody>
      </p:sp>
      <p:sp>
        <p:nvSpPr>
          <p:cNvPr id="207" name="Google Shape;207;p42"/>
          <p:cNvSpPr txBox="1">
            <a:spLocks noGrp="1"/>
          </p:cNvSpPr>
          <p:nvPr>
            <p:ph type="body" idx="1"/>
          </p:nvPr>
        </p:nvSpPr>
        <p:spPr>
          <a:xfrm>
            <a:off x="725667" y="1536633"/>
            <a:ext cx="10740800" cy="4555200"/>
          </a:xfrm>
          <a:prstGeom prst="rect">
            <a:avLst/>
          </a:prstGeom>
          <a:noFill/>
          <a:ln>
            <a:noFill/>
          </a:ln>
        </p:spPr>
        <p:txBody>
          <a:bodyPr spcFirstLastPara="1" wrap="square" lIns="91425" tIns="91425" rIns="91425" bIns="91425" anchor="t" anchorCtr="0">
            <a:noAutofit/>
          </a:bodyPr>
          <a:lstStyle>
            <a:lvl1pPr marL="457200" lvl="0" indent="-342900" rtl="0">
              <a:lnSpc>
                <a:spcPct val="100000"/>
              </a:lnSpc>
              <a:spcBef>
                <a:spcPts val="0"/>
              </a:spcBef>
              <a:spcAft>
                <a:spcPts val="0"/>
              </a:spcAft>
              <a:buClr>
                <a:schemeClr val="accent2"/>
              </a:buClr>
              <a:buSzPts val="1800"/>
              <a:buFont typeface="Manjari"/>
              <a:buChar char="●"/>
              <a:defRPr sz="1800">
                <a:solidFill>
                  <a:schemeClr val="accent2"/>
                </a:solidFill>
                <a:latin typeface="Manjari"/>
                <a:ea typeface="Manjari"/>
                <a:cs typeface="Manjari"/>
                <a:sym typeface="Manjari"/>
              </a:defRPr>
            </a:lvl1pPr>
            <a:lvl2pPr marL="914400" lvl="1"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2pPr>
            <a:lvl3pPr marL="1371600" lvl="2"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3pPr>
            <a:lvl4pPr marL="1828800" lvl="3"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4pPr>
            <a:lvl5pPr marL="2286000" lvl="4"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5pPr>
            <a:lvl6pPr marL="2743200" lvl="5"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6pPr>
            <a:lvl7pPr marL="3200400" lvl="6"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7pPr>
            <a:lvl8pPr marL="3657600" lvl="7"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8pPr>
            <a:lvl9pPr marL="4114800" lvl="8"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9pPr>
          </a:lstStyle>
          <a:p>
            <a:endParaRPr/>
          </a:p>
        </p:txBody>
      </p:sp>
    </p:spTree>
    <p:extLst>
      <p:ext uri="{BB962C8B-B14F-4D97-AF65-F5344CB8AC3E}">
        <p14:creationId xmlns:p14="http://schemas.microsoft.com/office/powerpoint/2010/main" val="2494924351"/>
      </p:ext>
    </p:extLst>
  </p:cSld>
  <p:clrMap bg1="lt1" tx1="dk1" bg2="dk2"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 id="2147483727" r:id="rId35"/>
    <p:sldLayoutId id="2147483728" r:id="rId36"/>
    <p:sldLayoutId id="2147483729" r:id="rId37"/>
    <p:sldLayoutId id="2147483730" r:id="rId38"/>
    <p:sldLayoutId id="2147483731" r:id="rId39"/>
    <p:sldLayoutId id="2147483732" r:id="rId40"/>
    <p:sldLayoutId id="2147483733" r:id="rId41"/>
    <p:sldLayoutId id="2147483734" r:id="rId42"/>
    <p:sldLayoutId id="2147483735" r:id="rId43"/>
    <p:sldLayoutId id="2147483736" r:id="rId44"/>
    <p:sldLayoutId id="2147483737" r:id="rId45"/>
    <p:sldLayoutId id="2147483738" r:id="rId46"/>
    <p:sldLayoutId id="2147483739" r:id="rId47"/>
    <p:sldLayoutId id="2147483740" r:id="rId48"/>
    <p:sldLayoutId id="2147483741" r:id="rId49"/>
    <p:sldLayoutId id="2147483742" r:id="rId50"/>
    <p:sldLayoutId id="2147483743" r:id="rId51"/>
    <p:sldLayoutId id="2147483744" r:id="rId52"/>
    <p:sldLayoutId id="2147483745" r:id="rId53"/>
    <p:sldLayoutId id="2147483746" r:id="rId54"/>
    <p:sldLayoutId id="2147483747" r:id="rId55"/>
    <p:sldLayoutId id="2147483748" r:id="rId56"/>
    <p:sldLayoutId id="2147483749" r:id="rId57"/>
    <p:sldLayoutId id="2147483750" r:id="rId58"/>
    <p:sldLayoutId id="2147483751" r:id="rId59"/>
    <p:sldLayoutId id="2147483752" r:id="rId60"/>
    <p:sldLayoutId id="2147483753" r:id="rId61"/>
    <p:sldLayoutId id="2147483754" r:id="rId62"/>
    <p:sldLayoutId id="2147483755" r:id="rId63"/>
    <p:sldLayoutId id="2147483756" r:id="rId64"/>
    <p:sldLayoutId id="2147483757" r:id="rId65"/>
    <p:sldLayoutId id="2147483758" r:id="rId66"/>
    <p:sldLayoutId id="2147483759" r:id="rId67"/>
    <p:sldLayoutId id="2147483760" r:id="rId68"/>
    <p:sldLayoutId id="2147483761" r:id="rId69"/>
    <p:sldLayoutId id="2147483762" r:id="rId70"/>
    <p:sldLayoutId id="2147483763" r:id="rId71"/>
    <p:sldLayoutId id="2147483764" r:id="rId72"/>
    <p:sldLayoutId id="2147483765" r:id="rId73"/>
    <p:sldLayoutId id="2147483774" r:id="rId74"/>
  </p:sldLayoutIdLst>
  <p:transition spd="slow">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Font typeface="Montserrat SemiBold"/>
              <a:buNone/>
              <a:defRPr sz="2800">
                <a:solidFill>
                  <a:schemeClr val="dk1"/>
                </a:solidFill>
                <a:latin typeface="Montserrat SemiBold"/>
                <a:ea typeface="Montserrat SemiBold"/>
                <a:cs typeface="Montserrat SemiBold"/>
                <a:sym typeface="Montserrat SemiBold"/>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64" name="Google Shape;64;p13"/>
          <p:cNvSpPr txBox="1">
            <a:spLocks noGrp="1"/>
          </p:cNvSpPr>
          <p:nvPr>
            <p:ph type="body" idx="1"/>
          </p:nvPr>
        </p:nvSpPr>
        <p:spPr>
          <a:xfrm>
            <a:off x="415600" y="1536633"/>
            <a:ext cx="11360800" cy="414699"/>
          </a:xfrm>
          <a:prstGeom prst="rect">
            <a:avLst/>
          </a:prstGeom>
          <a:noFill/>
          <a:ln>
            <a:noFill/>
          </a:ln>
        </p:spPr>
        <p:txBody>
          <a:bodyPr spcFirstLastPara="1" wrap="square" lIns="91425" tIns="91425" rIns="91425" bIns="91425" anchor="t" anchorCtr="0">
            <a:spAutoFit/>
          </a:bodyPr>
          <a:lstStyle>
            <a:lvl1pPr marL="457200" lvl="0" indent="-311150" rtl="0">
              <a:lnSpc>
                <a:spcPct val="115000"/>
              </a:lnSpc>
              <a:spcBef>
                <a:spcPts val="0"/>
              </a:spcBef>
              <a:spcAft>
                <a:spcPts val="0"/>
              </a:spcAft>
              <a:buClr>
                <a:schemeClr val="dk2"/>
              </a:buClr>
              <a:buSzPts val="1300"/>
              <a:buFont typeface="Open Sans"/>
              <a:buChar char="●"/>
              <a:defRPr sz="1300">
                <a:solidFill>
                  <a:schemeClr val="dk2"/>
                </a:solidFill>
                <a:latin typeface="Open Sans"/>
                <a:ea typeface="Open Sans"/>
                <a:cs typeface="Open Sans"/>
                <a:sym typeface="Open Sans"/>
              </a:defRPr>
            </a:lvl1pPr>
            <a:lvl2pPr marL="914400" lvl="1"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2pPr>
            <a:lvl3pPr marL="1371600" lvl="2"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3pPr>
            <a:lvl4pPr marL="1828800" lvl="3"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4pPr>
            <a:lvl5pPr marL="2286000" lvl="4"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5pPr>
            <a:lvl6pPr marL="2743200" lvl="5"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6pPr>
            <a:lvl7pPr marL="3200400" lvl="6"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7pPr>
            <a:lvl8pPr marL="3657600" lvl="7"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8pPr>
            <a:lvl9pPr marL="4114800" lvl="8"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9pPr>
          </a:lstStyle>
          <a:p>
            <a:endParaRPr/>
          </a:p>
        </p:txBody>
      </p:sp>
      <p:sp>
        <p:nvSpPr>
          <p:cNvPr id="65" name="Google Shape;65;p1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rtl="0">
              <a:buNone/>
              <a:defRPr sz="1333">
                <a:solidFill>
                  <a:schemeClr val="dk2"/>
                </a:solidFill>
              </a:defRPr>
            </a:lvl1pPr>
            <a:lvl2pPr lvl="1" algn="r" rtl="0">
              <a:buNone/>
              <a:defRPr sz="1333">
                <a:solidFill>
                  <a:schemeClr val="dk2"/>
                </a:solidFill>
              </a:defRPr>
            </a:lvl2pPr>
            <a:lvl3pPr lvl="2" algn="r" rtl="0">
              <a:buNone/>
              <a:defRPr sz="1333">
                <a:solidFill>
                  <a:schemeClr val="dk2"/>
                </a:solidFill>
              </a:defRPr>
            </a:lvl3pPr>
            <a:lvl4pPr lvl="3" algn="r" rtl="0">
              <a:buNone/>
              <a:defRPr sz="1333">
                <a:solidFill>
                  <a:schemeClr val="dk2"/>
                </a:solidFill>
              </a:defRPr>
            </a:lvl4pPr>
            <a:lvl5pPr lvl="4" algn="r" rtl="0">
              <a:buNone/>
              <a:defRPr sz="1333">
                <a:solidFill>
                  <a:schemeClr val="dk2"/>
                </a:solidFill>
              </a:defRPr>
            </a:lvl5pPr>
            <a:lvl6pPr lvl="5" algn="r" rtl="0">
              <a:buNone/>
              <a:defRPr sz="1333">
                <a:solidFill>
                  <a:schemeClr val="dk2"/>
                </a:solidFill>
              </a:defRPr>
            </a:lvl6pPr>
            <a:lvl7pPr lvl="6" algn="r" rtl="0">
              <a:buNone/>
              <a:defRPr sz="1333">
                <a:solidFill>
                  <a:schemeClr val="dk2"/>
                </a:solidFill>
              </a:defRPr>
            </a:lvl7pPr>
            <a:lvl8pPr lvl="7" algn="r" rtl="0">
              <a:buNone/>
              <a:defRPr sz="1333">
                <a:solidFill>
                  <a:schemeClr val="dk2"/>
                </a:solidFill>
              </a:defRPr>
            </a:lvl8pPr>
            <a:lvl9pPr lvl="8" algn="r" rtl="0">
              <a:buNone/>
              <a:defRPr sz="1333">
                <a:solidFill>
                  <a:schemeClr val="dk2"/>
                </a:solidFill>
              </a:defRPr>
            </a:lvl9pPr>
          </a:lstStyle>
          <a:p>
            <a:fld id="{00000000-1234-1234-1234-123412341234}" type="slidenum">
              <a:rPr lang="en" smtClean="0"/>
              <a:pPr/>
              <a:t>‹#›</a:t>
            </a:fld>
            <a:endParaRPr lang="en"/>
          </a:p>
        </p:txBody>
      </p:sp>
      <p:sp>
        <p:nvSpPr>
          <p:cNvPr id="66" name="Google Shape;66;p13"/>
          <p:cNvSpPr/>
          <p:nvPr/>
        </p:nvSpPr>
        <p:spPr>
          <a:xfrm>
            <a:off x="0" y="0"/>
            <a:ext cx="12192000" cy="852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933885557"/>
      </p:ext>
    </p:extLst>
  </p:cSld>
  <p:clrMap bg1="lt1" tx1="dk1" bg2="dk2" tx2="lt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3" r:id="rId5"/>
    <p:sldLayoutId id="2147483775"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Font typeface="Montserrat SemiBold"/>
              <a:buNone/>
              <a:defRPr sz="2800">
                <a:solidFill>
                  <a:schemeClr val="dk1"/>
                </a:solidFill>
                <a:latin typeface="Montserrat SemiBold"/>
                <a:ea typeface="Montserrat SemiBold"/>
                <a:cs typeface="Montserrat SemiBold"/>
                <a:sym typeface="Montserrat SemiBold"/>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64" name="Google Shape;64;p13"/>
          <p:cNvSpPr txBox="1">
            <a:spLocks noGrp="1"/>
          </p:cNvSpPr>
          <p:nvPr>
            <p:ph type="body" idx="1"/>
          </p:nvPr>
        </p:nvSpPr>
        <p:spPr>
          <a:xfrm>
            <a:off x="415600" y="1536633"/>
            <a:ext cx="11360800" cy="414699"/>
          </a:xfrm>
          <a:prstGeom prst="rect">
            <a:avLst/>
          </a:prstGeom>
          <a:noFill/>
          <a:ln>
            <a:noFill/>
          </a:ln>
        </p:spPr>
        <p:txBody>
          <a:bodyPr spcFirstLastPara="1" wrap="square" lIns="91425" tIns="91425" rIns="91425" bIns="91425" anchor="t" anchorCtr="0">
            <a:spAutoFit/>
          </a:bodyPr>
          <a:lstStyle>
            <a:lvl1pPr marL="457200" lvl="0" indent="-311150" rtl="0">
              <a:lnSpc>
                <a:spcPct val="115000"/>
              </a:lnSpc>
              <a:spcBef>
                <a:spcPts val="0"/>
              </a:spcBef>
              <a:spcAft>
                <a:spcPts val="0"/>
              </a:spcAft>
              <a:buClr>
                <a:schemeClr val="dk2"/>
              </a:buClr>
              <a:buSzPts val="1300"/>
              <a:buFont typeface="Open Sans"/>
              <a:buChar char="●"/>
              <a:defRPr sz="1300">
                <a:solidFill>
                  <a:schemeClr val="dk2"/>
                </a:solidFill>
                <a:latin typeface="Open Sans"/>
                <a:ea typeface="Open Sans"/>
                <a:cs typeface="Open Sans"/>
                <a:sym typeface="Open Sans"/>
              </a:defRPr>
            </a:lvl1pPr>
            <a:lvl2pPr marL="914400" lvl="1"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2pPr>
            <a:lvl3pPr marL="1371600" lvl="2"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3pPr>
            <a:lvl4pPr marL="1828800" lvl="3"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4pPr>
            <a:lvl5pPr marL="2286000" lvl="4"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5pPr>
            <a:lvl6pPr marL="2743200" lvl="5"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6pPr>
            <a:lvl7pPr marL="3200400" lvl="6"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7pPr>
            <a:lvl8pPr marL="3657600" lvl="7"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8pPr>
            <a:lvl9pPr marL="4114800" lvl="8"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9pPr>
          </a:lstStyle>
          <a:p>
            <a:endParaRPr/>
          </a:p>
        </p:txBody>
      </p:sp>
      <p:sp>
        <p:nvSpPr>
          <p:cNvPr id="65" name="Google Shape;65;p1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rtl="0">
              <a:buNone/>
              <a:defRPr sz="1333">
                <a:solidFill>
                  <a:schemeClr val="dk2"/>
                </a:solidFill>
              </a:defRPr>
            </a:lvl1pPr>
            <a:lvl2pPr lvl="1" algn="r" rtl="0">
              <a:buNone/>
              <a:defRPr sz="1333">
                <a:solidFill>
                  <a:schemeClr val="dk2"/>
                </a:solidFill>
              </a:defRPr>
            </a:lvl2pPr>
            <a:lvl3pPr lvl="2" algn="r" rtl="0">
              <a:buNone/>
              <a:defRPr sz="1333">
                <a:solidFill>
                  <a:schemeClr val="dk2"/>
                </a:solidFill>
              </a:defRPr>
            </a:lvl3pPr>
            <a:lvl4pPr lvl="3" algn="r" rtl="0">
              <a:buNone/>
              <a:defRPr sz="1333">
                <a:solidFill>
                  <a:schemeClr val="dk2"/>
                </a:solidFill>
              </a:defRPr>
            </a:lvl4pPr>
            <a:lvl5pPr lvl="4" algn="r" rtl="0">
              <a:buNone/>
              <a:defRPr sz="1333">
                <a:solidFill>
                  <a:schemeClr val="dk2"/>
                </a:solidFill>
              </a:defRPr>
            </a:lvl5pPr>
            <a:lvl6pPr lvl="5" algn="r" rtl="0">
              <a:buNone/>
              <a:defRPr sz="1333">
                <a:solidFill>
                  <a:schemeClr val="dk2"/>
                </a:solidFill>
              </a:defRPr>
            </a:lvl6pPr>
            <a:lvl7pPr lvl="6" algn="r" rtl="0">
              <a:buNone/>
              <a:defRPr sz="1333">
                <a:solidFill>
                  <a:schemeClr val="dk2"/>
                </a:solidFill>
              </a:defRPr>
            </a:lvl7pPr>
            <a:lvl8pPr lvl="7" algn="r" rtl="0">
              <a:buNone/>
              <a:defRPr sz="1333">
                <a:solidFill>
                  <a:schemeClr val="dk2"/>
                </a:solidFill>
              </a:defRPr>
            </a:lvl8pPr>
            <a:lvl9pPr lvl="8" algn="r" rtl="0">
              <a:buNone/>
              <a:defRPr sz="1333">
                <a:solidFill>
                  <a:schemeClr val="dk2"/>
                </a:solidFill>
              </a:defRPr>
            </a:lvl9pPr>
          </a:lstStyle>
          <a:p>
            <a:fld id="{00000000-1234-1234-1234-123412341234}" type="slidenum">
              <a:rPr lang="en" smtClean="0"/>
              <a:pPr/>
              <a:t>‹#›</a:t>
            </a:fld>
            <a:endParaRPr lang="en"/>
          </a:p>
        </p:txBody>
      </p:sp>
      <p:sp>
        <p:nvSpPr>
          <p:cNvPr id="66" name="Google Shape;66;p13"/>
          <p:cNvSpPr/>
          <p:nvPr/>
        </p:nvSpPr>
        <p:spPr>
          <a:xfrm>
            <a:off x="0" y="0"/>
            <a:ext cx="12192000" cy="852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570647756"/>
      </p:ext>
    </p:extLst>
  </p:cSld>
  <p:clrMap bg1="lt1" tx1="dk1" bg2="dk2" tx2="lt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0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0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0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0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0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0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08.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0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08.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1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0.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04.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08.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0.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0.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08.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0.xml"/><Relationship Id="rId1" Type="http://schemas.openxmlformats.org/officeDocument/2006/relationships/slideLayout" Target="../slideLayouts/slideLayout104.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08.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04.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08.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08.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08.xml"/></Relationships>
</file>

<file path=ppt/slides/_rels/slide3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6.xml"/><Relationship Id="rId1" Type="http://schemas.openxmlformats.org/officeDocument/2006/relationships/slideLayout" Target="../slideLayouts/slideLayout104.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108.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08.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108.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10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90"/>
        <p:cNvGrpSpPr/>
        <p:nvPr/>
      </p:nvGrpSpPr>
      <p:grpSpPr>
        <a:xfrm>
          <a:off x="0" y="0"/>
          <a:ext cx="0" cy="0"/>
          <a:chOff x="0" y="0"/>
          <a:chExt cx="0" cy="0"/>
        </a:xfrm>
      </p:grpSpPr>
      <p:pic>
        <p:nvPicPr>
          <p:cNvPr id="3" name="Picture 2">
            <a:extLst>
              <a:ext uri="{FF2B5EF4-FFF2-40B4-BE49-F238E27FC236}">
                <a16:creationId xmlns:a16="http://schemas.microsoft.com/office/drawing/2014/main" id="{B3D68AE7-25DD-AFA8-9A01-966B9EF7AD9F}"/>
              </a:ext>
            </a:extLst>
          </p:cNvPr>
          <p:cNvPicPr>
            <a:picLocks noChangeAspect="1"/>
          </p:cNvPicPr>
          <p:nvPr/>
        </p:nvPicPr>
        <p:blipFill rotWithShape="1">
          <a:blip r:embed="rId3"/>
          <a:srcRect l="7916" r="30054"/>
          <a:stretch/>
        </p:blipFill>
        <p:spPr>
          <a:xfrm>
            <a:off x="590167" y="0"/>
            <a:ext cx="11601833" cy="6858000"/>
          </a:xfrm>
          <a:prstGeom prst="rect">
            <a:avLst/>
          </a:prstGeom>
        </p:spPr>
      </p:pic>
      <p:sp>
        <p:nvSpPr>
          <p:cNvPr id="2192" name="Google Shape;2192;p117"/>
          <p:cNvSpPr/>
          <p:nvPr/>
        </p:nvSpPr>
        <p:spPr>
          <a:xfrm rot="5400000">
            <a:off x="1701967" y="18467"/>
            <a:ext cx="4478400" cy="6702000"/>
          </a:xfrm>
          <a:prstGeom prst="rect">
            <a:avLst/>
          </a:prstGeom>
          <a:solidFill>
            <a:schemeClr val="accent1">
              <a:alpha val="86160"/>
            </a:scheme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93" name="Google Shape;2193;p117"/>
          <p:cNvSpPr txBox="1">
            <a:spLocks noGrp="1"/>
          </p:cNvSpPr>
          <p:nvPr>
            <p:ph type="subTitle" idx="1"/>
          </p:nvPr>
        </p:nvSpPr>
        <p:spPr>
          <a:xfrm>
            <a:off x="1386100" y="4249800"/>
            <a:ext cx="3988981" cy="1300000"/>
          </a:xfrm>
          <a:prstGeom prst="rect">
            <a:avLst/>
          </a:prstGeom>
        </p:spPr>
        <p:txBody>
          <a:bodyPr spcFirstLastPara="1" wrap="square" lIns="121900" tIns="121900" rIns="121900" bIns="121900" anchor="b" anchorCtr="0">
            <a:noAutofit/>
          </a:bodyPr>
          <a:lstStyle/>
          <a:p>
            <a:pPr marL="0" indent="0">
              <a:lnSpc>
                <a:spcPct val="150000"/>
              </a:lnSpc>
            </a:pPr>
            <a:r>
              <a:rPr lang="en" dirty="0">
                <a:solidFill>
                  <a:schemeClr val="lt1"/>
                </a:solidFill>
              </a:rPr>
              <a:t>Central Bank of Armenia</a:t>
            </a:r>
            <a:endParaRPr dirty="0">
              <a:solidFill>
                <a:schemeClr val="lt1"/>
              </a:solidFill>
            </a:endParaRPr>
          </a:p>
        </p:txBody>
      </p:sp>
      <p:sp>
        <p:nvSpPr>
          <p:cNvPr id="2194" name="Google Shape;2194;p117"/>
          <p:cNvSpPr txBox="1">
            <a:spLocks noGrp="1"/>
          </p:cNvSpPr>
          <p:nvPr>
            <p:ph type="ctrTitle"/>
          </p:nvPr>
        </p:nvSpPr>
        <p:spPr>
          <a:xfrm>
            <a:off x="1091900" y="1249333"/>
            <a:ext cx="6214200" cy="3395567"/>
          </a:xfrm>
          <a:prstGeom prst="rect">
            <a:avLst/>
          </a:prstGeom>
        </p:spPr>
        <p:txBody>
          <a:bodyPr spcFirstLastPara="1" wrap="square" lIns="121900" tIns="121900" rIns="121900" bIns="121900" anchor="ctr" anchorCtr="0">
            <a:noAutofit/>
          </a:bodyPr>
          <a:lstStyle/>
          <a:p>
            <a:r>
              <a:rPr lang="en-US" sz="4400" dirty="0">
                <a:solidFill>
                  <a:schemeClr val="lt1"/>
                </a:solidFill>
              </a:rPr>
              <a:t>Measuring systemic risks in Armenia: A Growth-at-Risk approach</a:t>
            </a:r>
            <a:endParaRPr sz="4400" dirty="0">
              <a:solidFill>
                <a:schemeClr val="lt1"/>
              </a:solidFill>
            </a:endParaRPr>
          </a:p>
        </p:txBody>
      </p:sp>
      <p:sp>
        <p:nvSpPr>
          <p:cNvPr id="2195" name="Google Shape;2195;p117"/>
          <p:cNvSpPr/>
          <p:nvPr/>
        </p:nvSpPr>
        <p:spPr>
          <a:xfrm rot="-5400000" flipH="1">
            <a:off x="9805600" y="3222067"/>
            <a:ext cx="4478400" cy="294800"/>
          </a:xfrm>
          <a:prstGeom prst="rect">
            <a:avLst/>
          </a:pr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99"/>
        <p:cNvGrpSpPr/>
        <p:nvPr/>
      </p:nvGrpSpPr>
      <p:grpSpPr>
        <a:xfrm>
          <a:off x="0" y="0"/>
          <a:ext cx="0" cy="0"/>
          <a:chOff x="0" y="0"/>
          <a:chExt cx="0" cy="0"/>
        </a:xfrm>
      </p:grpSpPr>
      <p:sp>
        <p:nvSpPr>
          <p:cNvPr id="2200" name="Google Shape;2200;p118"/>
          <p:cNvSpPr txBox="1">
            <a:spLocks noGrp="1"/>
          </p:cNvSpPr>
          <p:nvPr>
            <p:ph type="title"/>
          </p:nvPr>
        </p:nvSpPr>
        <p:spPr>
          <a:xfrm>
            <a:off x="733172" y="532556"/>
            <a:ext cx="10239600" cy="969200"/>
          </a:xfrm>
          <a:prstGeom prst="rect">
            <a:avLst/>
          </a:prstGeom>
        </p:spPr>
        <p:txBody>
          <a:bodyPr spcFirstLastPara="1" wrap="square" lIns="121900" tIns="121900" rIns="121900" bIns="121900" anchor="ctr" anchorCtr="0">
            <a:noAutofit/>
          </a:bodyPr>
          <a:lstStyle/>
          <a:p>
            <a:r>
              <a:rPr lang="en" b="1" dirty="0">
                <a:solidFill>
                  <a:srgbClr val="9E5416"/>
                </a:solidFill>
              </a:rPr>
              <a:t>What is it about?</a:t>
            </a:r>
            <a:endParaRPr b="1" dirty="0">
              <a:solidFill>
                <a:srgbClr val="9E5416"/>
              </a:solidFill>
            </a:endParaRPr>
          </a:p>
        </p:txBody>
      </p:sp>
      <p:sp>
        <p:nvSpPr>
          <p:cNvPr id="2201" name="Google Shape;2201;p118"/>
          <p:cNvSpPr txBox="1">
            <a:spLocks noGrp="1"/>
          </p:cNvSpPr>
          <p:nvPr>
            <p:ph type="body" idx="1"/>
          </p:nvPr>
        </p:nvSpPr>
        <p:spPr>
          <a:xfrm>
            <a:off x="733172" y="1364596"/>
            <a:ext cx="8182228" cy="4568400"/>
          </a:xfrm>
          <a:prstGeom prst="rect">
            <a:avLst/>
          </a:prstGeom>
        </p:spPr>
        <p:txBody>
          <a:bodyPr spcFirstLastPara="1" wrap="square" lIns="121900" tIns="121900" rIns="121900" bIns="121900" anchor="t" anchorCtr="0">
            <a:noAutofit/>
          </a:bodyPr>
          <a:lstStyle/>
          <a:p>
            <a:pPr marL="0" indent="0" algn="just">
              <a:spcBef>
                <a:spcPts val="1333"/>
              </a:spcBef>
              <a:buNone/>
            </a:pPr>
            <a:r>
              <a:rPr lang="en-US" sz="2000" dirty="0">
                <a:solidFill>
                  <a:srgbClr val="434343"/>
                </a:solidFill>
                <a:latin typeface="Catamaran ExtraLight" panose="020B0604020202020204" charset="0"/>
                <a:cs typeface="Catamaran ExtraLight" panose="020B0604020202020204" charset="0"/>
              </a:rPr>
              <a:t>Recent years have seen a rapid </a:t>
            </a:r>
            <a:r>
              <a:rPr lang="en-US" sz="2000" b="1" dirty="0">
                <a:solidFill>
                  <a:srgbClr val="9E5416"/>
                </a:solidFill>
                <a:latin typeface="Catamaran ExtraLight" panose="020B0604020202020204" charset="0"/>
                <a:cs typeface="Catamaran ExtraLight" panose="020B0604020202020204" charset="0"/>
              </a:rPr>
              <a:t>operationalization of Macroprudential policy (MP)</a:t>
            </a:r>
            <a:r>
              <a:rPr lang="en-US" sz="2000" dirty="0">
                <a:solidFill>
                  <a:srgbClr val="434343"/>
                </a:solidFill>
                <a:latin typeface="Catamaran ExtraLight" panose="020B0604020202020204" charset="0"/>
                <a:cs typeface="Catamaran ExtraLight" panose="020B0604020202020204" charset="0"/>
              </a:rPr>
              <a:t> in many countries. But it still lacks reliable quantitative measurement framework and a criteria for policy rule (as in case of Monetary Policy).</a:t>
            </a:r>
          </a:p>
          <a:p>
            <a:pPr marL="0" indent="0" algn="just">
              <a:spcBef>
                <a:spcPts val="1333"/>
              </a:spcBef>
              <a:buNone/>
            </a:pPr>
            <a:r>
              <a:rPr lang="en-US" sz="2000" dirty="0">
                <a:solidFill>
                  <a:srgbClr val="434343"/>
                </a:solidFill>
                <a:latin typeface="Catamaran ExtraLight" panose="020B0604020202020204" charset="0"/>
                <a:cs typeface="Catamaran ExtraLight" panose="020B0604020202020204" charset="0"/>
              </a:rPr>
              <a:t>The main problems of MP:</a:t>
            </a:r>
          </a:p>
          <a:p>
            <a:pPr marL="342900" indent="-342900" algn="just">
              <a:spcBef>
                <a:spcPts val="1333"/>
              </a:spcBef>
            </a:pPr>
            <a:r>
              <a:rPr lang="en-US" sz="2000" dirty="0">
                <a:solidFill>
                  <a:srgbClr val="434343"/>
                </a:solidFill>
                <a:latin typeface="Catamaran ExtraLight" panose="020B0604020202020204" charset="0"/>
                <a:cs typeface="Catamaran ExtraLight" panose="020B0604020202020204" charset="0"/>
              </a:rPr>
              <a:t>Wide diversity of tools with </a:t>
            </a:r>
            <a:r>
              <a:rPr lang="en-US" sz="2000" b="1" dirty="0">
                <a:solidFill>
                  <a:srgbClr val="9E5416"/>
                </a:solidFill>
                <a:latin typeface="Catamaran ExtraLight" panose="020B0604020202020204" charset="0"/>
                <a:cs typeface="Catamaran ExtraLight" panose="020B0604020202020204" charset="0"/>
              </a:rPr>
              <a:t>overlapping coverage</a:t>
            </a:r>
          </a:p>
          <a:p>
            <a:pPr marL="342900" indent="-342900" algn="just">
              <a:spcBef>
                <a:spcPts val="1333"/>
              </a:spcBef>
            </a:pPr>
            <a:r>
              <a:rPr lang="en-US" sz="2000" dirty="0">
                <a:solidFill>
                  <a:srgbClr val="434343"/>
                </a:solidFill>
                <a:latin typeface="Catamaran ExtraLight" panose="020B0604020202020204" charset="0"/>
                <a:cs typeface="Catamaran ExtraLight" panose="020B0604020202020204" charset="0"/>
              </a:rPr>
              <a:t>The impact is </a:t>
            </a:r>
            <a:r>
              <a:rPr lang="en-US" sz="2000" b="1" dirty="0">
                <a:solidFill>
                  <a:srgbClr val="9E5416"/>
                </a:solidFill>
                <a:latin typeface="Catamaran ExtraLight" panose="020B0604020202020204" charset="0"/>
                <a:cs typeface="Catamaran ExtraLight" panose="020B0604020202020204" charset="0"/>
              </a:rPr>
              <a:t>difficult to quantify</a:t>
            </a:r>
          </a:p>
          <a:p>
            <a:pPr marL="342900" indent="-342900" algn="just">
              <a:spcBef>
                <a:spcPts val="1333"/>
              </a:spcBef>
            </a:pPr>
            <a:r>
              <a:rPr lang="en-US" sz="2000" dirty="0">
                <a:solidFill>
                  <a:srgbClr val="434343"/>
                </a:solidFill>
                <a:latin typeface="Catamaran ExtraLight" panose="020B0604020202020204" charset="0"/>
                <a:cs typeface="Catamaran ExtraLight" panose="020B0604020202020204" charset="0"/>
              </a:rPr>
              <a:t>Strong </a:t>
            </a:r>
            <a:r>
              <a:rPr lang="en-US" sz="2000" b="1" dirty="0">
                <a:solidFill>
                  <a:srgbClr val="9E5416"/>
                </a:solidFill>
                <a:latin typeface="Catamaran ExtraLight" panose="020B0604020202020204" charset="0"/>
                <a:cs typeface="Catamaran ExtraLight" panose="020B0604020202020204" charset="0"/>
              </a:rPr>
              <a:t>non-linearities</a:t>
            </a:r>
            <a:r>
              <a:rPr lang="en-US" sz="2000" dirty="0">
                <a:solidFill>
                  <a:srgbClr val="434343"/>
                </a:solidFill>
                <a:latin typeface="Catamaran ExtraLight" panose="020B0604020202020204" charset="0"/>
                <a:cs typeface="Catamaran ExtraLight" panose="020B0604020202020204" charset="0"/>
              </a:rPr>
              <a:t> in the effects of MP</a:t>
            </a:r>
          </a:p>
          <a:p>
            <a:pPr marL="342900" indent="-342900" algn="just">
              <a:spcBef>
                <a:spcPts val="1333"/>
              </a:spcBef>
            </a:pPr>
            <a:r>
              <a:rPr lang="en-US" sz="2000" dirty="0">
                <a:solidFill>
                  <a:srgbClr val="434343"/>
                </a:solidFill>
                <a:latin typeface="Catamaran ExtraLight" panose="020B0604020202020204" charset="0"/>
                <a:cs typeface="Catamaran ExtraLight" panose="020B0604020202020204" charset="0"/>
              </a:rPr>
              <a:t>The absence of a clear and well-defined </a:t>
            </a:r>
            <a:r>
              <a:rPr lang="en-US" sz="2000" b="1" dirty="0">
                <a:solidFill>
                  <a:srgbClr val="9E5416"/>
                </a:solidFill>
                <a:latin typeface="Catamaran ExtraLight" panose="020B0604020202020204" charset="0"/>
                <a:cs typeface="Catamaran ExtraLight" panose="020B0604020202020204" charset="0"/>
              </a:rPr>
              <a:t>target</a:t>
            </a: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a:p>
            <a:pPr marL="342900" indent="-342900" algn="just">
              <a:spcBef>
                <a:spcPts val="1333"/>
              </a:spcBef>
            </a:pP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sz="2000" dirty="0">
              <a:solidFill>
                <a:srgbClr val="434343"/>
              </a:solidFill>
              <a:latin typeface="Catamaran ExtraLight" panose="020B0604020202020204" charset="0"/>
              <a:cs typeface="Catamaran ExtraLight" panose="020B06040202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99"/>
        <p:cNvGrpSpPr/>
        <p:nvPr/>
      </p:nvGrpSpPr>
      <p:grpSpPr>
        <a:xfrm>
          <a:off x="0" y="0"/>
          <a:ext cx="0" cy="0"/>
          <a:chOff x="0" y="0"/>
          <a:chExt cx="0" cy="0"/>
        </a:xfrm>
      </p:grpSpPr>
      <p:sp>
        <p:nvSpPr>
          <p:cNvPr id="2200" name="Google Shape;2200;p118"/>
          <p:cNvSpPr txBox="1">
            <a:spLocks noGrp="1"/>
          </p:cNvSpPr>
          <p:nvPr>
            <p:ph type="title"/>
          </p:nvPr>
        </p:nvSpPr>
        <p:spPr>
          <a:xfrm>
            <a:off x="733172" y="532556"/>
            <a:ext cx="10239600" cy="969200"/>
          </a:xfrm>
          <a:prstGeom prst="rect">
            <a:avLst/>
          </a:prstGeom>
        </p:spPr>
        <p:txBody>
          <a:bodyPr spcFirstLastPara="1" wrap="square" lIns="121900" tIns="121900" rIns="121900" bIns="121900" anchor="ctr" anchorCtr="0">
            <a:noAutofit/>
          </a:bodyPr>
          <a:lstStyle/>
          <a:p>
            <a:r>
              <a:rPr lang="en-GB" b="1" dirty="0">
                <a:solidFill>
                  <a:srgbClr val="9E5416"/>
                </a:solidFill>
              </a:rPr>
              <a:t>Motivation</a:t>
            </a:r>
            <a:endParaRPr b="1" dirty="0">
              <a:solidFill>
                <a:srgbClr val="9E5416"/>
              </a:solidFill>
            </a:endParaRPr>
          </a:p>
        </p:txBody>
      </p:sp>
      <p:sp>
        <p:nvSpPr>
          <p:cNvPr id="2201" name="Google Shape;2201;p118"/>
          <p:cNvSpPr txBox="1">
            <a:spLocks noGrp="1"/>
          </p:cNvSpPr>
          <p:nvPr>
            <p:ph type="body" idx="1"/>
          </p:nvPr>
        </p:nvSpPr>
        <p:spPr>
          <a:xfrm>
            <a:off x="733171" y="1364596"/>
            <a:ext cx="8463381" cy="4568400"/>
          </a:xfrm>
          <a:prstGeom prst="rect">
            <a:avLst/>
          </a:prstGeom>
        </p:spPr>
        <p:txBody>
          <a:bodyPr spcFirstLastPara="1" wrap="square" lIns="121900" tIns="121900" rIns="121900" bIns="121900" anchor="t" anchorCtr="0">
            <a:noAutofit/>
          </a:bodyPr>
          <a:lstStyle/>
          <a:p>
            <a:pPr marL="0" indent="0" algn="just">
              <a:spcBef>
                <a:spcPts val="1333"/>
              </a:spcBef>
              <a:buNone/>
            </a:pPr>
            <a:r>
              <a:rPr lang="en-US" sz="1900" dirty="0">
                <a:solidFill>
                  <a:srgbClr val="434343"/>
                </a:solidFill>
                <a:latin typeface="Catamaran ExtraLight" panose="020B0604020202020204" charset="0"/>
              </a:rPr>
              <a:t>Our aim is to tie the </a:t>
            </a:r>
            <a:r>
              <a:rPr lang="en-US" sz="1900" b="1" dirty="0">
                <a:solidFill>
                  <a:srgbClr val="9E5416"/>
                </a:solidFill>
                <a:latin typeface="Catamaran ExtraLight" panose="020B0604020202020204" charset="0"/>
              </a:rPr>
              <a:t>decisions</a:t>
            </a:r>
            <a:r>
              <a:rPr lang="en-US" sz="1900" dirty="0">
                <a:solidFill>
                  <a:srgbClr val="434343"/>
                </a:solidFill>
                <a:latin typeface="Catamaran ExtraLight" panose="020B0604020202020204" charset="0"/>
              </a:rPr>
              <a:t> of macroprudential policy to </a:t>
            </a:r>
            <a:r>
              <a:rPr lang="en-US" sz="1900" b="1" dirty="0">
                <a:solidFill>
                  <a:srgbClr val="9E5416"/>
                </a:solidFill>
                <a:latin typeface="Catamaran ExtraLight" panose="020B0604020202020204" charset="0"/>
              </a:rPr>
              <a:t>current risks</a:t>
            </a:r>
            <a:r>
              <a:rPr lang="en-US" sz="1900" dirty="0">
                <a:solidFill>
                  <a:srgbClr val="434343"/>
                </a:solidFill>
                <a:latin typeface="Catamaran ExtraLight" panose="020B0604020202020204" charset="0"/>
              </a:rPr>
              <a:t> and the potential </a:t>
            </a:r>
            <a:r>
              <a:rPr lang="en-US" sz="1900" b="1" dirty="0">
                <a:solidFill>
                  <a:srgbClr val="9E5416"/>
                </a:solidFill>
                <a:latin typeface="Catamaran ExtraLight" panose="020B0604020202020204" charset="0"/>
              </a:rPr>
              <a:t>materialization</a:t>
            </a:r>
            <a:r>
              <a:rPr lang="en-US" sz="1900" dirty="0">
                <a:solidFill>
                  <a:srgbClr val="434343"/>
                </a:solidFill>
                <a:latin typeface="Catamaran ExtraLight" panose="020B0604020202020204" charset="0"/>
              </a:rPr>
              <a:t> of those risks. As systemic risks accumulate, it is crucial to adjust macroprudential measures accordingly, both to manage these risks and to enhance the </a:t>
            </a:r>
            <a:r>
              <a:rPr lang="en-US" sz="1900" b="1" dirty="0">
                <a:solidFill>
                  <a:srgbClr val="9E5416"/>
                </a:solidFill>
                <a:latin typeface="Catamaran ExtraLight" panose="020B0604020202020204" charset="0"/>
              </a:rPr>
              <a:t>resilience</a:t>
            </a:r>
            <a:r>
              <a:rPr lang="en-US" sz="1900" dirty="0">
                <a:solidFill>
                  <a:srgbClr val="434343"/>
                </a:solidFill>
                <a:latin typeface="Catamaran ExtraLight" panose="020B0604020202020204" charset="0"/>
              </a:rPr>
              <a:t> of the financial system.</a:t>
            </a:r>
          </a:p>
          <a:p>
            <a:pPr marL="0" indent="0" algn="just">
              <a:spcBef>
                <a:spcPts val="1333"/>
              </a:spcBef>
              <a:buNone/>
            </a:pPr>
            <a:r>
              <a:rPr lang="en-US" sz="1900" dirty="0">
                <a:solidFill>
                  <a:srgbClr val="434343"/>
                </a:solidFill>
                <a:latin typeface="Catamaran ExtraLight" panose="020B0604020202020204" charset="0"/>
                <a:cs typeface="Catamaran ExtraLight" panose="020B0604020202020204" charset="0"/>
              </a:rPr>
              <a:t>The project aims to:</a:t>
            </a:r>
          </a:p>
          <a:p>
            <a:pPr marL="342900" indent="-342900" algn="just">
              <a:spcBef>
                <a:spcPts val="1333"/>
              </a:spcBef>
            </a:pPr>
            <a:r>
              <a:rPr lang="en-US" sz="1900" b="1" dirty="0">
                <a:solidFill>
                  <a:srgbClr val="9E5416"/>
                </a:solidFill>
                <a:latin typeface="Catamaran ExtraLight" panose="020B0604020202020204" charset="0"/>
                <a:cs typeface="Catamaran ExtraLight" panose="020B0604020202020204" charset="0"/>
              </a:rPr>
              <a:t>Quantify</a:t>
            </a:r>
            <a:r>
              <a:rPr lang="en-US" sz="1900" dirty="0">
                <a:solidFill>
                  <a:srgbClr val="434343"/>
                </a:solidFill>
                <a:latin typeface="Catamaran ExtraLight" panose="020B0604020202020204" charset="0"/>
                <a:cs typeface="Catamaran ExtraLight" panose="020B0604020202020204" charset="0"/>
              </a:rPr>
              <a:t> current systemic risk (possible shortfall of GDP in case of crisis)</a:t>
            </a:r>
            <a:endParaRPr lang="en-US" sz="1900" b="1" dirty="0">
              <a:solidFill>
                <a:srgbClr val="9E5416"/>
              </a:solidFill>
              <a:latin typeface="Catamaran ExtraLight" panose="020B0604020202020204" charset="0"/>
              <a:cs typeface="Catamaran ExtraLight" panose="020B0604020202020204" charset="0"/>
            </a:endParaRPr>
          </a:p>
          <a:p>
            <a:pPr marL="342900" indent="-342900" algn="just">
              <a:spcBef>
                <a:spcPts val="1333"/>
              </a:spcBef>
            </a:pPr>
            <a:r>
              <a:rPr lang="en-US" sz="1900" b="1" dirty="0">
                <a:solidFill>
                  <a:srgbClr val="9E5416"/>
                </a:solidFill>
                <a:latin typeface="Catamaran ExtraLight" panose="020B0604020202020204" charset="0"/>
                <a:cs typeface="Catamaran ExtraLight" panose="020B0604020202020204" charset="0"/>
              </a:rPr>
              <a:t>Differentiate</a:t>
            </a:r>
            <a:r>
              <a:rPr lang="en-US" sz="1900" dirty="0">
                <a:solidFill>
                  <a:srgbClr val="434343"/>
                </a:solidFill>
                <a:latin typeface="Catamaran ExtraLight" panose="020B0604020202020204" charset="0"/>
                <a:cs typeface="Catamaran ExtraLight" panose="020B0604020202020204" charset="0"/>
              </a:rPr>
              <a:t> between various types of risks (the drivers behind the shortfall)</a:t>
            </a:r>
            <a:endParaRPr lang="en-US" sz="1900" b="1" dirty="0">
              <a:solidFill>
                <a:srgbClr val="9E5416"/>
              </a:solidFill>
              <a:latin typeface="Catamaran ExtraLight" panose="020B0604020202020204" charset="0"/>
              <a:cs typeface="Catamaran ExtraLight" panose="020B0604020202020204" charset="0"/>
            </a:endParaRPr>
          </a:p>
          <a:p>
            <a:pPr marL="342900" indent="-342900" algn="just">
              <a:spcBef>
                <a:spcPts val="1333"/>
              </a:spcBef>
            </a:pPr>
            <a:r>
              <a:rPr lang="en-US" sz="1900" dirty="0">
                <a:solidFill>
                  <a:srgbClr val="434343"/>
                </a:solidFill>
                <a:latin typeface="Catamaran ExtraLight" panose="020B0604020202020204" charset="0"/>
                <a:cs typeface="Catamaran ExtraLight" panose="020B0604020202020204" charset="0"/>
              </a:rPr>
              <a:t>Examine the </a:t>
            </a:r>
            <a:r>
              <a:rPr lang="en-US" sz="1900" b="1" dirty="0">
                <a:solidFill>
                  <a:srgbClr val="9E5416"/>
                </a:solidFill>
                <a:latin typeface="Catamaran ExtraLight" panose="020B0604020202020204" charset="0"/>
                <a:cs typeface="Catamaran ExtraLight" panose="020B0604020202020204" charset="0"/>
              </a:rPr>
              <a:t>impact of MP</a:t>
            </a:r>
            <a:r>
              <a:rPr lang="en-US" sz="1900" dirty="0">
                <a:solidFill>
                  <a:srgbClr val="434343"/>
                </a:solidFill>
                <a:latin typeface="Catamaran ExtraLight" panose="020B0604020202020204" charset="0"/>
                <a:cs typeface="Catamaran ExtraLight" panose="020B0604020202020204" charset="0"/>
              </a:rPr>
              <a:t> on these risks</a:t>
            </a:r>
          </a:p>
          <a:p>
            <a:pPr marL="342900" indent="-342900" algn="just">
              <a:spcBef>
                <a:spcPts val="1333"/>
              </a:spcBef>
            </a:pPr>
            <a:r>
              <a:rPr lang="en-US" sz="1900" dirty="0">
                <a:solidFill>
                  <a:srgbClr val="434343"/>
                </a:solidFill>
                <a:latin typeface="Catamaran ExtraLight" panose="020B0604020202020204" charset="0"/>
                <a:cs typeface="Catamaran ExtraLight" panose="020B0604020202020204" charset="0"/>
              </a:rPr>
              <a:t>Derive the </a:t>
            </a:r>
            <a:r>
              <a:rPr lang="en-US" sz="1900" b="1" dirty="0">
                <a:solidFill>
                  <a:srgbClr val="9E5416"/>
                </a:solidFill>
                <a:latin typeface="Catamaran ExtraLight" panose="020B0604020202020204" charset="0"/>
                <a:cs typeface="Catamaran ExtraLight" panose="020B0604020202020204" charset="0"/>
              </a:rPr>
              <a:t>MP stance</a:t>
            </a:r>
            <a:r>
              <a:rPr lang="en-US" sz="1900" dirty="0">
                <a:solidFill>
                  <a:srgbClr val="434343"/>
                </a:solidFill>
                <a:latin typeface="Catamaran ExtraLight" panose="020B0604020202020204" charset="0"/>
                <a:cs typeface="Catamaran ExtraLight" panose="020B0604020202020204" charset="0"/>
              </a:rPr>
              <a:t> given the current level of risks and financial system resilience.  </a:t>
            </a:r>
          </a:p>
          <a:p>
            <a:pPr marL="0" indent="0" algn="just">
              <a:spcBef>
                <a:spcPts val="1333"/>
              </a:spcBef>
              <a:buNone/>
            </a:pPr>
            <a:endParaRPr lang="en-US" sz="1900" dirty="0">
              <a:solidFill>
                <a:srgbClr val="434343"/>
              </a:solidFill>
              <a:latin typeface="Catamaran ExtraLight" panose="020B0604020202020204" charset="0"/>
              <a:cs typeface="Catamaran ExtraLight" panose="020B0604020202020204" charset="0"/>
            </a:endParaRPr>
          </a:p>
          <a:p>
            <a:pPr marL="342900" indent="-342900" algn="just">
              <a:spcBef>
                <a:spcPts val="1333"/>
              </a:spcBef>
            </a:pPr>
            <a:endParaRPr lang="en-US" sz="19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19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19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1900" dirty="0">
              <a:solidFill>
                <a:srgbClr val="434343"/>
              </a:solidFill>
              <a:latin typeface="Catamaran ExtraLight" panose="020B0604020202020204" charset="0"/>
              <a:cs typeface="Catamaran ExtraLight" panose="020B0604020202020204" charset="0"/>
            </a:endParaRPr>
          </a:p>
        </p:txBody>
      </p:sp>
    </p:spTree>
    <p:extLst>
      <p:ext uri="{BB962C8B-B14F-4D97-AF65-F5344CB8AC3E}">
        <p14:creationId xmlns:p14="http://schemas.microsoft.com/office/powerpoint/2010/main" val="306103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33172" y="555604"/>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What is Growth-at-Risk?</a:t>
            </a:r>
            <a:endParaRPr sz="2800" dirty="0">
              <a:solidFill>
                <a:srgbClr val="9E5416"/>
              </a:solidFill>
              <a:sym typeface="League Spartan Medium"/>
            </a:endParaRPr>
          </a:p>
        </p:txBody>
      </p:sp>
      <p:sp>
        <p:nvSpPr>
          <p:cNvPr id="4" name="Google Shape;2201;p118">
            <a:extLst>
              <a:ext uri="{FF2B5EF4-FFF2-40B4-BE49-F238E27FC236}">
                <a16:creationId xmlns:a16="http://schemas.microsoft.com/office/drawing/2014/main" id="{2150EA30-C380-47E8-95A1-78633219BA50}"/>
              </a:ext>
            </a:extLst>
          </p:cNvPr>
          <p:cNvSpPr txBox="1">
            <a:spLocks/>
          </p:cNvSpPr>
          <p:nvPr/>
        </p:nvSpPr>
        <p:spPr>
          <a:xfrm>
            <a:off x="733172" y="1364596"/>
            <a:ext cx="8182228" cy="540406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We focus on </a:t>
            </a:r>
            <a:r>
              <a:rPr lang="en-US" sz="2000" b="1" kern="0" dirty="0">
                <a:solidFill>
                  <a:srgbClr val="9E5416"/>
                </a:solidFill>
                <a:latin typeface="Catamaran ExtraLight" panose="020B0604020202020204" charset="0"/>
                <a:cs typeface="Catamaran ExtraLight" panose="020B0604020202020204" charset="0"/>
              </a:rPr>
              <a:t>GDP growth</a:t>
            </a:r>
            <a:r>
              <a:rPr lang="en-US" sz="2000" b="1" kern="0" dirty="0">
                <a:solidFill>
                  <a:srgbClr val="434343"/>
                </a:solidFill>
                <a:latin typeface="Catamaran ExtraLight" panose="020B0604020202020204" charset="0"/>
                <a:cs typeface="Catamaran ExtraLight" panose="020B0604020202020204" charset="0"/>
              </a:rPr>
              <a:t> </a:t>
            </a:r>
            <a:r>
              <a:rPr lang="en-US" sz="2000" kern="0" dirty="0">
                <a:solidFill>
                  <a:srgbClr val="434343"/>
                </a:solidFill>
                <a:latin typeface="Catamaran ExtraLight" panose="020B0604020202020204" charset="0"/>
                <a:cs typeface="Catamaran ExtraLight" panose="020B0604020202020204" charset="0"/>
              </a:rPr>
              <a:t>to quantify and measure how risks affect the overall economy.</a:t>
            </a:r>
          </a:p>
          <a:p>
            <a:pPr marL="0" indent="0" algn="just">
              <a:spcBef>
                <a:spcPts val="1333"/>
              </a:spcBef>
              <a:spcAft>
                <a:spcPts val="2400"/>
              </a:spcAft>
            </a:pPr>
            <a:r>
              <a:rPr lang="en-US" sz="2000" kern="0" dirty="0">
                <a:solidFill>
                  <a:srgbClr val="434343"/>
                </a:solidFill>
                <a:latin typeface="Catamaran ExtraLight" panose="020B0604020202020204" charset="0"/>
                <a:cs typeface="Catamaran ExtraLight" panose="020B0604020202020204" charset="0"/>
              </a:rPr>
              <a:t>In simple terms, Growth-at-Risk framework is used to model the impact of exogenous variables </a:t>
            </a:r>
            <a:r>
              <a:rPr lang="en-US" sz="2000" b="1" kern="0" dirty="0">
                <a:solidFill>
                  <a:srgbClr val="9E5416"/>
                </a:solidFill>
                <a:latin typeface="Catamaran ExtraLight" panose="020B0604020202020204" charset="0"/>
                <a:cs typeface="Catamaran ExtraLight" panose="020B0604020202020204" charset="0"/>
              </a:rPr>
              <a:t>not on the mean value </a:t>
            </a:r>
            <a:r>
              <a:rPr lang="en-US" sz="2000" kern="0" dirty="0">
                <a:solidFill>
                  <a:srgbClr val="434343"/>
                </a:solidFill>
                <a:latin typeface="Catamaran ExtraLight" panose="020B0604020202020204" charset="0"/>
                <a:cs typeface="Catamaran ExtraLight" panose="020B0604020202020204" charset="0"/>
              </a:rPr>
              <a:t>of the dependent variable, </a:t>
            </a:r>
            <a:r>
              <a:rPr lang="en-US" sz="2000" b="1" kern="0" dirty="0">
                <a:solidFill>
                  <a:srgbClr val="9E5416"/>
                </a:solidFill>
                <a:latin typeface="Catamaran ExtraLight" panose="020B0604020202020204" charset="0"/>
                <a:cs typeface="Catamaran ExtraLight" panose="020B0604020202020204" charset="0"/>
              </a:rPr>
              <a:t>but on its entire distribution</a:t>
            </a:r>
            <a:r>
              <a:rPr lang="en-US" sz="2000" kern="0" dirty="0">
                <a:solidFill>
                  <a:srgbClr val="434343"/>
                </a:solidFill>
                <a:latin typeface="Catamaran ExtraLight" panose="020B0604020202020204" charset="0"/>
                <a:cs typeface="Catamaran ExtraLight" panose="020B0604020202020204" charset="0"/>
              </a:rPr>
              <a:t>. To do this</a:t>
            </a:r>
            <a:r>
              <a:rPr lang="en-US" sz="2000" kern="0" dirty="0">
                <a:solidFill>
                  <a:srgbClr val="434343"/>
                </a:solidFill>
                <a:latin typeface="Catamaran ExtraLight" panose="020B0604020202020204" charset="0"/>
              </a:rPr>
              <a:t>, it uses the </a:t>
            </a:r>
            <a:r>
              <a:rPr lang="en-US" sz="2000" b="1" kern="0" dirty="0">
                <a:solidFill>
                  <a:srgbClr val="9E5416"/>
                </a:solidFill>
                <a:latin typeface="Catamaran ExtraLight" panose="020B0604020202020204" charset="0"/>
                <a:cs typeface="Catamaran ExtraLight" panose="020B0604020202020204" charset="0"/>
              </a:rPr>
              <a:t>quantile regression </a:t>
            </a:r>
            <a:r>
              <a:rPr lang="en-US" sz="2000" kern="0" dirty="0">
                <a:solidFill>
                  <a:srgbClr val="434343"/>
                </a:solidFill>
                <a:latin typeface="Catamaran ExtraLight" panose="020B0604020202020204" charset="0"/>
              </a:rPr>
              <a:t>approach</a:t>
            </a:r>
            <a:r>
              <a:rPr lang="en-US" sz="2000" b="1" kern="0" dirty="0">
                <a:solidFill>
                  <a:srgbClr val="9E5416"/>
                </a:solidFill>
                <a:latin typeface="Catamaran ExtraLight" panose="020B0604020202020204" charset="0"/>
                <a:cs typeface="Catamaran ExtraLight" panose="020B0604020202020204" charset="0"/>
              </a:rPr>
              <a:t> </a:t>
            </a:r>
            <a:r>
              <a:rPr lang="en-US" sz="2000" kern="0" dirty="0">
                <a:solidFill>
                  <a:srgbClr val="434343"/>
                </a:solidFill>
                <a:latin typeface="Catamaran ExtraLight" panose="020B0604020202020204" charset="0"/>
              </a:rPr>
              <a:t>(</a:t>
            </a:r>
            <a:r>
              <a:rPr lang="en-US" sz="2000" i="1" kern="0" dirty="0" err="1">
                <a:solidFill>
                  <a:srgbClr val="434343"/>
                </a:solidFill>
                <a:latin typeface="Catamaran ExtraLight" panose="020B0604020202020204" charset="0"/>
              </a:rPr>
              <a:t>Koenker</a:t>
            </a:r>
            <a:r>
              <a:rPr lang="en-US" sz="2000" i="1" kern="0" dirty="0">
                <a:solidFill>
                  <a:srgbClr val="434343"/>
                </a:solidFill>
                <a:latin typeface="Catamaran ExtraLight" panose="020B0604020202020204" charset="0"/>
              </a:rPr>
              <a:t> &amp; </a:t>
            </a:r>
            <a:r>
              <a:rPr lang="en-US" sz="2000" i="1" kern="0" dirty="0" err="1">
                <a:solidFill>
                  <a:srgbClr val="434343"/>
                </a:solidFill>
                <a:latin typeface="Catamaran ExtraLight" panose="020B0604020202020204" charset="0"/>
              </a:rPr>
              <a:t>Basett</a:t>
            </a:r>
            <a:r>
              <a:rPr lang="en-US" sz="2000" kern="0" dirty="0">
                <a:solidFill>
                  <a:srgbClr val="434343"/>
                </a:solidFill>
                <a:latin typeface="Catamaran ExtraLight" panose="020B0604020202020204" charset="0"/>
              </a:rPr>
              <a:t>, 1978).</a:t>
            </a:r>
            <a:endParaRPr lang="en-US" sz="1800" dirty="0">
              <a:effectLst/>
              <a:latin typeface="GHEA Grapalat" panose="02000506050000020003" pitchFamily="50" charset="0"/>
              <a:ea typeface="Calibri" panose="020F0502020204030204" pitchFamily="34" charset="0"/>
              <a:cs typeface="Times New Roman" panose="02020603050405020304" pitchFamily="18" charset="0"/>
            </a:endParaRPr>
          </a:p>
          <a:p>
            <a:pPr marL="0" indent="0" algn="just">
              <a:spcBef>
                <a:spcPts val="1333"/>
              </a:spcBef>
              <a:buNone/>
            </a:pPr>
            <a:r>
              <a:rPr lang="en-US" sz="1800" dirty="0">
                <a:solidFill>
                  <a:srgbClr val="434343"/>
                </a:solidFill>
                <a:latin typeface="Catamaran ExtraLight" panose="020B0604020202020204" charset="0"/>
                <a:cs typeface="Catamaran ExtraLight" panose="020B0604020202020204" charset="0"/>
              </a:rPr>
              <a:t>The benefits of GaR framework:</a:t>
            </a:r>
          </a:p>
          <a:p>
            <a:pPr marL="342900" indent="-342900" algn="just">
              <a:spcBef>
                <a:spcPts val="1333"/>
              </a:spcBef>
              <a:buFont typeface="Arial" panose="020B0604020202020204" pitchFamily="34" charset="0"/>
              <a:buChar char="•"/>
            </a:pPr>
            <a:r>
              <a:rPr lang="en-US" sz="1600" dirty="0">
                <a:solidFill>
                  <a:srgbClr val="434343"/>
                </a:solidFill>
                <a:latin typeface="Catamaran ExtraLight" panose="020B0604020202020204" charset="0"/>
                <a:cs typeface="Catamaran ExtraLight" panose="020B0604020202020204" charset="0"/>
              </a:rPr>
              <a:t>Measure </a:t>
            </a:r>
            <a:r>
              <a:rPr lang="en-US" sz="1600" b="1" dirty="0">
                <a:solidFill>
                  <a:srgbClr val="9E5416"/>
                </a:solidFill>
                <a:latin typeface="Catamaran ExtraLight" panose="020B0604020202020204" charset="0"/>
                <a:cs typeface="Catamaran ExtraLight" panose="020B0604020202020204" charset="0"/>
              </a:rPr>
              <a:t>short-term costs vs long-term benefits </a:t>
            </a:r>
            <a:r>
              <a:rPr lang="en-US" sz="1600" dirty="0">
                <a:solidFill>
                  <a:srgbClr val="434343"/>
                </a:solidFill>
                <a:latin typeface="Catamaran ExtraLight" panose="020B0604020202020204" charset="0"/>
                <a:cs typeface="Catamaran ExtraLight" panose="020B0604020202020204" charset="0"/>
              </a:rPr>
              <a:t>of Macroprudential policy tools</a:t>
            </a:r>
          </a:p>
          <a:p>
            <a:pPr marL="742950" lvl="1" indent="-285750" algn="just">
              <a:spcBef>
                <a:spcPts val="1333"/>
              </a:spcBef>
              <a:buFont typeface="Arial" panose="020B0604020202020204" pitchFamily="34" charset="0"/>
              <a:buChar char="•"/>
            </a:pPr>
            <a:r>
              <a:rPr lang="en-US" sz="1400" kern="0" dirty="0">
                <a:solidFill>
                  <a:srgbClr val="434343"/>
                </a:solidFill>
                <a:latin typeface="Catamaran ExtraLight" panose="020B0604020202020204" charset="0"/>
                <a:cs typeface="Catamaran ExtraLight" panose="020B0604020202020204" charset="0"/>
              </a:rPr>
              <a:t>The mean/median of distribution as an indicator of </a:t>
            </a:r>
            <a:r>
              <a:rPr lang="en-US" sz="1400" b="1" dirty="0">
                <a:solidFill>
                  <a:srgbClr val="9E5416"/>
                </a:solidFill>
                <a:latin typeface="Catamaran ExtraLight" panose="020B0604020202020204" charset="0"/>
                <a:cs typeface="Catamaran ExtraLight" panose="020B0604020202020204" charset="0"/>
              </a:rPr>
              <a:t>short-term costs</a:t>
            </a:r>
            <a:r>
              <a:rPr lang="en-US" sz="1400" b="1" kern="0" dirty="0">
                <a:solidFill>
                  <a:srgbClr val="9E5416"/>
                </a:solidFill>
                <a:latin typeface="Catamaran ExtraLight" panose="020B0604020202020204" charset="0"/>
                <a:cs typeface="Catamaran ExtraLight" panose="020B0604020202020204" charset="0"/>
              </a:rPr>
              <a:t> </a:t>
            </a:r>
          </a:p>
          <a:p>
            <a:pPr marL="742950" lvl="1" indent="-285750" algn="just">
              <a:spcBef>
                <a:spcPts val="1333"/>
              </a:spcBef>
              <a:buFont typeface="Arial" panose="020B0604020202020204" pitchFamily="34" charset="0"/>
              <a:buChar char="•"/>
            </a:pPr>
            <a:r>
              <a:rPr lang="en-US" sz="1400" kern="0" dirty="0">
                <a:solidFill>
                  <a:srgbClr val="434343"/>
                </a:solidFill>
                <a:latin typeface="Catamaran ExtraLight" panose="020B0604020202020204" charset="0"/>
                <a:cs typeface="Catamaran ExtraLight" panose="020B0604020202020204" charset="0"/>
              </a:rPr>
              <a:t>And the improvement in the tail (usually 5</a:t>
            </a:r>
            <a:r>
              <a:rPr lang="en-US" sz="1400" kern="0" baseline="30000" dirty="0">
                <a:solidFill>
                  <a:srgbClr val="434343"/>
                </a:solidFill>
                <a:latin typeface="Catamaran ExtraLight" panose="020B0604020202020204" charset="0"/>
                <a:cs typeface="Catamaran ExtraLight" panose="020B0604020202020204" charset="0"/>
              </a:rPr>
              <a:t>th</a:t>
            </a:r>
            <a:r>
              <a:rPr lang="en-US" sz="1400" kern="0" dirty="0">
                <a:solidFill>
                  <a:srgbClr val="434343"/>
                </a:solidFill>
                <a:latin typeface="Catamaran ExtraLight" panose="020B0604020202020204" charset="0"/>
                <a:cs typeface="Catamaran ExtraLight" panose="020B0604020202020204" charset="0"/>
              </a:rPr>
              <a:t> or 10</a:t>
            </a:r>
            <a:r>
              <a:rPr lang="en-US" sz="1400" kern="0" baseline="30000" dirty="0">
                <a:solidFill>
                  <a:srgbClr val="434343"/>
                </a:solidFill>
                <a:latin typeface="Catamaran ExtraLight" panose="020B0604020202020204" charset="0"/>
                <a:cs typeface="Catamaran ExtraLight" panose="020B0604020202020204" charset="0"/>
              </a:rPr>
              <a:t>th</a:t>
            </a:r>
            <a:r>
              <a:rPr lang="en-US" sz="1400" kern="0" dirty="0">
                <a:solidFill>
                  <a:srgbClr val="434343"/>
                </a:solidFill>
                <a:latin typeface="Catamaran ExtraLight" panose="020B0604020202020204" charset="0"/>
                <a:cs typeface="Catamaran ExtraLight" panose="020B0604020202020204" charset="0"/>
              </a:rPr>
              <a:t> quantile) as a measure of </a:t>
            </a:r>
            <a:r>
              <a:rPr lang="en-US" sz="1400" b="1" dirty="0">
                <a:solidFill>
                  <a:srgbClr val="9E5416"/>
                </a:solidFill>
                <a:latin typeface="Catamaran ExtraLight" panose="020B0604020202020204" charset="0"/>
                <a:cs typeface="Catamaran ExtraLight" panose="020B0604020202020204" charset="0"/>
              </a:rPr>
              <a:t>benefits</a:t>
            </a:r>
            <a:endParaRPr lang="en-US" sz="1400" b="1" kern="0" dirty="0">
              <a:solidFill>
                <a:srgbClr val="9E5416"/>
              </a:solidFill>
              <a:latin typeface="Catamaran ExtraLight" panose="020B0604020202020204" charset="0"/>
              <a:cs typeface="Catamaran ExtraLight" panose="020B0604020202020204" charset="0"/>
            </a:endParaRPr>
          </a:p>
          <a:p>
            <a:pPr marL="342900" indent="-342900" algn="just">
              <a:spcBef>
                <a:spcPts val="1333"/>
              </a:spcBef>
              <a:buFont typeface="Arial" panose="020B0604020202020204" pitchFamily="34" charset="0"/>
              <a:buChar char="•"/>
            </a:pPr>
            <a:r>
              <a:rPr lang="en-US" sz="1600" dirty="0">
                <a:solidFill>
                  <a:srgbClr val="434343"/>
                </a:solidFill>
                <a:latin typeface="Catamaran ExtraLight" panose="020B0604020202020204" charset="0"/>
                <a:cs typeface="Catamaran ExtraLight" panose="020B0604020202020204" charset="0"/>
              </a:rPr>
              <a:t>Study the </a:t>
            </a:r>
            <a:r>
              <a:rPr lang="en-US" sz="1600" b="1" dirty="0">
                <a:solidFill>
                  <a:srgbClr val="9E5416"/>
                </a:solidFill>
                <a:latin typeface="Catamaran ExtraLight" panose="020B0604020202020204" charset="0"/>
                <a:cs typeface="Catamaran ExtraLight" panose="020B0604020202020204" charset="0"/>
              </a:rPr>
              <a:t>non-linear effects</a:t>
            </a:r>
            <a:r>
              <a:rPr lang="en-US" sz="1600" dirty="0">
                <a:solidFill>
                  <a:srgbClr val="434343"/>
                </a:solidFill>
                <a:latin typeface="Catamaran ExtraLight" panose="020B0604020202020204" charset="0"/>
                <a:cs typeface="Catamaran ExtraLight" panose="020B0604020202020204" charset="0"/>
              </a:rPr>
              <a:t> of MP on the economy</a:t>
            </a:r>
          </a:p>
          <a:p>
            <a:pPr marL="342900" indent="-342900" algn="just">
              <a:spcBef>
                <a:spcPts val="1333"/>
              </a:spcBef>
              <a:buFont typeface="Arial" panose="020B0604020202020204" pitchFamily="34" charset="0"/>
              <a:buChar char="•"/>
            </a:pPr>
            <a:r>
              <a:rPr lang="en-US" sz="1600" dirty="0">
                <a:solidFill>
                  <a:srgbClr val="434343"/>
                </a:solidFill>
                <a:latin typeface="Catamaran ExtraLight" panose="020B0604020202020204" charset="0"/>
                <a:cs typeface="Catamaran ExtraLight" panose="020B0604020202020204" charset="0"/>
              </a:rPr>
              <a:t>Help design an intuitive </a:t>
            </a:r>
            <a:r>
              <a:rPr lang="en-US" sz="1600" b="1" dirty="0">
                <a:solidFill>
                  <a:srgbClr val="9E5416"/>
                </a:solidFill>
                <a:latin typeface="Catamaran ExtraLight" panose="020B0604020202020204" charset="0"/>
                <a:cs typeface="Catamaran ExtraLight" panose="020B0604020202020204" charset="0"/>
              </a:rPr>
              <a:t>policy decision rule</a:t>
            </a:r>
            <a:endParaRPr lang="en-US" sz="1600" kern="0" dirty="0">
              <a:solidFill>
                <a:srgbClr val="434343"/>
              </a:solidFill>
              <a:latin typeface="GHEA Grapalat" panose="02000506050000020003" pitchFamily="50" charset="0"/>
              <a:cs typeface="Times New Roman" panose="02020603050405020304" pitchFamily="18" charset="0"/>
            </a:endParaRPr>
          </a:p>
        </p:txBody>
      </p:sp>
    </p:spTree>
    <p:extLst>
      <p:ext uri="{BB962C8B-B14F-4D97-AF65-F5344CB8AC3E}">
        <p14:creationId xmlns:p14="http://schemas.microsoft.com/office/powerpoint/2010/main" val="2960164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GDP distributions</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542118" y="1249076"/>
            <a:ext cx="9791572" cy="134823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50000"/>
              </a:lnSpc>
              <a:spcBef>
                <a:spcPts val="1333"/>
              </a:spcBef>
              <a:spcAft>
                <a:spcPts val="0"/>
              </a:spcAft>
              <a:buClr>
                <a:srgbClr val="212121"/>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The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distance-to-tail </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metric conveys the unconditional risks that the system faces. This metric can serve as the main indicator for the macroprudential stance.</a:t>
            </a:r>
          </a:p>
        </p:txBody>
      </p:sp>
      <p:pic>
        <p:nvPicPr>
          <p:cNvPr id="3" name="Picture 2">
            <a:extLst>
              <a:ext uri="{FF2B5EF4-FFF2-40B4-BE49-F238E27FC236}">
                <a16:creationId xmlns:a16="http://schemas.microsoft.com/office/drawing/2014/main" id="{551C2195-09D6-47BD-AC8D-8F2AB6F533E0}"/>
              </a:ext>
            </a:extLst>
          </p:cNvPr>
          <p:cNvPicPr>
            <a:picLocks noChangeAspect="1"/>
          </p:cNvPicPr>
          <p:nvPr/>
        </p:nvPicPr>
        <p:blipFill>
          <a:blip r:embed="rId3"/>
          <a:stretch>
            <a:fillRect/>
          </a:stretch>
        </p:blipFill>
        <p:spPr>
          <a:xfrm>
            <a:off x="510767" y="2485005"/>
            <a:ext cx="8807669" cy="4372995"/>
          </a:xfrm>
          <a:prstGeom prst="rect">
            <a:avLst/>
          </a:prstGeom>
        </p:spPr>
      </p:pic>
    </p:spTree>
    <p:extLst>
      <p:ext uri="{BB962C8B-B14F-4D97-AF65-F5344CB8AC3E}">
        <p14:creationId xmlns:p14="http://schemas.microsoft.com/office/powerpoint/2010/main" val="2161557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GDP distributions</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542117" y="1249076"/>
            <a:ext cx="10724973" cy="134823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50000"/>
              </a:lnSpc>
              <a:spcBef>
                <a:spcPts val="1333"/>
              </a:spcBef>
              <a:spcAft>
                <a:spcPts val="0"/>
              </a:spcAft>
              <a:buClr>
                <a:srgbClr val="212121"/>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The conditional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distance-to-tail </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tracks the changes in systemic risk over time. The conditional GDP growth distribution displays how the risks shape the uncertainty of GDP growth expectations.</a:t>
            </a:r>
          </a:p>
        </p:txBody>
      </p:sp>
      <p:pic>
        <p:nvPicPr>
          <p:cNvPr id="3" name="Picture 2">
            <a:extLst>
              <a:ext uri="{FF2B5EF4-FFF2-40B4-BE49-F238E27FC236}">
                <a16:creationId xmlns:a16="http://schemas.microsoft.com/office/drawing/2014/main" id="{551C2195-09D6-47BD-AC8D-8F2AB6F533E0}"/>
              </a:ext>
            </a:extLst>
          </p:cNvPr>
          <p:cNvPicPr>
            <a:picLocks noChangeAspect="1"/>
          </p:cNvPicPr>
          <p:nvPr/>
        </p:nvPicPr>
        <p:blipFill>
          <a:blip r:embed="rId3"/>
          <a:srcRect/>
          <a:stretch/>
        </p:blipFill>
        <p:spPr>
          <a:xfrm>
            <a:off x="510767" y="2485005"/>
            <a:ext cx="8807668" cy="4372995"/>
          </a:xfrm>
          <a:prstGeom prst="rect">
            <a:avLst/>
          </a:prstGeom>
        </p:spPr>
      </p:pic>
    </p:spTree>
    <p:extLst>
      <p:ext uri="{BB962C8B-B14F-4D97-AF65-F5344CB8AC3E}">
        <p14:creationId xmlns:p14="http://schemas.microsoft.com/office/powerpoint/2010/main" val="4058178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GDP distributions (simulation)</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542117" y="1249076"/>
            <a:ext cx="11139116" cy="134823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50000"/>
              </a:lnSpc>
              <a:spcBef>
                <a:spcPts val="1333"/>
              </a:spcBef>
              <a:spcAft>
                <a:spcPts val="0"/>
              </a:spcAft>
              <a:buClr>
                <a:srgbClr val="212121"/>
              </a:buClr>
              <a:buSzPts val="1300"/>
              <a:buFont typeface="Manjari"/>
              <a:buNone/>
              <a:tabLst/>
              <a:defRPr/>
            </a:pPr>
            <a:r>
              <a:rPr kumimoji="0" lang="en-GB" sz="2000" b="0" i="0" u="none" strike="noStrike" kern="1200" cap="none" spc="0" normalizeH="0" baseline="0" noProof="0" dirty="0">
                <a:ln>
                  <a:noFill/>
                </a:ln>
                <a:solidFill>
                  <a:srgbClr val="1F1F1F"/>
                </a:solidFill>
                <a:effectLst/>
                <a:uLnTx/>
                <a:uFillTx/>
                <a:latin typeface="Google Sans"/>
                <a:cs typeface="Arial" panose="020B0604020202020204" pitchFamily="34" charset="0"/>
                <a:sym typeface="Manjari"/>
              </a:rPr>
              <a:t>Excessive</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credit growth a year prior will affect the shape of the distribution. It may increase or decrease the median, but will always negatively affect the tail. The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distance-to-tail </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Arial" panose="020B0604020202020204" pitchFamily="34" charset="0"/>
                <a:sym typeface="Manjari"/>
              </a:rPr>
              <a:t>will sharply increase as a result. </a:t>
            </a:r>
          </a:p>
        </p:txBody>
      </p:sp>
      <p:pic>
        <p:nvPicPr>
          <p:cNvPr id="3" name="Picture 2">
            <a:extLst>
              <a:ext uri="{FF2B5EF4-FFF2-40B4-BE49-F238E27FC236}">
                <a16:creationId xmlns:a16="http://schemas.microsoft.com/office/drawing/2014/main" id="{551C2195-09D6-47BD-AC8D-8F2AB6F533E0}"/>
              </a:ext>
            </a:extLst>
          </p:cNvPr>
          <p:cNvPicPr>
            <a:picLocks noChangeAspect="1"/>
          </p:cNvPicPr>
          <p:nvPr/>
        </p:nvPicPr>
        <p:blipFill>
          <a:blip r:embed="rId3"/>
          <a:srcRect/>
          <a:stretch/>
        </p:blipFill>
        <p:spPr>
          <a:xfrm>
            <a:off x="510767" y="2485005"/>
            <a:ext cx="8807668" cy="4372994"/>
          </a:xfrm>
          <a:prstGeom prst="rect">
            <a:avLst/>
          </a:prstGeom>
        </p:spPr>
      </p:pic>
    </p:spTree>
    <p:extLst>
      <p:ext uri="{BB962C8B-B14F-4D97-AF65-F5344CB8AC3E}">
        <p14:creationId xmlns:p14="http://schemas.microsoft.com/office/powerpoint/2010/main" val="2339169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GDP distributions (simulation)</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542117" y="1249076"/>
            <a:ext cx="10136393" cy="134823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50000"/>
              </a:lnSpc>
              <a:spcBef>
                <a:spcPts val="1333"/>
              </a:spcBef>
              <a:spcAft>
                <a:spcPts val="0"/>
              </a:spcAft>
              <a:buClr>
                <a:srgbClr val="212121"/>
              </a:buClr>
              <a:buSzPts val="1300"/>
              <a:buFont typeface="Manjari"/>
              <a:buNone/>
              <a:tabLst/>
              <a:defRPr/>
            </a:pPr>
            <a:r>
              <a:rPr kumimoji="0" lang="en-US" sz="2000" b="0" i="0" u="none" strike="noStrike" kern="1200" cap="none" spc="0" normalizeH="0" baseline="0" noProof="0" dirty="0">
                <a:ln>
                  <a:noFill/>
                </a:ln>
                <a:solidFill>
                  <a:srgbClr val="1F1F1F"/>
                </a:solidFill>
                <a:effectLst/>
                <a:uLnTx/>
                <a:uFillTx/>
                <a:latin typeface="Google Sans"/>
                <a:cs typeface="Arial" panose="020B0604020202020204" pitchFamily="34" charset="0"/>
                <a:sym typeface="Manjari"/>
              </a:rPr>
              <a:t>The tightening of macroprudential policy will negatively affect the median, while also improving the tail. As a result, the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distance-to-tail </a:t>
            </a:r>
            <a:r>
              <a:rPr kumimoji="0" lang="en-US" sz="2000" b="0" i="0" u="none" strike="noStrike" kern="1200" cap="none" spc="0" normalizeH="0" baseline="0" noProof="0" dirty="0">
                <a:ln>
                  <a:noFill/>
                </a:ln>
                <a:solidFill>
                  <a:srgbClr val="1F1F1F"/>
                </a:solidFill>
                <a:effectLst/>
                <a:uLnTx/>
                <a:uFillTx/>
                <a:latin typeface="Google Sans"/>
                <a:cs typeface="Arial" panose="020B0604020202020204" pitchFamily="34" charset="0"/>
                <a:sym typeface="Manjari"/>
              </a:rPr>
              <a:t>(expected</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 </a:t>
            </a:r>
            <a:r>
              <a:rPr kumimoji="0" lang="en-US" sz="2000" b="0" i="0" u="none" strike="noStrike" kern="1200" cap="none" spc="0" normalizeH="0" baseline="0" noProof="0" dirty="0">
                <a:ln>
                  <a:noFill/>
                </a:ln>
                <a:solidFill>
                  <a:srgbClr val="1F1F1F"/>
                </a:solidFill>
                <a:effectLst/>
                <a:uLnTx/>
                <a:uFillTx/>
                <a:latin typeface="Google Sans"/>
                <a:cs typeface="Arial" panose="020B0604020202020204" pitchFamily="34" charset="0"/>
                <a:sym typeface="Manjari"/>
              </a:rPr>
              <a:t>risks) will decrease.</a:t>
            </a:r>
          </a:p>
        </p:txBody>
      </p:sp>
      <p:pic>
        <p:nvPicPr>
          <p:cNvPr id="3" name="Picture 2">
            <a:extLst>
              <a:ext uri="{FF2B5EF4-FFF2-40B4-BE49-F238E27FC236}">
                <a16:creationId xmlns:a16="http://schemas.microsoft.com/office/drawing/2014/main" id="{551C2195-09D6-47BD-AC8D-8F2AB6F533E0}"/>
              </a:ext>
            </a:extLst>
          </p:cNvPr>
          <p:cNvPicPr>
            <a:picLocks noChangeAspect="1"/>
          </p:cNvPicPr>
          <p:nvPr/>
        </p:nvPicPr>
        <p:blipFill>
          <a:blip r:embed="rId3"/>
          <a:srcRect/>
          <a:stretch/>
        </p:blipFill>
        <p:spPr>
          <a:xfrm>
            <a:off x="510768" y="2485005"/>
            <a:ext cx="8807666" cy="4372994"/>
          </a:xfrm>
          <a:prstGeom prst="rect">
            <a:avLst/>
          </a:prstGeom>
        </p:spPr>
      </p:pic>
    </p:spTree>
    <p:extLst>
      <p:ext uri="{BB962C8B-B14F-4D97-AF65-F5344CB8AC3E}">
        <p14:creationId xmlns:p14="http://schemas.microsoft.com/office/powerpoint/2010/main" val="2570599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 sz="2800" b="1" dirty="0">
                <a:solidFill>
                  <a:srgbClr val="9E5416"/>
                </a:solidFill>
                <a:latin typeface="Arial" panose="020B0604020202020204" pitchFamily="34" charset="0"/>
                <a:cs typeface="Arial" panose="020B0604020202020204" pitchFamily="34" charset="0"/>
                <a:sym typeface="League Spartan Medium"/>
              </a:rPr>
              <a:t>Growth-at-Risk Framework</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53;p125">
            <a:extLst>
              <a:ext uri="{FF2B5EF4-FFF2-40B4-BE49-F238E27FC236}">
                <a16:creationId xmlns:a16="http://schemas.microsoft.com/office/drawing/2014/main" id="{F642F099-0354-DC86-2B32-B67A07EDAA95}"/>
              </a:ext>
            </a:extLst>
          </p:cNvPr>
          <p:cNvSpPr txBox="1">
            <a:spLocks noGrp="1"/>
          </p:cNvSpPr>
          <p:nvPr>
            <p:ph type="subTitle" idx="1"/>
          </p:nvPr>
        </p:nvSpPr>
        <p:spPr>
          <a:xfrm>
            <a:off x="9067800" y="1439667"/>
            <a:ext cx="2801112" cy="4262800"/>
          </a:xfrm>
          <a:prstGeom prst="rect">
            <a:avLst/>
          </a:prstGeom>
        </p:spPr>
        <p:txBody>
          <a:bodyPr spcFirstLastPara="1" wrap="square" lIns="121900" tIns="121900" rIns="121900" bIns="121900" anchor="t" anchorCtr="0">
            <a:noAutofit/>
          </a:bodyPr>
          <a:lstStyle/>
          <a:p>
            <a:pPr marL="0" indent="0">
              <a:lnSpc>
                <a:spcPct val="150000"/>
              </a:lnSpc>
              <a:spcBef>
                <a:spcPts val="1333"/>
              </a:spcBef>
            </a:pPr>
            <a:r>
              <a:rPr lang="en" dirty="0">
                <a:solidFill>
                  <a:srgbClr val="434343"/>
                </a:solidFill>
              </a:rPr>
              <a:t>Data </a:t>
            </a:r>
            <a:r>
              <a:rPr lang="en-GB" dirty="0">
                <a:solidFill>
                  <a:srgbClr val="434343"/>
                </a:solidFill>
              </a:rPr>
              <a:t>sources</a:t>
            </a:r>
            <a:r>
              <a:rPr lang="en" dirty="0">
                <a:solidFill>
                  <a:srgbClr val="434343"/>
                </a:solidFill>
              </a:rPr>
              <a:t>:</a:t>
            </a:r>
          </a:p>
          <a:p>
            <a:pPr marL="609585" indent="-406390">
              <a:lnSpc>
                <a:spcPct val="150000"/>
              </a:lnSpc>
              <a:spcBef>
                <a:spcPts val="1600"/>
              </a:spcBef>
              <a:buChar char="●"/>
            </a:pPr>
            <a:r>
              <a:rPr lang="en-GB" b="1" dirty="0">
                <a:solidFill>
                  <a:srgbClr val="434343"/>
                </a:solidFill>
              </a:rPr>
              <a:t>IMF (FSI and IFS)</a:t>
            </a:r>
          </a:p>
          <a:p>
            <a:pPr marL="609585" indent="-406390">
              <a:lnSpc>
                <a:spcPct val="150000"/>
              </a:lnSpc>
              <a:spcBef>
                <a:spcPts val="1600"/>
              </a:spcBef>
              <a:buChar char="●"/>
            </a:pPr>
            <a:r>
              <a:rPr lang="en-GB" b="1" dirty="0">
                <a:solidFill>
                  <a:srgbClr val="434343"/>
                </a:solidFill>
              </a:rPr>
              <a:t>World Bank</a:t>
            </a:r>
          </a:p>
          <a:p>
            <a:pPr marL="609585" indent="-406390">
              <a:lnSpc>
                <a:spcPct val="150000"/>
              </a:lnSpc>
              <a:spcBef>
                <a:spcPts val="1600"/>
              </a:spcBef>
              <a:buChar char="●"/>
            </a:pPr>
            <a:r>
              <a:rPr lang="en-GB" b="1" dirty="0">
                <a:solidFill>
                  <a:srgbClr val="434343"/>
                </a:solidFill>
              </a:rPr>
              <a:t>BIS</a:t>
            </a:r>
          </a:p>
          <a:p>
            <a:pPr marL="609585" indent="-406390">
              <a:lnSpc>
                <a:spcPct val="150000"/>
              </a:lnSpc>
              <a:spcBef>
                <a:spcPts val="1600"/>
              </a:spcBef>
              <a:buChar char="●"/>
            </a:pPr>
            <a:r>
              <a:rPr lang="en-GB" b="1" dirty="0" err="1">
                <a:solidFill>
                  <a:srgbClr val="434343"/>
                </a:solidFill>
              </a:rPr>
              <a:t>TradingView</a:t>
            </a:r>
            <a:r>
              <a:rPr lang="en-GB" b="1" dirty="0">
                <a:solidFill>
                  <a:srgbClr val="434343"/>
                </a:solidFill>
              </a:rPr>
              <a:t> (for Gov bond data)</a:t>
            </a:r>
          </a:p>
          <a:p>
            <a:pPr marL="609585" indent="-406390">
              <a:lnSpc>
                <a:spcPct val="150000"/>
              </a:lnSpc>
              <a:spcBef>
                <a:spcPts val="1600"/>
              </a:spcBef>
              <a:buChar char="●"/>
            </a:pPr>
            <a:r>
              <a:rPr lang="en-GB" b="1" dirty="0">
                <a:solidFill>
                  <a:srgbClr val="434343"/>
                </a:solidFill>
              </a:rPr>
              <a:t>OECD (house prices)</a:t>
            </a:r>
          </a:p>
          <a:p>
            <a:pPr marL="609585" indent="-406390">
              <a:lnSpc>
                <a:spcPct val="150000"/>
              </a:lnSpc>
              <a:spcBef>
                <a:spcPts val="1600"/>
              </a:spcBef>
              <a:buChar char="●"/>
            </a:pPr>
            <a:r>
              <a:rPr lang="en-GB" b="1" dirty="0">
                <a:solidFill>
                  <a:srgbClr val="434343"/>
                </a:solidFill>
              </a:rPr>
              <a:t>CBA</a:t>
            </a:r>
          </a:p>
          <a:p>
            <a:pPr marL="609585" indent="-406390">
              <a:lnSpc>
                <a:spcPct val="150000"/>
              </a:lnSpc>
              <a:spcBef>
                <a:spcPts val="1600"/>
              </a:spcBef>
              <a:buChar char="●"/>
            </a:pPr>
            <a:endParaRPr lang="en-GB" b="1" dirty="0">
              <a:solidFill>
                <a:srgbClr val="434343"/>
              </a:solidFill>
            </a:endParaRPr>
          </a:p>
        </p:txBody>
      </p:sp>
      <p:pic>
        <p:nvPicPr>
          <p:cNvPr id="4" name="Picture 3">
            <a:extLst>
              <a:ext uri="{FF2B5EF4-FFF2-40B4-BE49-F238E27FC236}">
                <a16:creationId xmlns:a16="http://schemas.microsoft.com/office/drawing/2014/main" id="{A3951597-D2A2-438D-9190-FDBAF5950D86}"/>
              </a:ext>
            </a:extLst>
          </p:cNvPr>
          <p:cNvPicPr>
            <a:picLocks noChangeAspect="1"/>
          </p:cNvPicPr>
          <p:nvPr/>
        </p:nvPicPr>
        <p:blipFill>
          <a:blip r:embed="rId3"/>
          <a:stretch>
            <a:fillRect/>
          </a:stretch>
        </p:blipFill>
        <p:spPr>
          <a:xfrm>
            <a:off x="137160" y="1572519"/>
            <a:ext cx="9067800" cy="3790950"/>
          </a:xfrm>
          <a:prstGeom prst="rect">
            <a:avLst/>
          </a:prstGeom>
        </p:spPr>
      </p:pic>
      <p:sp>
        <p:nvSpPr>
          <p:cNvPr id="2" name="TextBox 1">
            <a:extLst>
              <a:ext uri="{FF2B5EF4-FFF2-40B4-BE49-F238E27FC236}">
                <a16:creationId xmlns:a16="http://schemas.microsoft.com/office/drawing/2014/main" id="{E78991B0-3128-BDED-22C1-B84909473868}"/>
              </a:ext>
            </a:extLst>
          </p:cNvPr>
          <p:cNvSpPr txBox="1"/>
          <p:nvPr/>
        </p:nvSpPr>
        <p:spPr>
          <a:xfrm>
            <a:off x="510767" y="5363469"/>
            <a:ext cx="134203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a:ea typeface="+mn-ea"/>
                <a:cs typeface="+mn-cs"/>
              </a:rPr>
              <a:t>Source: </a:t>
            </a:r>
            <a:r>
              <a:rPr kumimoji="0" lang="en-AM" sz="1400" b="0" i="0" u="none" strike="noStrike" kern="1200" cap="none" spc="0" normalizeH="0" baseline="0" noProof="0" dirty="0">
                <a:ln>
                  <a:noFill/>
                </a:ln>
                <a:solidFill>
                  <a:srgbClr val="000000"/>
                </a:solidFill>
                <a:effectLst/>
                <a:uLnTx/>
                <a:uFillTx/>
                <a:latin typeface="Arial"/>
                <a:ea typeface="+mn-ea"/>
                <a:cs typeface="+mn-cs"/>
              </a:rPr>
              <a:t>ESRB</a:t>
            </a:r>
          </a:p>
        </p:txBody>
      </p:sp>
    </p:spTree>
    <p:extLst>
      <p:ext uri="{BB962C8B-B14F-4D97-AF65-F5344CB8AC3E}">
        <p14:creationId xmlns:p14="http://schemas.microsoft.com/office/powerpoint/2010/main" val="686451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D84386D5-7EAB-4187-9995-B75D1CCFF654}"/>
              </a:ext>
            </a:extLst>
          </p:cNvPr>
          <p:cNvSpPr txBox="1">
            <a:spLocks noGrp="1"/>
          </p:cNvSpPr>
          <p:nvPr>
            <p:ph type="title"/>
          </p:nvPr>
        </p:nvSpPr>
        <p:spPr>
          <a:xfrm>
            <a:off x="739367" y="582523"/>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 sz="2800" b="1" dirty="0">
                <a:solidFill>
                  <a:srgbClr val="9E5416"/>
                </a:solidFill>
                <a:latin typeface="Arial" panose="020B0604020202020204" pitchFamily="34" charset="0"/>
                <a:cs typeface="Arial" panose="020B0604020202020204" pitchFamily="34" charset="0"/>
                <a:sym typeface="League Spartan Medium"/>
              </a:rPr>
              <a:t>Key indicators</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2AB93AA3-EFE3-4F09-A05E-879975A39727}"/>
              </a:ext>
            </a:extLst>
          </p:cNvPr>
          <p:cNvSpPr txBox="1">
            <a:spLocks/>
          </p:cNvSpPr>
          <p:nvPr/>
        </p:nvSpPr>
        <p:spPr>
          <a:xfrm>
            <a:off x="733172" y="1364596"/>
            <a:ext cx="8182228" cy="4937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16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Financial vulnerability </a:t>
            </a:r>
            <a:r>
              <a:rPr kumimoji="0" lang="en-US" sz="16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captures cyclical system risk arising from credit and external imbalances. It has good early warning properties (Lang et al., 2019). </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16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Financial stress </a:t>
            </a:r>
            <a:r>
              <a:rPr kumimoji="0" lang="en-US" sz="16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periods in which risks have materialized, reflected in stress episodes with larger asset price volatility, interest rate spreads, and deteriorated risk sentiment. Incorporates variables from financial markets, including interest rates with different maturities (Koop and </a:t>
            </a:r>
            <a:r>
              <a:rPr kumimoji="0" lang="en-US" sz="1600" b="0" i="0" u="none" strike="noStrike" kern="0" cap="none" spc="0" normalizeH="0" baseline="0" noProof="0" dirty="0" err="1">
                <a:ln>
                  <a:noFill/>
                </a:ln>
                <a:solidFill>
                  <a:srgbClr val="434343"/>
                </a:solidFill>
                <a:effectLst/>
                <a:uLnTx/>
                <a:uFillTx/>
                <a:latin typeface="GHEA Grapalat" panose="02000506050000020003" pitchFamily="50" charset="0"/>
                <a:cs typeface="Times New Roman" panose="02020603050405020304" pitchFamily="18" charset="0"/>
                <a:sym typeface="Manjari"/>
              </a:rPr>
              <a:t>Korobilis</a:t>
            </a:r>
            <a:r>
              <a:rPr kumimoji="0" lang="en-US" sz="16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2014).</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16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Macroprudential policy index </a:t>
            </a:r>
            <a:r>
              <a:rPr kumimoji="0" lang="en-US" sz="16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a dummy variable, where a value of – 1 indicates loosening, +1 tightening and no actions are defined as 0. To account for the persistence in MP tools, a 4 quarter rolling sum is used (Galan, 2020).</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16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Structural variables </a:t>
            </a:r>
            <a:r>
              <a:rPr kumimoji="0" lang="en-US" sz="16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includes a range of variables from financial sector, such as indicators for risk absorption capacity (capital, liquidity, profitability ratios), as well as risk-related variables (NPL ratio etc.).</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16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Control variables </a:t>
            </a:r>
            <a:r>
              <a:rPr kumimoji="0" lang="en-US" sz="16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variables from macroeconomy</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endParaRPr kumimoji="0" lang="en-US" sz="16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endParaRPr>
          </a:p>
        </p:txBody>
      </p:sp>
    </p:spTree>
    <p:extLst>
      <p:ext uri="{BB962C8B-B14F-4D97-AF65-F5344CB8AC3E}">
        <p14:creationId xmlns:p14="http://schemas.microsoft.com/office/powerpoint/2010/main" val="2734423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400" b="1" dirty="0">
                <a:solidFill>
                  <a:srgbClr val="9E5416"/>
                </a:solidFill>
                <a:latin typeface="Helvetica" pitchFamily="2" charset="0"/>
                <a:cs typeface="Arial" panose="020B0604020202020204" pitchFamily="34" charset="0"/>
                <a:sym typeface="League Spartan Medium"/>
              </a:rPr>
              <a:t>Financial vulnerabilities, stress, external shocks and real GDP growth</a:t>
            </a:r>
            <a:endParaRPr sz="24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0768" y="2526846"/>
            <a:ext cx="9607184" cy="3944002"/>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510767" y="1112131"/>
            <a:ext cx="10020599" cy="1309612"/>
          </a:xfrm>
          <a:prstGeom prst="rect">
            <a:avLst/>
          </a:prstGeom>
          <a:noFill/>
          <a:ln>
            <a:noFill/>
          </a:ln>
        </p:spPr>
        <p:txBody>
          <a:bodyPr spcFirstLastPara="1" vert="horz"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212121"/>
              </a:buClr>
              <a:buSzPts val="1300"/>
              <a:buFont typeface="Manjari"/>
              <a:buNone/>
              <a:tabLst/>
              <a:defRPr/>
            </a:pPr>
            <a:r>
              <a:rPr kumimoji="0" lang="en-US" sz="17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The </a:t>
            </a:r>
            <a:r>
              <a:rPr kumimoji="0" lang="en-US" sz="17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Financial cycle index </a:t>
            </a:r>
            <a:r>
              <a:rPr kumimoji="0" lang="en-US" sz="17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tracks the risk build-ups in our financial system and is used as a forward looking </a:t>
            </a:r>
            <a:r>
              <a:rPr kumimoji="0" lang="en-US"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indicator</a:t>
            </a:r>
            <a:r>
              <a:rPr kumimoji="0" lang="en-US" sz="17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 The </a:t>
            </a:r>
            <a:r>
              <a:rPr kumimoji="0" lang="en-US" sz="17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Financial conditions index </a:t>
            </a:r>
            <a:r>
              <a:rPr kumimoji="0" lang="en-US" sz="17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is meant to show the current tension level in the financial markets. The </a:t>
            </a:r>
            <a:r>
              <a:rPr kumimoji="0" lang="en-US" sz="17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Macroeconomic indicator </a:t>
            </a:r>
            <a:r>
              <a:rPr kumimoji="0" lang="en-US" sz="17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captures all other external events that are indirectly related to financial markets.</a:t>
            </a:r>
            <a:endParaRPr kumimoji="0" lang="en-US" sz="17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endParaRPr>
          </a:p>
        </p:txBody>
      </p:sp>
    </p:spTree>
    <p:extLst>
      <p:ext uri="{BB962C8B-B14F-4D97-AF65-F5344CB8AC3E}">
        <p14:creationId xmlns:p14="http://schemas.microsoft.com/office/powerpoint/2010/main" val="3791846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kumimoji="0" lang="en-US" sz="28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Macroeconomic Indicator</a:t>
            </a:r>
            <a:endParaRPr sz="28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26689" y="2802921"/>
            <a:ext cx="11260992" cy="3735975"/>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148654"/>
            <a:ext cx="9791572" cy="13096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buClr>
                <a:srgbClr val="212121"/>
              </a:buClr>
              <a:defRPr/>
            </a:pPr>
            <a:r>
              <a:rPr kumimoji="0" lang="en-US" sz="20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The </a:t>
            </a:r>
            <a:r>
              <a:rPr kumimoji="0" lang="en-US" sz="20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MI</a:t>
            </a:r>
            <a:r>
              <a:rPr kumimoji="0" lang="en-US" sz="20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 is a composite index that encapsulates key macroeconomic variables, with a focus on external factors critical to the economic performance of a small economy. It incorporates the effects of external demand and supply chain dynamics. </a:t>
            </a:r>
            <a:r>
              <a:rPr lang="en-GB" sz="2000" kern="0" dirty="0">
                <a:solidFill>
                  <a:srgbClr val="434343"/>
                </a:solidFill>
                <a:latin typeface="Helvetica" pitchFamily="2" charset="0"/>
                <a:cs typeface="Catamaran ExtraLight" panose="020B0604020202020204" charset="0"/>
              </a:rPr>
              <a:t>It a</a:t>
            </a:r>
            <a:r>
              <a:rPr lang="en-GB" sz="2000" dirty="0">
                <a:latin typeface="Helvetica" pitchFamily="2" charset="0"/>
              </a:rPr>
              <a:t>llows for a more holistic assessment of risks to growth.</a:t>
            </a:r>
            <a:endParaRPr kumimoji="0" lang="en-US" sz="20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endParaRPr>
          </a:p>
        </p:txBody>
      </p:sp>
    </p:spTree>
    <p:extLst>
      <p:ext uri="{BB962C8B-B14F-4D97-AF65-F5344CB8AC3E}">
        <p14:creationId xmlns:p14="http://schemas.microsoft.com/office/powerpoint/2010/main" val="2092855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510767" y="591067"/>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pPr>
            <a:r>
              <a:rPr kumimoji="0" lang="en-US" sz="28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Macroeconomic Indicator: estimation</a:t>
            </a:r>
            <a:endParaRPr sz="2800" dirty="0">
              <a:solidFill>
                <a:srgbClr val="9E5416"/>
              </a:solidFill>
              <a:sym typeface="League Spartan Medium"/>
            </a:endParaRPr>
          </a:p>
        </p:txBody>
      </p:sp>
      <mc:AlternateContent xmlns:mc="http://schemas.openxmlformats.org/markup-compatibility/2006" xmlns:a14="http://schemas.microsoft.com/office/drawing/2010/main">
        <mc:Choice Requires="a14">
          <p:sp>
            <p:nvSpPr>
              <p:cNvPr id="2261" name="Google Shape;2261;p126"/>
              <p:cNvSpPr txBox="1">
                <a:spLocks noGrp="1"/>
              </p:cNvSpPr>
              <p:nvPr>
                <p:ph type="body" idx="4294967295"/>
              </p:nvPr>
            </p:nvSpPr>
            <p:spPr>
              <a:xfrm>
                <a:off x="510767" y="1588299"/>
                <a:ext cx="8005200" cy="4907094"/>
              </a:xfrm>
              <a:prstGeom prst="rect">
                <a:avLst/>
              </a:prstGeom>
            </p:spPr>
            <p:txBody>
              <a:bodyPr spcFirstLastPara="1" wrap="square" lIns="121900" tIns="121900" rIns="121900" bIns="121900" anchor="t" anchorCtr="0">
                <a:noAutofit/>
              </a:bodyPr>
              <a:lstStyle/>
              <a:p>
                <a:pPr marL="0" indent="0" algn="just">
                  <a:spcBef>
                    <a:spcPts val="1333"/>
                  </a:spcBef>
                  <a:spcAft>
                    <a:spcPts val="1600"/>
                  </a:spcAft>
                  <a:buNone/>
                </a:pPr>
                <a:r>
                  <a:rPr lang="en-GB" sz="2000" dirty="0">
                    <a:solidFill>
                      <a:srgbClr val="434343"/>
                    </a:solidFill>
                    <a:latin typeface="Catamaran ExtraLight" panose="020B0604020202020204" charset="0"/>
                    <a:cs typeface="Arial" panose="020B0604020202020204" pitchFamily="34" charset="0"/>
                    <a:sym typeface="Inter"/>
                  </a:rPr>
                  <a:t>To construct the </a:t>
                </a:r>
                <a:r>
                  <a:rPr lang="en-GB" sz="2000" b="1" dirty="0">
                    <a:solidFill>
                      <a:srgbClr val="9E5416"/>
                    </a:solidFill>
                    <a:latin typeface="Catamaran ExtraLight" panose="020B0604020202020204" charset="0"/>
                    <a:cs typeface="Arial" panose="020B0604020202020204" pitchFamily="34" charset="0"/>
                    <a:sym typeface="Inter"/>
                  </a:rPr>
                  <a:t>MI</a:t>
                </a:r>
                <a:r>
                  <a:rPr lang="en-GB" sz="2000" dirty="0">
                    <a:solidFill>
                      <a:srgbClr val="434343"/>
                    </a:solidFill>
                    <a:latin typeface="Catamaran ExtraLight" panose="020B0604020202020204" charset="0"/>
                    <a:cs typeface="Arial" panose="020B0604020202020204" pitchFamily="34" charset="0"/>
                    <a:sym typeface="Inter"/>
                  </a:rPr>
                  <a:t> index one can use either a partial least squares model or a factor augmented VAR (</a:t>
                </a:r>
                <a:r>
                  <a:rPr lang="en-GB" sz="2000" b="1" dirty="0">
                    <a:solidFill>
                      <a:srgbClr val="9E5416"/>
                    </a:solidFill>
                    <a:latin typeface="Catamaran ExtraLight" panose="020B0604020202020204" charset="0"/>
                    <a:cs typeface="Arial" panose="020B0604020202020204" pitchFamily="34" charset="0"/>
                    <a:sym typeface="Inter"/>
                  </a:rPr>
                  <a:t>FAVAR</a:t>
                </a:r>
                <a:r>
                  <a:rPr lang="en-GB" sz="2000" dirty="0">
                    <a:solidFill>
                      <a:srgbClr val="434343"/>
                    </a:solidFill>
                    <a:latin typeface="Catamaran ExtraLight" panose="020B0604020202020204" charset="0"/>
                    <a:cs typeface="Arial" panose="020B0604020202020204" pitchFamily="34" charset="0"/>
                    <a:sym typeface="Inter"/>
                  </a:rPr>
                  <a:t>):</a:t>
                </a:r>
              </a:p>
              <a:p>
                <a:pPr marL="0" indent="0" algn="just">
                  <a:spcBef>
                    <a:spcPts val="1600"/>
                  </a:spcBef>
                  <a:spcAft>
                    <a:spcPts val="1600"/>
                  </a:spcAft>
                  <a:buClr>
                    <a:srgbClr val="40474B"/>
                  </a:buClr>
                  <a:buNone/>
                </a:pPr>
                <a14:m>
                  <m:oMathPara xmlns:m="http://schemas.openxmlformats.org/officeDocument/2006/math">
                    <m:oMathParaPr>
                      <m:jc m:val="centerGroup"/>
                    </m:oMathParaPr>
                    <m:oMath xmlns:m="http://schemas.openxmlformats.org/officeDocument/2006/math">
                      <m:sSub>
                        <m:sSubPr>
                          <m:ctrlPr>
                            <a:rPr lang="en-US" sz="2400" b="0" i="1" smtClean="0">
                              <a:solidFill>
                                <a:srgbClr val="434343"/>
                              </a:solidFill>
                              <a:latin typeface="Cambria Math" panose="02040503050406030204" pitchFamily="18" charset="0"/>
                              <a:ea typeface="Cambria Math" panose="02040503050406030204" pitchFamily="18" charset="0"/>
                            </a:rPr>
                          </m:ctrlPr>
                        </m:sSubPr>
                        <m:e>
                          <m:r>
                            <a:rPr lang="en-US" sz="2400" b="0" i="1" smtClean="0">
                              <a:solidFill>
                                <a:srgbClr val="434343"/>
                              </a:solidFill>
                              <a:latin typeface="Cambria Math" panose="02040503050406030204" pitchFamily="18" charset="0"/>
                              <a:ea typeface="Cambria Math" panose="02040503050406030204" pitchFamily="18" charset="0"/>
                            </a:rPr>
                            <m:t>𝑦</m:t>
                          </m:r>
                        </m:e>
                        <m:sub>
                          <m:r>
                            <a:rPr lang="en-US" sz="2400" b="0" i="1" smtClean="0">
                              <a:solidFill>
                                <a:srgbClr val="434343"/>
                              </a:solidFill>
                              <a:latin typeface="Cambria Math" panose="02040503050406030204" pitchFamily="18" charset="0"/>
                              <a:ea typeface="Cambria Math" panose="02040503050406030204" pitchFamily="18" charset="0"/>
                            </a:rPr>
                            <m:t>𝑡</m:t>
                          </m:r>
                        </m:sub>
                      </m:sSub>
                      <m:r>
                        <a:rPr lang="en-US" sz="2400" b="0" i="1" smtClean="0">
                          <a:solidFill>
                            <a:srgbClr val="434343"/>
                          </a:solidFill>
                          <a:latin typeface="Cambria Math" panose="02040503050406030204" pitchFamily="18" charset="0"/>
                          <a:ea typeface="Cambria Math" panose="02040503050406030204" pitchFamily="18" charset="0"/>
                        </a:rPr>
                        <m:t>=</m:t>
                      </m:r>
                      <m:r>
                        <m:rPr>
                          <m:sty m:val="p"/>
                        </m:rPr>
                        <a:rPr lang="en-US" sz="2400" b="0" i="0" smtClean="0">
                          <a:solidFill>
                            <a:srgbClr val="434343"/>
                          </a:solidFill>
                          <a:latin typeface="Cambria Math" panose="02040503050406030204" pitchFamily="18" charset="0"/>
                          <a:ea typeface="Cambria Math" panose="02040503050406030204" pitchFamily="18" charset="0"/>
                        </a:rPr>
                        <m:t>Λ</m:t>
                      </m:r>
                      <m:sSub>
                        <m:sSubPr>
                          <m:ctrlPr>
                            <a:rPr lang="en-US" sz="2400" b="0" i="1" smtClean="0">
                              <a:solidFill>
                                <a:srgbClr val="434343"/>
                              </a:solidFill>
                              <a:latin typeface="Cambria Math" panose="02040503050406030204" pitchFamily="18" charset="0"/>
                              <a:ea typeface="Cambria Math" panose="02040503050406030204" pitchFamily="18" charset="0"/>
                            </a:rPr>
                          </m:ctrlPr>
                        </m:sSubPr>
                        <m:e>
                          <m:r>
                            <a:rPr lang="en-US" sz="2400" b="0" i="1" smtClean="0">
                              <a:solidFill>
                                <a:srgbClr val="434343"/>
                              </a:solidFill>
                              <a:latin typeface="Cambria Math" panose="02040503050406030204" pitchFamily="18" charset="0"/>
                              <a:ea typeface="Cambria Math" panose="02040503050406030204" pitchFamily="18" charset="0"/>
                            </a:rPr>
                            <m:t>𝑓</m:t>
                          </m:r>
                        </m:e>
                        <m:sub>
                          <m:r>
                            <a:rPr lang="en-US" sz="2400" b="0" i="1" smtClean="0">
                              <a:solidFill>
                                <a:srgbClr val="434343"/>
                              </a:solidFill>
                              <a:latin typeface="Cambria Math" panose="02040503050406030204" pitchFamily="18" charset="0"/>
                              <a:ea typeface="Cambria Math" panose="02040503050406030204" pitchFamily="18" charset="0"/>
                            </a:rPr>
                            <m:t>𝑡</m:t>
                          </m:r>
                        </m:sub>
                      </m:sSub>
                      <m:r>
                        <a:rPr lang="en-US" sz="2400" b="0" i="1" smtClean="0">
                          <a:solidFill>
                            <a:srgbClr val="434343"/>
                          </a:solidFill>
                          <a:latin typeface="Cambria Math" panose="02040503050406030204" pitchFamily="18" charset="0"/>
                          <a:ea typeface="Cambria Math" panose="02040503050406030204" pitchFamily="18" charset="0"/>
                        </a:rPr>
                        <m:t>+</m:t>
                      </m:r>
                      <m:sSub>
                        <m:sSubPr>
                          <m:ctrlPr>
                            <a:rPr lang="en-US" sz="2400" b="0" i="1" smtClean="0">
                              <a:solidFill>
                                <a:srgbClr val="434343"/>
                              </a:solidFill>
                              <a:latin typeface="Cambria Math" panose="02040503050406030204" pitchFamily="18" charset="0"/>
                              <a:ea typeface="Cambria Math" panose="02040503050406030204" pitchFamily="18" charset="0"/>
                            </a:rPr>
                          </m:ctrlPr>
                        </m:sSubPr>
                        <m:e>
                          <m:r>
                            <a:rPr lang="en-US" sz="2400" b="0" i="1" smtClean="0">
                              <a:solidFill>
                                <a:srgbClr val="434343"/>
                              </a:solidFill>
                              <a:latin typeface="Cambria Math" panose="02040503050406030204" pitchFamily="18" charset="0"/>
                              <a:ea typeface="Cambria Math" panose="02040503050406030204" pitchFamily="18" charset="0"/>
                            </a:rPr>
                            <m:t>𝜇</m:t>
                          </m:r>
                        </m:e>
                        <m:sub>
                          <m:r>
                            <a:rPr lang="en-US" sz="2400" b="0" i="1" smtClean="0">
                              <a:solidFill>
                                <a:srgbClr val="434343"/>
                              </a:solidFill>
                              <a:latin typeface="Cambria Math" panose="02040503050406030204" pitchFamily="18" charset="0"/>
                              <a:ea typeface="Cambria Math" panose="02040503050406030204" pitchFamily="18" charset="0"/>
                            </a:rPr>
                            <m:t>𝑡</m:t>
                          </m:r>
                        </m:sub>
                      </m:sSub>
                    </m:oMath>
                  </m:oMathPara>
                </a14:m>
                <a:endParaRPr lang="en-GB" sz="2000" dirty="0">
                  <a:solidFill>
                    <a:srgbClr val="434343"/>
                  </a:solidFill>
                  <a:latin typeface="Catamaran ExtraLight" panose="020B0604020202020204" charset="0"/>
                  <a:cs typeface="Arial" panose="020B0604020202020204" pitchFamily="34" charset="0"/>
                  <a:sym typeface="Inter"/>
                </a:endParaRPr>
              </a:p>
              <a:p>
                <a:pPr marL="0" indent="0" algn="just">
                  <a:spcBef>
                    <a:spcPts val="1600"/>
                  </a:spcBef>
                  <a:spcAft>
                    <a:spcPts val="1600"/>
                  </a:spcAft>
                  <a:buClr>
                    <a:srgbClr val="40474B"/>
                  </a:buClr>
                  <a:buNone/>
                </a:pPr>
                <a14:m>
                  <m:oMathPara xmlns:m="http://schemas.openxmlformats.org/officeDocument/2006/math">
                    <m:oMathParaPr>
                      <m:jc m:val="centerGroup"/>
                    </m:oMathParaPr>
                    <m:oMath xmlns:m="http://schemas.openxmlformats.org/officeDocument/2006/math">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b="0" i="1" smtClean="0">
                              <a:solidFill>
                                <a:srgbClr val="434343"/>
                              </a:solidFill>
                              <a:latin typeface="Cambria Math" panose="02040503050406030204" pitchFamily="18" charset="0"/>
                              <a:ea typeface="Cambria Math" panose="02040503050406030204" pitchFamily="18" charset="0"/>
                            </a:rPr>
                            <m:t>𝑓</m:t>
                          </m:r>
                        </m:e>
                        <m:sub>
                          <m:r>
                            <a:rPr lang="en-US" sz="2400" i="1">
                              <a:solidFill>
                                <a:srgbClr val="434343"/>
                              </a:solidFill>
                              <a:latin typeface="Cambria Math" panose="02040503050406030204" pitchFamily="18" charset="0"/>
                              <a:ea typeface="Cambria Math" panose="02040503050406030204" pitchFamily="18" charset="0"/>
                            </a:rPr>
                            <m:t>𝑡</m:t>
                          </m:r>
                        </m:sub>
                      </m:sSub>
                      <m:r>
                        <a:rPr lang="en-US" sz="2400" i="1">
                          <a:solidFill>
                            <a:srgbClr val="434343"/>
                          </a:solidFill>
                          <a:latin typeface="Cambria Math" panose="02040503050406030204" pitchFamily="18" charset="0"/>
                          <a:ea typeface="Cambria Math" panose="02040503050406030204" pitchFamily="18" charset="0"/>
                        </a:rPr>
                        <m:t>=</m:t>
                      </m:r>
                      <m:sSub>
                        <m:sSubPr>
                          <m:ctrlPr>
                            <a:rPr lang="en-US" sz="2400" b="0" i="1" smtClean="0">
                              <a:solidFill>
                                <a:srgbClr val="434343"/>
                              </a:solidFill>
                              <a:latin typeface="Cambria Math" panose="02040503050406030204" pitchFamily="18" charset="0"/>
                              <a:ea typeface="Cambria Math" panose="02040503050406030204" pitchFamily="18" charset="0"/>
                            </a:rPr>
                          </m:ctrlPr>
                        </m:sSubPr>
                        <m:e>
                          <m:r>
                            <m:rPr>
                              <m:sty m:val="p"/>
                            </m:rPr>
                            <a:rPr lang="en-US" sz="2400" b="0" i="0" smtClean="0">
                              <a:solidFill>
                                <a:srgbClr val="434343"/>
                              </a:solidFill>
                              <a:latin typeface="Cambria Math" panose="02040503050406030204" pitchFamily="18" charset="0"/>
                              <a:ea typeface="Cambria Math" panose="02040503050406030204" pitchFamily="18" charset="0"/>
                            </a:rPr>
                            <m:t>A</m:t>
                          </m:r>
                        </m:e>
                        <m:sub>
                          <m:r>
                            <a:rPr lang="en-US" sz="2400" b="0" i="0" smtClean="0">
                              <a:solidFill>
                                <a:srgbClr val="434343"/>
                              </a:solidFill>
                              <a:latin typeface="Cambria Math" panose="02040503050406030204" pitchFamily="18" charset="0"/>
                              <a:ea typeface="Cambria Math" panose="02040503050406030204" pitchFamily="18" charset="0"/>
                            </a:rPr>
                            <m:t>1</m:t>
                          </m:r>
                        </m:sub>
                      </m:sSub>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𝑓</m:t>
                          </m:r>
                        </m:e>
                        <m:sub>
                          <m:r>
                            <a:rPr lang="en-US" sz="2400" i="1">
                              <a:solidFill>
                                <a:srgbClr val="434343"/>
                              </a:solidFill>
                              <a:latin typeface="Cambria Math" panose="02040503050406030204" pitchFamily="18" charset="0"/>
                              <a:ea typeface="Cambria Math" panose="02040503050406030204" pitchFamily="18" charset="0"/>
                            </a:rPr>
                            <m:t>𝑡</m:t>
                          </m:r>
                          <m:r>
                            <a:rPr lang="en-US" sz="2400" b="0" i="1" smtClean="0">
                              <a:solidFill>
                                <a:srgbClr val="434343"/>
                              </a:solidFill>
                              <a:latin typeface="Cambria Math" panose="02040503050406030204" pitchFamily="18" charset="0"/>
                              <a:ea typeface="Cambria Math" panose="02040503050406030204" pitchFamily="18" charset="0"/>
                            </a:rPr>
                            <m:t>−1</m:t>
                          </m:r>
                        </m:sub>
                      </m:sSub>
                      <m:r>
                        <a:rPr lang="en-US" sz="2400" b="0" i="1" smtClean="0">
                          <a:solidFill>
                            <a:srgbClr val="434343"/>
                          </a:solidFill>
                          <a:latin typeface="Cambria Math" panose="02040503050406030204" pitchFamily="18" charset="0"/>
                          <a:ea typeface="Cambria Math" panose="02040503050406030204" pitchFamily="18" charset="0"/>
                        </a:rPr>
                        <m:t>+…</m:t>
                      </m:r>
                      <m:r>
                        <a:rPr lang="en-US" sz="2400" i="1">
                          <a:solidFill>
                            <a:srgbClr val="434343"/>
                          </a:solidFill>
                          <a:latin typeface="Cambria Math" panose="02040503050406030204" pitchFamily="18" charset="0"/>
                          <a:ea typeface="Cambria Math" panose="02040503050406030204" pitchFamily="18" charset="0"/>
                        </a:rPr>
                        <m:t>+</m:t>
                      </m:r>
                      <m:sSub>
                        <m:sSubPr>
                          <m:ctrlPr>
                            <a:rPr lang="en-US" sz="2400" i="1">
                              <a:solidFill>
                                <a:srgbClr val="434343"/>
                              </a:solidFill>
                              <a:latin typeface="Cambria Math" panose="02040503050406030204" pitchFamily="18" charset="0"/>
                              <a:ea typeface="Cambria Math" panose="02040503050406030204" pitchFamily="18" charset="0"/>
                            </a:rPr>
                          </m:ctrlPr>
                        </m:sSubPr>
                        <m:e>
                          <m:r>
                            <m:rPr>
                              <m:sty m:val="p"/>
                            </m:rPr>
                            <a:rPr lang="en-US" sz="2400">
                              <a:solidFill>
                                <a:srgbClr val="434343"/>
                              </a:solidFill>
                              <a:latin typeface="Cambria Math" panose="02040503050406030204" pitchFamily="18" charset="0"/>
                              <a:ea typeface="Cambria Math" panose="02040503050406030204" pitchFamily="18" charset="0"/>
                            </a:rPr>
                            <m:t>A</m:t>
                          </m:r>
                        </m:e>
                        <m:sub>
                          <m:r>
                            <m:rPr>
                              <m:sty m:val="p"/>
                            </m:rPr>
                            <a:rPr lang="en-US" sz="2400" b="0" i="0" smtClean="0">
                              <a:solidFill>
                                <a:srgbClr val="434343"/>
                              </a:solidFill>
                              <a:latin typeface="Cambria Math" panose="02040503050406030204" pitchFamily="18" charset="0"/>
                              <a:ea typeface="Cambria Math" panose="02040503050406030204" pitchFamily="18" charset="0"/>
                            </a:rPr>
                            <m:t>p</m:t>
                          </m:r>
                        </m:sub>
                      </m:sSub>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𝑓</m:t>
                          </m:r>
                        </m:e>
                        <m:sub>
                          <m:r>
                            <a:rPr lang="en-US" sz="2400" i="1">
                              <a:solidFill>
                                <a:srgbClr val="434343"/>
                              </a:solidFill>
                              <a:latin typeface="Cambria Math" panose="02040503050406030204" pitchFamily="18" charset="0"/>
                              <a:ea typeface="Cambria Math" panose="02040503050406030204" pitchFamily="18" charset="0"/>
                            </a:rPr>
                            <m:t>𝑡</m:t>
                          </m:r>
                          <m:r>
                            <a:rPr lang="en-US" sz="2400" i="1">
                              <a:solidFill>
                                <a:srgbClr val="434343"/>
                              </a:solidFill>
                              <a:latin typeface="Cambria Math" panose="02040503050406030204" pitchFamily="18" charset="0"/>
                              <a:ea typeface="Cambria Math" panose="02040503050406030204" pitchFamily="18" charset="0"/>
                            </a:rPr>
                            <m:t>−</m:t>
                          </m:r>
                          <m:r>
                            <a:rPr lang="en-US" sz="2400" b="0" i="1" smtClean="0">
                              <a:solidFill>
                                <a:srgbClr val="434343"/>
                              </a:solidFill>
                              <a:latin typeface="Cambria Math" panose="02040503050406030204" pitchFamily="18" charset="0"/>
                              <a:ea typeface="Cambria Math" panose="02040503050406030204" pitchFamily="18" charset="0"/>
                            </a:rPr>
                            <m:t>𝑝</m:t>
                          </m:r>
                        </m:sub>
                      </m:sSub>
                      <m:r>
                        <a:rPr lang="en-US" sz="2400" b="0" i="1" smtClean="0">
                          <a:solidFill>
                            <a:srgbClr val="434343"/>
                          </a:solidFill>
                          <a:latin typeface="Cambria Math" panose="02040503050406030204" pitchFamily="18" charset="0"/>
                          <a:ea typeface="Cambria Math" panose="02040503050406030204" pitchFamily="18" charset="0"/>
                        </a:rPr>
                        <m:t>+</m:t>
                      </m:r>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b="0" i="1" smtClean="0">
                              <a:solidFill>
                                <a:srgbClr val="434343"/>
                              </a:solidFill>
                              <a:latin typeface="Cambria Math" panose="02040503050406030204" pitchFamily="18" charset="0"/>
                              <a:ea typeface="Cambria Math" panose="02040503050406030204" pitchFamily="18" charset="0"/>
                            </a:rPr>
                            <m:t>𝜂</m:t>
                          </m:r>
                        </m:e>
                        <m:sub>
                          <m:r>
                            <a:rPr lang="en-US" sz="2400" i="1">
                              <a:solidFill>
                                <a:srgbClr val="434343"/>
                              </a:solidFill>
                              <a:latin typeface="Cambria Math" panose="02040503050406030204" pitchFamily="18" charset="0"/>
                              <a:ea typeface="Cambria Math" panose="02040503050406030204" pitchFamily="18" charset="0"/>
                            </a:rPr>
                            <m:t>𝑡</m:t>
                          </m:r>
                        </m:sub>
                      </m:sSub>
                    </m:oMath>
                  </m:oMathPara>
                </a14:m>
                <a:endParaRPr lang="en-GB" sz="2000" dirty="0">
                  <a:solidFill>
                    <a:srgbClr val="434343"/>
                  </a:solidFill>
                  <a:latin typeface="Catamaran ExtraLight" panose="020B0604020202020204" charset="0"/>
                  <a:cs typeface="Arial" panose="020B0604020202020204" pitchFamily="34" charset="0"/>
                  <a:sym typeface="Inter"/>
                </a:endParaRPr>
              </a:p>
              <a:p>
                <a:pPr marL="0" indent="0" algn="just">
                  <a:spcBef>
                    <a:spcPts val="1600"/>
                  </a:spcBef>
                  <a:spcAft>
                    <a:spcPts val="1600"/>
                  </a:spcAft>
                  <a:buClr>
                    <a:srgbClr val="40474B"/>
                  </a:buClr>
                  <a:buNone/>
                </a:pPr>
                <a14:m>
                  <m:oMathPara xmlns:m="http://schemas.openxmlformats.org/officeDocument/2006/math">
                    <m:oMathParaPr>
                      <m:jc m:val="centerGroup"/>
                    </m:oMathParaPr>
                    <m:oMath xmlns:m="http://schemas.openxmlformats.org/officeDocument/2006/math">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𝜇</m:t>
                          </m:r>
                        </m:e>
                        <m:sub>
                          <m:r>
                            <a:rPr lang="en-US" sz="2400" i="1">
                              <a:solidFill>
                                <a:srgbClr val="434343"/>
                              </a:solidFill>
                              <a:latin typeface="Cambria Math" panose="02040503050406030204" pitchFamily="18" charset="0"/>
                              <a:ea typeface="Cambria Math" panose="02040503050406030204" pitchFamily="18" charset="0"/>
                            </a:rPr>
                            <m:t>𝑡</m:t>
                          </m:r>
                        </m:sub>
                      </m:sSub>
                      <m:r>
                        <a:rPr lang="en-US" sz="2400" i="1">
                          <a:solidFill>
                            <a:srgbClr val="434343"/>
                          </a:solidFill>
                          <a:latin typeface="Cambria Math" panose="02040503050406030204" pitchFamily="18" charset="0"/>
                          <a:ea typeface="Cambria Math" panose="02040503050406030204" pitchFamily="18" charset="0"/>
                        </a:rPr>
                        <m:t>=</m:t>
                      </m:r>
                      <m:sSub>
                        <m:sSubPr>
                          <m:ctrlPr>
                            <a:rPr lang="en-US" sz="2400" i="1">
                              <a:solidFill>
                                <a:srgbClr val="434343"/>
                              </a:solidFill>
                              <a:latin typeface="Cambria Math" panose="02040503050406030204" pitchFamily="18" charset="0"/>
                              <a:ea typeface="Cambria Math" panose="02040503050406030204" pitchFamily="18" charset="0"/>
                            </a:rPr>
                          </m:ctrlPr>
                        </m:sSubPr>
                        <m:e>
                          <m:r>
                            <m:rPr>
                              <m:sty m:val="p"/>
                            </m:rPr>
                            <a:rPr lang="en-US" sz="2400" b="0" i="0" smtClean="0">
                              <a:solidFill>
                                <a:srgbClr val="434343"/>
                              </a:solidFill>
                              <a:latin typeface="Cambria Math" panose="02040503050406030204" pitchFamily="18" charset="0"/>
                              <a:ea typeface="Cambria Math" panose="02040503050406030204" pitchFamily="18" charset="0"/>
                            </a:rPr>
                            <m:t>C</m:t>
                          </m:r>
                        </m:e>
                        <m:sub>
                          <m:r>
                            <a:rPr lang="en-US" sz="2400">
                              <a:solidFill>
                                <a:srgbClr val="434343"/>
                              </a:solidFill>
                              <a:latin typeface="Cambria Math" panose="02040503050406030204" pitchFamily="18" charset="0"/>
                              <a:ea typeface="Cambria Math" panose="02040503050406030204" pitchFamily="18" charset="0"/>
                            </a:rPr>
                            <m:t>1</m:t>
                          </m:r>
                        </m:sub>
                      </m:sSub>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𝜇</m:t>
                          </m:r>
                        </m:e>
                        <m:sub>
                          <m:r>
                            <a:rPr lang="en-US" sz="2400" i="1">
                              <a:solidFill>
                                <a:srgbClr val="434343"/>
                              </a:solidFill>
                              <a:latin typeface="Cambria Math" panose="02040503050406030204" pitchFamily="18" charset="0"/>
                              <a:ea typeface="Cambria Math" panose="02040503050406030204" pitchFamily="18" charset="0"/>
                            </a:rPr>
                            <m:t>𝑡</m:t>
                          </m:r>
                          <m:r>
                            <a:rPr lang="en-US" sz="2400" i="1">
                              <a:solidFill>
                                <a:srgbClr val="434343"/>
                              </a:solidFill>
                              <a:latin typeface="Cambria Math" panose="02040503050406030204" pitchFamily="18" charset="0"/>
                              <a:ea typeface="Cambria Math" panose="02040503050406030204" pitchFamily="18" charset="0"/>
                            </a:rPr>
                            <m:t>−1</m:t>
                          </m:r>
                        </m:sub>
                      </m:sSub>
                      <m:r>
                        <a:rPr lang="en-US" sz="2400" i="1">
                          <a:solidFill>
                            <a:srgbClr val="434343"/>
                          </a:solidFill>
                          <a:latin typeface="Cambria Math" panose="02040503050406030204" pitchFamily="18" charset="0"/>
                          <a:ea typeface="Cambria Math" panose="02040503050406030204" pitchFamily="18" charset="0"/>
                        </a:rPr>
                        <m:t>+…+</m:t>
                      </m:r>
                      <m:sSub>
                        <m:sSubPr>
                          <m:ctrlPr>
                            <a:rPr lang="en-US" sz="2400" i="1">
                              <a:solidFill>
                                <a:srgbClr val="434343"/>
                              </a:solidFill>
                              <a:latin typeface="Cambria Math" panose="02040503050406030204" pitchFamily="18" charset="0"/>
                              <a:ea typeface="Cambria Math" panose="02040503050406030204" pitchFamily="18" charset="0"/>
                            </a:rPr>
                          </m:ctrlPr>
                        </m:sSubPr>
                        <m:e>
                          <m:r>
                            <m:rPr>
                              <m:sty m:val="p"/>
                            </m:rPr>
                            <a:rPr lang="en-US" sz="2400" b="0" i="0" smtClean="0">
                              <a:solidFill>
                                <a:srgbClr val="434343"/>
                              </a:solidFill>
                              <a:latin typeface="Cambria Math" panose="02040503050406030204" pitchFamily="18" charset="0"/>
                              <a:ea typeface="Cambria Math" panose="02040503050406030204" pitchFamily="18" charset="0"/>
                            </a:rPr>
                            <m:t>C</m:t>
                          </m:r>
                        </m:e>
                        <m:sub>
                          <m:r>
                            <m:rPr>
                              <m:sty m:val="p"/>
                            </m:rPr>
                            <a:rPr lang="en-US" sz="2400">
                              <a:solidFill>
                                <a:srgbClr val="434343"/>
                              </a:solidFill>
                              <a:latin typeface="Cambria Math" panose="02040503050406030204" pitchFamily="18" charset="0"/>
                              <a:ea typeface="Cambria Math" panose="02040503050406030204" pitchFamily="18" charset="0"/>
                            </a:rPr>
                            <m:t>p</m:t>
                          </m:r>
                        </m:sub>
                      </m:sSub>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𝜇</m:t>
                          </m:r>
                        </m:e>
                        <m:sub>
                          <m:r>
                            <a:rPr lang="en-US" sz="2400" i="1">
                              <a:solidFill>
                                <a:srgbClr val="434343"/>
                              </a:solidFill>
                              <a:latin typeface="Cambria Math" panose="02040503050406030204" pitchFamily="18" charset="0"/>
                              <a:ea typeface="Cambria Math" panose="02040503050406030204" pitchFamily="18" charset="0"/>
                            </a:rPr>
                            <m:t>𝑡</m:t>
                          </m:r>
                          <m:r>
                            <a:rPr lang="en-US" sz="2400" i="1">
                              <a:solidFill>
                                <a:srgbClr val="434343"/>
                              </a:solidFill>
                              <a:latin typeface="Cambria Math" panose="02040503050406030204" pitchFamily="18" charset="0"/>
                              <a:ea typeface="Cambria Math" panose="02040503050406030204" pitchFamily="18" charset="0"/>
                            </a:rPr>
                            <m:t>−</m:t>
                          </m:r>
                          <m:r>
                            <a:rPr lang="en-US" sz="2400" i="1">
                              <a:solidFill>
                                <a:srgbClr val="434343"/>
                              </a:solidFill>
                              <a:latin typeface="Cambria Math" panose="02040503050406030204" pitchFamily="18" charset="0"/>
                              <a:ea typeface="Cambria Math" panose="02040503050406030204" pitchFamily="18" charset="0"/>
                            </a:rPr>
                            <m:t>𝑝</m:t>
                          </m:r>
                        </m:sub>
                      </m:sSub>
                      <m:r>
                        <a:rPr lang="en-US" sz="2400" i="1">
                          <a:solidFill>
                            <a:srgbClr val="434343"/>
                          </a:solidFill>
                          <a:latin typeface="Cambria Math" panose="02040503050406030204" pitchFamily="18" charset="0"/>
                          <a:ea typeface="Cambria Math" panose="02040503050406030204" pitchFamily="18" charset="0"/>
                        </a:rPr>
                        <m:t>+</m:t>
                      </m:r>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b="0" i="1" smtClean="0">
                              <a:solidFill>
                                <a:srgbClr val="434343"/>
                              </a:solidFill>
                              <a:latin typeface="Cambria Math" panose="02040503050406030204" pitchFamily="18" charset="0"/>
                              <a:ea typeface="Cambria Math" panose="02040503050406030204" pitchFamily="18" charset="0"/>
                            </a:rPr>
                            <m:t>𝜖</m:t>
                          </m:r>
                        </m:e>
                        <m:sub>
                          <m:r>
                            <a:rPr lang="en-US" sz="2400" i="1">
                              <a:solidFill>
                                <a:srgbClr val="434343"/>
                              </a:solidFill>
                              <a:latin typeface="Cambria Math" panose="02040503050406030204" pitchFamily="18" charset="0"/>
                              <a:ea typeface="Cambria Math" panose="02040503050406030204" pitchFamily="18" charset="0"/>
                            </a:rPr>
                            <m:t>𝑡</m:t>
                          </m:r>
                        </m:sub>
                      </m:sSub>
                    </m:oMath>
                  </m:oMathPara>
                </a14:m>
                <a:endParaRPr lang="en-GB" sz="2000" dirty="0">
                  <a:solidFill>
                    <a:srgbClr val="434343"/>
                  </a:solidFill>
                  <a:latin typeface="Catamaran ExtraLight" panose="020B0604020202020204" charset="0"/>
                  <a:cs typeface="Arial" panose="020B0604020202020204" pitchFamily="34" charset="0"/>
                  <a:sym typeface="Inter"/>
                </a:endParaRPr>
              </a:p>
              <a:p>
                <a:pPr marL="0" indent="0" algn="just">
                  <a:spcBef>
                    <a:spcPts val="1333"/>
                  </a:spcBef>
                  <a:spcAft>
                    <a:spcPts val="1600"/>
                  </a:spcAft>
                  <a:buNone/>
                </a:pPr>
                <a:r>
                  <a:rPr lang="en-GB" sz="2000" dirty="0">
                    <a:solidFill>
                      <a:srgbClr val="434343"/>
                    </a:solidFill>
                    <a:latin typeface="Catamaran ExtraLight" panose="020B0604020202020204" charset="0"/>
                    <a:cs typeface="Arial" panose="020B0604020202020204" pitchFamily="34" charset="0"/>
                    <a:sym typeface="Inter"/>
                  </a:rPr>
                  <a:t>where </a:t>
                </a:r>
                <a14:m>
                  <m:oMath xmlns:m="http://schemas.openxmlformats.org/officeDocument/2006/math">
                    <m:sSub>
                      <m:sSubPr>
                        <m:ctrlPr>
                          <a:rPr lang="en-US" sz="2000" b="0" i="1" smtClean="0">
                            <a:solidFill>
                              <a:srgbClr val="434343"/>
                            </a:solidFill>
                            <a:latin typeface="Cambria Math" panose="02040503050406030204" pitchFamily="18" charset="0"/>
                            <a:cs typeface="Arial" panose="020B0604020202020204" pitchFamily="34" charset="0"/>
                            <a:sym typeface="Inter"/>
                          </a:rPr>
                        </m:ctrlPr>
                      </m:sSubPr>
                      <m:e>
                        <m:r>
                          <a:rPr lang="en-US" sz="2000" b="0" i="1" smtClean="0">
                            <a:solidFill>
                              <a:srgbClr val="434343"/>
                            </a:solidFill>
                            <a:latin typeface="Cambria Math" panose="02040503050406030204" pitchFamily="18" charset="0"/>
                            <a:cs typeface="Arial" panose="020B0604020202020204" pitchFamily="34" charset="0"/>
                            <a:sym typeface="Inter"/>
                          </a:rPr>
                          <m:t>𝑦</m:t>
                        </m:r>
                      </m:e>
                      <m:sub>
                        <m:r>
                          <a:rPr lang="en-US" sz="2000" b="0" i="1" smtClean="0">
                            <a:solidFill>
                              <a:srgbClr val="434343"/>
                            </a:solidFill>
                            <a:latin typeface="Cambria Math" panose="02040503050406030204" pitchFamily="18" charset="0"/>
                            <a:cs typeface="Arial" panose="020B0604020202020204" pitchFamily="34" charset="0"/>
                            <a:sym typeface="Inter"/>
                          </a:rPr>
                          <m:t>𝑡</m:t>
                        </m:r>
                      </m:sub>
                    </m:sSub>
                  </m:oMath>
                </a14:m>
                <a:r>
                  <a:rPr lang="en-GB" sz="2000" dirty="0">
                    <a:solidFill>
                      <a:srgbClr val="434343"/>
                    </a:solidFill>
                    <a:latin typeface="Catamaran ExtraLight" panose="020B0604020202020204" charset="0"/>
                    <a:cs typeface="Arial" panose="020B0604020202020204" pitchFamily="34" charset="0"/>
                    <a:sym typeface="Inter"/>
                  </a:rPr>
                  <a:t> is a set of macro variables and </a:t>
                </a:r>
                <a14:m>
                  <m:oMath xmlns:m="http://schemas.openxmlformats.org/officeDocument/2006/math">
                    <m:sSub>
                      <m:sSubPr>
                        <m:ctrlPr>
                          <a:rPr lang="en-US" sz="2000" b="0" i="1" smtClean="0">
                            <a:solidFill>
                              <a:srgbClr val="434343"/>
                            </a:solidFill>
                            <a:latin typeface="Cambria Math" panose="02040503050406030204" pitchFamily="18" charset="0"/>
                            <a:cs typeface="Arial" panose="020B0604020202020204" pitchFamily="34" charset="0"/>
                            <a:sym typeface="Inter"/>
                          </a:rPr>
                        </m:ctrlPr>
                      </m:sSubPr>
                      <m:e>
                        <m:r>
                          <a:rPr lang="en-US" sz="2000" b="0" i="1" smtClean="0">
                            <a:solidFill>
                              <a:srgbClr val="434343"/>
                            </a:solidFill>
                            <a:latin typeface="Cambria Math" panose="02040503050406030204" pitchFamily="18" charset="0"/>
                            <a:cs typeface="Arial" panose="020B0604020202020204" pitchFamily="34" charset="0"/>
                            <a:sym typeface="Inter"/>
                          </a:rPr>
                          <m:t>𝑓</m:t>
                        </m:r>
                      </m:e>
                      <m:sub>
                        <m:r>
                          <a:rPr lang="en-US" sz="2000" b="0" i="1" smtClean="0">
                            <a:solidFill>
                              <a:srgbClr val="434343"/>
                            </a:solidFill>
                            <a:latin typeface="Cambria Math" panose="02040503050406030204" pitchFamily="18" charset="0"/>
                            <a:cs typeface="Arial" panose="020B0604020202020204" pitchFamily="34" charset="0"/>
                            <a:sym typeface="Inter"/>
                          </a:rPr>
                          <m:t>𝑡</m:t>
                        </m:r>
                      </m:sub>
                    </m:sSub>
                  </m:oMath>
                </a14:m>
                <a:r>
                  <a:rPr lang="en-GB" sz="2000" dirty="0">
                    <a:solidFill>
                      <a:srgbClr val="434343"/>
                    </a:solidFill>
                    <a:latin typeface="Catamaran ExtraLight" panose="020B0604020202020204" charset="0"/>
                    <a:cs typeface="Arial" panose="020B0604020202020204" pitchFamily="34" charset="0"/>
                    <a:sym typeface="Inter"/>
                  </a:rPr>
                  <a:t> is the autoregressive </a:t>
                </a:r>
                <a:r>
                  <a:rPr lang="en-GB" sz="2000" b="1" dirty="0">
                    <a:solidFill>
                      <a:srgbClr val="9E5416"/>
                    </a:solidFill>
                    <a:latin typeface="Catamaran ExtraLight" panose="020B0604020202020204" charset="0"/>
                    <a:cs typeface="Arial" panose="020B0604020202020204" pitchFamily="34" charset="0"/>
                    <a:sym typeface="Inter"/>
                  </a:rPr>
                  <a:t>MI</a:t>
                </a:r>
                <a:r>
                  <a:rPr lang="en-GB" sz="2000" dirty="0">
                    <a:solidFill>
                      <a:srgbClr val="434343"/>
                    </a:solidFill>
                    <a:latin typeface="Catamaran ExtraLight" panose="020B0604020202020204" charset="0"/>
                    <a:cs typeface="Arial" panose="020B0604020202020204" pitchFamily="34" charset="0"/>
                    <a:sym typeface="Inter"/>
                  </a:rPr>
                  <a:t> index. The goal of the exercise is to filter out all the external effects on GDP growth that are only indirectly related to the financial system. </a:t>
                </a:r>
              </a:p>
            </p:txBody>
          </p:sp>
        </mc:Choice>
        <mc:Fallback xmlns="">
          <p:sp>
            <p:nvSpPr>
              <p:cNvPr id="2261" name="Google Shape;2261;p126"/>
              <p:cNvSpPr txBox="1">
                <a:spLocks noGrp="1" noRot="1" noChangeAspect="1" noMove="1" noResize="1" noEditPoints="1" noAdjustHandles="1" noChangeArrowheads="1" noChangeShapeType="1" noTextEdit="1"/>
              </p:cNvSpPr>
              <p:nvPr>
                <p:ph type="body" idx="4294967295"/>
              </p:nvPr>
            </p:nvSpPr>
            <p:spPr>
              <a:xfrm>
                <a:off x="510767" y="1588299"/>
                <a:ext cx="8005200" cy="4907094"/>
              </a:xfrm>
              <a:prstGeom prst="rect">
                <a:avLst/>
              </a:prstGeom>
              <a:blipFill>
                <a:blip r:embed="rId3"/>
                <a:stretch>
                  <a:fillRect l="-475" r="-317"/>
                </a:stretch>
              </a:blipFill>
            </p:spPr>
            <p:txBody>
              <a:bodyPr/>
              <a:lstStyle/>
              <a:p>
                <a:r>
                  <a:rPr lang="en-US">
                    <a:noFill/>
                  </a:rPr>
                  <a:t> </a:t>
                </a:r>
              </a:p>
            </p:txBody>
          </p:sp>
        </mc:Fallback>
      </mc:AlternateContent>
    </p:spTree>
    <p:extLst>
      <p:ext uri="{BB962C8B-B14F-4D97-AF65-F5344CB8AC3E}">
        <p14:creationId xmlns:p14="http://schemas.microsoft.com/office/powerpoint/2010/main" val="3330741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Macroprudential policy usage in Armenia</a:t>
            </a:r>
            <a:endParaRPr sz="2800" b="1" dirty="0">
              <a:solidFill>
                <a:srgbClr val="9E5416"/>
              </a:solidFill>
              <a:latin typeface="Arial" panose="020B0604020202020204" pitchFamily="34" charset="0"/>
              <a:cs typeface="Arial" panose="020B0604020202020204" pitchFamily="34" charset="0"/>
              <a:sym typeface="League Spartan Medium"/>
            </a:endParaRPr>
          </a:p>
        </p:txBody>
      </p:sp>
      <p:pic>
        <p:nvPicPr>
          <p:cNvPr id="4" name="Picture 3">
            <a:extLst>
              <a:ext uri="{FF2B5EF4-FFF2-40B4-BE49-F238E27FC236}">
                <a16:creationId xmlns:a16="http://schemas.microsoft.com/office/drawing/2014/main" id="{9B3EED39-7333-19F0-3B85-E7160E2465DC}"/>
              </a:ext>
            </a:extLst>
          </p:cNvPr>
          <p:cNvPicPr>
            <a:picLocks noChangeAspect="1"/>
          </p:cNvPicPr>
          <p:nvPr/>
        </p:nvPicPr>
        <p:blipFill>
          <a:blip r:embed="rId3"/>
          <a:srcRect/>
          <a:stretch/>
        </p:blipFill>
        <p:spPr>
          <a:xfrm>
            <a:off x="510767" y="2754965"/>
            <a:ext cx="9135979" cy="3592800"/>
          </a:xfrm>
          <a:prstGeom prst="rect">
            <a:avLst/>
          </a:prstGeom>
        </p:spPr>
      </p:pic>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605156" y="1153226"/>
            <a:ext cx="9791572" cy="160173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212121"/>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The MP has been increasingly used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after the Great Recession </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of 2008, yet the MP usage history in Armenia remains short. This remains a major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limitation</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especially when modeling the effect of loosening actions on growth. To account for this, we perform a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panel</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quantile regression with 42 countries and use those estimates as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priors</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in our local model.</a:t>
            </a:r>
          </a:p>
        </p:txBody>
      </p:sp>
    </p:spTree>
    <p:extLst>
      <p:ext uri="{BB962C8B-B14F-4D97-AF65-F5344CB8AC3E}">
        <p14:creationId xmlns:p14="http://schemas.microsoft.com/office/powerpoint/2010/main" val="3691006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0;p126">
            <a:extLst>
              <a:ext uri="{FF2B5EF4-FFF2-40B4-BE49-F238E27FC236}">
                <a16:creationId xmlns:a16="http://schemas.microsoft.com/office/drawing/2014/main" id="{1168D831-8A87-4E33-B067-4016BB33167F}"/>
              </a:ext>
            </a:extLst>
          </p:cNvPr>
          <p:cNvSpPr txBox="1">
            <a:spLocks noGrp="1"/>
          </p:cNvSpPr>
          <p:nvPr>
            <p:ph type="title"/>
          </p:nvPr>
        </p:nvSpPr>
        <p:spPr>
          <a:xfrm>
            <a:off x="733172" y="555604"/>
            <a:ext cx="10338000" cy="738800"/>
          </a:xfrm>
          <a:prstGeom prst="rect">
            <a:avLst/>
          </a:prstGeom>
          <a:noFill/>
          <a:ln>
            <a:noFill/>
          </a:ln>
        </p:spPr>
        <p:txBody>
          <a:bodyPr spcFirstLastPara="1" wrap="square" lIns="121900" tIns="121900" rIns="121900" bIns="121900" anchor="ctr" anchorCtr="0">
            <a:noAutofit/>
          </a:bodyPr>
          <a:lstStyle/>
          <a:p>
            <a:pPr algn="l">
              <a:buFont typeface="League Spartan Medium"/>
            </a:pPr>
            <a:r>
              <a:rPr lang="en" b="1" dirty="0">
                <a:solidFill>
                  <a:srgbClr val="9E5416"/>
                </a:solidFill>
                <a:latin typeface="Arial" panose="020B0604020202020204" pitchFamily="34" charset="0"/>
                <a:cs typeface="Arial" panose="020B0604020202020204" pitchFamily="34" charset="0"/>
                <a:sym typeface="League Spartan Medium"/>
              </a:rPr>
              <a:t>Use of Macroprudential policy in other </a:t>
            </a:r>
            <a:r>
              <a:rPr lang="en-GB" b="1" dirty="0">
                <a:solidFill>
                  <a:srgbClr val="9E5416"/>
                </a:solidFill>
                <a:latin typeface="Arial" panose="020B0604020202020204" pitchFamily="34" charset="0"/>
                <a:cs typeface="Arial" panose="020B0604020202020204" pitchFamily="34" charset="0"/>
                <a:sym typeface="League Spartan Medium"/>
              </a:rPr>
              <a:t>countries</a:t>
            </a:r>
            <a:endParaRPr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4E0CC850-D043-4168-86DF-F3A70B1AA9E8}"/>
              </a:ext>
            </a:extLst>
          </p:cNvPr>
          <p:cNvSpPr txBox="1">
            <a:spLocks/>
          </p:cNvSpPr>
          <p:nvPr/>
        </p:nvSpPr>
        <p:spPr>
          <a:xfrm>
            <a:off x="733171" y="1664698"/>
            <a:ext cx="2840345" cy="463769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l" defTabSz="914400" rtl="0" eaLnBrk="1" fontAlgn="auto" latinLnBrk="0" hangingPunct="1">
              <a:lnSpc>
                <a:spcPct val="100000"/>
              </a:lnSpc>
              <a:spcBef>
                <a:spcPts val="1333"/>
              </a:spcBef>
              <a:spcAft>
                <a:spcPts val="1200"/>
              </a:spcAft>
              <a:buClr>
                <a:srgbClr val="212121"/>
              </a:buClr>
              <a:buSzPts val="1300"/>
              <a:buFont typeface="Manjari"/>
              <a:buNone/>
              <a:tabLst/>
              <a:defRPr/>
            </a:pPr>
            <a:r>
              <a:rPr kumimoji="0" lang="en-US" sz="21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Due to </a:t>
            </a:r>
            <a:r>
              <a:rPr kumimoji="0" lang="en-US" sz="21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data limitations</a:t>
            </a:r>
            <a:r>
              <a:rPr kumimoji="0" lang="en-US" sz="21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in Armenia, we have also review the use of MP in other countries.</a:t>
            </a:r>
          </a:p>
          <a:p>
            <a:pPr marL="0" marR="0" lvl="0" indent="0" algn="l" defTabSz="914400" rtl="0" eaLnBrk="1" fontAlgn="auto" latinLnBrk="0" hangingPunct="1">
              <a:lnSpc>
                <a:spcPct val="100000"/>
              </a:lnSpc>
              <a:spcBef>
                <a:spcPts val="1333"/>
              </a:spcBef>
              <a:spcAft>
                <a:spcPts val="0"/>
              </a:spcAft>
              <a:buClr>
                <a:srgbClr val="212121"/>
              </a:buClr>
              <a:buSzPts val="1300"/>
              <a:buFont typeface="Manjari"/>
              <a:buNone/>
              <a:tabLst/>
              <a:defRPr/>
            </a:pPr>
            <a:r>
              <a:rPr kumimoji="0" lang="en-US" sz="21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Over time the policymakers </a:t>
            </a:r>
            <a:r>
              <a:rPr kumimoji="0" lang="en-US" sz="21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increased the usage </a:t>
            </a:r>
            <a:r>
              <a:rPr kumimoji="0" lang="en-US" sz="21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of MP tools. Mainly it has been </a:t>
            </a:r>
            <a:r>
              <a:rPr kumimoji="0" lang="en-US" sz="21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restrictive</a:t>
            </a:r>
            <a:r>
              <a:rPr kumimoji="0" lang="en-US" sz="21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except for crisis periods (2008, 2020 etc.)</a:t>
            </a:r>
          </a:p>
        </p:txBody>
      </p:sp>
      <p:pic>
        <p:nvPicPr>
          <p:cNvPr id="6" name="Picture 5">
            <a:extLst>
              <a:ext uri="{FF2B5EF4-FFF2-40B4-BE49-F238E27FC236}">
                <a16:creationId xmlns:a16="http://schemas.microsoft.com/office/drawing/2014/main" id="{F533FCD7-CB8E-4CD1-AD42-6F7235439FA9}"/>
              </a:ext>
            </a:extLst>
          </p:cNvPr>
          <p:cNvPicPr>
            <a:picLocks noChangeAspect="1"/>
          </p:cNvPicPr>
          <p:nvPr/>
        </p:nvPicPr>
        <p:blipFill>
          <a:blip r:embed="rId2"/>
          <a:stretch>
            <a:fillRect/>
          </a:stretch>
        </p:blipFill>
        <p:spPr>
          <a:xfrm>
            <a:off x="3877056" y="4042983"/>
            <a:ext cx="8020388" cy="2542032"/>
          </a:xfrm>
          <a:prstGeom prst="rect">
            <a:avLst/>
          </a:prstGeom>
        </p:spPr>
      </p:pic>
      <p:pic>
        <p:nvPicPr>
          <p:cNvPr id="7" name="Picture 6">
            <a:extLst>
              <a:ext uri="{FF2B5EF4-FFF2-40B4-BE49-F238E27FC236}">
                <a16:creationId xmlns:a16="http://schemas.microsoft.com/office/drawing/2014/main" id="{362DFBBB-E8EE-452E-A086-6B52E3D3D2E5}"/>
              </a:ext>
            </a:extLst>
          </p:cNvPr>
          <p:cNvPicPr>
            <a:picLocks noChangeAspect="1"/>
          </p:cNvPicPr>
          <p:nvPr/>
        </p:nvPicPr>
        <p:blipFill>
          <a:blip r:embed="rId3"/>
          <a:stretch>
            <a:fillRect/>
          </a:stretch>
        </p:blipFill>
        <p:spPr>
          <a:xfrm>
            <a:off x="3877056" y="1353840"/>
            <a:ext cx="8020388" cy="2689143"/>
          </a:xfrm>
          <a:prstGeom prst="rect">
            <a:avLst/>
          </a:prstGeom>
        </p:spPr>
      </p:pic>
    </p:spTree>
    <p:extLst>
      <p:ext uri="{BB962C8B-B14F-4D97-AF65-F5344CB8AC3E}">
        <p14:creationId xmlns:p14="http://schemas.microsoft.com/office/powerpoint/2010/main" val="3222877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434010"/>
            <a:ext cx="4312693" cy="1188000"/>
          </a:xfrm>
          <a:prstGeom prst="rect">
            <a:avLst/>
          </a:prstGeom>
          <a:noFill/>
          <a:ln>
            <a:noFill/>
          </a:ln>
        </p:spPr>
        <p:txBody>
          <a:bodyPr spcFirstLastPara="1" wrap="square" lIns="121900" tIns="121900" rIns="121900" bIns="121900" anchor="ctr" anchorCtr="0">
            <a:noAutofit/>
          </a:bodyPr>
          <a:lstStyle/>
          <a:p>
            <a:pPr>
              <a:buSzPts val="2800"/>
            </a:pPr>
            <a:r>
              <a:rPr lang="en-US" sz="2400" b="1" dirty="0">
                <a:solidFill>
                  <a:srgbClr val="9E5416"/>
                </a:solidFill>
                <a:latin typeface="Arial" panose="020B0604020202020204" pitchFamily="34" charset="0"/>
                <a:cs typeface="Arial" panose="020B0604020202020204" pitchFamily="34" charset="0"/>
                <a:sym typeface="League Spartan Medium"/>
              </a:rPr>
              <a:t>Modeling policy effects with Markov chain Monte Carlo (MCMC)</a:t>
            </a:r>
          </a:p>
        </p:txBody>
      </p:sp>
      <p:pic>
        <p:nvPicPr>
          <p:cNvPr id="4" name="Picture 3">
            <a:extLst>
              <a:ext uri="{FF2B5EF4-FFF2-40B4-BE49-F238E27FC236}">
                <a16:creationId xmlns:a16="http://schemas.microsoft.com/office/drawing/2014/main" id="{D63E04C4-51AD-2261-8D06-AD44C9A52BED}"/>
              </a:ext>
            </a:extLst>
          </p:cNvPr>
          <p:cNvPicPr>
            <a:picLocks noChangeAspect="1"/>
          </p:cNvPicPr>
          <p:nvPr/>
        </p:nvPicPr>
        <p:blipFill>
          <a:blip r:embed="rId3"/>
          <a:stretch>
            <a:fillRect/>
          </a:stretch>
        </p:blipFill>
        <p:spPr>
          <a:xfrm>
            <a:off x="6077067" y="0"/>
            <a:ext cx="6038360" cy="6858000"/>
          </a:xfrm>
          <a:prstGeom prst="rect">
            <a:avLst/>
          </a:prstGeom>
        </p:spPr>
      </p:pic>
      <p:pic>
        <p:nvPicPr>
          <p:cNvPr id="6" name="Picture 5">
            <a:extLst>
              <a:ext uri="{FF2B5EF4-FFF2-40B4-BE49-F238E27FC236}">
                <a16:creationId xmlns:a16="http://schemas.microsoft.com/office/drawing/2014/main" id="{8B734A35-FD2B-C85A-BFD2-7338330265A4}"/>
              </a:ext>
            </a:extLst>
          </p:cNvPr>
          <p:cNvPicPr>
            <a:picLocks noChangeAspect="1"/>
          </p:cNvPicPr>
          <p:nvPr/>
        </p:nvPicPr>
        <p:blipFill>
          <a:blip r:embed="rId4"/>
          <a:srcRect/>
          <a:stretch/>
        </p:blipFill>
        <p:spPr>
          <a:xfrm>
            <a:off x="213732" y="2011450"/>
            <a:ext cx="5766773" cy="4412540"/>
          </a:xfrm>
          <a:prstGeom prst="rect">
            <a:avLst/>
          </a:prstGeom>
        </p:spPr>
      </p:pic>
    </p:spTree>
    <p:extLst>
      <p:ext uri="{BB962C8B-B14F-4D97-AF65-F5344CB8AC3E}">
        <p14:creationId xmlns:p14="http://schemas.microsoft.com/office/powerpoint/2010/main" val="1583400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510766" y="591067"/>
            <a:ext cx="10960797" cy="738800"/>
          </a:xfrm>
          <a:prstGeom prst="rect">
            <a:avLst/>
          </a:prstGeom>
          <a:noFill/>
          <a:ln>
            <a:noFill/>
          </a:ln>
        </p:spPr>
        <p:txBody>
          <a:bodyPr spcFirstLastPara="1" wrap="square" lIns="121900" tIns="121900" rIns="121900" bIns="121900" anchor="ctr" anchorCtr="0">
            <a:noAutofit/>
          </a:bodyPr>
          <a:lstStyle/>
          <a:p>
            <a:pPr>
              <a:buClr>
                <a:schemeClr val="dk1"/>
              </a:buClr>
              <a:buSzPts val="2800"/>
            </a:pPr>
            <a:r>
              <a:rPr lang="en-GB" sz="2800" dirty="0">
                <a:solidFill>
                  <a:srgbClr val="9E5416"/>
                </a:solidFill>
                <a:latin typeface="Helvetica" pitchFamily="2" charset="0"/>
                <a:sym typeface="League Spartan Medium"/>
              </a:rPr>
              <a:t>Effect of financial cycles and conditions on growth</a:t>
            </a:r>
            <a:endParaRPr sz="2800" dirty="0">
              <a:solidFill>
                <a:srgbClr val="9E5416"/>
              </a:solidFill>
              <a:latin typeface="Helvetica" pitchFamily="2" charset="0"/>
              <a:sym typeface="League Spartan Medium"/>
            </a:endParaRPr>
          </a:p>
        </p:txBody>
      </p:sp>
      <p:sp>
        <p:nvSpPr>
          <p:cNvPr id="2261" name="Google Shape;2261;p126"/>
          <p:cNvSpPr txBox="1">
            <a:spLocks noGrp="1"/>
          </p:cNvSpPr>
          <p:nvPr>
            <p:ph type="body" idx="4294967295"/>
          </p:nvPr>
        </p:nvSpPr>
        <p:spPr>
          <a:xfrm>
            <a:off x="510766" y="1329867"/>
            <a:ext cx="8005200" cy="5269701"/>
          </a:xfrm>
          <a:prstGeom prst="rect">
            <a:avLst/>
          </a:prstGeom>
        </p:spPr>
        <p:txBody>
          <a:bodyPr spcFirstLastPara="1" wrap="square" lIns="121900" tIns="121900" rIns="121900" bIns="121900" anchor="t" anchorCtr="0">
            <a:noAutofit/>
          </a:bodyPr>
          <a:lstStyle/>
          <a:p>
            <a:pPr marL="0" indent="0" algn="just">
              <a:spcBef>
                <a:spcPts val="1333"/>
              </a:spcBef>
              <a:spcAft>
                <a:spcPts val="1600"/>
              </a:spcAft>
              <a:buNone/>
            </a:pPr>
            <a:r>
              <a:rPr lang="en-GB" dirty="0">
                <a:solidFill>
                  <a:srgbClr val="434343"/>
                </a:solidFill>
                <a:latin typeface="Helvetica" pitchFamily="2" charset="0"/>
                <a:cs typeface="Arial" panose="020B0604020202020204" pitchFamily="34" charset="0"/>
                <a:sym typeface="Inter"/>
              </a:rPr>
              <a:t>The </a:t>
            </a:r>
            <a:r>
              <a:rPr lang="en-GB" b="1" dirty="0">
                <a:solidFill>
                  <a:srgbClr val="9E5416"/>
                </a:solidFill>
                <a:latin typeface="Helvetica" pitchFamily="2" charset="0"/>
                <a:cs typeface="Arial" panose="020B0604020202020204" pitchFamily="34" charset="0"/>
                <a:sym typeface="Inter"/>
              </a:rPr>
              <a:t>FCyI</a:t>
            </a:r>
            <a:r>
              <a:rPr lang="en-GB" dirty="0">
                <a:solidFill>
                  <a:srgbClr val="434343"/>
                </a:solidFill>
                <a:latin typeface="Helvetica" pitchFamily="2" charset="0"/>
                <a:cs typeface="Arial" panose="020B0604020202020204" pitchFamily="34" charset="0"/>
                <a:sym typeface="Inter"/>
              </a:rPr>
              <a:t> and </a:t>
            </a:r>
            <a:r>
              <a:rPr lang="en-GB" b="1" dirty="0">
                <a:solidFill>
                  <a:srgbClr val="9E5416"/>
                </a:solidFill>
                <a:latin typeface="Helvetica" pitchFamily="2" charset="0"/>
                <a:cs typeface="Arial" panose="020B0604020202020204" pitchFamily="34" charset="0"/>
                <a:sym typeface="Inter"/>
              </a:rPr>
              <a:t>FCI</a:t>
            </a:r>
            <a:r>
              <a:rPr lang="en-GB" dirty="0">
                <a:solidFill>
                  <a:srgbClr val="434343"/>
                </a:solidFill>
                <a:latin typeface="Helvetica" pitchFamily="2" charset="0"/>
                <a:cs typeface="Arial" panose="020B0604020202020204" pitchFamily="34" charset="0"/>
                <a:sym typeface="Inter"/>
              </a:rPr>
              <a:t> have </a:t>
            </a:r>
            <a:r>
              <a:rPr lang="en-GB" b="1" dirty="0">
                <a:solidFill>
                  <a:srgbClr val="9E5416"/>
                </a:solidFill>
                <a:latin typeface="Helvetica" pitchFamily="2" charset="0"/>
                <a:cs typeface="Arial" panose="020B0604020202020204" pitchFamily="34" charset="0"/>
                <a:sym typeface="Inter"/>
              </a:rPr>
              <a:t>nonlinear</a:t>
            </a:r>
            <a:r>
              <a:rPr lang="en-GB" dirty="0">
                <a:solidFill>
                  <a:srgbClr val="434343"/>
                </a:solidFill>
                <a:latin typeface="Helvetica" pitchFamily="2" charset="0"/>
                <a:cs typeface="Arial" panose="020B0604020202020204" pitchFamily="34" charset="0"/>
                <a:sym typeface="Inter"/>
              </a:rPr>
              <a:t> effects on growth:</a:t>
            </a:r>
          </a:p>
          <a:p>
            <a:pPr marL="342900" algn="just">
              <a:spcBef>
                <a:spcPts val="1333"/>
              </a:spcBef>
              <a:spcAft>
                <a:spcPts val="1600"/>
              </a:spcAft>
            </a:pPr>
            <a:r>
              <a:rPr lang="en-GB" b="1" dirty="0">
                <a:solidFill>
                  <a:srgbClr val="9E5416"/>
                </a:solidFill>
                <a:latin typeface="Helvetica" pitchFamily="2" charset="0"/>
                <a:cs typeface="Arial" panose="020B0604020202020204" pitchFamily="34" charset="0"/>
                <a:sym typeface="Inter"/>
              </a:rPr>
              <a:t>FCyI</a:t>
            </a:r>
            <a:r>
              <a:rPr lang="en-GB" dirty="0">
                <a:solidFill>
                  <a:srgbClr val="434343"/>
                </a:solidFill>
                <a:latin typeface="Helvetica" pitchFamily="2" charset="0"/>
                <a:cs typeface="Arial" panose="020B0604020202020204" pitchFamily="34" charset="0"/>
                <a:sym typeface="Inter"/>
              </a:rPr>
              <a:t>: An increase in the financial cycle has positive effects on median growth, yet it also indicates an increase in </a:t>
            </a:r>
            <a:r>
              <a:rPr lang="en-GB" b="1" dirty="0">
                <a:solidFill>
                  <a:srgbClr val="9E5416"/>
                </a:solidFill>
                <a:latin typeface="Helvetica" pitchFamily="2" charset="0"/>
                <a:cs typeface="Arial" panose="020B0604020202020204" pitchFamily="34" charset="0"/>
                <a:sym typeface="Inter"/>
              </a:rPr>
              <a:t>financial vulnerabilities</a:t>
            </a:r>
            <a:r>
              <a:rPr lang="en-GB" dirty="0">
                <a:solidFill>
                  <a:srgbClr val="434343"/>
                </a:solidFill>
                <a:latin typeface="Helvetica" pitchFamily="2" charset="0"/>
                <a:cs typeface="Arial" panose="020B0604020202020204" pitchFamily="34" charset="0"/>
                <a:sym typeface="Inter"/>
              </a:rPr>
              <a:t>. These vulnerabilities can have adverse effects on growth if they materialize, as such, their impact on the tail of the distribution is negative.</a:t>
            </a:r>
            <a:endParaRPr lang="en-GB" dirty="0">
              <a:latin typeface="Helvetica" pitchFamily="2" charset="0"/>
            </a:endParaRPr>
          </a:p>
          <a:p>
            <a:pPr marL="342900" algn="just">
              <a:spcBef>
                <a:spcPts val="1333"/>
              </a:spcBef>
              <a:spcAft>
                <a:spcPts val="1600"/>
              </a:spcAft>
            </a:pPr>
            <a:r>
              <a:rPr lang="en-GB" b="1" dirty="0">
                <a:solidFill>
                  <a:srgbClr val="9E5416"/>
                </a:solidFill>
                <a:latin typeface="Helvetica" pitchFamily="2" charset="0"/>
              </a:rPr>
              <a:t>FCI</a:t>
            </a:r>
            <a:r>
              <a:rPr lang="en-GB" dirty="0">
                <a:latin typeface="Helvetica" pitchFamily="2" charset="0"/>
              </a:rPr>
              <a:t>: The financial conditions have a positive relationship with median growth. This is largely motivated by the fact that </a:t>
            </a:r>
            <a:r>
              <a:rPr lang="en-GB" b="1" dirty="0">
                <a:solidFill>
                  <a:srgbClr val="9E5416"/>
                </a:solidFill>
                <a:latin typeface="Helvetica" pitchFamily="2" charset="0"/>
              </a:rPr>
              <a:t>financial stress</a:t>
            </a:r>
            <a:r>
              <a:rPr lang="en-GB" dirty="0">
                <a:latin typeface="Helvetica" pitchFamily="2" charset="0"/>
              </a:rPr>
              <a:t> is followed by an improvement of growth, since growth during stress is relatively lower. Additionally, the effect of current stress on future materialization of risks is negative, yet statistically insignificant.</a:t>
            </a:r>
            <a:endParaRPr lang="en-GB" dirty="0">
              <a:solidFill>
                <a:srgbClr val="434343"/>
              </a:solidFill>
              <a:latin typeface="Helvetica" pitchFamily="2" charset="0"/>
              <a:ea typeface="Cambria Math" panose="02040503050406030204" pitchFamily="18" charset="0"/>
            </a:endParaRPr>
          </a:p>
        </p:txBody>
      </p:sp>
    </p:spTree>
    <p:extLst>
      <p:ext uri="{BB962C8B-B14F-4D97-AF65-F5344CB8AC3E}">
        <p14:creationId xmlns:p14="http://schemas.microsoft.com/office/powerpoint/2010/main" val="2698467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510766" y="591067"/>
            <a:ext cx="10960797" cy="738800"/>
          </a:xfrm>
          <a:prstGeom prst="rect">
            <a:avLst/>
          </a:prstGeom>
          <a:noFill/>
          <a:ln>
            <a:noFill/>
          </a:ln>
        </p:spPr>
        <p:txBody>
          <a:bodyPr spcFirstLastPara="1" wrap="square" lIns="121900" tIns="121900" rIns="121900" bIns="121900" anchor="ctr" anchorCtr="0">
            <a:noAutofit/>
          </a:bodyPr>
          <a:lstStyle/>
          <a:p>
            <a:pPr>
              <a:buClr>
                <a:schemeClr val="dk1"/>
              </a:buClr>
              <a:buSzPts val="2800"/>
            </a:pPr>
            <a:r>
              <a:rPr lang="en-GB" sz="2800" dirty="0">
                <a:solidFill>
                  <a:srgbClr val="9E5416"/>
                </a:solidFill>
                <a:latin typeface="Helvetica" pitchFamily="2" charset="0"/>
                <a:sym typeface="League Spartan Medium"/>
              </a:rPr>
              <a:t>Measuring the effects of macroprudential policy</a:t>
            </a:r>
            <a:endParaRPr sz="2800" dirty="0">
              <a:solidFill>
                <a:srgbClr val="9E5416"/>
              </a:solidFill>
              <a:latin typeface="Helvetica" pitchFamily="2" charset="0"/>
              <a:sym typeface="League Spartan Medium"/>
            </a:endParaRPr>
          </a:p>
        </p:txBody>
      </p:sp>
      <p:sp>
        <p:nvSpPr>
          <p:cNvPr id="2261" name="Google Shape;2261;p126"/>
          <p:cNvSpPr txBox="1">
            <a:spLocks noGrp="1"/>
          </p:cNvSpPr>
          <p:nvPr>
            <p:ph type="body" idx="4294967295"/>
          </p:nvPr>
        </p:nvSpPr>
        <p:spPr>
          <a:xfrm>
            <a:off x="510766" y="1329867"/>
            <a:ext cx="8005200" cy="5269701"/>
          </a:xfrm>
          <a:prstGeom prst="rect">
            <a:avLst/>
          </a:prstGeom>
        </p:spPr>
        <p:txBody>
          <a:bodyPr spcFirstLastPara="1" wrap="square" lIns="121900" tIns="121900" rIns="121900" bIns="121900" anchor="t" anchorCtr="0">
            <a:noAutofit/>
          </a:bodyPr>
          <a:lstStyle/>
          <a:p>
            <a:pPr marL="0" indent="0" algn="just">
              <a:spcBef>
                <a:spcPts val="1333"/>
              </a:spcBef>
              <a:spcAft>
                <a:spcPts val="1600"/>
              </a:spcAft>
              <a:buNone/>
            </a:pPr>
            <a:r>
              <a:rPr lang="en-GB" dirty="0">
                <a:solidFill>
                  <a:srgbClr val="434343"/>
                </a:solidFill>
                <a:latin typeface="Helvetica" pitchFamily="2" charset="0"/>
                <a:cs typeface="Arial" panose="020B0604020202020204" pitchFamily="34" charset="0"/>
                <a:sym typeface="Inter"/>
              </a:rPr>
              <a:t>Macroprudential policy has </a:t>
            </a:r>
            <a:r>
              <a:rPr lang="en-GB" b="1" dirty="0">
                <a:solidFill>
                  <a:srgbClr val="9E5416"/>
                </a:solidFill>
                <a:latin typeface="Helvetica" pitchFamily="2" charset="0"/>
                <a:cs typeface="Arial" panose="020B0604020202020204" pitchFamily="34" charset="0"/>
                <a:sym typeface="Inter"/>
              </a:rPr>
              <a:t>nonlinear</a:t>
            </a:r>
            <a:r>
              <a:rPr lang="en-GB" dirty="0">
                <a:solidFill>
                  <a:srgbClr val="434343"/>
                </a:solidFill>
                <a:latin typeface="Helvetica" pitchFamily="2" charset="0"/>
                <a:cs typeface="Arial" panose="020B0604020202020204" pitchFamily="34" charset="0"/>
                <a:sym typeface="Inter"/>
              </a:rPr>
              <a:t> effects on growth. These effects can be different depending on the current level of </a:t>
            </a:r>
            <a:r>
              <a:rPr lang="en-GB" b="1" dirty="0">
                <a:solidFill>
                  <a:srgbClr val="9E5416"/>
                </a:solidFill>
                <a:latin typeface="Helvetica" pitchFamily="2" charset="0"/>
                <a:cs typeface="Arial" panose="020B0604020202020204" pitchFamily="34" charset="0"/>
                <a:sym typeface="Inter"/>
              </a:rPr>
              <a:t>FCyI</a:t>
            </a:r>
            <a:r>
              <a:rPr lang="en-GB" dirty="0">
                <a:solidFill>
                  <a:srgbClr val="434343"/>
                </a:solidFill>
                <a:latin typeface="Helvetica" pitchFamily="2" charset="0"/>
                <a:cs typeface="Arial" panose="020B0604020202020204" pitchFamily="34" charset="0"/>
                <a:sym typeface="Inter"/>
              </a:rPr>
              <a:t>, </a:t>
            </a:r>
            <a:r>
              <a:rPr lang="en-GB" b="1" dirty="0">
                <a:solidFill>
                  <a:srgbClr val="9E5416"/>
                </a:solidFill>
                <a:latin typeface="Helvetica" pitchFamily="2" charset="0"/>
                <a:cs typeface="Arial" panose="020B0604020202020204" pitchFamily="34" charset="0"/>
                <a:sym typeface="Inter"/>
              </a:rPr>
              <a:t>FCI</a:t>
            </a:r>
            <a:r>
              <a:rPr lang="en-GB" dirty="0">
                <a:solidFill>
                  <a:srgbClr val="434343"/>
                </a:solidFill>
                <a:latin typeface="Helvetica" pitchFamily="2" charset="0"/>
                <a:cs typeface="Arial" panose="020B0604020202020204" pitchFamily="34" charset="0"/>
                <a:sym typeface="Inter"/>
              </a:rPr>
              <a:t> and </a:t>
            </a:r>
            <a:r>
              <a:rPr lang="en-GB" b="1" dirty="0">
                <a:solidFill>
                  <a:srgbClr val="9E5416"/>
                </a:solidFill>
                <a:latin typeface="Helvetica" pitchFamily="2" charset="0"/>
                <a:cs typeface="Arial" panose="020B0604020202020204" pitchFamily="34" charset="0"/>
                <a:sym typeface="Inter"/>
              </a:rPr>
              <a:t>excess CAR</a:t>
            </a:r>
            <a:r>
              <a:rPr lang="en-GB" dirty="0">
                <a:solidFill>
                  <a:srgbClr val="434343"/>
                </a:solidFill>
                <a:latin typeface="Helvetica" pitchFamily="2" charset="0"/>
                <a:cs typeface="Arial" panose="020B0604020202020204" pitchFamily="34" charset="0"/>
                <a:sym typeface="Inter"/>
              </a:rPr>
              <a:t>.</a:t>
            </a:r>
          </a:p>
          <a:p>
            <a:pPr marL="342900" algn="just">
              <a:spcBef>
                <a:spcPts val="1333"/>
              </a:spcBef>
              <a:spcAft>
                <a:spcPts val="1600"/>
              </a:spcAft>
            </a:pPr>
            <a:r>
              <a:rPr lang="en-GB" b="1" dirty="0">
                <a:solidFill>
                  <a:srgbClr val="9E5416"/>
                </a:solidFill>
                <a:latin typeface="Helvetica" pitchFamily="2" charset="0"/>
                <a:cs typeface="Arial" panose="020B0604020202020204" pitchFamily="34" charset="0"/>
                <a:sym typeface="Inter"/>
              </a:rPr>
              <a:t>FCyI</a:t>
            </a:r>
            <a:r>
              <a:rPr lang="en-GB" dirty="0">
                <a:solidFill>
                  <a:srgbClr val="434343"/>
                </a:solidFill>
                <a:latin typeface="Helvetica" pitchFamily="2" charset="0"/>
                <a:cs typeface="Arial" panose="020B0604020202020204" pitchFamily="34" charset="0"/>
                <a:sym typeface="Inter"/>
              </a:rPr>
              <a:t>: </a:t>
            </a:r>
            <a:r>
              <a:rPr lang="en-GB" dirty="0">
                <a:latin typeface="Helvetica" pitchFamily="2" charset="0"/>
              </a:rPr>
              <a:t>The greater the build-up of financial vulnerabilities, the more </a:t>
            </a:r>
            <a:r>
              <a:rPr lang="en-GB" b="1" dirty="0">
                <a:solidFill>
                  <a:srgbClr val="9E5416"/>
                </a:solidFill>
                <a:latin typeface="Helvetica" pitchFamily="2" charset="0"/>
              </a:rPr>
              <a:t>impactful</a:t>
            </a:r>
            <a:r>
              <a:rPr lang="en-GB" dirty="0">
                <a:latin typeface="Helvetica" pitchFamily="2" charset="0"/>
              </a:rPr>
              <a:t> a </a:t>
            </a:r>
            <a:r>
              <a:rPr lang="en-GB" b="1" dirty="0">
                <a:solidFill>
                  <a:srgbClr val="9E5416"/>
                </a:solidFill>
                <a:latin typeface="Helvetica" pitchFamily="2" charset="0"/>
              </a:rPr>
              <a:t>tightening</a:t>
            </a:r>
            <a:r>
              <a:rPr lang="en-GB" dirty="0">
                <a:latin typeface="Helvetica" pitchFamily="2" charset="0"/>
              </a:rPr>
              <a:t> policy will be.</a:t>
            </a:r>
          </a:p>
          <a:p>
            <a:pPr marL="342900" algn="just">
              <a:spcBef>
                <a:spcPts val="1333"/>
              </a:spcBef>
              <a:spcAft>
                <a:spcPts val="1600"/>
              </a:spcAft>
            </a:pPr>
            <a:r>
              <a:rPr lang="en-GB" b="1" dirty="0">
                <a:solidFill>
                  <a:srgbClr val="9E5416"/>
                </a:solidFill>
                <a:latin typeface="Helvetica" pitchFamily="2" charset="0"/>
              </a:rPr>
              <a:t>FCI</a:t>
            </a:r>
            <a:r>
              <a:rPr lang="en-GB" dirty="0">
                <a:latin typeface="Helvetica" pitchFamily="2" charset="0"/>
              </a:rPr>
              <a:t>: A </a:t>
            </a:r>
            <a:r>
              <a:rPr lang="en-GB" b="1" dirty="0">
                <a:solidFill>
                  <a:srgbClr val="9E5416"/>
                </a:solidFill>
                <a:latin typeface="Helvetica" pitchFamily="2" charset="0"/>
              </a:rPr>
              <a:t>loosening</a:t>
            </a:r>
            <a:r>
              <a:rPr lang="en-GB" dirty="0">
                <a:latin typeface="Helvetica" pitchFamily="2" charset="0"/>
              </a:rPr>
              <a:t> policy is more effective during periods of strong financial stress. Additionally, during periods of low financial stress the negative effect of a </a:t>
            </a:r>
            <a:r>
              <a:rPr lang="en-GB" b="1" dirty="0">
                <a:solidFill>
                  <a:srgbClr val="9E5416"/>
                </a:solidFill>
                <a:latin typeface="Helvetica" pitchFamily="2" charset="0"/>
              </a:rPr>
              <a:t>tightening</a:t>
            </a:r>
            <a:r>
              <a:rPr lang="en-GB" dirty="0">
                <a:latin typeface="Helvetica" pitchFamily="2" charset="0"/>
              </a:rPr>
              <a:t> on the </a:t>
            </a:r>
            <a:r>
              <a:rPr lang="en-GB" b="1" dirty="0">
                <a:solidFill>
                  <a:srgbClr val="9E5416"/>
                </a:solidFill>
                <a:latin typeface="Helvetica" pitchFamily="2" charset="0"/>
              </a:rPr>
              <a:t>median</a:t>
            </a:r>
            <a:r>
              <a:rPr lang="en-GB" dirty="0">
                <a:latin typeface="Helvetica" pitchFamily="2" charset="0"/>
              </a:rPr>
              <a:t> is much lower.</a:t>
            </a:r>
            <a:endParaRPr lang="en-GB" dirty="0">
              <a:solidFill>
                <a:srgbClr val="434343"/>
              </a:solidFill>
              <a:latin typeface="Helvetica" pitchFamily="2" charset="0"/>
              <a:ea typeface="Cambria Math" panose="02040503050406030204" pitchFamily="18" charset="0"/>
            </a:endParaRPr>
          </a:p>
          <a:p>
            <a:pPr marL="342900" algn="just">
              <a:spcBef>
                <a:spcPts val="1333"/>
              </a:spcBef>
              <a:spcAft>
                <a:spcPts val="1600"/>
              </a:spcAft>
            </a:pPr>
            <a:r>
              <a:rPr lang="en-GB" b="1" dirty="0">
                <a:solidFill>
                  <a:srgbClr val="9E5416"/>
                </a:solidFill>
                <a:latin typeface="Helvetica" pitchFamily="2" charset="0"/>
                <a:ea typeface="Cambria Math" panose="02040503050406030204" pitchFamily="18" charset="0"/>
              </a:rPr>
              <a:t>excess CAR</a:t>
            </a:r>
            <a:r>
              <a:rPr lang="en-GB" dirty="0">
                <a:solidFill>
                  <a:srgbClr val="434343"/>
                </a:solidFill>
                <a:latin typeface="Helvetica" pitchFamily="2" charset="0"/>
                <a:ea typeface="Cambria Math" panose="02040503050406030204" pitchFamily="18" charset="0"/>
              </a:rPr>
              <a:t>: Banks with CAR values closer to the </a:t>
            </a:r>
            <a:r>
              <a:rPr lang="en-GB" b="1" dirty="0">
                <a:solidFill>
                  <a:srgbClr val="9E5416"/>
                </a:solidFill>
                <a:latin typeface="Helvetica" pitchFamily="2" charset="0"/>
                <a:ea typeface="Cambria Math" panose="02040503050406030204" pitchFamily="18" charset="0"/>
              </a:rPr>
              <a:t>minimum requiremen</a:t>
            </a:r>
            <a:r>
              <a:rPr lang="en-GB" dirty="0">
                <a:solidFill>
                  <a:srgbClr val="9E5416"/>
                </a:solidFill>
                <a:latin typeface="Helvetica" pitchFamily="2" charset="0"/>
                <a:ea typeface="Cambria Math" panose="02040503050406030204" pitchFamily="18" charset="0"/>
              </a:rPr>
              <a:t>t</a:t>
            </a:r>
            <a:r>
              <a:rPr lang="en-GB" dirty="0">
                <a:solidFill>
                  <a:srgbClr val="434343"/>
                </a:solidFill>
                <a:latin typeface="Helvetica" pitchFamily="2" charset="0"/>
                <a:ea typeface="Cambria Math" panose="02040503050406030204" pitchFamily="18" charset="0"/>
              </a:rPr>
              <a:t> will respond more strongly to changes in CCyB compared with banks with higher excess CAR.</a:t>
            </a:r>
          </a:p>
          <a:p>
            <a:pPr marL="342900" algn="just">
              <a:spcBef>
                <a:spcPts val="1333"/>
              </a:spcBef>
              <a:spcAft>
                <a:spcPts val="1600"/>
              </a:spcAft>
            </a:pPr>
            <a:r>
              <a:rPr lang="en-GB" b="1" dirty="0">
                <a:solidFill>
                  <a:srgbClr val="9E5416"/>
                </a:solidFill>
                <a:latin typeface="Google Sans"/>
              </a:rPr>
              <a:t>E</a:t>
            </a:r>
            <a:r>
              <a:rPr lang="en-GB" b="1" i="0" dirty="0">
                <a:solidFill>
                  <a:srgbClr val="9E5416"/>
                </a:solidFill>
                <a:effectLst/>
                <a:latin typeface="Google Sans"/>
              </a:rPr>
              <a:t>ndogeneity</a:t>
            </a:r>
            <a:r>
              <a:rPr lang="en-GB" b="0" i="0" dirty="0">
                <a:solidFill>
                  <a:srgbClr val="434343"/>
                </a:solidFill>
                <a:effectLst/>
                <a:latin typeface="Helvetica" pitchFamily="2" charset="0"/>
                <a:ea typeface="Cambria Math" panose="02040503050406030204" pitchFamily="18" charset="0"/>
              </a:rPr>
              <a:t>: A </a:t>
            </a:r>
            <a:r>
              <a:rPr lang="en-GB" dirty="0">
                <a:solidFill>
                  <a:srgbClr val="434343"/>
                </a:solidFill>
                <a:latin typeface="Helvetica" pitchFamily="2" charset="0"/>
                <a:ea typeface="Cambria Math" panose="02040503050406030204" pitchFamily="18" charset="0"/>
              </a:rPr>
              <a:t>p</a:t>
            </a:r>
            <a:r>
              <a:rPr lang="en-GB" b="0" i="0" dirty="0">
                <a:solidFill>
                  <a:srgbClr val="434343"/>
                </a:solidFill>
                <a:effectLst/>
                <a:latin typeface="Helvetica" pitchFamily="2" charset="0"/>
                <a:ea typeface="Cambria Math" panose="02040503050406030204" pitchFamily="18" charset="0"/>
              </a:rPr>
              <a:t>olicy action involving </a:t>
            </a:r>
            <a:r>
              <a:rPr lang="en-GB" i="0" dirty="0">
                <a:solidFill>
                  <a:srgbClr val="434343"/>
                </a:solidFill>
                <a:effectLst/>
                <a:latin typeface="Helvetica" pitchFamily="2" charset="0"/>
                <a:ea typeface="Cambria Math" panose="02040503050406030204" pitchFamily="18" charset="0"/>
              </a:rPr>
              <a:t>one </a:t>
            </a:r>
            <a:r>
              <a:rPr lang="en-GB" b="1" i="0" dirty="0">
                <a:solidFill>
                  <a:srgbClr val="9E5416"/>
                </a:solidFill>
                <a:effectLst/>
                <a:latin typeface="Helvetica" pitchFamily="2" charset="0"/>
                <a:ea typeface="Cambria Math" panose="02040503050406030204" pitchFamily="18" charset="0"/>
              </a:rPr>
              <a:t>large step</a:t>
            </a:r>
            <a:r>
              <a:rPr lang="en-GB" b="0" i="0" dirty="0">
                <a:solidFill>
                  <a:srgbClr val="434343"/>
                </a:solidFill>
                <a:effectLst/>
                <a:latin typeface="Helvetica" pitchFamily="2" charset="0"/>
                <a:ea typeface="Cambria Math" panose="02040503050406030204" pitchFamily="18" charset="0"/>
              </a:rPr>
              <a:t> usually results in stronger outcome compared to using multiple </a:t>
            </a:r>
            <a:r>
              <a:rPr lang="en-GB" b="1" i="0" dirty="0">
                <a:solidFill>
                  <a:srgbClr val="9E5416"/>
                </a:solidFill>
                <a:effectLst/>
                <a:latin typeface="Helvetica" pitchFamily="2" charset="0"/>
                <a:ea typeface="Cambria Math" panose="02040503050406030204" pitchFamily="18" charset="0"/>
              </a:rPr>
              <a:t>small steps</a:t>
            </a:r>
            <a:r>
              <a:rPr lang="en-GB" b="0" i="0" dirty="0">
                <a:solidFill>
                  <a:srgbClr val="434343"/>
                </a:solidFill>
                <a:effectLst/>
                <a:latin typeface="Helvetica" pitchFamily="2" charset="0"/>
                <a:ea typeface="Cambria Math" panose="02040503050406030204" pitchFamily="18" charset="0"/>
              </a:rPr>
              <a:t> (it is greater than the sum of its parts).</a:t>
            </a:r>
            <a:endParaRPr lang="en-GB" dirty="0">
              <a:latin typeface="Helvetica" pitchFamily="2" charset="0"/>
            </a:endParaRPr>
          </a:p>
        </p:txBody>
      </p:sp>
      <p:pic>
        <p:nvPicPr>
          <p:cNvPr id="4" name="Picture 3">
            <a:extLst>
              <a:ext uri="{FF2B5EF4-FFF2-40B4-BE49-F238E27FC236}">
                <a16:creationId xmlns:a16="http://schemas.microsoft.com/office/drawing/2014/main" id="{E1603068-E909-332F-A53D-673B43A66177}"/>
              </a:ext>
            </a:extLst>
          </p:cNvPr>
          <p:cNvPicPr>
            <a:picLocks noChangeAspect="1"/>
          </p:cNvPicPr>
          <p:nvPr/>
        </p:nvPicPr>
        <p:blipFill>
          <a:blip r:embed="rId3"/>
          <a:srcRect/>
          <a:stretch/>
        </p:blipFill>
        <p:spPr>
          <a:xfrm>
            <a:off x="8604269" y="1506512"/>
            <a:ext cx="2155536" cy="2155536"/>
          </a:xfrm>
          <a:prstGeom prst="rect">
            <a:avLst/>
          </a:prstGeom>
        </p:spPr>
      </p:pic>
    </p:spTree>
    <p:extLst>
      <p:ext uri="{BB962C8B-B14F-4D97-AF65-F5344CB8AC3E}">
        <p14:creationId xmlns:p14="http://schemas.microsoft.com/office/powerpoint/2010/main" val="1832436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Panel estimation results: The effect of MPI</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623444" y="1568965"/>
            <a:ext cx="9791572" cy="152107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212121"/>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In the short-run the tightening of MP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mitigates the systemic risks</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(the left tail shrinkage), and has an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insignificant impact on the median</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A similar pattern can be observed for the long run effects.</a:t>
            </a:r>
          </a:p>
        </p:txBody>
      </p:sp>
      <p:pic>
        <p:nvPicPr>
          <p:cNvPr id="7" name="Picture 6">
            <a:extLst>
              <a:ext uri="{FF2B5EF4-FFF2-40B4-BE49-F238E27FC236}">
                <a16:creationId xmlns:a16="http://schemas.microsoft.com/office/drawing/2014/main" id="{84640E8B-0A91-4007-8595-4545978FC0A8}"/>
              </a:ext>
            </a:extLst>
          </p:cNvPr>
          <p:cNvPicPr>
            <a:picLocks noChangeAspect="1"/>
          </p:cNvPicPr>
          <p:nvPr/>
        </p:nvPicPr>
        <p:blipFill>
          <a:blip r:embed="rId3"/>
          <a:stretch>
            <a:fillRect/>
          </a:stretch>
        </p:blipFill>
        <p:spPr>
          <a:xfrm>
            <a:off x="412876" y="3248465"/>
            <a:ext cx="11173968" cy="2706490"/>
          </a:xfrm>
          <a:prstGeom prst="rect">
            <a:avLst/>
          </a:prstGeom>
        </p:spPr>
      </p:pic>
    </p:spTree>
    <p:extLst>
      <p:ext uri="{BB962C8B-B14F-4D97-AF65-F5344CB8AC3E}">
        <p14:creationId xmlns:p14="http://schemas.microsoft.com/office/powerpoint/2010/main" val="1072041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760DBD21-AD81-C6B8-1527-D2AC7D2E7E15}"/>
              </a:ext>
            </a:extLst>
          </p:cNvPr>
          <p:cNvSpPr txBox="1">
            <a:spLocks noGrp="1"/>
          </p:cNvSpPr>
          <p:nvPr>
            <p:ph type="title"/>
          </p:nvPr>
        </p:nvSpPr>
        <p:spPr>
          <a:xfrm>
            <a:off x="510766" y="434011"/>
            <a:ext cx="8186425" cy="1184581"/>
          </a:xfrm>
          <a:prstGeom prst="rect">
            <a:avLst/>
          </a:prstGeom>
          <a:noFill/>
          <a:ln>
            <a:noFill/>
          </a:ln>
        </p:spPr>
        <p:txBody>
          <a:bodyPr spcFirstLastPara="1" wrap="square" lIns="121900" tIns="121900" rIns="121900" bIns="121900" anchor="ctr" anchorCtr="0">
            <a:noAutofit/>
          </a:bodyPr>
          <a:lstStyle/>
          <a:p>
            <a:r>
              <a:rPr lang="en-US" b="1" dirty="0">
                <a:solidFill>
                  <a:srgbClr val="9E5416"/>
                </a:solidFill>
                <a:sym typeface="League Spartan Medium"/>
              </a:rPr>
              <a:t>E</a:t>
            </a:r>
            <a:r>
              <a:rPr lang="en-US" sz="2800" b="1" dirty="0">
                <a:solidFill>
                  <a:srgbClr val="9E5416"/>
                </a:solidFill>
                <a:latin typeface="Arial" panose="020B0604020202020204" pitchFamily="34" charset="0"/>
                <a:cs typeface="Arial" panose="020B0604020202020204" pitchFamily="34" charset="0"/>
                <a:sym typeface="League Spartan Medium"/>
              </a:rPr>
              <a:t>ffectiveness of macroprudential policy</a:t>
            </a:r>
          </a:p>
        </p:txBody>
      </p:sp>
      <p:pic>
        <p:nvPicPr>
          <p:cNvPr id="7" name="Picture 6">
            <a:extLst>
              <a:ext uri="{FF2B5EF4-FFF2-40B4-BE49-F238E27FC236}">
                <a16:creationId xmlns:a16="http://schemas.microsoft.com/office/drawing/2014/main" id="{829D3B1B-3FFF-F48C-0B58-9D0D71992D56}"/>
              </a:ext>
            </a:extLst>
          </p:cNvPr>
          <p:cNvPicPr>
            <a:picLocks noChangeAspect="1"/>
          </p:cNvPicPr>
          <p:nvPr/>
        </p:nvPicPr>
        <p:blipFill>
          <a:blip r:embed="rId2"/>
          <a:srcRect/>
          <a:stretch/>
        </p:blipFill>
        <p:spPr>
          <a:xfrm>
            <a:off x="322562" y="2551948"/>
            <a:ext cx="8562831" cy="4233309"/>
          </a:xfrm>
          <a:prstGeom prst="rect">
            <a:avLst/>
          </a:prstGeom>
        </p:spPr>
      </p:pic>
      <p:sp>
        <p:nvSpPr>
          <p:cNvPr id="8" name="Google Shape;2201;p118">
            <a:extLst>
              <a:ext uri="{FF2B5EF4-FFF2-40B4-BE49-F238E27FC236}">
                <a16:creationId xmlns:a16="http://schemas.microsoft.com/office/drawing/2014/main" id="{7818A3AF-EBB8-AEB9-5DC8-81DF4C4B64C0}"/>
              </a:ext>
            </a:extLst>
          </p:cNvPr>
          <p:cNvSpPr txBox="1">
            <a:spLocks/>
          </p:cNvSpPr>
          <p:nvPr/>
        </p:nvSpPr>
        <p:spPr>
          <a:xfrm>
            <a:off x="510766" y="1231135"/>
            <a:ext cx="8186425" cy="130413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1700" kern="0" dirty="0">
                <a:solidFill>
                  <a:srgbClr val="434343"/>
                </a:solidFill>
                <a:latin typeface="Helvetica" pitchFamily="2" charset="0"/>
                <a:cs typeface="Catamaran ExtraLight" panose="020B0604020202020204" charset="0"/>
              </a:rPr>
              <a:t>We display the effects of macroprudential policy through different phases of the financial cycle in the figure below. The cases include: </a:t>
            </a:r>
            <a:r>
              <a:rPr lang="en-US" sz="1700" b="1" kern="0" dirty="0">
                <a:solidFill>
                  <a:srgbClr val="9E5416"/>
                </a:solidFill>
                <a:latin typeface="Helvetica" pitchFamily="2" charset="0"/>
                <a:cs typeface="Catamaran ExtraLight" panose="020B0604020202020204" charset="0"/>
              </a:rPr>
              <a:t>maturity</a:t>
            </a:r>
            <a:r>
              <a:rPr lang="en-US" sz="1700" kern="0" dirty="0">
                <a:solidFill>
                  <a:srgbClr val="434343"/>
                </a:solidFill>
                <a:latin typeface="Helvetica" pitchFamily="2" charset="0"/>
                <a:cs typeface="Catamaran ExtraLight" panose="020B0604020202020204" charset="0"/>
              </a:rPr>
              <a:t>, </a:t>
            </a:r>
            <a:r>
              <a:rPr lang="en-US" sz="1700" b="1" kern="0" dirty="0">
                <a:solidFill>
                  <a:srgbClr val="9E5416"/>
                </a:solidFill>
                <a:latin typeface="Helvetica" pitchFamily="2" charset="0"/>
                <a:cs typeface="Catamaran ExtraLight" panose="020B0604020202020204" charset="0"/>
              </a:rPr>
              <a:t>expansion</a:t>
            </a:r>
            <a:r>
              <a:rPr lang="en-US" sz="1700" kern="0" dirty="0">
                <a:solidFill>
                  <a:srgbClr val="434343"/>
                </a:solidFill>
                <a:latin typeface="Helvetica" pitchFamily="2" charset="0"/>
                <a:cs typeface="Catamaran ExtraLight" panose="020B0604020202020204" charset="0"/>
              </a:rPr>
              <a:t>, </a:t>
            </a:r>
            <a:r>
              <a:rPr lang="en-US" sz="1700" b="1" kern="0" dirty="0">
                <a:solidFill>
                  <a:srgbClr val="9E5416"/>
                </a:solidFill>
                <a:latin typeface="Helvetica" pitchFamily="2" charset="0"/>
                <a:cs typeface="Catamaran ExtraLight" panose="020B0604020202020204" charset="0"/>
              </a:rPr>
              <a:t>recession, recession without stress</a:t>
            </a:r>
            <a:r>
              <a:rPr lang="en-US" sz="1700" kern="0" dirty="0">
                <a:solidFill>
                  <a:srgbClr val="434343"/>
                </a:solidFill>
                <a:latin typeface="Helvetica" pitchFamily="2" charset="0"/>
                <a:cs typeface="Catamaran ExtraLight" panose="020B0604020202020204" charset="0"/>
              </a:rPr>
              <a:t> and </a:t>
            </a:r>
            <a:r>
              <a:rPr lang="en-US" sz="1700" b="1" kern="0" dirty="0">
                <a:solidFill>
                  <a:srgbClr val="9E5416"/>
                </a:solidFill>
                <a:latin typeface="Helvetica" pitchFamily="2" charset="0"/>
                <a:cs typeface="Catamaran ExtraLight" panose="020B0604020202020204" charset="0"/>
              </a:rPr>
              <a:t>severe recession</a:t>
            </a:r>
            <a:r>
              <a:rPr lang="en-US" sz="1700" kern="0" dirty="0">
                <a:solidFill>
                  <a:srgbClr val="434343"/>
                </a:solidFill>
                <a:latin typeface="Helvetica" pitchFamily="2" charset="0"/>
                <a:cs typeface="Catamaran ExtraLight" panose="020B0604020202020204" charset="0"/>
              </a:rPr>
              <a:t>.</a:t>
            </a:r>
          </a:p>
        </p:txBody>
      </p:sp>
    </p:spTree>
    <p:extLst>
      <p:ext uri="{BB962C8B-B14F-4D97-AF65-F5344CB8AC3E}">
        <p14:creationId xmlns:p14="http://schemas.microsoft.com/office/powerpoint/2010/main" val="1847420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760DBD21-AD81-C6B8-1527-D2AC7D2E7E15}"/>
              </a:ext>
            </a:extLst>
          </p:cNvPr>
          <p:cNvSpPr txBox="1">
            <a:spLocks noGrp="1"/>
          </p:cNvSpPr>
          <p:nvPr>
            <p:ph type="title"/>
          </p:nvPr>
        </p:nvSpPr>
        <p:spPr>
          <a:xfrm>
            <a:off x="510766" y="434011"/>
            <a:ext cx="8186425" cy="1184581"/>
          </a:xfrm>
          <a:prstGeom prst="rect">
            <a:avLst/>
          </a:prstGeom>
          <a:noFill/>
          <a:ln>
            <a:noFill/>
          </a:ln>
        </p:spPr>
        <p:txBody>
          <a:bodyPr spcFirstLastPara="1" wrap="square" lIns="121900" tIns="121900" rIns="121900" bIns="121900" anchor="ctr" anchorCtr="0">
            <a:noAutofit/>
          </a:bodyPr>
          <a:lstStyle/>
          <a:p>
            <a:r>
              <a:rPr lang="en-US" b="1" dirty="0">
                <a:solidFill>
                  <a:srgbClr val="9E5416"/>
                </a:solidFill>
                <a:sym typeface="League Spartan Medium"/>
              </a:rPr>
              <a:t>E</a:t>
            </a:r>
            <a:r>
              <a:rPr lang="en-US" sz="2800" b="1" dirty="0">
                <a:solidFill>
                  <a:srgbClr val="9E5416"/>
                </a:solidFill>
                <a:latin typeface="Arial" panose="020B0604020202020204" pitchFamily="34" charset="0"/>
                <a:cs typeface="Arial" panose="020B0604020202020204" pitchFamily="34" charset="0"/>
                <a:sym typeface="League Spartan Medium"/>
              </a:rPr>
              <a:t>ffectiveness of macroprudential policy</a:t>
            </a:r>
          </a:p>
        </p:txBody>
      </p:sp>
      <p:pic>
        <p:nvPicPr>
          <p:cNvPr id="7" name="Picture 6">
            <a:extLst>
              <a:ext uri="{FF2B5EF4-FFF2-40B4-BE49-F238E27FC236}">
                <a16:creationId xmlns:a16="http://schemas.microsoft.com/office/drawing/2014/main" id="{829D3B1B-3FFF-F48C-0B58-9D0D71992D56}"/>
              </a:ext>
            </a:extLst>
          </p:cNvPr>
          <p:cNvPicPr>
            <a:picLocks noChangeAspect="1"/>
          </p:cNvPicPr>
          <p:nvPr/>
        </p:nvPicPr>
        <p:blipFill>
          <a:blip r:embed="rId2"/>
          <a:srcRect/>
          <a:stretch/>
        </p:blipFill>
        <p:spPr>
          <a:xfrm>
            <a:off x="297679" y="2551948"/>
            <a:ext cx="8612598" cy="4233310"/>
          </a:xfrm>
          <a:prstGeom prst="rect">
            <a:avLst/>
          </a:prstGeom>
        </p:spPr>
      </p:pic>
      <p:sp>
        <p:nvSpPr>
          <p:cNvPr id="8" name="Google Shape;2201;p118">
            <a:extLst>
              <a:ext uri="{FF2B5EF4-FFF2-40B4-BE49-F238E27FC236}">
                <a16:creationId xmlns:a16="http://schemas.microsoft.com/office/drawing/2014/main" id="{7818A3AF-EBB8-AEB9-5DC8-81DF4C4B64C0}"/>
              </a:ext>
            </a:extLst>
          </p:cNvPr>
          <p:cNvSpPr txBox="1">
            <a:spLocks/>
          </p:cNvSpPr>
          <p:nvPr/>
        </p:nvSpPr>
        <p:spPr>
          <a:xfrm>
            <a:off x="510766" y="1231135"/>
            <a:ext cx="8186425" cy="130413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1700" kern="0" dirty="0">
                <a:solidFill>
                  <a:srgbClr val="434343"/>
                </a:solidFill>
                <a:latin typeface="Helvetica" pitchFamily="2" charset="0"/>
                <a:cs typeface="Catamaran ExtraLight" panose="020B0604020202020204" charset="0"/>
              </a:rPr>
              <a:t>Macroprudential policy has different effects depending on the quantile of the GDP growth distribution. Usually this effect is positive for the tail and negative for the median, but the outcome changes over time, conditional on </a:t>
            </a:r>
            <a:r>
              <a:rPr lang="en-US" sz="1700" b="1" kern="0" dirty="0">
                <a:solidFill>
                  <a:srgbClr val="9E5416"/>
                </a:solidFill>
                <a:latin typeface="Helvetica" pitchFamily="2" charset="0"/>
                <a:cs typeface="Catamaran ExtraLight" panose="020B0604020202020204" charset="0"/>
              </a:rPr>
              <a:t>FCyI</a:t>
            </a:r>
            <a:r>
              <a:rPr lang="en-US" sz="1700" kern="0" dirty="0">
                <a:solidFill>
                  <a:srgbClr val="434343"/>
                </a:solidFill>
                <a:latin typeface="Helvetica" pitchFamily="2" charset="0"/>
                <a:cs typeface="Catamaran ExtraLight" panose="020B0604020202020204" charset="0"/>
              </a:rPr>
              <a:t>, </a:t>
            </a:r>
            <a:r>
              <a:rPr lang="en-US" sz="1700" b="1" kern="0" dirty="0">
                <a:solidFill>
                  <a:srgbClr val="9E5416"/>
                </a:solidFill>
                <a:latin typeface="Helvetica" pitchFamily="2" charset="0"/>
                <a:cs typeface="Catamaran ExtraLight" panose="020B0604020202020204" charset="0"/>
              </a:rPr>
              <a:t>FCI</a:t>
            </a:r>
            <a:r>
              <a:rPr lang="en-US" sz="1700" kern="0" dirty="0">
                <a:solidFill>
                  <a:srgbClr val="434343"/>
                </a:solidFill>
                <a:latin typeface="Helvetica" pitchFamily="2" charset="0"/>
                <a:cs typeface="Catamaran ExtraLight" panose="020B0604020202020204" charset="0"/>
              </a:rPr>
              <a:t> and </a:t>
            </a:r>
            <a:r>
              <a:rPr lang="en-US" sz="1700" b="1" kern="0" dirty="0">
                <a:solidFill>
                  <a:srgbClr val="9E5416"/>
                </a:solidFill>
                <a:latin typeface="Helvetica" pitchFamily="2" charset="0"/>
                <a:cs typeface="Catamaran ExtraLight" panose="020B0604020202020204" charset="0"/>
              </a:rPr>
              <a:t>CAR</a:t>
            </a:r>
            <a:r>
              <a:rPr lang="en-US" sz="1700" kern="0" dirty="0">
                <a:solidFill>
                  <a:srgbClr val="434343"/>
                </a:solidFill>
                <a:latin typeface="Helvetica" pitchFamily="2" charset="0"/>
                <a:cs typeface="Catamaran ExtraLight" panose="020B0604020202020204" charset="0"/>
              </a:rPr>
              <a:t>.</a:t>
            </a:r>
          </a:p>
        </p:txBody>
      </p:sp>
    </p:spTree>
    <p:extLst>
      <p:ext uri="{BB962C8B-B14F-4D97-AF65-F5344CB8AC3E}">
        <p14:creationId xmlns:p14="http://schemas.microsoft.com/office/powerpoint/2010/main" val="3277208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Systemic risks today</a:t>
            </a:r>
            <a:endParaRPr sz="2800" b="1" dirty="0">
              <a:solidFill>
                <a:srgbClr val="9E5416"/>
              </a:solidFill>
              <a:latin typeface="Arial" panose="020B0604020202020204" pitchFamily="34" charset="0"/>
              <a:cs typeface="Arial" panose="020B0604020202020204" pitchFamily="34" charset="0"/>
              <a:sym typeface="League Spartan Medium"/>
            </a:endParaRPr>
          </a:p>
        </p:txBody>
      </p:sp>
      <p:pic>
        <p:nvPicPr>
          <p:cNvPr id="4" name="Picture 3">
            <a:extLst>
              <a:ext uri="{FF2B5EF4-FFF2-40B4-BE49-F238E27FC236}">
                <a16:creationId xmlns:a16="http://schemas.microsoft.com/office/drawing/2014/main" id="{9B3EED39-7333-19F0-3B85-E7160E2465DC}"/>
              </a:ext>
            </a:extLst>
          </p:cNvPr>
          <p:cNvPicPr>
            <a:picLocks noChangeAspect="1"/>
          </p:cNvPicPr>
          <p:nvPr/>
        </p:nvPicPr>
        <p:blipFill>
          <a:blip r:embed="rId3"/>
          <a:srcRect/>
          <a:stretch/>
        </p:blipFill>
        <p:spPr>
          <a:xfrm>
            <a:off x="542118" y="2597311"/>
            <a:ext cx="10282979" cy="4079910"/>
          </a:xfrm>
          <a:prstGeom prst="rect">
            <a:avLst/>
          </a:prstGeom>
        </p:spPr>
      </p:pic>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542117" y="1249076"/>
            <a:ext cx="10998242" cy="134823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50000"/>
              </a:lnSpc>
              <a:spcBef>
                <a:spcPts val="1333"/>
              </a:spcBef>
              <a:spcAft>
                <a:spcPts val="0"/>
              </a:spcAft>
              <a:buClr>
                <a:srgbClr val="212121"/>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The one year ahead GDP growth distribution given risks today has a median of around </a:t>
            </a:r>
            <a:r>
              <a:rPr lang="en-US" sz="2000" kern="0" dirty="0">
                <a:solidFill>
                  <a:srgbClr val="434343"/>
                </a:solidFill>
                <a:latin typeface="Catamaran ExtraLight" panose="020B0604020202020204" charset="0"/>
                <a:cs typeface="Catamaran ExtraLight" panose="020B0604020202020204" charset="0"/>
              </a:rPr>
              <a:t>9</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The 10% GaR is at 1%. Thusly, the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distance-to-tail</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is 8%. We can also observe that the distribution is left skewed. </a:t>
            </a:r>
          </a:p>
        </p:txBody>
      </p:sp>
    </p:spTree>
    <p:extLst>
      <p:ext uri="{BB962C8B-B14F-4D97-AF65-F5344CB8AC3E}">
        <p14:creationId xmlns:p14="http://schemas.microsoft.com/office/powerpoint/2010/main" val="3222284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99"/>
        <p:cNvGrpSpPr/>
        <p:nvPr/>
      </p:nvGrpSpPr>
      <p:grpSpPr>
        <a:xfrm>
          <a:off x="0" y="0"/>
          <a:ext cx="0" cy="0"/>
          <a:chOff x="0" y="0"/>
          <a:chExt cx="0" cy="0"/>
        </a:xfrm>
      </p:grpSpPr>
      <p:sp>
        <p:nvSpPr>
          <p:cNvPr id="2200" name="Google Shape;2200;p118"/>
          <p:cNvSpPr txBox="1">
            <a:spLocks noGrp="1"/>
          </p:cNvSpPr>
          <p:nvPr>
            <p:ph type="title"/>
          </p:nvPr>
        </p:nvSpPr>
        <p:spPr>
          <a:xfrm>
            <a:off x="733172" y="532556"/>
            <a:ext cx="10239600" cy="969200"/>
          </a:xfrm>
          <a:prstGeom prst="rect">
            <a:avLst/>
          </a:prstGeom>
        </p:spPr>
        <p:txBody>
          <a:bodyPr spcFirstLastPara="1" wrap="square" lIns="121900" tIns="121900" rIns="121900" bIns="121900" anchor="ctr" anchorCtr="0">
            <a:noAutofit/>
          </a:bodyPr>
          <a:lstStyle/>
          <a:p>
            <a:r>
              <a:rPr lang="en-GB" b="1" dirty="0">
                <a:solidFill>
                  <a:srgbClr val="9E5416"/>
                </a:solidFill>
              </a:rPr>
              <a:t>Macroprudential stance extensions</a:t>
            </a:r>
            <a:endParaRPr b="1" dirty="0">
              <a:solidFill>
                <a:srgbClr val="9E5416"/>
              </a:solidFill>
            </a:endParaRPr>
          </a:p>
        </p:txBody>
      </p:sp>
      <mc:AlternateContent xmlns:mc="http://schemas.openxmlformats.org/markup-compatibility/2006" xmlns:a14="http://schemas.microsoft.com/office/drawing/2010/main">
        <mc:Choice Requires="a14">
          <p:sp>
            <p:nvSpPr>
              <p:cNvPr id="2201" name="Google Shape;2201;p118"/>
              <p:cNvSpPr txBox="1">
                <a:spLocks noGrp="1"/>
              </p:cNvSpPr>
              <p:nvPr>
                <p:ph type="body" idx="1"/>
              </p:nvPr>
            </p:nvSpPr>
            <p:spPr>
              <a:xfrm>
                <a:off x="733172" y="1364596"/>
                <a:ext cx="8182228" cy="4960848"/>
              </a:xfrm>
              <a:prstGeom prst="rect">
                <a:avLst/>
              </a:prstGeom>
            </p:spPr>
            <p:txBody>
              <a:bodyPr spcFirstLastPara="1" wrap="square" lIns="121900" tIns="121900" rIns="121900" bIns="121900" anchor="t" anchorCtr="0">
                <a:noAutofit/>
              </a:bodyPr>
              <a:lstStyle/>
              <a:p>
                <a:pPr marL="0" indent="0" algn="just">
                  <a:spcBef>
                    <a:spcPts val="1333"/>
                  </a:spcBef>
                  <a:buNone/>
                </a:pPr>
                <a:r>
                  <a:rPr lang="en-US" sz="2000" dirty="0">
                    <a:solidFill>
                      <a:srgbClr val="434343"/>
                    </a:solidFill>
                    <a:latin typeface="Catamaran ExtraLight" panose="020B0604020202020204" charset="0"/>
                  </a:rPr>
                  <a:t>As part of the indicator-based approach, ESRB defines the macroprudential </a:t>
                </a:r>
                <a:r>
                  <a:rPr lang="en-US" sz="2000" b="1" dirty="0">
                    <a:solidFill>
                      <a:srgbClr val="9E5416"/>
                    </a:solidFill>
                    <a:latin typeface="Catamaran ExtraLight" panose="020B0604020202020204" charset="0"/>
                  </a:rPr>
                  <a:t>stance</a:t>
                </a:r>
                <a:r>
                  <a:rPr lang="en-US" sz="2000" dirty="0">
                    <a:solidFill>
                      <a:srgbClr val="434343"/>
                    </a:solidFill>
                    <a:latin typeface="Catamaran ExtraLight" panose="020B0604020202020204" charset="0"/>
                  </a:rPr>
                  <a:t> as a result between </a:t>
                </a:r>
                <a:r>
                  <a:rPr lang="en-US" sz="2000" b="1" dirty="0">
                    <a:solidFill>
                      <a:srgbClr val="9E5416"/>
                    </a:solidFill>
                    <a:latin typeface="Catamaran ExtraLight" panose="020B0604020202020204" charset="0"/>
                  </a:rPr>
                  <a:t>risks</a:t>
                </a:r>
                <a:r>
                  <a:rPr lang="en-US" sz="2000" dirty="0">
                    <a:solidFill>
                      <a:srgbClr val="434343"/>
                    </a:solidFill>
                    <a:latin typeface="Catamaran ExtraLight" panose="020B0604020202020204" charset="0"/>
                  </a:rPr>
                  <a:t>, </a:t>
                </a:r>
                <a:r>
                  <a:rPr lang="en-US" sz="2000" b="1" dirty="0">
                    <a:solidFill>
                      <a:srgbClr val="9E5416"/>
                    </a:solidFill>
                    <a:latin typeface="Catamaran ExtraLight" panose="020B0604020202020204" charset="0"/>
                  </a:rPr>
                  <a:t>resilience</a:t>
                </a:r>
                <a:r>
                  <a:rPr lang="en-US" sz="2000" dirty="0">
                    <a:solidFill>
                      <a:srgbClr val="434343"/>
                    </a:solidFill>
                    <a:latin typeface="Catamaran ExtraLight" panose="020B0604020202020204" charset="0"/>
                  </a:rPr>
                  <a:t> and </a:t>
                </a:r>
                <a:r>
                  <a:rPr lang="en-US" sz="2000" b="1" dirty="0">
                    <a:solidFill>
                      <a:srgbClr val="9E5416"/>
                    </a:solidFill>
                    <a:latin typeface="Catamaran ExtraLight" panose="020B0604020202020204" charset="0"/>
                  </a:rPr>
                  <a:t>policy</a:t>
                </a:r>
                <a:r>
                  <a:rPr lang="en-US" sz="2000" dirty="0">
                    <a:solidFill>
                      <a:srgbClr val="434343"/>
                    </a:solidFill>
                    <a:latin typeface="Catamaran ExtraLight" panose="020B0604020202020204" charset="0"/>
                  </a:rPr>
                  <a:t>.</a:t>
                </a:r>
              </a:p>
              <a:p>
                <a:pPr marL="0" indent="0" algn="just">
                  <a:lnSpc>
                    <a:spcPct val="200000"/>
                  </a:lnSpc>
                  <a:spcBef>
                    <a:spcPts val="1333"/>
                  </a:spcBef>
                  <a:buNone/>
                </a:pPr>
                <a14:m>
                  <m:oMathPara xmlns:m="http://schemas.openxmlformats.org/officeDocument/2006/math">
                    <m:oMathParaPr>
                      <m:jc m:val="center"/>
                    </m:oMathParaPr>
                    <m:oMath xmlns:m="http://schemas.openxmlformats.org/officeDocument/2006/math">
                      <m:r>
                        <a:rPr lang="en-US" sz="2000" i="1">
                          <a:solidFill>
                            <a:srgbClr val="434343"/>
                          </a:solidFill>
                          <a:latin typeface="Cambria Math" panose="02040503050406030204" pitchFamily="18" charset="0"/>
                        </a:rPr>
                        <m:t>𝑆𝑡𝑎𝑛𝑐𝑒</m:t>
                      </m:r>
                      <m:r>
                        <a:rPr lang="en-US" sz="2000" i="1">
                          <a:solidFill>
                            <a:srgbClr val="434343"/>
                          </a:solidFill>
                          <a:latin typeface="Cambria Math" panose="02040503050406030204" pitchFamily="18" charset="0"/>
                        </a:rPr>
                        <m:t>=</m:t>
                      </m:r>
                      <m:r>
                        <a:rPr lang="en-US" sz="2000" i="1">
                          <a:solidFill>
                            <a:srgbClr val="434343"/>
                          </a:solidFill>
                          <a:latin typeface="Cambria Math" panose="02040503050406030204" pitchFamily="18" charset="0"/>
                        </a:rPr>
                        <m:t>𝑅𝑖𝑠𝑘</m:t>
                      </m:r>
                      <m:r>
                        <a:rPr lang="en-US" sz="2000" i="1">
                          <a:solidFill>
                            <a:srgbClr val="434343"/>
                          </a:solidFill>
                          <a:latin typeface="Cambria Math" panose="02040503050406030204" pitchFamily="18" charset="0"/>
                        </a:rPr>
                        <m:t>−</m:t>
                      </m:r>
                      <m:r>
                        <a:rPr lang="en-US" sz="2000" i="1">
                          <a:solidFill>
                            <a:srgbClr val="434343"/>
                          </a:solidFill>
                          <a:latin typeface="Cambria Math" panose="02040503050406030204" pitchFamily="18" charset="0"/>
                        </a:rPr>
                        <m:t>𝑅𝑒𝑠𝑖𝑙𝑖𝑒𝑛𝑐𝑒</m:t>
                      </m:r>
                      <m:r>
                        <a:rPr lang="en-US" sz="2000" b="0" i="1" smtClean="0">
                          <a:solidFill>
                            <a:srgbClr val="434343"/>
                          </a:solidFill>
                          <a:latin typeface="Cambria Math" panose="02040503050406030204" pitchFamily="18" charset="0"/>
                        </a:rPr>
                        <m:t>−</m:t>
                      </m:r>
                      <m:r>
                        <a:rPr lang="en-US" sz="2000" b="0" i="1" smtClean="0">
                          <a:solidFill>
                            <a:srgbClr val="434343"/>
                          </a:solidFill>
                          <a:latin typeface="Cambria Math" panose="02040503050406030204" pitchFamily="18" charset="0"/>
                        </a:rPr>
                        <m:t>𝑃𝑜𝑙𝑖𝑐𝑦</m:t>
                      </m:r>
                    </m:oMath>
                  </m:oMathPara>
                </a14:m>
                <a:endParaRPr lang="en-US" sz="2000" dirty="0">
                  <a:solidFill>
                    <a:srgbClr val="434343"/>
                  </a:solidFill>
                  <a:latin typeface="Catamaran ExtraLight" panose="020B0604020202020204" charset="0"/>
                </a:endParaRPr>
              </a:p>
              <a:p>
                <a:pPr marL="0" indent="0" algn="just">
                  <a:spcBef>
                    <a:spcPts val="1333"/>
                  </a:spcBef>
                  <a:buNone/>
                </a:pPr>
                <a:r>
                  <a:rPr lang="en-US" sz="2000" dirty="0">
                    <a:solidFill>
                      <a:srgbClr val="434343"/>
                    </a:solidFill>
                    <a:latin typeface="Catamaran ExtraLight" panose="020B0604020202020204" charset="0"/>
                  </a:rPr>
                  <a:t>The </a:t>
                </a:r>
                <a:r>
                  <a:rPr lang="en-US" sz="2000" b="1" dirty="0">
                    <a:solidFill>
                      <a:srgbClr val="9E5416"/>
                    </a:solidFill>
                    <a:latin typeface="Catamaran ExtraLight" panose="020B0604020202020204" charset="0"/>
                  </a:rPr>
                  <a:t>conditional distance-to-tail</a:t>
                </a:r>
                <a:r>
                  <a:rPr lang="en-US" sz="2000" dirty="0">
                    <a:solidFill>
                      <a:srgbClr val="434343"/>
                    </a:solidFill>
                    <a:latin typeface="Catamaran ExtraLight" panose="020B0604020202020204" charset="0"/>
                  </a:rPr>
                  <a:t> metric primarily focuses on </a:t>
                </a:r>
                <a:r>
                  <a:rPr lang="en-US" sz="2000" b="1" dirty="0">
                    <a:solidFill>
                      <a:srgbClr val="9E5416"/>
                    </a:solidFill>
                    <a:latin typeface="Catamaran ExtraLight" panose="020B0604020202020204" charset="0"/>
                  </a:rPr>
                  <a:t>risks</a:t>
                </a:r>
                <a:r>
                  <a:rPr lang="en-US" sz="2000" dirty="0">
                    <a:solidFill>
                      <a:srgbClr val="434343"/>
                    </a:solidFill>
                    <a:latin typeface="Catamaran ExtraLight" panose="020B0604020202020204" charset="0"/>
                  </a:rPr>
                  <a:t> and </a:t>
                </a:r>
                <a:r>
                  <a:rPr lang="en-US" sz="2000" b="1" dirty="0">
                    <a:solidFill>
                      <a:srgbClr val="9E5416"/>
                    </a:solidFill>
                    <a:latin typeface="Catamaran ExtraLight" panose="020B0604020202020204" charset="0"/>
                  </a:rPr>
                  <a:t>policy</a:t>
                </a:r>
                <a:r>
                  <a:rPr lang="en-US" sz="2000" dirty="0">
                    <a:solidFill>
                      <a:srgbClr val="434343"/>
                    </a:solidFill>
                    <a:latin typeface="Catamaran ExtraLight" panose="020B0604020202020204" charset="0"/>
                  </a:rPr>
                  <a:t>, while using the reliable </a:t>
                </a:r>
                <a:r>
                  <a:rPr lang="en-US" sz="2000" b="1" dirty="0">
                    <a:solidFill>
                      <a:srgbClr val="9E5416"/>
                    </a:solidFill>
                    <a:latin typeface="Catamaran ExtraLight" panose="020B0604020202020204" charset="0"/>
                  </a:rPr>
                  <a:t>thresholds</a:t>
                </a:r>
                <a:r>
                  <a:rPr lang="en-US" sz="2000" dirty="0">
                    <a:solidFill>
                      <a:srgbClr val="434343"/>
                    </a:solidFill>
                    <a:latin typeface="Catamaran ExtraLight" panose="020B0604020202020204" charset="0"/>
                  </a:rPr>
                  <a:t> as a reference for </a:t>
                </a:r>
                <a:r>
                  <a:rPr lang="en-US" sz="2000" b="1" dirty="0">
                    <a:solidFill>
                      <a:srgbClr val="9E5416"/>
                    </a:solidFill>
                    <a:latin typeface="Catamaran ExtraLight" panose="020B0604020202020204" charset="0"/>
                  </a:rPr>
                  <a:t>resilience</a:t>
                </a:r>
                <a:r>
                  <a:rPr lang="en-US" sz="2000" dirty="0">
                    <a:solidFill>
                      <a:srgbClr val="434343"/>
                    </a:solidFill>
                    <a:latin typeface="Catamaran ExtraLight" panose="020B0604020202020204" charset="0"/>
                  </a:rPr>
                  <a:t>.</a:t>
                </a:r>
              </a:p>
              <a:p>
                <a:pPr marL="0" indent="0" algn="just">
                  <a:spcBef>
                    <a:spcPts val="1333"/>
                  </a:spcBef>
                  <a:buNone/>
                </a:pPr>
                <a:r>
                  <a:rPr lang="en-US" sz="2000" dirty="0">
                    <a:solidFill>
                      <a:srgbClr val="434343"/>
                    </a:solidFill>
                    <a:latin typeface="Catamaran ExtraLight" panose="020B0604020202020204" charset="0"/>
                  </a:rPr>
                  <a:t> The main </a:t>
                </a:r>
                <a:r>
                  <a:rPr lang="en-US" sz="2000" b="1" dirty="0">
                    <a:solidFill>
                      <a:srgbClr val="9E5416"/>
                    </a:solidFill>
                    <a:latin typeface="Catamaran ExtraLight" panose="020B0604020202020204" charset="0"/>
                  </a:rPr>
                  <a:t>limitation</a:t>
                </a:r>
                <a:r>
                  <a:rPr lang="en-US" sz="2000" dirty="0">
                    <a:solidFill>
                      <a:srgbClr val="434343"/>
                    </a:solidFill>
                    <a:latin typeface="Catamaran ExtraLight" panose="020B0604020202020204" charset="0"/>
                  </a:rPr>
                  <a:t> of this approach is that it does not consider the </a:t>
                </a:r>
                <a:r>
                  <a:rPr lang="en-US" sz="2000" b="1" dirty="0">
                    <a:solidFill>
                      <a:srgbClr val="9E5416"/>
                    </a:solidFill>
                    <a:latin typeface="Catamaran ExtraLight" panose="020B0604020202020204" charset="0"/>
                  </a:rPr>
                  <a:t>costs</a:t>
                </a:r>
                <a:r>
                  <a:rPr lang="en-US" sz="2000" dirty="0">
                    <a:solidFill>
                      <a:srgbClr val="434343"/>
                    </a:solidFill>
                    <a:latin typeface="Catamaran ExtraLight" panose="020B0604020202020204" charset="0"/>
                  </a:rPr>
                  <a:t> that macroprudential policy will impose for reducing the systemic risks.</a:t>
                </a: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p:txBody>
          </p:sp>
        </mc:Choice>
        <mc:Fallback xmlns="">
          <p:sp>
            <p:nvSpPr>
              <p:cNvPr id="2201" name="Google Shape;2201;p118"/>
              <p:cNvSpPr txBox="1">
                <a:spLocks noGrp="1" noRot="1" noChangeAspect="1" noMove="1" noResize="1" noEditPoints="1" noAdjustHandles="1" noChangeArrowheads="1" noChangeShapeType="1" noTextEdit="1"/>
              </p:cNvSpPr>
              <p:nvPr>
                <p:ph type="body" idx="1"/>
              </p:nvPr>
            </p:nvSpPr>
            <p:spPr>
              <a:xfrm>
                <a:off x="733172" y="1364596"/>
                <a:ext cx="8182228" cy="4960848"/>
              </a:xfrm>
              <a:prstGeom prst="rect">
                <a:avLst/>
              </a:prstGeom>
              <a:blipFill>
                <a:blip r:embed="rId3"/>
                <a:stretch>
                  <a:fillRect l="-310" r="-310"/>
                </a:stretch>
              </a:blipFill>
            </p:spPr>
            <p:txBody>
              <a:bodyPr/>
              <a:lstStyle/>
              <a:p>
                <a:r>
                  <a:rPr lang="en-US">
                    <a:noFill/>
                  </a:rPr>
                  <a:t> </a:t>
                </a:r>
              </a:p>
            </p:txBody>
          </p:sp>
        </mc:Fallback>
      </mc:AlternateContent>
    </p:spTree>
    <p:extLst>
      <p:ext uri="{BB962C8B-B14F-4D97-AF65-F5344CB8AC3E}">
        <p14:creationId xmlns:p14="http://schemas.microsoft.com/office/powerpoint/2010/main" val="3198187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510767" y="591067"/>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pPr>
            <a:r>
              <a:rPr lang="en-GB" sz="2800" dirty="0">
                <a:solidFill>
                  <a:srgbClr val="9E5416"/>
                </a:solidFill>
                <a:sym typeface="League Spartan Medium"/>
              </a:rPr>
              <a:t>Macroprudential stance extensions</a:t>
            </a:r>
            <a:endParaRPr sz="2800" dirty="0">
              <a:solidFill>
                <a:srgbClr val="9E5416"/>
              </a:solidFill>
              <a:sym typeface="League Spartan Medium"/>
            </a:endParaRPr>
          </a:p>
        </p:txBody>
      </p:sp>
      <mc:AlternateContent xmlns:mc="http://schemas.openxmlformats.org/markup-compatibility/2006" xmlns:a14="http://schemas.microsoft.com/office/drawing/2010/main">
        <mc:Choice Requires="a14">
          <p:sp>
            <p:nvSpPr>
              <p:cNvPr id="2261" name="Google Shape;2261;p126"/>
              <p:cNvSpPr txBox="1">
                <a:spLocks noGrp="1"/>
              </p:cNvSpPr>
              <p:nvPr>
                <p:ph type="body" idx="4294967295"/>
              </p:nvPr>
            </p:nvSpPr>
            <p:spPr>
              <a:xfrm>
                <a:off x="510767" y="1588299"/>
                <a:ext cx="8005200" cy="4907094"/>
              </a:xfrm>
              <a:prstGeom prst="rect">
                <a:avLst/>
              </a:prstGeom>
            </p:spPr>
            <p:txBody>
              <a:bodyPr spcFirstLastPara="1" wrap="square" lIns="121900" tIns="121900" rIns="121900" bIns="121900" anchor="t" anchorCtr="0">
                <a:noAutofit/>
              </a:bodyPr>
              <a:lstStyle/>
              <a:p>
                <a:pPr marL="0" indent="0" algn="just">
                  <a:spcBef>
                    <a:spcPts val="1333"/>
                  </a:spcBef>
                  <a:spcAft>
                    <a:spcPts val="1600"/>
                  </a:spcAft>
                  <a:buNone/>
                </a:pPr>
                <a:r>
                  <a:rPr lang="en-GB" sz="2000" dirty="0">
                    <a:solidFill>
                      <a:srgbClr val="434343"/>
                    </a:solidFill>
                    <a:latin typeface="Catamaran ExtraLight" panose="020B0604020202020204" charset="0"/>
                    <a:cs typeface="Arial" panose="020B0604020202020204" pitchFamily="34" charset="0"/>
                    <a:sym typeface="Inter"/>
                  </a:rPr>
                  <a:t>Loss function for approach 1:</a:t>
                </a:r>
              </a:p>
              <a:p>
                <a:pPr marL="0" indent="0" algn="just">
                  <a:spcBef>
                    <a:spcPts val="1600"/>
                  </a:spcBef>
                  <a:spcAft>
                    <a:spcPts val="1600"/>
                  </a:spcAft>
                  <a:buClr>
                    <a:srgbClr val="40474B"/>
                  </a:buClr>
                  <a:buNone/>
                </a:pPr>
                <a14:m>
                  <m:oMathPara xmlns:m="http://schemas.openxmlformats.org/officeDocument/2006/math">
                    <m:oMathParaPr>
                      <m:jc m:val="centerGroup"/>
                    </m:oMathParaPr>
                    <m:oMath xmlns:m="http://schemas.openxmlformats.org/officeDocument/2006/math">
                      <m:func>
                        <m:funcPr>
                          <m:ctrlPr>
                            <a:rPr lang="en-US" sz="2400" i="1" smtClean="0">
                              <a:solidFill>
                                <a:srgbClr val="434343"/>
                              </a:solidFill>
                              <a:latin typeface="Cambria Math" panose="02040503050406030204" pitchFamily="18" charset="0"/>
                              <a:ea typeface="Cambria Math" panose="02040503050406030204" pitchFamily="18" charset="0"/>
                            </a:rPr>
                          </m:ctrlPr>
                        </m:funcPr>
                        <m:fName>
                          <m:limLow>
                            <m:limLowPr>
                              <m:ctrlPr>
                                <a:rPr lang="en-US" sz="2400" i="1">
                                  <a:solidFill>
                                    <a:srgbClr val="434343"/>
                                  </a:solidFill>
                                  <a:latin typeface="Cambria Math" panose="02040503050406030204" pitchFamily="18" charset="0"/>
                                  <a:ea typeface="Cambria Math" panose="02040503050406030204" pitchFamily="18" charset="0"/>
                                </a:rPr>
                              </m:ctrlPr>
                            </m:limLowPr>
                            <m:e>
                              <m:r>
                                <m:rPr>
                                  <m:sty m:val="p"/>
                                </m:rPr>
                                <a:rPr lang="en-US" sz="2400" smtClean="0">
                                  <a:solidFill>
                                    <a:srgbClr val="434343"/>
                                  </a:solidFill>
                                  <a:latin typeface="Cambria Math" panose="02040503050406030204" pitchFamily="18" charset="0"/>
                                  <a:ea typeface="Cambria Math" panose="02040503050406030204" pitchFamily="18" charset="0"/>
                                </a:rPr>
                                <m:t>min</m:t>
                              </m:r>
                            </m:e>
                            <m:lim>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𝜌</m:t>
                                  </m:r>
                                </m:e>
                                <m:sub>
                                  <m:r>
                                    <a:rPr lang="en-US" sz="2400" i="1">
                                      <a:solidFill>
                                        <a:srgbClr val="434343"/>
                                      </a:solidFill>
                                      <a:latin typeface="Cambria Math" panose="02040503050406030204" pitchFamily="18" charset="0"/>
                                      <a:ea typeface="Cambria Math" panose="02040503050406030204" pitchFamily="18" charset="0"/>
                                    </a:rPr>
                                    <m:t>𝑡</m:t>
                                  </m:r>
                                </m:sub>
                              </m:sSub>
                            </m:lim>
                          </m:limLow>
                        </m:fName>
                        <m:e>
                          <m:r>
                            <m:rPr>
                              <m:nor/>
                            </m:rPr>
                            <a:rPr lang="en-GB" sz="2400">
                              <a:solidFill>
                                <a:srgbClr val="434343"/>
                              </a:solidFill>
                              <a:latin typeface=""/>
                              <a:ea typeface="Cambria Math" panose="02040503050406030204" pitchFamily="18" charset="0"/>
                            </a:rPr>
                            <m:t>ℒ</m:t>
                          </m:r>
                        </m:e>
                      </m:func>
                      <m:r>
                        <a:rPr lang="en-US" sz="2400" i="1" smtClean="0">
                          <a:solidFill>
                            <a:srgbClr val="434343"/>
                          </a:solidFill>
                          <a:latin typeface="Cambria Math" panose="02040503050406030204" pitchFamily="18" charset="0"/>
                          <a:ea typeface="Cambria Math" panose="02040503050406030204" pitchFamily="18" charset="0"/>
                        </a:rPr>
                        <m:t>=</m:t>
                      </m:r>
                      <m:func>
                        <m:funcPr>
                          <m:ctrlPr>
                            <a:rPr lang="en-US" sz="2400" b="0" i="1" smtClean="0">
                              <a:solidFill>
                                <a:srgbClr val="434343"/>
                              </a:solidFill>
                              <a:latin typeface="Cambria Math" panose="02040503050406030204" pitchFamily="18" charset="0"/>
                              <a:ea typeface="Cambria Math" panose="02040503050406030204" pitchFamily="18" charset="0"/>
                            </a:rPr>
                          </m:ctrlPr>
                        </m:funcPr>
                        <m:fName>
                          <m:r>
                            <m:rPr>
                              <m:sty m:val="p"/>
                            </m:rPr>
                            <a:rPr lang="en-US" sz="2400" b="0" i="0" smtClean="0">
                              <a:solidFill>
                                <a:srgbClr val="434343"/>
                              </a:solidFill>
                              <a:latin typeface="Cambria Math" panose="02040503050406030204" pitchFamily="18" charset="0"/>
                              <a:ea typeface="Cambria Math" panose="02040503050406030204" pitchFamily="18" charset="0"/>
                            </a:rPr>
                            <m:t>max</m:t>
                          </m:r>
                        </m:fName>
                        <m:e>
                          <m:d>
                            <m:dPr>
                              <m:ctrlPr>
                                <a:rPr lang="en-US" sz="2400" b="0" i="1" smtClean="0">
                                  <a:solidFill>
                                    <a:srgbClr val="434343"/>
                                  </a:solidFill>
                                  <a:latin typeface="Cambria Math" panose="02040503050406030204" pitchFamily="18" charset="0"/>
                                  <a:ea typeface="Cambria Math" panose="02040503050406030204" pitchFamily="18" charset="0"/>
                                </a:rPr>
                              </m:ctrlPr>
                            </m:dPr>
                            <m:e>
                              <m:sSup>
                                <m:sSupPr>
                                  <m:ctrlPr>
                                    <a:rPr lang="en-US" sz="2000" b="0" i="1" dirty="0">
                                      <a:solidFill>
                                        <a:srgbClr val="434343"/>
                                      </a:solidFill>
                                      <a:latin typeface="Cambria Math" panose="02040503050406030204" pitchFamily="18" charset="0"/>
                                      <a:ea typeface="Cambria Math" panose="02040503050406030204" pitchFamily="18" charset="0"/>
                                    </a:rPr>
                                  </m:ctrlPr>
                                </m:sSupPr>
                                <m:e>
                                  <m:d>
                                    <m:dPr>
                                      <m:ctrlPr>
                                        <a:rPr lang="en-US" sz="2000" b="0" i="1" dirty="0">
                                          <a:solidFill>
                                            <a:srgbClr val="434343"/>
                                          </a:solidFill>
                                          <a:latin typeface="Cambria Math" panose="02040503050406030204" pitchFamily="18" charset="0"/>
                                          <a:ea typeface="Cambria Math" panose="02040503050406030204" pitchFamily="18" charset="0"/>
                                        </a:rPr>
                                      </m:ctrlPr>
                                    </m:dPr>
                                    <m:e>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b="0" i="1" smtClean="0">
                                              <a:solidFill>
                                                <a:srgbClr val="434343"/>
                                              </a:solidFill>
                                              <a:latin typeface="Cambria Math" panose="02040503050406030204" pitchFamily="18" charset="0"/>
                                              <a:ea typeface="Cambria Math" panose="02040503050406030204" pitchFamily="18" charset="0"/>
                                            </a:rPr>
                                            <m:t>𝑚</m:t>
                                          </m:r>
                                        </m:sub>
                                      </m:sSub>
                                      <m:r>
                                        <a:rPr lang="en-US" sz="2000" i="1">
                                          <a:solidFill>
                                            <a:srgbClr val="434343"/>
                                          </a:solidFill>
                                          <a:latin typeface="Cambria Math" panose="02040503050406030204" pitchFamily="18" charset="0"/>
                                          <a:ea typeface="Cambria Math" panose="02040503050406030204" pitchFamily="18" charset="0"/>
                                        </a:rPr>
                                        <m:t>−</m:t>
                                      </m:r>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𝑐</m:t>
                                          </m:r>
                                        </m:sub>
                                      </m:sSub>
                                    </m:e>
                                  </m:d>
                                </m:e>
                                <m:sup>
                                  <m:r>
                                    <a:rPr lang="en-US" sz="2000" i="1">
                                      <a:solidFill>
                                        <a:srgbClr val="434343"/>
                                      </a:solidFill>
                                      <a:latin typeface="Cambria Math" panose="02040503050406030204" pitchFamily="18" charset="0"/>
                                      <a:ea typeface="Cambria Math" panose="02040503050406030204" pitchFamily="18" charset="0"/>
                                    </a:rPr>
                                    <m:t>2</m:t>
                                  </m:r>
                                </m:sup>
                              </m:sSup>
                              <m:r>
                                <a:rPr lang="en-US" sz="2000" i="1" dirty="0">
                                  <a:solidFill>
                                    <a:srgbClr val="434343"/>
                                  </a:solidFill>
                                  <a:latin typeface="Cambria Math" panose="02040503050406030204" pitchFamily="18" charset="0"/>
                                  <a:ea typeface="Cambria Math" panose="02040503050406030204" pitchFamily="18" charset="0"/>
                                </a:rPr>
                                <m:t>,</m:t>
                              </m:r>
                              <m:r>
                                <a:rPr lang="en-US" sz="2000" i="1" dirty="0">
                                  <a:solidFill>
                                    <a:srgbClr val="434343"/>
                                  </a:solidFill>
                                  <a:latin typeface="Cambria Math" panose="02040503050406030204" pitchFamily="18" charset="0"/>
                                  <a:ea typeface="Cambria Math" panose="02040503050406030204" pitchFamily="18" charset="0"/>
                                </a:rPr>
                                <m:t>𝑡h𝑟𝑒𝑠h𝑜𝑙𝑑</m:t>
                              </m:r>
                            </m:e>
                          </m:d>
                        </m:e>
                      </m:func>
                    </m:oMath>
                  </m:oMathPara>
                </a14:m>
                <a:endParaRPr lang="en-GB" sz="2000" dirty="0">
                  <a:solidFill>
                    <a:srgbClr val="434343"/>
                  </a:solidFill>
                  <a:latin typeface="Catamaran ExtraLight" panose="020B0604020202020204" charset="0"/>
                  <a:cs typeface="Arial" panose="020B0604020202020204" pitchFamily="34" charset="0"/>
                  <a:sym typeface="Inter"/>
                </a:endParaRPr>
              </a:p>
              <a:p>
                <a:pPr marL="0" indent="0" algn="just">
                  <a:spcBef>
                    <a:spcPts val="1333"/>
                  </a:spcBef>
                  <a:spcAft>
                    <a:spcPts val="1600"/>
                  </a:spcAft>
                  <a:buNone/>
                </a:pPr>
                <a:r>
                  <a:rPr lang="en-GB" sz="2000" dirty="0">
                    <a:solidFill>
                      <a:srgbClr val="434343"/>
                    </a:solidFill>
                    <a:latin typeface="Catamaran ExtraLight" panose="020B0604020202020204" charset="0"/>
                    <a:cs typeface="Arial" panose="020B0604020202020204" pitchFamily="34" charset="0"/>
                    <a:sym typeface="Inter"/>
                  </a:rPr>
                  <a:t>Welfare function by Suarez (2022):</a:t>
                </a:r>
              </a:p>
              <a:p>
                <a:pPr marL="0" indent="0" algn="just">
                  <a:spcBef>
                    <a:spcPts val="1600"/>
                  </a:spcBef>
                  <a:spcAft>
                    <a:spcPts val="1600"/>
                  </a:spcAft>
                  <a:buNone/>
                </a:pPr>
                <a14:m>
                  <m:oMathPara xmlns:m="http://schemas.openxmlformats.org/officeDocument/2006/math">
                    <m:oMathParaPr>
                      <m:jc m:val="centerGroup"/>
                    </m:oMathParaPr>
                    <m:oMath xmlns:m="http://schemas.openxmlformats.org/officeDocument/2006/math">
                      <m:r>
                        <a:rPr lang="en-GB" sz="2000" i="1">
                          <a:solidFill>
                            <a:srgbClr val="434343"/>
                          </a:solidFill>
                          <a:latin typeface="Cambria Math" panose="02040503050406030204" pitchFamily="18" charset="0"/>
                          <a:ea typeface="Cambria Math" panose="02040503050406030204" pitchFamily="18" charset="0"/>
                        </a:rPr>
                        <m:t>𝑊</m:t>
                      </m:r>
                      <m:r>
                        <a:rPr lang="en-US" sz="2000" i="1">
                          <a:solidFill>
                            <a:srgbClr val="434343"/>
                          </a:solidFill>
                          <a:latin typeface="Cambria Math" panose="02040503050406030204" pitchFamily="18" charset="0"/>
                          <a:ea typeface="Cambria Math" panose="02040503050406030204" pitchFamily="18" charset="0"/>
                        </a:rPr>
                        <m:t>=</m:t>
                      </m:r>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𝑚</m:t>
                          </m:r>
                        </m:sub>
                      </m:sSub>
                      <m:r>
                        <a:rPr lang="en-US" sz="2000" i="1" dirty="0">
                          <a:solidFill>
                            <a:srgbClr val="434343"/>
                          </a:solidFill>
                          <a:latin typeface="Cambria Math" panose="02040503050406030204" pitchFamily="18" charset="0"/>
                          <a:ea typeface="Cambria Math" panose="02040503050406030204" pitchFamily="18" charset="0"/>
                        </a:rPr>
                        <m:t>−</m:t>
                      </m:r>
                      <m:f>
                        <m:fPr>
                          <m:ctrlPr>
                            <a:rPr lang="en-US" sz="2000" i="1" dirty="0">
                              <a:solidFill>
                                <a:srgbClr val="434343"/>
                              </a:solidFill>
                              <a:latin typeface="Cambria Math" panose="02040503050406030204" pitchFamily="18" charset="0"/>
                              <a:ea typeface="Cambria Math" panose="02040503050406030204" pitchFamily="18" charset="0"/>
                            </a:rPr>
                          </m:ctrlPr>
                        </m:fPr>
                        <m:num>
                          <m:r>
                            <a:rPr lang="en-US" sz="2000" i="1" dirty="0">
                              <a:solidFill>
                                <a:srgbClr val="434343"/>
                              </a:solidFill>
                              <a:latin typeface="Cambria Math" panose="02040503050406030204" pitchFamily="18" charset="0"/>
                              <a:ea typeface="Cambria Math" panose="02040503050406030204" pitchFamily="18" charset="0"/>
                            </a:rPr>
                            <m:t>1</m:t>
                          </m:r>
                        </m:num>
                        <m:den>
                          <m:r>
                            <a:rPr lang="en-US" sz="2000" i="1" dirty="0">
                              <a:solidFill>
                                <a:srgbClr val="434343"/>
                              </a:solidFill>
                              <a:latin typeface="Cambria Math" panose="02040503050406030204" pitchFamily="18" charset="0"/>
                              <a:ea typeface="Cambria Math" panose="02040503050406030204" pitchFamily="18" charset="0"/>
                            </a:rPr>
                            <m:t>2</m:t>
                          </m:r>
                        </m:den>
                      </m:f>
                      <m:r>
                        <a:rPr lang="en-US" sz="2000" i="1" dirty="0">
                          <a:solidFill>
                            <a:srgbClr val="434343"/>
                          </a:solidFill>
                          <a:latin typeface="Cambria Math" panose="02040503050406030204" pitchFamily="18" charset="0"/>
                          <a:ea typeface="Cambria Math" panose="02040503050406030204" pitchFamily="18" charset="0"/>
                        </a:rPr>
                        <m:t>𝑤</m:t>
                      </m:r>
                      <m:sSup>
                        <m:sSupPr>
                          <m:ctrlPr>
                            <a:rPr lang="en-US" sz="2000" i="1" dirty="0">
                              <a:solidFill>
                                <a:srgbClr val="434343"/>
                              </a:solidFill>
                              <a:latin typeface="Cambria Math" panose="02040503050406030204" pitchFamily="18" charset="0"/>
                              <a:ea typeface="Cambria Math" panose="02040503050406030204" pitchFamily="18" charset="0"/>
                            </a:rPr>
                          </m:ctrlPr>
                        </m:sSupPr>
                        <m:e>
                          <m:d>
                            <m:dPr>
                              <m:ctrlPr>
                                <a:rPr lang="en-US" sz="2000" i="1" dirty="0">
                                  <a:solidFill>
                                    <a:srgbClr val="434343"/>
                                  </a:solidFill>
                                  <a:latin typeface="Cambria Math" panose="02040503050406030204" pitchFamily="18" charset="0"/>
                                  <a:ea typeface="Cambria Math" panose="02040503050406030204" pitchFamily="18" charset="0"/>
                                </a:rPr>
                              </m:ctrlPr>
                            </m:dPr>
                            <m:e>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𝑚</m:t>
                                  </m:r>
                                </m:sub>
                              </m:sSub>
                              <m:r>
                                <a:rPr lang="en-US" sz="2000" i="1">
                                  <a:solidFill>
                                    <a:srgbClr val="434343"/>
                                  </a:solidFill>
                                  <a:latin typeface="Cambria Math" panose="02040503050406030204" pitchFamily="18" charset="0"/>
                                  <a:ea typeface="Cambria Math" panose="02040503050406030204" pitchFamily="18" charset="0"/>
                                </a:rPr>
                                <m:t>−</m:t>
                              </m:r>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𝑐</m:t>
                                  </m:r>
                                </m:sub>
                              </m:sSub>
                            </m:e>
                          </m:d>
                        </m:e>
                        <m:sup>
                          <m:r>
                            <a:rPr lang="en-US" sz="2000" i="1">
                              <a:solidFill>
                                <a:srgbClr val="434343"/>
                              </a:solidFill>
                              <a:latin typeface="Cambria Math" panose="02040503050406030204" pitchFamily="18" charset="0"/>
                              <a:ea typeface="Cambria Math" panose="02040503050406030204" pitchFamily="18" charset="0"/>
                            </a:rPr>
                            <m:t>2</m:t>
                          </m:r>
                        </m:sup>
                      </m:sSup>
                      <m:r>
                        <a:rPr lang="en-US" sz="2000" i="1">
                          <a:solidFill>
                            <a:srgbClr val="434343"/>
                          </a:solidFill>
                          <a:latin typeface="Cambria Math" panose="02040503050406030204" pitchFamily="18" charset="0"/>
                          <a:ea typeface="Cambria Math" panose="02040503050406030204" pitchFamily="18" charset="0"/>
                        </a:rPr>
                        <m:t>,</m:t>
                      </m:r>
                    </m:oMath>
                  </m:oMathPara>
                </a14:m>
                <a:endParaRPr lang="en-GB" sz="2000" dirty="0">
                  <a:solidFill>
                    <a:srgbClr val="434343"/>
                  </a:solidFill>
                  <a:latin typeface=""/>
                  <a:ea typeface="Cambria Math" panose="02040503050406030204" pitchFamily="18" charset="0"/>
                </a:endParaRPr>
              </a:p>
              <a:p>
                <a:pPr marL="0" indent="0" algn="just">
                  <a:spcBef>
                    <a:spcPts val="1600"/>
                  </a:spcBef>
                  <a:spcAft>
                    <a:spcPts val="1600"/>
                  </a:spcAft>
                  <a:buNone/>
                </a:pPr>
                <a:r>
                  <a:rPr lang="en-GB" sz="2000" dirty="0">
                    <a:solidFill>
                      <a:srgbClr val="434343"/>
                    </a:solidFill>
                    <a:latin typeface="Catamaran ExtraLight" panose="020B0604020202020204" charset="0"/>
                    <a:cs typeface="Arial" panose="020B0604020202020204" pitchFamily="34" charset="0"/>
                  </a:rPr>
                  <a:t>Suarez loss function in general form:</a:t>
                </a:r>
              </a:p>
              <a:p>
                <a:pPr marL="0" indent="0" algn="just">
                  <a:spcBef>
                    <a:spcPts val="1600"/>
                  </a:spcBef>
                  <a:spcAft>
                    <a:spcPts val="1600"/>
                  </a:spcAft>
                  <a:buNone/>
                </a:pPr>
                <a14:m>
                  <m:oMathPara xmlns:m="http://schemas.openxmlformats.org/officeDocument/2006/math">
                    <m:oMathParaPr>
                      <m:jc m:val="centerGroup"/>
                    </m:oMathParaPr>
                    <m:oMath xmlns:m="http://schemas.openxmlformats.org/officeDocument/2006/math">
                      <m:func>
                        <m:funcPr>
                          <m:ctrlPr>
                            <a:rPr lang="en-US" sz="2400" i="1">
                              <a:solidFill>
                                <a:srgbClr val="434343"/>
                              </a:solidFill>
                              <a:latin typeface="Cambria Math" panose="02040503050406030204" pitchFamily="18" charset="0"/>
                              <a:ea typeface="Cambria Math" panose="02040503050406030204" pitchFamily="18" charset="0"/>
                            </a:rPr>
                          </m:ctrlPr>
                        </m:funcPr>
                        <m:fName>
                          <m:limLow>
                            <m:limLowPr>
                              <m:ctrlPr>
                                <a:rPr lang="en-US" sz="2400" i="1">
                                  <a:solidFill>
                                    <a:srgbClr val="434343"/>
                                  </a:solidFill>
                                  <a:latin typeface="Cambria Math" panose="02040503050406030204" pitchFamily="18" charset="0"/>
                                  <a:ea typeface="Cambria Math" panose="02040503050406030204" pitchFamily="18" charset="0"/>
                                </a:rPr>
                              </m:ctrlPr>
                            </m:limLowPr>
                            <m:e>
                              <m:r>
                                <m:rPr>
                                  <m:sty m:val="p"/>
                                </m:rPr>
                                <a:rPr lang="en-US" sz="2400">
                                  <a:solidFill>
                                    <a:srgbClr val="434343"/>
                                  </a:solidFill>
                                  <a:latin typeface="Cambria Math" panose="02040503050406030204" pitchFamily="18" charset="0"/>
                                  <a:ea typeface="Cambria Math" panose="02040503050406030204" pitchFamily="18" charset="0"/>
                                </a:rPr>
                                <m:t>min</m:t>
                              </m:r>
                            </m:e>
                            <m:lim>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𝜌</m:t>
                                  </m:r>
                                </m:e>
                                <m:sub>
                                  <m:r>
                                    <a:rPr lang="en-US" sz="2400" i="1">
                                      <a:solidFill>
                                        <a:srgbClr val="434343"/>
                                      </a:solidFill>
                                      <a:latin typeface="Cambria Math" panose="02040503050406030204" pitchFamily="18" charset="0"/>
                                      <a:ea typeface="Cambria Math" panose="02040503050406030204" pitchFamily="18" charset="0"/>
                                    </a:rPr>
                                    <m:t>𝑡</m:t>
                                  </m:r>
                                </m:sub>
                              </m:sSub>
                            </m:lim>
                          </m:limLow>
                        </m:fName>
                        <m:e>
                          <m:r>
                            <m:rPr>
                              <m:nor/>
                            </m:rPr>
                            <a:rPr lang="en-GB" sz="2400">
                              <a:solidFill>
                                <a:srgbClr val="434343"/>
                              </a:solidFill>
                              <a:latin typeface=""/>
                              <a:ea typeface="Cambria Math" panose="02040503050406030204" pitchFamily="18" charset="0"/>
                            </a:rPr>
                            <m:t>ℒ</m:t>
                          </m:r>
                        </m:e>
                      </m:func>
                      <m:r>
                        <a:rPr lang="en-US" sz="2400" i="1">
                          <a:solidFill>
                            <a:srgbClr val="434343"/>
                          </a:solidFill>
                          <a:latin typeface="Cambria Math" panose="02040503050406030204" pitchFamily="18" charset="0"/>
                          <a:ea typeface="Cambria Math" panose="02040503050406030204" pitchFamily="18" charset="0"/>
                        </a:rPr>
                        <m:t>=</m:t>
                      </m:r>
                      <m:r>
                        <a:rPr lang="en-US" sz="2400" b="0" i="1" smtClean="0">
                          <a:solidFill>
                            <a:srgbClr val="434343"/>
                          </a:solidFill>
                          <a:latin typeface="Cambria Math" panose="02040503050406030204" pitchFamily="18" charset="0"/>
                          <a:ea typeface="Cambria Math" panose="02040503050406030204" pitchFamily="18" charset="0"/>
                        </a:rPr>
                        <m:t>−</m:t>
                      </m:r>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𝐸</m:t>
                          </m:r>
                        </m:e>
                        <m:sub>
                          <m:r>
                            <a:rPr lang="en-US" sz="2400" i="1">
                              <a:solidFill>
                                <a:srgbClr val="434343"/>
                              </a:solidFill>
                              <a:latin typeface="Cambria Math" panose="02040503050406030204" pitchFamily="18" charset="0"/>
                              <a:ea typeface="Cambria Math" panose="02040503050406030204" pitchFamily="18" charset="0"/>
                            </a:rPr>
                            <m:t>𝑡</m:t>
                          </m:r>
                        </m:sub>
                      </m:sSub>
                      <m:d>
                        <m:dPr>
                          <m:begChr m:val="{"/>
                          <m:endChr m:val="}"/>
                          <m:ctrlPr>
                            <a:rPr lang="en-US" sz="2400" i="1">
                              <a:solidFill>
                                <a:srgbClr val="434343"/>
                              </a:solidFill>
                              <a:latin typeface="Cambria Math" panose="02040503050406030204" pitchFamily="18" charset="0"/>
                              <a:ea typeface="Cambria Math" panose="02040503050406030204" pitchFamily="18" charset="0"/>
                            </a:rPr>
                          </m:ctrlPr>
                        </m:dPr>
                        <m:e>
                          <m:nary>
                            <m:naryPr>
                              <m:chr m:val="∑"/>
                              <m:ctrlPr>
                                <a:rPr lang="en-US" sz="2400" i="1">
                                  <a:solidFill>
                                    <a:srgbClr val="434343"/>
                                  </a:solidFill>
                                  <a:latin typeface="Cambria Math" panose="02040503050406030204" pitchFamily="18" charset="0"/>
                                  <a:ea typeface="Cambria Math" panose="02040503050406030204" pitchFamily="18" charset="0"/>
                                </a:rPr>
                              </m:ctrlPr>
                            </m:naryPr>
                            <m:sub>
                              <m:r>
                                <a:rPr lang="en-US" sz="2400" b="0" i="1" smtClean="0">
                                  <a:solidFill>
                                    <a:srgbClr val="434343"/>
                                  </a:solidFill>
                                  <a:latin typeface="Cambria Math" panose="02040503050406030204" pitchFamily="18" charset="0"/>
                                  <a:ea typeface="Cambria Math" panose="02040503050406030204" pitchFamily="18" charset="0"/>
                                </a:rPr>
                                <m:t>𝑡</m:t>
                              </m:r>
                              <m:r>
                                <a:rPr lang="en-US" sz="2400" i="1">
                                  <a:solidFill>
                                    <a:srgbClr val="434343"/>
                                  </a:solidFill>
                                  <a:latin typeface="Cambria Math" panose="02040503050406030204" pitchFamily="18" charset="0"/>
                                  <a:ea typeface="Cambria Math" panose="02040503050406030204" pitchFamily="18" charset="0"/>
                                </a:rPr>
                                <m:t>=0</m:t>
                              </m:r>
                            </m:sub>
                            <m:sup>
                              <m:r>
                                <a:rPr lang="en-US" sz="2400" i="1">
                                  <a:solidFill>
                                    <a:srgbClr val="434343"/>
                                  </a:solidFill>
                                  <a:latin typeface="Cambria Math" panose="02040503050406030204" pitchFamily="18" charset="0"/>
                                  <a:ea typeface="Cambria Math" panose="02040503050406030204" pitchFamily="18" charset="0"/>
                                </a:rPr>
                                <m:t>𝑇</m:t>
                              </m:r>
                            </m:sup>
                            <m:e>
                              <m:sSup>
                                <m:sSupPr>
                                  <m:ctrlPr>
                                    <a:rPr lang="en-US" sz="2400" i="1">
                                      <a:solidFill>
                                        <a:srgbClr val="434343"/>
                                      </a:solidFill>
                                      <a:latin typeface="Cambria Math" panose="02040503050406030204" pitchFamily="18" charset="0"/>
                                      <a:ea typeface="Cambria Math" panose="02040503050406030204" pitchFamily="18" charset="0"/>
                                    </a:rPr>
                                  </m:ctrlPr>
                                </m:sSupPr>
                                <m:e>
                                  <m:r>
                                    <a:rPr lang="en-US" sz="2400" i="1">
                                      <a:solidFill>
                                        <a:srgbClr val="434343"/>
                                      </a:solidFill>
                                      <a:latin typeface="Cambria Math" panose="02040503050406030204" pitchFamily="18" charset="0"/>
                                      <a:ea typeface="Cambria Math" panose="02040503050406030204" pitchFamily="18" charset="0"/>
                                    </a:rPr>
                                    <m:t>𝛽</m:t>
                                  </m:r>
                                </m:e>
                                <m:sup>
                                  <m:r>
                                    <a:rPr lang="en-US" sz="2400" b="0" i="1" smtClean="0">
                                      <a:solidFill>
                                        <a:srgbClr val="434343"/>
                                      </a:solidFill>
                                      <a:latin typeface="Cambria Math" panose="02040503050406030204" pitchFamily="18" charset="0"/>
                                      <a:ea typeface="Cambria Math" panose="02040503050406030204" pitchFamily="18" charset="0"/>
                                    </a:rPr>
                                    <m:t>𝑡</m:t>
                                  </m:r>
                                </m:sup>
                              </m:sSup>
                              <m:sSub>
                                <m:sSubPr>
                                  <m:ctrlPr>
                                    <a:rPr lang="en-US" sz="2400" b="0" i="1" smtClean="0">
                                      <a:solidFill>
                                        <a:srgbClr val="434343"/>
                                      </a:solidFill>
                                      <a:latin typeface="Cambria Math" panose="02040503050406030204" pitchFamily="18" charset="0"/>
                                      <a:ea typeface="Cambria Math" panose="02040503050406030204" pitchFamily="18" charset="0"/>
                                    </a:rPr>
                                  </m:ctrlPr>
                                </m:sSubPr>
                                <m:e>
                                  <m:r>
                                    <a:rPr lang="en-GB" sz="2000" i="1">
                                      <a:solidFill>
                                        <a:srgbClr val="434343"/>
                                      </a:solidFill>
                                      <a:latin typeface="Cambria Math" panose="02040503050406030204" pitchFamily="18" charset="0"/>
                                      <a:ea typeface="Cambria Math" panose="02040503050406030204" pitchFamily="18" charset="0"/>
                                    </a:rPr>
                                    <m:t>𝑊</m:t>
                                  </m:r>
                                </m:e>
                                <m:sub>
                                  <m:r>
                                    <a:rPr lang="en-US" sz="2400" b="0" i="1" smtClean="0">
                                      <a:solidFill>
                                        <a:srgbClr val="434343"/>
                                      </a:solidFill>
                                      <a:latin typeface="Cambria Math" panose="02040503050406030204" pitchFamily="18" charset="0"/>
                                      <a:ea typeface="Cambria Math" panose="02040503050406030204" pitchFamily="18" charset="0"/>
                                    </a:rPr>
                                    <m:t>𝑡</m:t>
                                  </m:r>
                                  <m:r>
                                    <a:rPr lang="en-US" sz="2400" b="0" i="1" smtClean="0">
                                      <a:solidFill>
                                        <a:srgbClr val="434343"/>
                                      </a:solidFill>
                                      <a:latin typeface="Cambria Math" panose="02040503050406030204" pitchFamily="18" charset="0"/>
                                      <a:ea typeface="Cambria Math" panose="02040503050406030204" pitchFamily="18" charset="0"/>
                                    </a:rPr>
                                    <m:t>+1</m:t>
                                  </m:r>
                                </m:sub>
                              </m:sSub>
                            </m:e>
                          </m:nary>
                        </m:e>
                      </m:d>
                    </m:oMath>
                  </m:oMathPara>
                </a14:m>
                <a:endParaRPr lang="en-GB" sz="2400" dirty="0">
                  <a:solidFill>
                    <a:srgbClr val="434343"/>
                  </a:solidFill>
                  <a:latin typeface=""/>
                  <a:ea typeface="Cambria Math" panose="02040503050406030204" pitchFamily="18" charset="0"/>
                </a:endParaRPr>
              </a:p>
            </p:txBody>
          </p:sp>
        </mc:Choice>
        <mc:Fallback xmlns="">
          <p:sp>
            <p:nvSpPr>
              <p:cNvPr id="2261" name="Google Shape;2261;p126"/>
              <p:cNvSpPr txBox="1">
                <a:spLocks noGrp="1" noRot="1" noChangeAspect="1" noMove="1" noResize="1" noEditPoints="1" noAdjustHandles="1" noChangeArrowheads="1" noChangeShapeType="1" noTextEdit="1"/>
              </p:cNvSpPr>
              <p:nvPr>
                <p:ph type="body" idx="4294967295"/>
              </p:nvPr>
            </p:nvSpPr>
            <p:spPr>
              <a:xfrm>
                <a:off x="510767" y="1588299"/>
                <a:ext cx="8005200" cy="4907094"/>
              </a:xfrm>
              <a:prstGeom prst="rect">
                <a:avLst/>
              </a:prstGeom>
              <a:blipFill>
                <a:blip r:embed="rId3"/>
                <a:stretch>
                  <a:fillRect l="-475" b="-34109"/>
                </a:stretch>
              </a:blipFill>
            </p:spPr>
            <p:txBody>
              <a:bodyPr/>
              <a:lstStyle/>
              <a:p>
                <a:r>
                  <a:rPr lang="en-AM">
                    <a:noFill/>
                  </a:rPr>
                  <a:t> </a:t>
                </a:r>
              </a:p>
            </p:txBody>
          </p:sp>
        </mc:Fallback>
      </mc:AlternateContent>
    </p:spTree>
    <p:extLst>
      <p:ext uri="{BB962C8B-B14F-4D97-AF65-F5344CB8AC3E}">
        <p14:creationId xmlns:p14="http://schemas.microsoft.com/office/powerpoint/2010/main" val="2863954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Helvetica" pitchFamily="2" charset="0"/>
                <a:cs typeface="Arial" panose="020B0604020202020204" pitchFamily="34" charset="0"/>
                <a:sym typeface="League Spartan Medium"/>
              </a:rPr>
              <a:t>Macroprudential stance</a:t>
            </a:r>
            <a:endParaRPr sz="28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0768" y="2616827"/>
            <a:ext cx="9607181" cy="3924060"/>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148654"/>
            <a:ext cx="9791572" cy="13096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RPr lang="en-AM"/>
            </a:defPPr>
            <a:lvl1pPr marR="0" lvl="0" indent="0" algn="just" fontAlgn="auto">
              <a:lnSpc>
                <a:spcPct val="100000"/>
              </a:lnSpc>
              <a:spcBef>
                <a:spcPts val="1333"/>
              </a:spcBef>
              <a:spcAft>
                <a:spcPts val="0"/>
              </a:spcAft>
              <a:buClr>
                <a:srgbClr val="212121"/>
              </a:buClr>
              <a:buSzPts val="1300"/>
              <a:buFont typeface="Manjari"/>
              <a:buNone/>
              <a:tabLst/>
              <a:defRPr sz="2000" b="0" i="0" u="none" strike="noStrike" kern="0" cap="none">
                <a:solidFill>
                  <a:srgbClr val="434343"/>
                </a:solidFill>
                <a:latin typeface="Catamaran ExtraLight" panose="020B0604020202020204" charset="0"/>
                <a:ea typeface="Manjari"/>
                <a:cs typeface="Arial" panose="020B0604020202020204" pitchFamily="34" charset="0"/>
              </a:defRPr>
            </a:lvl1pPr>
            <a:lvl2pPr marL="914400" marR="0" lvl="1"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2pPr>
            <a:lvl3pPr marL="1371600" marR="0" lvl="2"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3pPr>
            <a:lvl4pPr marL="1828800" marR="0" lvl="3"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4pPr>
            <a:lvl5pPr marL="2286000" marR="0" lvl="4"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5pPr>
            <a:lvl6pPr marL="2743200" marR="0" lvl="5"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6pPr>
            <a:lvl7pPr marL="3200400" marR="0" lvl="6"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7pPr>
            <a:lvl8pPr marL="3657600" marR="0" lvl="7"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8pPr>
            <a:lvl9pPr marL="4114800" marR="0" lvl="8"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9pPr>
          </a:lstStyle>
          <a:p>
            <a:r>
              <a:rPr lang="en-GB" sz="1800" dirty="0">
                <a:latin typeface="Helvetica" pitchFamily="2" charset="0"/>
              </a:rPr>
              <a:t>The </a:t>
            </a:r>
            <a:r>
              <a:rPr lang="en-GB" sz="1800" b="1" dirty="0">
                <a:solidFill>
                  <a:srgbClr val="9E5416"/>
                </a:solidFill>
                <a:latin typeface="Helvetica" pitchFamily="2" charset="0"/>
              </a:rPr>
              <a:t>distance-to-tail</a:t>
            </a:r>
            <a:r>
              <a:rPr lang="en-GB" sz="1800" dirty="0">
                <a:latin typeface="Helvetica" pitchFamily="2" charset="0"/>
              </a:rPr>
              <a:t> metric allows the policymaker to monitor the overall level of systemic risks and respond accordingly to them. The ESRB recommends on comparing them to the </a:t>
            </a:r>
            <a:r>
              <a:rPr lang="en-GB" sz="1800" b="1" dirty="0">
                <a:solidFill>
                  <a:srgbClr val="9E5416"/>
                </a:solidFill>
                <a:latin typeface="Helvetica" pitchFamily="2" charset="0"/>
              </a:rPr>
              <a:t>resilience</a:t>
            </a:r>
            <a:r>
              <a:rPr lang="en-GB" sz="1800" dirty="0">
                <a:latin typeface="Helvetica" pitchFamily="2" charset="0"/>
              </a:rPr>
              <a:t> of the financial system to facilitate better policy decisions. Currently, systemic risks are at the neutral level, still they display positive trend. </a:t>
            </a:r>
            <a:endParaRPr lang="en-US" sz="1800" dirty="0">
              <a:latin typeface="Helvetica" pitchFamily="2" charset="0"/>
              <a:sym typeface="Manjari"/>
            </a:endParaRPr>
          </a:p>
        </p:txBody>
      </p:sp>
    </p:spTree>
    <p:extLst>
      <p:ext uri="{BB962C8B-B14F-4D97-AF65-F5344CB8AC3E}">
        <p14:creationId xmlns:p14="http://schemas.microsoft.com/office/powerpoint/2010/main" val="268280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14884" y="591067"/>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Country cases that shape the boundary</a:t>
            </a:r>
            <a:endParaRPr sz="2800" dirty="0">
              <a:solidFill>
                <a:srgbClr val="9E5416"/>
              </a:solidFill>
              <a:sym typeface="League Spartan Medium"/>
            </a:endParaRPr>
          </a:p>
        </p:txBody>
      </p:sp>
      <p:sp>
        <p:nvSpPr>
          <p:cNvPr id="14" name="Google Shape;2201;p118">
            <a:extLst>
              <a:ext uri="{FF2B5EF4-FFF2-40B4-BE49-F238E27FC236}">
                <a16:creationId xmlns:a16="http://schemas.microsoft.com/office/drawing/2014/main" id="{69C63B65-00E4-43CA-9FA8-565AE397B53F}"/>
              </a:ext>
            </a:extLst>
          </p:cNvPr>
          <p:cNvSpPr txBox="1">
            <a:spLocks/>
          </p:cNvSpPr>
          <p:nvPr/>
        </p:nvSpPr>
        <p:spPr>
          <a:xfrm>
            <a:off x="714884" y="1244667"/>
            <a:ext cx="9791572" cy="97626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40474B"/>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According to the estimations, beyond the 5% GDP shortfall, additional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risk-taking is suboptimal</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Countries should aim to manage their risks so that it is less than this threshold.</a:t>
            </a:r>
          </a:p>
        </p:txBody>
      </p:sp>
      <p:pic>
        <p:nvPicPr>
          <p:cNvPr id="3" name="Picture 2">
            <a:extLst>
              <a:ext uri="{FF2B5EF4-FFF2-40B4-BE49-F238E27FC236}">
                <a16:creationId xmlns:a16="http://schemas.microsoft.com/office/drawing/2014/main" id="{B385FBE6-19E5-4587-9112-697C2ABAA841}"/>
              </a:ext>
            </a:extLst>
          </p:cNvPr>
          <p:cNvPicPr>
            <a:picLocks noChangeAspect="1"/>
          </p:cNvPicPr>
          <p:nvPr/>
        </p:nvPicPr>
        <p:blipFill>
          <a:blip r:embed="rId3"/>
          <a:srcRect/>
          <a:stretch/>
        </p:blipFill>
        <p:spPr>
          <a:xfrm>
            <a:off x="466343" y="2462730"/>
            <a:ext cx="9364999" cy="4314213"/>
          </a:xfrm>
          <a:prstGeom prst="rect">
            <a:avLst/>
          </a:prstGeom>
        </p:spPr>
      </p:pic>
    </p:spTree>
    <p:extLst>
      <p:ext uri="{BB962C8B-B14F-4D97-AF65-F5344CB8AC3E}">
        <p14:creationId xmlns:p14="http://schemas.microsoft.com/office/powerpoint/2010/main" val="2680109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Systemic risks over time</a:t>
            </a:r>
            <a:endParaRPr sz="2800" b="1" dirty="0">
              <a:solidFill>
                <a:srgbClr val="9E5416"/>
              </a:solidFill>
              <a:latin typeface="Arial" panose="020B0604020202020204" pitchFamily="34"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0768" y="2526845"/>
            <a:ext cx="10337997" cy="4242479"/>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217234"/>
            <a:ext cx="9791572" cy="13096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212121"/>
              </a:buClr>
              <a:buSzPts val="1300"/>
              <a:buFont typeface="Manjari"/>
              <a:buNone/>
              <a:tabLst/>
              <a:defRPr/>
            </a:pPr>
            <a:r>
              <a:rPr lang="en-US" sz="2000" kern="0" dirty="0">
                <a:solidFill>
                  <a:srgbClr val="434343"/>
                </a:solidFill>
                <a:latin typeface="Catamaran ExtraLight" panose="020B0604020202020204" charset="0"/>
              </a:rPr>
              <a:t>The </a:t>
            </a:r>
            <a:r>
              <a:rPr lang="en-US" sz="2000" b="1" kern="0" dirty="0">
                <a:solidFill>
                  <a:srgbClr val="9E5416"/>
                </a:solidFill>
                <a:latin typeface="Catamaran ExtraLight" panose="020B0604020202020204" charset="0"/>
              </a:rPr>
              <a:t>conditional distance-to-tail</a:t>
            </a:r>
            <a:r>
              <a:rPr lang="en-US" sz="2000" kern="0" dirty="0">
                <a:solidFill>
                  <a:srgbClr val="434343"/>
                </a:solidFill>
                <a:latin typeface="Catamaran ExtraLight" panose="020B0604020202020204" charset="0"/>
              </a:rPr>
              <a:t> allows us to </a:t>
            </a:r>
            <a:r>
              <a:rPr lang="en-US" sz="2000" b="1" kern="0" dirty="0">
                <a:solidFill>
                  <a:srgbClr val="9E5416"/>
                </a:solidFill>
                <a:latin typeface="Catamaran ExtraLight" panose="020B0604020202020204" charset="0"/>
              </a:rPr>
              <a:t>quantify</a:t>
            </a:r>
            <a:r>
              <a:rPr lang="en-US" sz="2000" kern="0" dirty="0">
                <a:solidFill>
                  <a:srgbClr val="434343"/>
                </a:solidFill>
                <a:latin typeface="Catamaran ExtraLight" panose="020B0604020202020204" charset="0"/>
              </a:rPr>
              <a:t> systemic risks and to track them over time. </a:t>
            </a:r>
            <a:r>
              <a:rPr lang="en-GB" sz="2000" kern="0" dirty="0">
                <a:solidFill>
                  <a:srgbClr val="434343"/>
                </a:solidFill>
                <a:latin typeface="Catamaran ExtraLight" panose="020B0604020202020204" charset="0"/>
              </a:rPr>
              <a:t>This framework also allows for the </a:t>
            </a:r>
            <a:r>
              <a:rPr lang="en-GB" sz="2000" b="1" kern="0" dirty="0">
                <a:solidFill>
                  <a:srgbClr val="9E5416"/>
                </a:solidFill>
                <a:latin typeface="Catamaran ExtraLight" panose="020B0604020202020204" charset="0"/>
              </a:rPr>
              <a:t>decomposition</a:t>
            </a:r>
            <a:r>
              <a:rPr lang="en-GB" sz="2000" kern="0" dirty="0">
                <a:solidFill>
                  <a:srgbClr val="434343"/>
                </a:solidFill>
                <a:latin typeface="Catamaran ExtraLight" panose="020B0604020202020204" charset="0"/>
              </a:rPr>
              <a:t> of risks into various types, providing policymakers with the ability to </a:t>
            </a:r>
            <a:r>
              <a:rPr lang="en-GB" sz="2000" b="1" kern="0" dirty="0">
                <a:solidFill>
                  <a:srgbClr val="9E5416"/>
                </a:solidFill>
                <a:latin typeface="Catamaran ExtraLight" panose="020B0604020202020204" charset="0"/>
              </a:rPr>
              <a:t>choose instruments</a:t>
            </a:r>
            <a:r>
              <a:rPr lang="en-GB" sz="2000" kern="0" dirty="0">
                <a:solidFill>
                  <a:srgbClr val="434343"/>
                </a:solidFill>
                <a:latin typeface="Catamaran ExtraLight" panose="020B0604020202020204" charset="0"/>
              </a:rPr>
              <a:t> more selectively.</a:t>
            </a:r>
            <a:endParaRPr lang="en-US" sz="2000" kern="0" dirty="0">
              <a:solidFill>
                <a:srgbClr val="434343"/>
              </a:solidFill>
              <a:latin typeface="Catamaran ExtraLight" panose="020B0604020202020204" charset="0"/>
            </a:endParaRPr>
          </a:p>
        </p:txBody>
      </p:sp>
    </p:spTree>
    <p:extLst>
      <p:ext uri="{BB962C8B-B14F-4D97-AF65-F5344CB8AC3E}">
        <p14:creationId xmlns:p14="http://schemas.microsoft.com/office/powerpoint/2010/main" val="878724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kumimoji="0" lang="en-US" sz="2800" b="1" u="none" strike="noStrike" kern="0" cap="none" spc="0" normalizeH="0" baseline="0" noProof="0" dirty="0">
                <a:ln>
                  <a:noFill/>
                </a:ln>
                <a:solidFill>
                  <a:srgbClr val="9E5416"/>
                </a:solidFill>
                <a:effectLst/>
                <a:uLnTx/>
                <a:uFillTx/>
                <a:latin typeface="Helvetica" pitchFamily="2" charset="0"/>
                <a:ea typeface="Helvetica Neue" panose="02000503000000020004" pitchFamily="2" charset="0"/>
                <a:cs typeface="Helvetica Neue" panose="02000503000000020004" pitchFamily="2" charset="0"/>
                <a:sym typeface="Manjari"/>
              </a:rPr>
              <a:t>Financial</a:t>
            </a:r>
            <a:r>
              <a:rPr kumimoji="0" lang="en-US" sz="2800" b="1"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 Cycle Index</a:t>
            </a:r>
            <a:endParaRPr sz="28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0767" y="2526845"/>
            <a:ext cx="11303453" cy="3739488"/>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217234"/>
            <a:ext cx="9791572" cy="13096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212121"/>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Manjari"/>
              </a:rPr>
              <a:t>The </a:t>
            </a:r>
            <a:r>
              <a:rPr kumimoji="0" lang="en-US" sz="2000" b="1" i="0" u="none" strike="noStrike" kern="0" cap="none" spc="0" normalizeH="0" baseline="0" noProof="0" dirty="0">
                <a:ln>
                  <a:noFill/>
                </a:ln>
                <a:solidFill>
                  <a:srgbClr val="9E5416"/>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Manjari"/>
              </a:rPr>
              <a:t>FCyI </a:t>
            </a:r>
            <a:r>
              <a:rPr lang="en-GB" sz="2000" dirty="0">
                <a:latin typeface="Helvetica Neue" panose="02000503000000020004" pitchFamily="2" charset="0"/>
                <a:ea typeface="Helvetica Neue" panose="02000503000000020004" pitchFamily="2" charset="0"/>
                <a:cs typeface="Helvetica Neue" panose="02000503000000020004" pitchFamily="2" charset="0"/>
              </a:rPr>
              <a:t>reflects the build-up of systemic risks in the financial system over the medium-to-long term. It measures the accumulation of financial imbalances that could lead to crises or severe downturns.</a:t>
            </a:r>
            <a:endParaRPr lang="en-US" sz="2000" kern="0" dirty="0">
              <a:solidFill>
                <a:srgbClr val="434343"/>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136219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kumimoji="0" lang="en-US" sz="28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Financial Conditions Index</a:t>
            </a:r>
            <a:endParaRPr sz="28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6075" y="2528601"/>
            <a:ext cx="11292836" cy="3735976"/>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217234"/>
            <a:ext cx="10033100" cy="13096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buClr>
                <a:srgbClr val="212121"/>
              </a:buClr>
              <a:defRPr/>
            </a:pPr>
            <a:r>
              <a:rPr kumimoji="0" lang="en-US" sz="20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The </a:t>
            </a:r>
            <a:r>
              <a:rPr kumimoji="0" lang="en-US" sz="20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FCI</a:t>
            </a:r>
            <a:r>
              <a:rPr kumimoji="0" lang="en-US" sz="20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 captures the current state of financial markets, including the ease or difficulty with which economic agents can access credit and financing (Aikman 2019). It reflects the short-term financial stress or risk levels in the system (ESRB 2021).</a:t>
            </a:r>
          </a:p>
        </p:txBody>
      </p:sp>
    </p:spTree>
    <p:extLst>
      <p:ext uri="{BB962C8B-B14F-4D97-AF65-F5344CB8AC3E}">
        <p14:creationId xmlns:p14="http://schemas.microsoft.com/office/powerpoint/2010/main" val="17032392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510767" y="591067"/>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pPr>
            <a:r>
              <a:rPr lang="en-GB" sz="2800" dirty="0">
                <a:solidFill>
                  <a:srgbClr val="9E5416"/>
                </a:solidFill>
                <a:sym typeface="League Spartan Medium"/>
              </a:rPr>
              <a:t>Macroprudential stance extensions</a:t>
            </a:r>
            <a:endParaRPr sz="2800" dirty="0">
              <a:solidFill>
                <a:srgbClr val="9E5416"/>
              </a:solidFill>
              <a:sym typeface="League Spartan Medium"/>
            </a:endParaRPr>
          </a:p>
        </p:txBody>
      </p:sp>
      <mc:AlternateContent xmlns:mc="http://schemas.openxmlformats.org/markup-compatibility/2006" xmlns:a14="http://schemas.microsoft.com/office/drawing/2010/main">
        <mc:Choice Requires="a14">
          <p:sp>
            <p:nvSpPr>
              <p:cNvPr id="2261" name="Google Shape;2261;p126"/>
              <p:cNvSpPr txBox="1">
                <a:spLocks noGrp="1"/>
              </p:cNvSpPr>
              <p:nvPr>
                <p:ph type="body" idx="4294967295"/>
              </p:nvPr>
            </p:nvSpPr>
            <p:spPr>
              <a:xfrm>
                <a:off x="510767" y="1588299"/>
                <a:ext cx="8005200" cy="4907094"/>
              </a:xfrm>
              <a:prstGeom prst="rect">
                <a:avLst/>
              </a:prstGeom>
            </p:spPr>
            <p:txBody>
              <a:bodyPr spcFirstLastPara="1" wrap="square" lIns="121900" tIns="121900" rIns="121900" bIns="121900" anchor="t" anchorCtr="0">
                <a:noAutofit/>
              </a:bodyPr>
              <a:lstStyle/>
              <a:p>
                <a:pPr marL="0" indent="0" algn="just">
                  <a:spcBef>
                    <a:spcPts val="1333"/>
                  </a:spcBef>
                  <a:spcAft>
                    <a:spcPts val="1600"/>
                  </a:spcAft>
                  <a:buNone/>
                </a:pPr>
                <a:r>
                  <a:rPr lang="en-GB" sz="2000" dirty="0">
                    <a:solidFill>
                      <a:srgbClr val="434343"/>
                    </a:solidFill>
                    <a:latin typeface="Catamaran ExtraLight" panose="020B0604020202020204" charset="0"/>
                    <a:cs typeface="Arial" panose="020B0604020202020204" pitchFamily="34" charset="0"/>
                    <a:sym typeface="Inter"/>
                  </a:rPr>
                  <a:t>Loss function for approach 1:</a:t>
                </a:r>
              </a:p>
              <a:p>
                <a:pPr marL="0" indent="0" algn="just">
                  <a:spcBef>
                    <a:spcPts val="1600"/>
                  </a:spcBef>
                  <a:spcAft>
                    <a:spcPts val="1600"/>
                  </a:spcAft>
                  <a:buClr>
                    <a:srgbClr val="40474B"/>
                  </a:buClr>
                  <a:buNone/>
                </a:pPr>
                <a14:m>
                  <m:oMathPara xmlns:m="http://schemas.openxmlformats.org/officeDocument/2006/math">
                    <m:oMathParaPr>
                      <m:jc m:val="centerGroup"/>
                    </m:oMathParaPr>
                    <m:oMath xmlns:m="http://schemas.openxmlformats.org/officeDocument/2006/math">
                      <m:func>
                        <m:funcPr>
                          <m:ctrlPr>
                            <a:rPr lang="en-US" sz="2400" i="1" smtClean="0">
                              <a:solidFill>
                                <a:srgbClr val="434343"/>
                              </a:solidFill>
                              <a:latin typeface="Cambria Math" panose="02040503050406030204" pitchFamily="18" charset="0"/>
                              <a:ea typeface="Cambria Math" panose="02040503050406030204" pitchFamily="18" charset="0"/>
                            </a:rPr>
                          </m:ctrlPr>
                        </m:funcPr>
                        <m:fName>
                          <m:limLow>
                            <m:limLowPr>
                              <m:ctrlPr>
                                <a:rPr lang="en-US" sz="2400" i="1">
                                  <a:solidFill>
                                    <a:srgbClr val="434343"/>
                                  </a:solidFill>
                                  <a:latin typeface="Cambria Math" panose="02040503050406030204" pitchFamily="18" charset="0"/>
                                  <a:ea typeface="Cambria Math" panose="02040503050406030204" pitchFamily="18" charset="0"/>
                                </a:rPr>
                              </m:ctrlPr>
                            </m:limLowPr>
                            <m:e>
                              <m:r>
                                <m:rPr>
                                  <m:sty m:val="p"/>
                                </m:rPr>
                                <a:rPr lang="en-US" sz="2400" smtClean="0">
                                  <a:solidFill>
                                    <a:srgbClr val="434343"/>
                                  </a:solidFill>
                                  <a:latin typeface="Cambria Math" panose="02040503050406030204" pitchFamily="18" charset="0"/>
                                  <a:ea typeface="Cambria Math" panose="02040503050406030204" pitchFamily="18" charset="0"/>
                                </a:rPr>
                                <m:t>min</m:t>
                              </m:r>
                            </m:e>
                            <m:lim>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𝜌</m:t>
                                  </m:r>
                                </m:e>
                                <m:sub>
                                  <m:r>
                                    <a:rPr lang="en-US" sz="2400" i="1">
                                      <a:solidFill>
                                        <a:srgbClr val="434343"/>
                                      </a:solidFill>
                                      <a:latin typeface="Cambria Math" panose="02040503050406030204" pitchFamily="18" charset="0"/>
                                      <a:ea typeface="Cambria Math" panose="02040503050406030204" pitchFamily="18" charset="0"/>
                                    </a:rPr>
                                    <m:t>𝑡</m:t>
                                  </m:r>
                                </m:sub>
                              </m:sSub>
                            </m:lim>
                          </m:limLow>
                        </m:fName>
                        <m:e>
                          <m:r>
                            <m:rPr>
                              <m:nor/>
                            </m:rPr>
                            <a:rPr lang="en-GB" sz="2400">
                              <a:solidFill>
                                <a:srgbClr val="434343"/>
                              </a:solidFill>
                              <a:latin typeface=""/>
                              <a:ea typeface="Cambria Math" panose="02040503050406030204" pitchFamily="18" charset="0"/>
                            </a:rPr>
                            <m:t>ℒ</m:t>
                          </m:r>
                        </m:e>
                      </m:func>
                      <m:r>
                        <a:rPr lang="en-US" sz="2400" i="1" smtClean="0">
                          <a:solidFill>
                            <a:srgbClr val="434343"/>
                          </a:solidFill>
                          <a:latin typeface="Cambria Math" panose="02040503050406030204" pitchFamily="18" charset="0"/>
                          <a:ea typeface="Cambria Math" panose="02040503050406030204" pitchFamily="18" charset="0"/>
                        </a:rPr>
                        <m:t>=</m:t>
                      </m:r>
                      <m:func>
                        <m:funcPr>
                          <m:ctrlPr>
                            <a:rPr lang="en-US" sz="2400" b="0" i="1" smtClean="0">
                              <a:solidFill>
                                <a:srgbClr val="434343"/>
                              </a:solidFill>
                              <a:latin typeface="Cambria Math" panose="02040503050406030204" pitchFamily="18" charset="0"/>
                              <a:ea typeface="Cambria Math" panose="02040503050406030204" pitchFamily="18" charset="0"/>
                            </a:rPr>
                          </m:ctrlPr>
                        </m:funcPr>
                        <m:fName>
                          <m:r>
                            <m:rPr>
                              <m:sty m:val="p"/>
                            </m:rPr>
                            <a:rPr lang="en-US" sz="2400" b="0" i="0" smtClean="0">
                              <a:solidFill>
                                <a:srgbClr val="434343"/>
                              </a:solidFill>
                              <a:latin typeface="Cambria Math" panose="02040503050406030204" pitchFamily="18" charset="0"/>
                              <a:ea typeface="Cambria Math" panose="02040503050406030204" pitchFamily="18" charset="0"/>
                            </a:rPr>
                            <m:t>max</m:t>
                          </m:r>
                        </m:fName>
                        <m:e>
                          <m:d>
                            <m:dPr>
                              <m:ctrlPr>
                                <a:rPr lang="en-US" sz="2400" b="0" i="1" smtClean="0">
                                  <a:solidFill>
                                    <a:srgbClr val="434343"/>
                                  </a:solidFill>
                                  <a:latin typeface="Cambria Math" panose="02040503050406030204" pitchFamily="18" charset="0"/>
                                  <a:ea typeface="Cambria Math" panose="02040503050406030204" pitchFamily="18" charset="0"/>
                                </a:rPr>
                              </m:ctrlPr>
                            </m:dPr>
                            <m:e>
                              <m:sSup>
                                <m:sSupPr>
                                  <m:ctrlPr>
                                    <a:rPr lang="en-US" sz="2000" b="0" i="1" dirty="0">
                                      <a:solidFill>
                                        <a:srgbClr val="434343"/>
                                      </a:solidFill>
                                      <a:latin typeface="Cambria Math" panose="02040503050406030204" pitchFamily="18" charset="0"/>
                                      <a:ea typeface="Cambria Math" panose="02040503050406030204" pitchFamily="18" charset="0"/>
                                    </a:rPr>
                                  </m:ctrlPr>
                                </m:sSupPr>
                                <m:e>
                                  <m:d>
                                    <m:dPr>
                                      <m:ctrlPr>
                                        <a:rPr lang="en-US" sz="2000" b="0" i="1" dirty="0">
                                          <a:solidFill>
                                            <a:srgbClr val="434343"/>
                                          </a:solidFill>
                                          <a:latin typeface="Cambria Math" panose="02040503050406030204" pitchFamily="18" charset="0"/>
                                          <a:ea typeface="Cambria Math" panose="02040503050406030204" pitchFamily="18" charset="0"/>
                                        </a:rPr>
                                      </m:ctrlPr>
                                    </m:dPr>
                                    <m:e>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b="0" i="1" smtClean="0">
                                              <a:solidFill>
                                                <a:srgbClr val="434343"/>
                                              </a:solidFill>
                                              <a:latin typeface="Cambria Math" panose="02040503050406030204" pitchFamily="18" charset="0"/>
                                              <a:ea typeface="Cambria Math" panose="02040503050406030204" pitchFamily="18" charset="0"/>
                                            </a:rPr>
                                            <m:t>𝑚</m:t>
                                          </m:r>
                                        </m:sub>
                                      </m:sSub>
                                      <m:r>
                                        <a:rPr lang="en-US" sz="2000" i="1">
                                          <a:solidFill>
                                            <a:srgbClr val="434343"/>
                                          </a:solidFill>
                                          <a:latin typeface="Cambria Math" panose="02040503050406030204" pitchFamily="18" charset="0"/>
                                          <a:ea typeface="Cambria Math" panose="02040503050406030204" pitchFamily="18" charset="0"/>
                                        </a:rPr>
                                        <m:t>−</m:t>
                                      </m:r>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𝑐</m:t>
                                          </m:r>
                                        </m:sub>
                                      </m:sSub>
                                    </m:e>
                                  </m:d>
                                </m:e>
                                <m:sup>
                                  <m:r>
                                    <a:rPr lang="en-US" sz="2000" i="1">
                                      <a:solidFill>
                                        <a:srgbClr val="434343"/>
                                      </a:solidFill>
                                      <a:latin typeface="Cambria Math" panose="02040503050406030204" pitchFamily="18" charset="0"/>
                                      <a:ea typeface="Cambria Math" panose="02040503050406030204" pitchFamily="18" charset="0"/>
                                    </a:rPr>
                                    <m:t>2</m:t>
                                  </m:r>
                                </m:sup>
                              </m:sSup>
                              <m:r>
                                <a:rPr lang="en-US" sz="2000" i="1" dirty="0">
                                  <a:solidFill>
                                    <a:srgbClr val="434343"/>
                                  </a:solidFill>
                                  <a:latin typeface="Cambria Math" panose="02040503050406030204" pitchFamily="18" charset="0"/>
                                  <a:ea typeface="Cambria Math" panose="02040503050406030204" pitchFamily="18" charset="0"/>
                                </a:rPr>
                                <m:t>,</m:t>
                              </m:r>
                              <m:r>
                                <a:rPr lang="en-US" sz="2000" i="1" dirty="0">
                                  <a:solidFill>
                                    <a:srgbClr val="434343"/>
                                  </a:solidFill>
                                  <a:latin typeface="Cambria Math" panose="02040503050406030204" pitchFamily="18" charset="0"/>
                                  <a:ea typeface="Cambria Math" panose="02040503050406030204" pitchFamily="18" charset="0"/>
                                </a:rPr>
                                <m:t>𝑡h𝑟𝑒𝑠h𝑜𝑙𝑑</m:t>
                              </m:r>
                            </m:e>
                          </m:d>
                        </m:e>
                      </m:func>
                    </m:oMath>
                  </m:oMathPara>
                </a14:m>
                <a:endParaRPr lang="en-GB" sz="2000" dirty="0">
                  <a:solidFill>
                    <a:srgbClr val="434343"/>
                  </a:solidFill>
                  <a:latin typeface="Catamaran ExtraLight" panose="020B0604020202020204" charset="0"/>
                  <a:cs typeface="Arial" panose="020B0604020202020204" pitchFamily="34" charset="0"/>
                  <a:sym typeface="Inter"/>
                </a:endParaRPr>
              </a:p>
              <a:p>
                <a:pPr marL="0" indent="0" algn="just">
                  <a:spcBef>
                    <a:spcPts val="1333"/>
                  </a:spcBef>
                  <a:spcAft>
                    <a:spcPts val="1600"/>
                  </a:spcAft>
                  <a:buNone/>
                </a:pPr>
                <a:r>
                  <a:rPr lang="en-GB" sz="2000" dirty="0">
                    <a:solidFill>
                      <a:srgbClr val="434343"/>
                    </a:solidFill>
                    <a:latin typeface="Catamaran ExtraLight" panose="020B0604020202020204" charset="0"/>
                    <a:cs typeface="Arial" panose="020B0604020202020204" pitchFamily="34" charset="0"/>
                    <a:sym typeface="Inter"/>
                  </a:rPr>
                  <a:t>Welfare function by Suarez (2022):</a:t>
                </a:r>
              </a:p>
              <a:p>
                <a:pPr marL="0" indent="0" algn="just">
                  <a:spcBef>
                    <a:spcPts val="1600"/>
                  </a:spcBef>
                  <a:spcAft>
                    <a:spcPts val="1600"/>
                  </a:spcAft>
                  <a:buNone/>
                </a:pPr>
                <a14:m>
                  <m:oMathPara xmlns:m="http://schemas.openxmlformats.org/officeDocument/2006/math">
                    <m:oMathParaPr>
                      <m:jc m:val="centerGroup"/>
                    </m:oMathParaPr>
                    <m:oMath xmlns:m="http://schemas.openxmlformats.org/officeDocument/2006/math">
                      <m:r>
                        <a:rPr lang="en-GB" sz="2000" i="1">
                          <a:solidFill>
                            <a:srgbClr val="434343"/>
                          </a:solidFill>
                          <a:latin typeface="Cambria Math" panose="02040503050406030204" pitchFamily="18" charset="0"/>
                          <a:ea typeface="Cambria Math" panose="02040503050406030204" pitchFamily="18" charset="0"/>
                        </a:rPr>
                        <m:t>𝑊</m:t>
                      </m:r>
                      <m:r>
                        <a:rPr lang="en-US" sz="2000" i="1">
                          <a:solidFill>
                            <a:srgbClr val="434343"/>
                          </a:solidFill>
                          <a:latin typeface="Cambria Math" panose="02040503050406030204" pitchFamily="18" charset="0"/>
                          <a:ea typeface="Cambria Math" panose="02040503050406030204" pitchFamily="18" charset="0"/>
                        </a:rPr>
                        <m:t>=</m:t>
                      </m:r>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𝑚</m:t>
                          </m:r>
                        </m:sub>
                      </m:sSub>
                      <m:r>
                        <a:rPr lang="en-US" sz="2000" i="1" dirty="0">
                          <a:solidFill>
                            <a:srgbClr val="434343"/>
                          </a:solidFill>
                          <a:latin typeface="Cambria Math" panose="02040503050406030204" pitchFamily="18" charset="0"/>
                          <a:ea typeface="Cambria Math" panose="02040503050406030204" pitchFamily="18" charset="0"/>
                        </a:rPr>
                        <m:t>−</m:t>
                      </m:r>
                      <m:f>
                        <m:fPr>
                          <m:ctrlPr>
                            <a:rPr lang="en-US" sz="2000" i="1" dirty="0">
                              <a:solidFill>
                                <a:srgbClr val="434343"/>
                              </a:solidFill>
                              <a:latin typeface="Cambria Math" panose="02040503050406030204" pitchFamily="18" charset="0"/>
                              <a:ea typeface="Cambria Math" panose="02040503050406030204" pitchFamily="18" charset="0"/>
                            </a:rPr>
                          </m:ctrlPr>
                        </m:fPr>
                        <m:num>
                          <m:r>
                            <a:rPr lang="en-US" sz="2000" i="1" dirty="0">
                              <a:solidFill>
                                <a:srgbClr val="434343"/>
                              </a:solidFill>
                              <a:latin typeface="Cambria Math" panose="02040503050406030204" pitchFamily="18" charset="0"/>
                              <a:ea typeface="Cambria Math" panose="02040503050406030204" pitchFamily="18" charset="0"/>
                            </a:rPr>
                            <m:t>1</m:t>
                          </m:r>
                        </m:num>
                        <m:den>
                          <m:r>
                            <a:rPr lang="en-US" sz="2000" i="1" dirty="0">
                              <a:solidFill>
                                <a:srgbClr val="434343"/>
                              </a:solidFill>
                              <a:latin typeface="Cambria Math" panose="02040503050406030204" pitchFamily="18" charset="0"/>
                              <a:ea typeface="Cambria Math" panose="02040503050406030204" pitchFamily="18" charset="0"/>
                            </a:rPr>
                            <m:t>2</m:t>
                          </m:r>
                        </m:den>
                      </m:f>
                      <m:r>
                        <a:rPr lang="en-US" sz="2000" i="1" dirty="0">
                          <a:solidFill>
                            <a:srgbClr val="434343"/>
                          </a:solidFill>
                          <a:latin typeface="Cambria Math" panose="02040503050406030204" pitchFamily="18" charset="0"/>
                          <a:ea typeface="Cambria Math" panose="02040503050406030204" pitchFamily="18" charset="0"/>
                        </a:rPr>
                        <m:t>𝑤</m:t>
                      </m:r>
                      <m:sSup>
                        <m:sSupPr>
                          <m:ctrlPr>
                            <a:rPr lang="en-US" sz="2000" i="1" dirty="0">
                              <a:solidFill>
                                <a:srgbClr val="434343"/>
                              </a:solidFill>
                              <a:latin typeface="Cambria Math" panose="02040503050406030204" pitchFamily="18" charset="0"/>
                              <a:ea typeface="Cambria Math" panose="02040503050406030204" pitchFamily="18" charset="0"/>
                            </a:rPr>
                          </m:ctrlPr>
                        </m:sSupPr>
                        <m:e>
                          <m:d>
                            <m:dPr>
                              <m:ctrlPr>
                                <a:rPr lang="en-US" sz="2000" i="1" dirty="0">
                                  <a:solidFill>
                                    <a:srgbClr val="434343"/>
                                  </a:solidFill>
                                  <a:latin typeface="Cambria Math" panose="02040503050406030204" pitchFamily="18" charset="0"/>
                                  <a:ea typeface="Cambria Math" panose="02040503050406030204" pitchFamily="18" charset="0"/>
                                </a:rPr>
                              </m:ctrlPr>
                            </m:dPr>
                            <m:e>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𝑚</m:t>
                                  </m:r>
                                </m:sub>
                              </m:sSub>
                              <m:r>
                                <a:rPr lang="en-US" sz="2000" i="1">
                                  <a:solidFill>
                                    <a:srgbClr val="434343"/>
                                  </a:solidFill>
                                  <a:latin typeface="Cambria Math" panose="02040503050406030204" pitchFamily="18" charset="0"/>
                                  <a:ea typeface="Cambria Math" panose="02040503050406030204" pitchFamily="18" charset="0"/>
                                </a:rPr>
                                <m:t>−</m:t>
                              </m:r>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𝑐</m:t>
                                  </m:r>
                                </m:sub>
                              </m:sSub>
                            </m:e>
                          </m:d>
                        </m:e>
                        <m:sup>
                          <m:r>
                            <a:rPr lang="en-US" sz="2000" i="1">
                              <a:solidFill>
                                <a:srgbClr val="434343"/>
                              </a:solidFill>
                              <a:latin typeface="Cambria Math" panose="02040503050406030204" pitchFamily="18" charset="0"/>
                              <a:ea typeface="Cambria Math" panose="02040503050406030204" pitchFamily="18" charset="0"/>
                            </a:rPr>
                            <m:t>2</m:t>
                          </m:r>
                        </m:sup>
                      </m:sSup>
                      <m:r>
                        <a:rPr lang="en-US" sz="2000" i="1">
                          <a:solidFill>
                            <a:srgbClr val="434343"/>
                          </a:solidFill>
                          <a:latin typeface="Cambria Math" panose="02040503050406030204" pitchFamily="18" charset="0"/>
                          <a:ea typeface="Cambria Math" panose="02040503050406030204" pitchFamily="18" charset="0"/>
                        </a:rPr>
                        <m:t>,</m:t>
                      </m:r>
                    </m:oMath>
                  </m:oMathPara>
                </a14:m>
                <a:endParaRPr lang="en-GB" sz="2000" dirty="0">
                  <a:solidFill>
                    <a:srgbClr val="434343"/>
                  </a:solidFill>
                  <a:latin typeface=""/>
                  <a:ea typeface="Cambria Math" panose="02040503050406030204" pitchFamily="18" charset="0"/>
                </a:endParaRPr>
              </a:p>
              <a:p>
                <a:pPr marL="0" indent="0" algn="just">
                  <a:spcBef>
                    <a:spcPts val="1600"/>
                  </a:spcBef>
                  <a:spcAft>
                    <a:spcPts val="1600"/>
                  </a:spcAft>
                  <a:buNone/>
                </a:pPr>
                <a:r>
                  <a:rPr lang="en-GB" sz="2000" dirty="0">
                    <a:solidFill>
                      <a:srgbClr val="434343"/>
                    </a:solidFill>
                    <a:latin typeface="Catamaran ExtraLight" panose="020B0604020202020204" charset="0"/>
                    <a:cs typeface="Arial" panose="020B0604020202020204" pitchFamily="34" charset="0"/>
                  </a:rPr>
                  <a:t>Suarez loss function in general form:</a:t>
                </a:r>
              </a:p>
              <a:p>
                <a:pPr marL="0" indent="0" algn="just">
                  <a:spcBef>
                    <a:spcPts val="1600"/>
                  </a:spcBef>
                  <a:spcAft>
                    <a:spcPts val="1600"/>
                  </a:spcAft>
                  <a:buNone/>
                </a:pPr>
                <a14:m>
                  <m:oMathPara xmlns:m="http://schemas.openxmlformats.org/officeDocument/2006/math">
                    <m:oMathParaPr>
                      <m:jc m:val="centerGroup"/>
                    </m:oMathParaPr>
                    <m:oMath xmlns:m="http://schemas.openxmlformats.org/officeDocument/2006/math">
                      <m:func>
                        <m:funcPr>
                          <m:ctrlPr>
                            <a:rPr lang="en-US" sz="2400" i="1">
                              <a:solidFill>
                                <a:srgbClr val="434343"/>
                              </a:solidFill>
                              <a:latin typeface="Cambria Math" panose="02040503050406030204" pitchFamily="18" charset="0"/>
                              <a:ea typeface="Cambria Math" panose="02040503050406030204" pitchFamily="18" charset="0"/>
                            </a:rPr>
                          </m:ctrlPr>
                        </m:funcPr>
                        <m:fName>
                          <m:limLow>
                            <m:limLowPr>
                              <m:ctrlPr>
                                <a:rPr lang="en-US" sz="2400" i="1">
                                  <a:solidFill>
                                    <a:srgbClr val="434343"/>
                                  </a:solidFill>
                                  <a:latin typeface="Cambria Math" panose="02040503050406030204" pitchFamily="18" charset="0"/>
                                  <a:ea typeface="Cambria Math" panose="02040503050406030204" pitchFamily="18" charset="0"/>
                                </a:rPr>
                              </m:ctrlPr>
                            </m:limLowPr>
                            <m:e>
                              <m:r>
                                <m:rPr>
                                  <m:sty m:val="p"/>
                                </m:rPr>
                                <a:rPr lang="en-US" sz="2400">
                                  <a:solidFill>
                                    <a:srgbClr val="434343"/>
                                  </a:solidFill>
                                  <a:latin typeface="Cambria Math" panose="02040503050406030204" pitchFamily="18" charset="0"/>
                                  <a:ea typeface="Cambria Math" panose="02040503050406030204" pitchFamily="18" charset="0"/>
                                </a:rPr>
                                <m:t>min</m:t>
                              </m:r>
                            </m:e>
                            <m:lim>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𝜌</m:t>
                                  </m:r>
                                </m:e>
                                <m:sub>
                                  <m:r>
                                    <a:rPr lang="en-US" sz="2400" i="1">
                                      <a:solidFill>
                                        <a:srgbClr val="434343"/>
                                      </a:solidFill>
                                      <a:latin typeface="Cambria Math" panose="02040503050406030204" pitchFamily="18" charset="0"/>
                                      <a:ea typeface="Cambria Math" panose="02040503050406030204" pitchFamily="18" charset="0"/>
                                    </a:rPr>
                                    <m:t>𝑡</m:t>
                                  </m:r>
                                </m:sub>
                              </m:sSub>
                            </m:lim>
                          </m:limLow>
                        </m:fName>
                        <m:e>
                          <m:r>
                            <m:rPr>
                              <m:nor/>
                            </m:rPr>
                            <a:rPr lang="en-GB" sz="2400">
                              <a:solidFill>
                                <a:srgbClr val="434343"/>
                              </a:solidFill>
                              <a:latin typeface=""/>
                              <a:ea typeface="Cambria Math" panose="02040503050406030204" pitchFamily="18" charset="0"/>
                            </a:rPr>
                            <m:t>ℒ</m:t>
                          </m:r>
                        </m:e>
                      </m:func>
                      <m:r>
                        <a:rPr lang="en-US" sz="2400" i="1">
                          <a:solidFill>
                            <a:srgbClr val="434343"/>
                          </a:solidFill>
                          <a:latin typeface="Cambria Math" panose="02040503050406030204" pitchFamily="18" charset="0"/>
                          <a:ea typeface="Cambria Math" panose="02040503050406030204" pitchFamily="18" charset="0"/>
                        </a:rPr>
                        <m:t>=</m:t>
                      </m:r>
                      <m:r>
                        <a:rPr lang="en-US" sz="2400" b="0" i="1" smtClean="0">
                          <a:solidFill>
                            <a:srgbClr val="434343"/>
                          </a:solidFill>
                          <a:latin typeface="Cambria Math" panose="02040503050406030204" pitchFamily="18" charset="0"/>
                          <a:ea typeface="Cambria Math" panose="02040503050406030204" pitchFamily="18" charset="0"/>
                        </a:rPr>
                        <m:t>−</m:t>
                      </m:r>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𝐸</m:t>
                          </m:r>
                        </m:e>
                        <m:sub>
                          <m:r>
                            <a:rPr lang="en-US" sz="2400" i="1">
                              <a:solidFill>
                                <a:srgbClr val="434343"/>
                              </a:solidFill>
                              <a:latin typeface="Cambria Math" panose="02040503050406030204" pitchFamily="18" charset="0"/>
                              <a:ea typeface="Cambria Math" panose="02040503050406030204" pitchFamily="18" charset="0"/>
                            </a:rPr>
                            <m:t>𝑡</m:t>
                          </m:r>
                        </m:sub>
                      </m:sSub>
                      <m:d>
                        <m:dPr>
                          <m:begChr m:val="{"/>
                          <m:endChr m:val="}"/>
                          <m:ctrlPr>
                            <a:rPr lang="en-US" sz="2400" i="1">
                              <a:solidFill>
                                <a:srgbClr val="434343"/>
                              </a:solidFill>
                              <a:latin typeface="Cambria Math" panose="02040503050406030204" pitchFamily="18" charset="0"/>
                              <a:ea typeface="Cambria Math" panose="02040503050406030204" pitchFamily="18" charset="0"/>
                            </a:rPr>
                          </m:ctrlPr>
                        </m:dPr>
                        <m:e>
                          <m:nary>
                            <m:naryPr>
                              <m:chr m:val="∑"/>
                              <m:ctrlPr>
                                <a:rPr lang="en-US" sz="2400" i="1">
                                  <a:solidFill>
                                    <a:srgbClr val="434343"/>
                                  </a:solidFill>
                                  <a:latin typeface="Cambria Math" panose="02040503050406030204" pitchFamily="18" charset="0"/>
                                  <a:ea typeface="Cambria Math" panose="02040503050406030204" pitchFamily="18" charset="0"/>
                                </a:rPr>
                              </m:ctrlPr>
                            </m:naryPr>
                            <m:sub>
                              <m:r>
                                <a:rPr lang="en-US" sz="2400" b="0" i="1" smtClean="0">
                                  <a:solidFill>
                                    <a:srgbClr val="434343"/>
                                  </a:solidFill>
                                  <a:latin typeface="Cambria Math" panose="02040503050406030204" pitchFamily="18" charset="0"/>
                                  <a:ea typeface="Cambria Math" panose="02040503050406030204" pitchFamily="18" charset="0"/>
                                </a:rPr>
                                <m:t>𝑡</m:t>
                              </m:r>
                              <m:r>
                                <a:rPr lang="en-US" sz="2400" i="1">
                                  <a:solidFill>
                                    <a:srgbClr val="434343"/>
                                  </a:solidFill>
                                  <a:latin typeface="Cambria Math" panose="02040503050406030204" pitchFamily="18" charset="0"/>
                                  <a:ea typeface="Cambria Math" panose="02040503050406030204" pitchFamily="18" charset="0"/>
                                </a:rPr>
                                <m:t>=0</m:t>
                              </m:r>
                            </m:sub>
                            <m:sup>
                              <m:r>
                                <a:rPr lang="en-US" sz="2400" i="1">
                                  <a:solidFill>
                                    <a:srgbClr val="434343"/>
                                  </a:solidFill>
                                  <a:latin typeface="Cambria Math" panose="02040503050406030204" pitchFamily="18" charset="0"/>
                                  <a:ea typeface="Cambria Math" panose="02040503050406030204" pitchFamily="18" charset="0"/>
                                </a:rPr>
                                <m:t>𝑇</m:t>
                              </m:r>
                            </m:sup>
                            <m:e>
                              <m:sSup>
                                <m:sSupPr>
                                  <m:ctrlPr>
                                    <a:rPr lang="en-US" sz="2400" i="1">
                                      <a:solidFill>
                                        <a:srgbClr val="434343"/>
                                      </a:solidFill>
                                      <a:latin typeface="Cambria Math" panose="02040503050406030204" pitchFamily="18" charset="0"/>
                                      <a:ea typeface="Cambria Math" panose="02040503050406030204" pitchFamily="18" charset="0"/>
                                    </a:rPr>
                                  </m:ctrlPr>
                                </m:sSupPr>
                                <m:e>
                                  <m:r>
                                    <a:rPr lang="en-US" sz="2400" i="1">
                                      <a:solidFill>
                                        <a:srgbClr val="434343"/>
                                      </a:solidFill>
                                      <a:latin typeface="Cambria Math" panose="02040503050406030204" pitchFamily="18" charset="0"/>
                                      <a:ea typeface="Cambria Math" panose="02040503050406030204" pitchFamily="18" charset="0"/>
                                    </a:rPr>
                                    <m:t>𝛽</m:t>
                                  </m:r>
                                </m:e>
                                <m:sup>
                                  <m:r>
                                    <a:rPr lang="en-US" sz="2400" b="0" i="1" smtClean="0">
                                      <a:solidFill>
                                        <a:srgbClr val="434343"/>
                                      </a:solidFill>
                                      <a:latin typeface="Cambria Math" panose="02040503050406030204" pitchFamily="18" charset="0"/>
                                      <a:ea typeface="Cambria Math" panose="02040503050406030204" pitchFamily="18" charset="0"/>
                                    </a:rPr>
                                    <m:t>𝑡</m:t>
                                  </m:r>
                                </m:sup>
                              </m:sSup>
                              <m:sSub>
                                <m:sSubPr>
                                  <m:ctrlPr>
                                    <a:rPr lang="en-US" sz="2400" b="0" i="1" smtClean="0">
                                      <a:solidFill>
                                        <a:srgbClr val="434343"/>
                                      </a:solidFill>
                                      <a:latin typeface="Cambria Math" panose="02040503050406030204" pitchFamily="18" charset="0"/>
                                      <a:ea typeface="Cambria Math" panose="02040503050406030204" pitchFamily="18" charset="0"/>
                                    </a:rPr>
                                  </m:ctrlPr>
                                </m:sSubPr>
                                <m:e>
                                  <m:r>
                                    <a:rPr lang="en-GB" sz="2000" i="1">
                                      <a:solidFill>
                                        <a:srgbClr val="434343"/>
                                      </a:solidFill>
                                      <a:latin typeface="Cambria Math" panose="02040503050406030204" pitchFamily="18" charset="0"/>
                                      <a:ea typeface="Cambria Math" panose="02040503050406030204" pitchFamily="18" charset="0"/>
                                    </a:rPr>
                                    <m:t>𝑊</m:t>
                                  </m:r>
                                </m:e>
                                <m:sub>
                                  <m:r>
                                    <a:rPr lang="en-US" sz="2400" b="0" i="1" smtClean="0">
                                      <a:solidFill>
                                        <a:srgbClr val="434343"/>
                                      </a:solidFill>
                                      <a:latin typeface="Cambria Math" panose="02040503050406030204" pitchFamily="18" charset="0"/>
                                      <a:ea typeface="Cambria Math" panose="02040503050406030204" pitchFamily="18" charset="0"/>
                                    </a:rPr>
                                    <m:t>𝑡</m:t>
                                  </m:r>
                                  <m:r>
                                    <a:rPr lang="en-US" sz="2400" b="0" i="1" smtClean="0">
                                      <a:solidFill>
                                        <a:srgbClr val="434343"/>
                                      </a:solidFill>
                                      <a:latin typeface="Cambria Math" panose="02040503050406030204" pitchFamily="18" charset="0"/>
                                      <a:ea typeface="Cambria Math" panose="02040503050406030204" pitchFamily="18" charset="0"/>
                                    </a:rPr>
                                    <m:t>+1</m:t>
                                  </m:r>
                                </m:sub>
                              </m:sSub>
                            </m:e>
                          </m:nary>
                        </m:e>
                      </m:d>
                    </m:oMath>
                  </m:oMathPara>
                </a14:m>
                <a:endParaRPr lang="en-GB" sz="2400" dirty="0">
                  <a:solidFill>
                    <a:srgbClr val="434343"/>
                  </a:solidFill>
                  <a:latin typeface=""/>
                  <a:ea typeface="Cambria Math" panose="02040503050406030204" pitchFamily="18" charset="0"/>
                </a:endParaRPr>
              </a:p>
            </p:txBody>
          </p:sp>
        </mc:Choice>
        <mc:Fallback xmlns="">
          <p:sp>
            <p:nvSpPr>
              <p:cNvPr id="2261" name="Google Shape;2261;p126"/>
              <p:cNvSpPr txBox="1">
                <a:spLocks noGrp="1" noRot="1" noChangeAspect="1" noMove="1" noResize="1" noEditPoints="1" noAdjustHandles="1" noChangeArrowheads="1" noChangeShapeType="1" noTextEdit="1"/>
              </p:cNvSpPr>
              <p:nvPr>
                <p:ph type="body" idx="4294967295"/>
              </p:nvPr>
            </p:nvSpPr>
            <p:spPr>
              <a:xfrm>
                <a:off x="510767" y="1588299"/>
                <a:ext cx="8005200" cy="4907094"/>
              </a:xfrm>
              <a:prstGeom prst="rect">
                <a:avLst/>
              </a:prstGeom>
              <a:blipFill>
                <a:blip r:embed="rId3"/>
                <a:stretch>
                  <a:fillRect l="-475" b="-34109"/>
                </a:stretch>
              </a:blipFill>
            </p:spPr>
            <p:txBody>
              <a:bodyPr/>
              <a:lstStyle/>
              <a:p>
                <a:r>
                  <a:rPr lang="en-AM">
                    <a:noFill/>
                  </a:rPr>
                  <a:t> </a:t>
                </a:r>
              </a:p>
            </p:txBody>
          </p:sp>
        </mc:Fallback>
      </mc:AlternateContent>
    </p:spTree>
    <p:extLst>
      <p:ext uri="{BB962C8B-B14F-4D97-AF65-F5344CB8AC3E}">
        <p14:creationId xmlns:p14="http://schemas.microsoft.com/office/powerpoint/2010/main" val="26167592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760DBD21-AD81-C6B8-1527-D2AC7D2E7E15}"/>
              </a:ext>
            </a:extLst>
          </p:cNvPr>
          <p:cNvSpPr txBox="1">
            <a:spLocks noGrp="1"/>
          </p:cNvSpPr>
          <p:nvPr>
            <p:ph type="title"/>
          </p:nvPr>
        </p:nvSpPr>
        <p:spPr>
          <a:xfrm>
            <a:off x="510766" y="434011"/>
            <a:ext cx="8186425" cy="1184581"/>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Helvetica" pitchFamily="2" charset="0"/>
                <a:sym typeface="League Spartan Medium"/>
              </a:rPr>
              <a:t>w calibration: Suarez utility function</a:t>
            </a:r>
          </a:p>
        </p:txBody>
      </p:sp>
      <p:pic>
        <p:nvPicPr>
          <p:cNvPr id="7" name="Picture 6">
            <a:extLst>
              <a:ext uri="{FF2B5EF4-FFF2-40B4-BE49-F238E27FC236}">
                <a16:creationId xmlns:a16="http://schemas.microsoft.com/office/drawing/2014/main" id="{829D3B1B-3FFF-F48C-0B58-9D0D71992D56}"/>
              </a:ext>
            </a:extLst>
          </p:cNvPr>
          <p:cNvPicPr>
            <a:picLocks noChangeAspect="1"/>
          </p:cNvPicPr>
          <p:nvPr/>
        </p:nvPicPr>
        <p:blipFill>
          <a:blip r:embed="rId2"/>
          <a:srcRect/>
          <a:stretch/>
        </p:blipFill>
        <p:spPr>
          <a:xfrm>
            <a:off x="297678" y="2624688"/>
            <a:ext cx="8612600" cy="4233311"/>
          </a:xfrm>
          <a:prstGeom prst="rect">
            <a:avLst/>
          </a:prstGeom>
        </p:spPr>
      </p:pic>
      <p:sp>
        <p:nvSpPr>
          <p:cNvPr id="8" name="Google Shape;2201;p118">
            <a:extLst>
              <a:ext uri="{FF2B5EF4-FFF2-40B4-BE49-F238E27FC236}">
                <a16:creationId xmlns:a16="http://schemas.microsoft.com/office/drawing/2014/main" id="{7818A3AF-EBB8-AEB9-5DC8-81DF4C4B64C0}"/>
              </a:ext>
            </a:extLst>
          </p:cNvPr>
          <p:cNvSpPr txBox="1">
            <a:spLocks/>
          </p:cNvSpPr>
          <p:nvPr/>
        </p:nvSpPr>
        <p:spPr>
          <a:xfrm>
            <a:off x="510765" y="1360097"/>
            <a:ext cx="8186425" cy="118458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Helvetica" pitchFamily="2" charset="0"/>
                <a:cs typeface="Catamaran ExtraLight" panose="020B0604020202020204" charset="0"/>
              </a:rPr>
              <a:t>The Suarez utility function indicates preference for a particular policy action given the </a:t>
            </a:r>
            <a:r>
              <a:rPr lang="en-US" sz="2000" b="1" kern="0" dirty="0">
                <a:solidFill>
                  <a:srgbClr val="9E5416"/>
                </a:solidFill>
                <a:latin typeface="Helvetica" pitchFamily="2" charset="0"/>
                <a:cs typeface="Catamaran ExtraLight" panose="020B0604020202020204" charset="0"/>
              </a:rPr>
              <a:t>policy stance</a:t>
            </a:r>
            <a:r>
              <a:rPr lang="en-US" sz="2000" kern="0" dirty="0">
                <a:solidFill>
                  <a:srgbClr val="9E5416"/>
                </a:solidFill>
                <a:latin typeface="Helvetica" pitchFamily="2" charset="0"/>
                <a:cs typeface="Catamaran ExtraLight" panose="020B0604020202020204" charset="0"/>
              </a:rPr>
              <a:t> </a:t>
            </a:r>
            <a:r>
              <a:rPr lang="en-US" sz="2000" kern="0" dirty="0">
                <a:solidFill>
                  <a:srgbClr val="434343"/>
                </a:solidFill>
                <a:latin typeface="Helvetica" pitchFamily="2" charset="0"/>
                <a:cs typeface="Catamaran ExtraLight" panose="020B0604020202020204" charset="0"/>
              </a:rPr>
              <a:t>and </a:t>
            </a:r>
            <a:r>
              <a:rPr lang="en-US" sz="2000" b="1" kern="0" dirty="0">
                <a:solidFill>
                  <a:srgbClr val="9E5416"/>
                </a:solidFill>
                <a:latin typeface="Helvetica" pitchFamily="2" charset="0"/>
                <a:cs typeface="Catamaran ExtraLight" panose="020B0604020202020204" charset="0"/>
              </a:rPr>
              <a:t>risk expectations</a:t>
            </a:r>
            <a:r>
              <a:rPr lang="en-US" sz="2000" kern="0" dirty="0">
                <a:solidFill>
                  <a:srgbClr val="434343"/>
                </a:solidFill>
                <a:latin typeface="Helvetica" pitchFamily="2" charset="0"/>
                <a:cs typeface="Catamaran ExtraLight" panose="020B0604020202020204" charset="0"/>
              </a:rPr>
              <a:t> w. Higher values of utility indicate preference towards those polices.</a:t>
            </a:r>
          </a:p>
        </p:txBody>
      </p:sp>
    </p:spTree>
    <p:extLst>
      <p:ext uri="{BB962C8B-B14F-4D97-AF65-F5344CB8AC3E}">
        <p14:creationId xmlns:p14="http://schemas.microsoft.com/office/powerpoint/2010/main" val="13463100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760DBD21-AD81-C6B8-1527-D2AC7D2E7E15}"/>
              </a:ext>
            </a:extLst>
          </p:cNvPr>
          <p:cNvSpPr txBox="1">
            <a:spLocks noGrp="1"/>
          </p:cNvSpPr>
          <p:nvPr>
            <p:ph type="title"/>
          </p:nvPr>
        </p:nvSpPr>
        <p:spPr>
          <a:xfrm>
            <a:off x="510766" y="434011"/>
            <a:ext cx="8186425" cy="1184581"/>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Helvetica" pitchFamily="2" charset="0"/>
                <a:sym typeface="League Spartan Medium"/>
              </a:rPr>
              <a:t>w calibration: Risk aversion interval relevant for policy decisions</a:t>
            </a:r>
          </a:p>
        </p:txBody>
      </p:sp>
      <p:pic>
        <p:nvPicPr>
          <p:cNvPr id="7" name="Picture 6">
            <a:extLst>
              <a:ext uri="{FF2B5EF4-FFF2-40B4-BE49-F238E27FC236}">
                <a16:creationId xmlns:a16="http://schemas.microsoft.com/office/drawing/2014/main" id="{829D3B1B-3FFF-F48C-0B58-9D0D71992D56}"/>
              </a:ext>
            </a:extLst>
          </p:cNvPr>
          <p:cNvPicPr>
            <a:picLocks noChangeAspect="1"/>
          </p:cNvPicPr>
          <p:nvPr/>
        </p:nvPicPr>
        <p:blipFill>
          <a:blip r:embed="rId2"/>
          <a:srcRect/>
          <a:stretch/>
        </p:blipFill>
        <p:spPr>
          <a:xfrm>
            <a:off x="297678" y="2551948"/>
            <a:ext cx="8612600" cy="4233312"/>
          </a:xfrm>
          <a:prstGeom prst="rect">
            <a:avLst/>
          </a:prstGeom>
        </p:spPr>
      </p:pic>
      <p:sp>
        <p:nvSpPr>
          <p:cNvPr id="8" name="Google Shape;2201;p118">
            <a:extLst>
              <a:ext uri="{FF2B5EF4-FFF2-40B4-BE49-F238E27FC236}">
                <a16:creationId xmlns:a16="http://schemas.microsoft.com/office/drawing/2014/main" id="{7818A3AF-EBB8-AEB9-5DC8-81DF4C4B64C0}"/>
              </a:ext>
            </a:extLst>
          </p:cNvPr>
          <p:cNvSpPr txBox="1">
            <a:spLocks/>
          </p:cNvSpPr>
          <p:nvPr/>
        </p:nvSpPr>
        <p:spPr>
          <a:xfrm>
            <a:off x="510765" y="1335650"/>
            <a:ext cx="8186425" cy="121629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1700" kern="0" dirty="0">
                <a:solidFill>
                  <a:srgbClr val="434343"/>
                </a:solidFill>
                <a:latin typeface="Helvetica" pitchFamily="2" charset="0"/>
                <a:cs typeface="Catamaran ExtraLight" panose="020B0604020202020204" charset="0"/>
              </a:rPr>
              <a:t>w represents the </a:t>
            </a:r>
            <a:r>
              <a:rPr lang="en-US" sz="1700" b="1" kern="0" dirty="0">
                <a:solidFill>
                  <a:srgbClr val="9E5416"/>
                </a:solidFill>
                <a:latin typeface="Helvetica" pitchFamily="2" charset="0"/>
                <a:cs typeface="Catamaran ExtraLight" panose="020B0604020202020204" charset="0"/>
              </a:rPr>
              <a:t>policy stance</a:t>
            </a:r>
            <a:r>
              <a:rPr lang="en-US" sz="1700" kern="0" dirty="0">
                <a:solidFill>
                  <a:srgbClr val="9E5416"/>
                </a:solidFill>
                <a:latin typeface="Helvetica" pitchFamily="2" charset="0"/>
                <a:cs typeface="Catamaran ExtraLight" panose="020B0604020202020204" charset="0"/>
              </a:rPr>
              <a:t> </a:t>
            </a:r>
            <a:r>
              <a:rPr lang="en-US" sz="1700" kern="0" dirty="0">
                <a:solidFill>
                  <a:srgbClr val="434343"/>
                </a:solidFill>
                <a:latin typeface="Helvetica" pitchFamily="2" charset="0"/>
                <a:cs typeface="Catamaran ExtraLight" panose="020B0604020202020204" charset="0"/>
              </a:rPr>
              <a:t>and </a:t>
            </a:r>
            <a:r>
              <a:rPr lang="en-US" sz="1700" b="1" kern="0" dirty="0">
                <a:solidFill>
                  <a:srgbClr val="9E5416"/>
                </a:solidFill>
                <a:latin typeface="Helvetica" pitchFamily="2" charset="0"/>
                <a:cs typeface="Catamaran ExtraLight" panose="020B0604020202020204" charset="0"/>
              </a:rPr>
              <a:t>risk expectations </a:t>
            </a:r>
            <a:r>
              <a:rPr lang="en-US" sz="1700" kern="0" dirty="0">
                <a:solidFill>
                  <a:srgbClr val="434343"/>
                </a:solidFill>
                <a:latin typeface="Helvetica" pitchFamily="2" charset="0"/>
                <a:cs typeface="Catamaran ExtraLight" panose="020B0604020202020204" charset="0"/>
              </a:rPr>
              <a:t>of the policymaker. As such, it should change slowly over the financial cycle. If the policymaker believes there is a fundamental change in risks, then they should change w accordingly.</a:t>
            </a:r>
          </a:p>
        </p:txBody>
      </p:sp>
    </p:spTree>
    <p:extLst>
      <p:ext uri="{BB962C8B-B14F-4D97-AF65-F5344CB8AC3E}">
        <p14:creationId xmlns:p14="http://schemas.microsoft.com/office/powerpoint/2010/main" val="12811575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6" y="434010"/>
            <a:ext cx="10630199" cy="1188000"/>
          </a:xfrm>
          <a:prstGeom prst="rect">
            <a:avLst/>
          </a:prstGeom>
          <a:noFill/>
          <a:ln>
            <a:noFill/>
          </a:ln>
        </p:spPr>
        <p:txBody>
          <a:bodyPr spcFirstLastPara="1" wrap="square" lIns="121900" tIns="121900" rIns="121900" bIns="121900" anchor="ctr" anchorCtr="0">
            <a:noAutofit/>
          </a:bodyPr>
          <a:lstStyle/>
          <a:p>
            <a:pPr>
              <a:buSzPts val="2800"/>
            </a:pPr>
            <a:r>
              <a:rPr lang="en-US" sz="2400" b="1" dirty="0">
                <a:solidFill>
                  <a:srgbClr val="9E5416"/>
                </a:solidFill>
                <a:latin typeface="Arial" panose="020B0604020202020204" pitchFamily="34" charset="0"/>
                <a:cs typeface="Arial" panose="020B0604020202020204" pitchFamily="34" charset="0"/>
                <a:sym typeface="League Spartan Medium"/>
              </a:rPr>
              <a:t>GDP distributions corresponding to systemic risks one year prior. Median: 9.21% --&gt; 8.9% (-0.31%), Gap: 7.93% --&gt; 7.39% (-0.54%).</a:t>
            </a:r>
          </a:p>
        </p:txBody>
      </p:sp>
      <p:pic>
        <p:nvPicPr>
          <p:cNvPr id="3" name="Picture 2">
            <a:extLst>
              <a:ext uri="{FF2B5EF4-FFF2-40B4-BE49-F238E27FC236}">
                <a16:creationId xmlns:a16="http://schemas.microsoft.com/office/drawing/2014/main" id="{33021B53-AED7-3479-BB3F-D5771DD43C18}"/>
              </a:ext>
            </a:extLst>
          </p:cNvPr>
          <p:cNvPicPr>
            <a:picLocks noChangeAspect="1"/>
          </p:cNvPicPr>
          <p:nvPr/>
        </p:nvPicPr>
        <p:blipFill>
          <a:blip r:embed="rId3"/>
          <a:srcRect/>
          <a:stretch/>
        </p:blipFill>
        <p:spPr>
          <a:xfrm>
            <a:off x="514344" y="1624033"/>
            <a:ext cx="10330847" cy="5122016"/>
          </a:xfrm>
          <a:prstGeom prst="rect">
            <a:avLst/>
          </a:prstGeom>
        </p:spPr>
      </p:pic>
    </p:spTree>
    <p:extLst>
      <p:ext uri="{BB962C8B-B14F-4D97-AF65-F5344CB8AC3E}">
        <p14:creationId xmlns:p14="http://schemas.microsoft.com/office/powerpoint/2010/main" val="4952472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Helvetica" pitchFamily="2" charset="0"/>
                <a:cs typeface="Arial" panose="020B0604020202020204" pitchFamily="34" charset="0"/>
                <a:sym typeface="League Spartan Medium"/>
              </a:rPr>
              <a:t>Risks' contribution to expected median and tail</a:t>
            </a:r>
            <a:endParaRPr sz="28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2AF761B3-DB6F-13E5-6444-5CB667C18811}"/>
              </a:ext>
            </a:extLst>
          </p:cNvPr>
          <p:cNvPicPr>
            <a:picLocks noChangeAspect="1"/>
          </p:cNvPicPr>
          <p:nvPr/>
        </p:nvPicPr>
        <p:blipFill>
          <a:blip r:embed="rId3"/>
          <a:srcRect/>
          <a:stretch/>
        </p:blipFill>
        <p:spPr>
          <a:xfrm>
            <a:off x="402247" y="2702104"/>
            <a:ext cx="10555037" cy="3439282"/>
          </a:xfrm>
          <a:prstGeom prst="rect">
            <a:avLst/>
          </a:prstGeom>
        </p:spPr>
      </p:pic>
      <p:sp>
        <p:nvSpPr>
          <p:cNvPr id="4" name="Google Shape;2201;p118">
            <a:extLst>
              <a:ext uri="{FF2B5EF4-FFF2-40B4-BE49-F238E27FC236}">
                <a16:creationId xmlns:a16="http://schemas.microsoft.com/office/drawing/2014/main" id="{82FA991E-6272-EC2A-1B9A-1690803CDC68}"/>
              </a:ext>
            </a:extLst>
          </p:cNvPr>
          <p:cNvSpPr txBox="1">
            <a:spLocks/>
          </p:cNvSpPr>
          <p:nvPr/>
        </p:nvSpPr>
        <p:spPr>
          <a:xfrm>
            <a:off x="593092" y="1397627"/>
            <a:ext cx="10716039" cy="1040524"/>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RPr lang="en-AM"/>
            </a:defPPr>
            <a:lvl1pPr marR="0" lvl="0" indent="0" algn="just" fontAlgn="auto">
              <a:lnSpc>
                <a:spcPct val="150000"/>
              </a:lnSpc>
              <a:spcBef>
                <a:spcPts val="1333"/>
              </a:spcBef>
              <a:spcAft>
                <a:spcPts val="0"/>
              </a:spcAft>
              <a:buClr>
                <a:srgbClr val="212121"/>
              </a:buClr>
              <a:buSzPts val="1300"/>
              <a:buFont typeface="Manjari"/>
              <a:buNone/>
              <a:tabLst/>
              <a:defRPr kumimoji="0" sz="2000" b="0" i="0" u="none" strike="noStrike" kern="0" cap="none" spc="0" normalizeH="0" baseline="0">
                <a:ln>
                  <a:noFill/>
                </a:ln>
                <a:solidFill>
                  <a:srgbClr val="434343"/>
                </a:solidFill>
                <a:effectLst/>
                <a:uLnTx/>
                <a:uFillTx/>
                <a:latin typeface="Catamaran ExtraLight" panose="020B0604020202020204" charset="0"/>
                <a:ea typeface="Manjari"/>
                <a:cs typeface="Catamaran ExtraLight" panose="020B0604020202020204" charset="0"/>
              </a:defRPr>
            </a:lvl1pPr>
            <a:lvl2pPr marL="914400" marR="0" lvl="1"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2pPr>
            <a:lvl3pPr marL="1371600" marR="0" lvl="2"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3pPr>
            <a:lvl4pPr marL="1828800" marR="0" lvl="3"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4pPr>
            <a:lvl5pPr marL="2286000" marR="0" lvl="4"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5pPr>
            <a:lvl6pPr marL="2743200" marR="0" lvl="5"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6pPr>
            <a:lvl7pPr marL="3200400" marR="0" lvl="6"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7pPr>
            <a:lvl8pPr marL="3657600" marR="0" lvl="7"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8pPr>
            <a:lvl9pPr marL="4114800" marR="0" lvl="8"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9pPr>
          </a:lstStyle>
          <a:p>
            <a:pPr algn="l">
              <a:spcBef>
                <a:spcPts val="0"/>
              </a:spcBef>
            </a:pPr>
            <a:r>
              <a:rPr lang="en-US" dirty="0">
                <a:latin typeface="Helvetica" pitchFamily="2" charset="0"/>
              </a:rPr>
              <a:t>Major risks stem from increasing </a:t>
            </a:r>
            <a:r>
              <a:rPr lang="en-US" b="1" dirty="0">
                <a:solidFill>
                  <a:srgbClr val="9E5416"/>
                </a:solidFill>
                <a:latin typeface="Helvetica" pitchFamily="2" charset="0"/>
              </a:rPr>
              <a:t>financial cycles. </a:t>
            </a:r>
            <a:r>
              <a:rPr lang="en-US" dirty="0">
                <a:latin typeface="Helvetica" pitchFamily="2" charset="0"/>
              </a:rPr>
              <a:t>Additionally, </a:t>
            </a:r>
            <a:r>
              <a:rPr lang="en-US" b="1" dirty="0">
                <a:solidFill>
                  <a:srgbClr val="9E5416"/>
                </a:solidFill>
                <a:latin typeface="Helvetica" pitchFamily="2" charset="0"/>
              </a:rPr>
              <a:t>negative externalities</a:t>
            </a:r>
            <a:r>
              <a:rPr lang="en-US" dirty="0">
                <a:latin typeface="Helvetica" pitchFamily="2" charset="0"/>
              </a:rPr>
              <a:t> may exacerbate these risks through </a:t>
            </a:r>
            <a:r>
              <a:rPr lang="en-US" b="1" dirty="0">
                <a:solidFill>
                  <a:srgbClr val="9E5416"/>
                </a:solidFill>
                <a:latin typeface="Helvetica" pitchFamily="2" charset="0"/>
              </a:rPr>
              <a:t>indirect channels</a:t>
            </a:r>
            <a:r>
              <a:rPr lang="en-US" dirty="0">
                <a:latin typeface="Helvetica" pitchFamily="2" charset="0"/>
              </a:rPr>
              <a:t>.</a:t>
            </a:r>
          </a:p>
        </p:txBody>
      </p:sp>
    </p:spTree>
    <p:extLst>
      <p:ext uri="{BB962C8B-B14F-4D97-AF65-F5344CB8AC3E}">
        <p14:creationId xmlns:p14="http://schemas.microsoft.com/office/powerpoint/2010/main" val="29140567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Helvetica" pitchFamily="2" charset="0"/>
                <a:cs typeface="Arial" panose="020B0604020202020204" pitchFamily="34" charset="0"/>
                <a:sym typeface="League Spartan Medium"/>
              </a:rPr>
              <a:t>Macroprudential policy outcomes</a:t>
            </a:r>
            <a:endParaRPr sz="2800" b="1" dirty="0">
              <a:solidFill>
                <a:srgbClr val="9E5416"/>
              </a:solidFill>
              <a:latin typeface="Helvetica" pitchFamily="2" charset="0"/>
              <a:cs typeface="Arial" panose="020B0604020202020204" pitchFamily="34" charset="0"/>
              <a:sym typeface="League Spartan Medium"/>
            </a:endParaRPr>
          </a:p>
        </p:txBody>
      </p:sp>
      <p:pic>
        <p:nvPicPr>
          <p:cNvPr id="7" name="Picture 6">
            <a:extLst>
              <a:ext uri="{FF2B5EF4-FFF2-40B4-BE49-F238E27FC236}">
                <a16:creationId xmlns:a16="http://schemas.microsoft.com/office/drawing/2014/main" id="{19A8B96F-C409-B443-9FF8-61E21F20E6CB}"/>
              </a:ext>
            </a:extLst>
          </p:cNvPr>
          <p:cNvPicPr>
            <a:picLocks noChangeAspect="1"/>
          </p:cNvPicPr>
          <p:nvPr/>
        </p:nvPicPr>
        <p:blipFill>
          <a:blip r:embed="rId3"/>
          <a:srcRect/>
          <a:stretch/>
        </p:blipFill>
        <p:spPr>
          <a:xfrm>
            <a:off x="687453" y="2562738"/>
            <a:ext cx="9286863" cy="4140491"/>
          </a:xfrm>
          <a:prstGeom prst="rect">
            <a:avLst/>
          </a:prstGeom>
        </p:spPr>
      </p:pic>
      <p:sp>
        <p:nvSpPr>
          <p:cNvPr id="10" name="Google Shape;2201;p118">
            <a:extLst>
              <a:ext uri="{FF2B5EF4-FFF2-40B4-BE49-F238E27FC236}">
                <a16:creationId xmlns:a16="http://schemas.microsoft.com/office/drawing/2014/main" id="{AB8F3142-521A-CF3C-BB34-FDFE1BE8CCB2}"/>
              </a:ext>
            </a:extLst>
          </p:cNvPr>
          <p:cNvSpPr txBox="1">
            <a:spLocks/>
          </p:cNvSpPr>
          <p:nvPr/>
        </p:nvSpPr>
        <p:spPr>
          <a:xfrm>
            <a:off x="687452" y="1201786"/>
            <a:ext cx="10716039" cy="116304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RPr lang="en-AM"/>
            </a:defPPr>
            <a:lvl1pPr marR="0" lvl="0" indent="0" algn="just" fontAlgn="auto">
              <a:lnSpc>
                <a:spcPct val="150000"/>
              </a:lnSpc>
              <a:spcBef>
                <a:spcPts val="1333"/>
              </a:spcBef>
              <a:spcAft>
                <a:spcPts val="0"/>
              </a:spcAft>
              <a:buClr>
                <a:srgbClr val="212121"/>
              </a:buClr>
              <a:buSzPts val="1300"/>
              <a:buFont typeface="Manjari"/>
              <a:buNone/>
              <a:tabLst/>
              <a:defRPr kumimoji="0" sz="2000" b="0" i="0" u="none" strike="noStrike" kern="0" cap="none" spc="0" normalizeH="0" baseline="0">
                <a:ln>
                  <a:noFill/>
                </a:ln>
                <a:solidFill>
                  <a:srgbClr val="434343"/>
                </a:solidFill>
                <a:effectLst/>
                <a:uLnTx/>
                <a:uFillTx/>
                <a:latin typeface="Catamaran ExtraLight" panose="020B0604020202020204" charset="0"/>
                <a:ea typeface="Manjari"/>
                <a:cs typeface="Catamaran ExtraLight" panose="020B0604020202020204" charset="0"/>
              </a:defRPr>
            </a:lvl1pPr>
            <a:lvl2pPr marL="914400" marR="0" lvl="1"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2pPr>
            <a:lvl3pPr marL="1371600" marR="0" lvl="2"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3pPr>
            <a:lvl4pPr marL="1828800" marR="0" lvl="3"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4pPr>
            <a:lvl5pPr marL="2286000" marR="0" lvl="4"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5pPr>
            <a:lvl6pPr marL="2743200" marR="0" lvl="5"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6pPr>
            <a:lvl7pPr marL="3200400" marR="0" lvl="6"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7pPr>
            <a:lvl8pPr marL="3657600" marR="0" lvl="7"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8pPr>
            <a:lvl9pPr marL="4114800" marR="0" lvl="8"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9pPr>
          </a:lstStyle>
          <a:p>
            <a:pPr indent="0" algn="just" fontAlgn="t">
              <a:lnSpc>
                <a:spcPct val="100000"/>
              </a:lnSpc>
            </a:pPr>
            <a:r>
              <a:rPr kumimoji="0" lang="en-US" sz="1900" b="0" i="0" u="none" strike="noStrike" kern="0" cap="none" spc="0" normalizeH="0" baseline="0" noProof="0" dirty="0">
                <a:ln>
                  <a:noFill/>
                </a:ln>
                <a:solidFill>
                  <a:srgbClr val="434343"/>
                </a:solidFill>
                <a:effectLst/>
                <a:uLnTx/>
                <a:uFillTx/>
                <a:latin typeface="Helvetica" pitchFamily="2" charset="0"/>
                <a:cs typeface="Arial" panose="020B0604020202020204" pitchFamily="34" charset="0"/>
                <a:sym typeface="Manjari"/>
              </a:rPr>
              <a:t>The policy introduces a </a:t>
            </a:r>
            <a:r>
              <a:rPr lang="en-GB" sz="1900" b="1" i="0" dirty="0">
                <a:solidFill>
                  <a:srgbClr val="9E5416"/>
                </a:solidFill>
                <a:effectLst/>
                <a:latin typeface="Helvetica" pitchFamily="2" charset="0"/>
              </a:rPr>
              <a:t>trade-off</a:t>
            </a:r>
            <a:r>
              <a:rPr lang="en-GB" sz="1900" b="0" i="0" dirty="0">
                <a:solidFill>
                  <a:srgbClr val="1F1F1F"/>
                </a:solidFill>
                <a:effectLst/>
                <a:latin typeface="Helvetica" pitchFamily="2" charset="0"/>
              </a:rPr>
              <a:t> </a:t>
            </a:r>
            <a:r>
              <a:rPr kumimoji="0" lang="en-US" sz="1900" b="0" i="0" u="none" strike="noStrike" kern="0" cap="none" spc="0" normalizeH="0" baseline="0" noProof="0" dirty="0">
                <a:ln>
                  <a:noFill/>
                </a:ln>
                <a:solidFill>
                  <a:srgbClr val="434343"/>
                </a:solidFill>
                <a:effectLst/>
                <a:uLnTx/>
                <a:uFillTx/>
                <a:latin typeface="Helvetica" pitchFamily="2" charset="0"/>
                <a:cs typeface="Arial" panose="020B0604020202020204" pitchFamily="34" charset="0"/>
                <a:sym typeface="Manjari"/>
              </a:rPr>
              <a:t>between the short-term </a:t>
            </a:r>
            <a:r>
              <a:rPr kumimoji="0" lang="en-US" sz="1900" b="1" i="0" u="none" strike="noStrike" kern="0" cap="none" spc="0" normalizeH="0" baseline="0" noProof="0" dirty="0">
                <a:ln>
                  <a:noFill/>
                </a:ln>
                <a:solidFill>
                  <a:srgbClr val="9E5416"/>
                </a:solidFill>
                <a:effectLst/>
                <a:uLnTx/>
                <a:uFillTx/>
                <a:latin typeface="Helvetica" pitchFamily="2" charset="0"/>
                <a:cs typeface="Arial" panose="020B0604020202020204" pitchFamily="34" charset="0"/>
                <a:sym typeface="Manjari"/>
              </a:rPr>
              <a:t>costs of tightening</a:t>
            </a:r>
            <a:r>
              <a:rPr kumimoji="0" lang="en-US" sz="1900" b="0" i="0" u="none" strike="noStrike" kern="0" cap="none" spc="0" normalizeH="0" baseline="0" noProof="0" dirty="0">
                <a:ln>
                  <a:noFill/>
                </a:ln>
                <a:solidFill>
                  <a:srgbClr val="434343"/>
                </a:solidFill>
                <a:effectLst/>
                <a:uLnTx/>
                <a:uFillTx/>
                <a:latin typeface="Helvetica" pitchFamily="2" charset="0"/>
                <a:cs typeface="Arial" panose="020B0604020202020204" pitchFamily="34" charset="0"/>
                <a:sym typeface="Manjari"/>
              </a:rPr>
              <a:t> and future </a:t>
            </a:r>
            <a:r>
              <a:rPr kumimoji="0" lang="en-US" sz="1900" b="1" i="0" u="none" strike="noStrike" kern="0" cap="none" spc="0" normalizeH="0" baseline="0" noProof="0" dirty="0">
                <a:ln>
                  <a:noFill/>
                </a:ln>
                <a:solidFill>
                  <a:srgbClr val="9E5416"/>
                </a:solidFill>
                <a:effectLst/>
                <a:uLnTx/>
                <a:uFillTx/>
                <a:latin typeface="Helvetica" pitchFamily="2" charset="0"/>
                <a:cs typeface="Arial" panose="020B0604020202020204" pitchFamily="34" charset="0"/>
                <a:sym typeface="Manjari"/>
              </a:rPr>
              <a:t>benefits of loosening</a:t>
            </a:r>
            <a:r>
              <a:rPr kumimoji="0" lang="en-US" sz="1900" b="0" i="0" u="none" strike="noStrike" kern="0" cap="none" spc="0" normalizeH="0" baseline="0" noProof="0" dirty="0">
                <a:ln>
                  <a:noFill/>
                </a:ln>
                <a:solidFill>
                  <a:srgbClr val="434343"/>
                </a:solidFill>
                <a:effectLst/>
                <a:uLnTx/>
                <a:uFillTx/>
                <a:latin typeface="Helvetica" pitchFamily="2" charset="0"/>
                <a:cs typeface="Arial" panose="020B0604020202020204" pitchFamily="34" charset="0"/>
                <a:sym typeface="Manjari"/>
              </a:rPr>
              <a:t>. Additionally, it </a:t>
            </a:r>
            <a:r>
              <a:rPr lang="en-US" sz="1900" kern="0" dirty="0">
                <a:solidFill>
                  <a:srgbClr val="434343"/>
                </a:solidFill>
                <a:latin typeface="Helvetica" pitchFamily="2" charset="0"/>
              </a:rPr>
              <a:t>introduces long-term benefits in the tail of the distribution, improving it, especially during crisis episodes. </a:t>
            </a:r>
            <a:endParaRPr kumimoji="0" lang="en-US" sz="1900" b="0" i="0" u="none" strike="noStrike" kern="0" cap="none" spc="0" normalizeH="0" baseline="0" noProof="0" dirty="0">
              <a:ln>
                <a:noFill/>
              </a:ln>
              <a:solidFill>
                <a:srgbClr val="434343"/>
              </a:solidFill>
              <a:effectLst/>
              <a:uLnTx/>
              <a:uFillTx/>
              <a:latin typeface="Helvetica" pitchFamily="2" charset="0"/>
              <a:cs typeface="Arial" panose="020B0604020202020204" pitchFamily="34" charset="0"/>
              <a:sym typeface="Manjari"/>
            </a:endParaRPr>
          </a:p>
        </p:txBody>
      </p:sp>
    </p:spTree>
    <p:extLst>
      <p:ext uri="{BB962C8B-B14F-4D97-AF65-F5344CB8AC3E}">
        <p14:creationId xmlns:p14="http://schemas.microsoft.com/office/powerpoint/2010/main" val="29462494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Helvetica" pitchFamily="2" charset="0"/>
                <a:cs typeface="Arial" panose="020B0604020202020204" pitchFamily="34" charset="0"/>
                <a:sym typeface="League Spartan Medium"/>
              </a:rPr>
              <a:t>Macroprudential</a:t>
            </a:r>
            <a:r>
              <a:rPr lang="en-US" sz="2800" b="1" dirty="0">
                <a:solidFill>
                  <a:srgbClr val="9E5416"/>
                </a:solidFill>
                <a:latin typeface="Arial" panose="020B0604020202020204" pitchFamily="34" charset="0"/>
                <a:cs typeface="Arial" panose="020B0604020202020204" pitchFamily="34" charset="0"/>
                <a:sym typeface="League Spartan Medium"/>
              </a:rPr>
              <a:t> policy: effect decomposition</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217234"/>
            <a:ext cx="9791572" cy="157697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212121"/>
              </a:buClr>
              <a:buSzPts val="1300"/>
              <a:buFont typeface="Manjari"/>
              <a:buNone/>
              <a:tabLst/>
              <a:defRPr/>
            </a:pPr>
            <a:r>
              <a:rPr kumimoji="0" lang="en-US" sz="1900" b="0" i="0" u="none" strike="noStrike" kern="0" cap="none" spc="0" normalizeH="0" baseline="0" noProof="0" dirty="0">
                <a:ln>
                  <a:noFill/>
                </a:ln>
                <a:solidFill>
                  <a:srgbClr val="434343"/>
                </a:solidFill>
                <a:effectLst/>
                <a:uLnTx/>
                <a:uFillTx/>
                <a:latin typeface="Helvetica" pitchFamily="2" charset="0"/>
                <a:sym typeface="Manjari"/>
              </a:rPr>
              <a:t>The effect assessment of macroprudential policy accounts for the impact of </a:t>
            </a:r>
            <a:r>
              <a:rPr kumimoji="0" lang="en-US" sz="1900" b="1" i="0" u="none" strike="noStrike" kern="0" cap="none" spc="0" normalizeH="0" baseline="0" noProof="0" dirty="0">
                <a:ln>
                  <a:noFill/>
                </a:ln>
                <a:solidFill>
                  <a:srgbClr val="9E5416"/>
                </a:solidFill>
                <a:effectLst/>
                <a:uLnTx/>
                <a:uFillTx/>
                <a:latin typeface="Helvetica" pitchFamily="2" charset="0"/>
                <a:sym typeface="Manjari"/>
              </a:rPr>
              <a:t>tightening actions today</a:t>
            </a:r>
            <a:r>
              <a:rPr kumimoji="0" lang="en-US" sz="1900" b="0" i="0" u="none" strike="noStrike" kern="0" cap="none" spc="0" normalizeH="0" baseline="0" noProof="0" dirty="0">
                <a:ln>
                  <a:noFill/>
                </a:ln>
                <a:solidFill>
                  <a:srgbClr val="434343"/>
                </a:solidFill>
                <a:effectLst/>
                <a:uLnTx/>
                <a:uFillTx/>
                <a:latin typeface="Helvetica" pitchFamily="2" charset="0"/>
                <a:sym typeface="Manjari"/>
              </a:rPr>
              <a:t> and </a:t>
            </a:r>
            <a:r>
              <a:rPr kumimoji="0" lang="en-US" sz="1900" b="1" i="0" u="none" strike="noStrike" kern="0" cap="none" spc="0" normalizeH="0" baseline="0" noProof="0" dirty="0">
                <a:ln>
                  <a:noFill/>
                </a:ln>
                <a:solidFill>
                  <a:srgbClr val="9E5416"/>
                </a:solidFill>
                <a:effectLst/>
                <a:uLnTx/>
                <a:uFillTx/>
                <a:latin typeface="Helvetica" pitchFamily="2" charset="0"/>
                <a:sym typeface="Manjari"/>
              </a:rPr>
              <a:t>loosening actions in the future</a:t>
            </a:r>
            <a:r>
              <a:rPr kumimoji="0" lang="en-US" sz="1900" b="0" i="0" u="none" strike="noStrike" kern="0" cap="none" spc="0" normalizeH="0" baseline="0" noProof="0" dirty="0">
                <a:ln>
                  <a:noFill/>
                </a:ln>
                <a:solidFill>
                  <a:srgbClr val="434343"/>
                </a:solidFill>
                <a:effectLst/>
                <a:uLnTx/>
                <a:uFillTx/>
                <a:latin typeface="Helvetica" pitchFamily="2" charset="0"/>
                <a:sym typeface="Manjari"/>
              </a:rPr>
              <a:t> by an equivalent amount. The Suarez utility function is used to compare the </a:t>
            </a:r>
            <a:r>
              <a:rPr kumimoji="0" lang="en-US" sz="1900" b="1" i="0" u="none" strike="noStrike" kern="0" cap="none" spc="0" normalizeH="0" baseline="0" noProof="0" dirty="0">
                <a:ln>
                  <a:noFill/>
                </a:ln>
                <a:solidFill>
                  <a:srgbClr val="9E5416"/>
                </a:solidFill>
                <a:effectLst/>
                <a:uLnTx/>
                <a:uFillTx/>
                <a:latin typeface="Helvetica" pitchFamily="2" charset="0"/>
                <a:sym typeface="Manjari"/>
              </a:rPr>
              <a:t>present value</a:t>
            </a:r>
            <a:r>
              <a:rPr kumimoji="0" lang="en-US" sz="1900" b="0" i="0" u="none" strike="noStrike" kern="0" cap="none" spc="0" normalizeH="0" baseline="0" noProof="0" dirty="0">
                <a:ln>
                  <a:noFill/>
                </a:ln>
                <a:solidFill>
                  <a:srgbClr val="434343"/>
                </a:solidFill>
                <a:effectLst/>
                <a:uLnTx/>
                <a:uFillTx/>
                <a:latin typeface="Helvetica" pitchFamily="2" charset="0"/>
                <a:sym typeface="Manjari"/>
              </a:rPr>
              <a:t> of benefits for different policy actions to select the policy with the most benefits.</a:t>
            </a:r>
          </a:p>
        </p:txBody>
      </p:sp>
      <p:pic>
        <p:nvPicPr>
          <p:cNvPr id="7" name="Picture 6">
            <a:extLst>
              <a:ext uri="{FF2B5EF4-FFF2-40B4-BE49-F238E27FC236}">
                <a16:creationId xmlns:a16="http://schemas.microsoft.com/office/drawing/2014/main" id="{19A8B96F-C409-B443-9FF8-61E21F20E6CB}"/>
              </a:ext>
            </a:extLst>
          </p:cNvPr>
          <p:cNvPicPr>
            <a:picLocks noChangeAspect="1"/>
          </p:cNvPicPr>
          <p:nvPr/>
        </p:nvPicPr>
        <p:blipFill>
          <a:blip r:embed="rId3"/>
          <a:srcRect/>
          <a:stretch/>
        </p:blipFill>
        <p:spPr>
          <a:xfrm>
            <a:off x="510767" y="3112808"/>
            <a:ext cx="9947269" cy="3292488"/>
          </a:xfrm>
          <a:prstGeom prst="rect">
            <a:avLst/>
          </a:prstGeom>
        </p:spPr>
      </p:pic>
    </p:spTree>
    <p:extLst>
      <p:ext uri="{BB962C8B-B14F-4D97-AF65-F5344CB8AC3E}">
        <p14:creationId xmlns:p14="http://schemas.microsoft.com/office/powerpoint/2010/main" val="35768682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D84386D5-7EAB-4187-9995-B75D1CCFF654}"/>
              </a:ext>
            </a:extLst>
          </p:cNvPr>
          <p:cNvSpPr txBox="1">
            <a:spLocks noGrp="1"/>
          </p:cNvSpPr>
          <p:nvPr>
            <p:ph type="title"/>
          </p:nvPr>
        </p:nvSpPr>
        <p:spPr>
          <a:xfrm>
            <a:off x="739367" y="582523"/>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 sz="2800" b="1" dirty="0">
                <a:solidFill>
                  <a:srgbClr val="9E5416"/>
                </a:solidFill>
                <a:latin typeface="Arial" panose="020B0604020202020204" pitchFamily="34" charset="0"/>
                <a:cs typeface="Arial" panose="020B0604020202020204" pitchFamily="34" charset="0"/>
                <a:sym typeface="League Spartan Medium"/>
              </a:rPr>
              <a:t>Limitations</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2AB93AA3-EFE3-4F09-A05E-879975A39727}"/>
              </a:ext>
            </a:extLst>
          </p:cNvPr>
          <p:cNvSpPr txBox="1">
            <a:spLocks/>
          </p:cNvSpPr>
          <p:nvPr/>
        </p:nvSpPr>
        <p:spPr>
          <a:xfrm>
            <a:off x="733172" y="1364596"/>
            <a:ext cx="8182228" cy="4937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342900" marR="0" lvl="0" indent="-342900" algn="just" defTabSz="914400" rtl="0" eaLnBrk="1" fontAlgn="auto" latinLnBrk="0" hangingPunct="1">
              <a:lnSpc>
                <a:spcPct val="100000"/>
              </a:lnSpc>
              <a:spcBef>
                <a:spcPts val="1333"/>
              </a:spcBef>
              <a:spcAft>
                <a:spcPts val="1200"/>
              </a:spcAft>
              <a:buClr>
                <a:srgbClr val="212121"/>
              </a:buClr>
              <a:buSzPts val="1300"/>
              <a:buFont typeface="+mj-lt"/>
              <a:buAutoNum type="arabicPeriod"/>
              <a:tabLst/>
              <a:defRPr/>
            </a:pP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Endogeneity </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subject to “reverse causality,” and reduced-form regressions cannot estimate the endogenous changes </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Transmission channels </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econometrics methods are unable to model transmission mechanisms, specifically how the MP effects will propagate through the financial system to the real economy.</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Limited data</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MPI is an aggregate indicator </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as a result of generalization, the specific effects of the MP instruments are lost. MPI is better suited for determining the direction of MP, but the specific tool or the magnitude of the policy action.</a:t>
            </a:r>
          </a:p>
        </p:txBody>
      </p:sp>
    </p:spTree>
    <p:extLst>
      <p:ext uri="{BB962C8B-B14F-4D97-AF65-F5344CB8AC3E}">
        <p14:creationId xmlns:p14="http://schemas.microsoft.com/office/powerpoint/2010/main" val="2140508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14884" y="572779"/>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Recommendation</a:t>
            </a:r>
            <a:endParaRPr sz="2800" dirty="0">
              <a:solidFill>
                <a:srgbClr val="9E5416"/>
              </a:solidFill>
              <a:sym typeface="League Spartan Medium"/>
            </a:endParaRPr>
          </a:p>
        </p:txBody>
      </p:sp>
      <p:sp>
        <p:nvSpPr>
          <p:cNvPr id="4" name="Google Shape;2201;p118">
            <a:extLst>
              <a:ext uri="{FF2B5EF4-FFF2-40B4-BE49-F238E27FC236}">
                <a16:creationId xmlns:a16="http://schemas.microsoft.com/office/drawing/2014/main" id="{E9389442-B5AD-466E-85F6-6DB98B7E6C6C}"/>
              </a:ext>
            </a:extLst>
          </p:cNvPr>
          <p:cNvSpPr txBox="1">
            <a:spLocks/>
          </p:cNvSpPr>
          <p:nvPr/>
        </p:nvSpPr>
        <p:spPr>
          <a:xfrm>
            <a:off x="714884" y="1419460"/>
            <a:ext cx="7926196" cy="4937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1200"/>
              </a:spcAft>
              <a:buClr>
                <a:srgbClr val="212121"/>
              </a:buClr>
              <a:buSzPts val="1300"/>
              <a:tabLst/>
              <a:defRPr/>
            </a:pPr>
            <a:endPar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endParaRPr>
          </a:p>
        </p:txBody>
      </p:sp>
    </p:spTree>
    <p:extLst>
      <p:ext uri="{BB962C8B-B14F-4D97-AF65-F5344CB8AC3E}">
        <p14:creationId xmlns:p14="http://schemas.microsoft.com/office/powerpoint/2010/main" val="36164575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14884" y="572779"/>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Conclusion</a:t>
            </a:r>
            <a:endParaRPr sz="2800" dirty="0">
              <a:solidFill>
                <a:srgbClr val="9E5416"/>
              </a:solidFill>
              <a:sym typeface="League Spartan Medium"/>
            </a:endParaRPr>
          </a:p>
        </p:txBody>
      </p:sp>
      <p:sp>
        <p:nvSpPr>
          <p:cNvPr id="4" name="Google Shape;2201;p118">
            <a:extLst>
              <a:ext uri="{FF2B5EF4-FFF2-40B4-BE49-F238E27FC236}">
                <a16:creationId xmlns:a16="http://schemas.microsoft.com/office/drawing/2014/main" id="{E9389442-B5AD-466E-85F6-6DB98B7E6C6C}"/>
              </a:ext>
            </a:extLst>
          </p:cNvPr>
          <p:cNvSpPr txBox="1">
            <a:spLocks/>
          </p:cNvSpPr>
          <p:nvPr/>
        </p:nvSpPr>
        <p:spPr>
          <a:xfrm>
            <a:off x="714884" y="1419460"/>
            <a:ext cx="7926196" cy="4937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1200"/>
              </a:spcAft>
              <a:buClr>
                <a:srgbClr val="212121"/>
              </a:buClr>
              <a:buSzPts val="1300"/>
              <a:buFont typeface="Manjari"/>
              <a:buNone/>
              <a:tabLst/>
              <a:defRPr/>
            </a:pP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This project aims to quantify systemic risks and the effects of macroprudential policy on them, through the </a:t>
            </a: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use of empirical growth-at-risk</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a:t>
            </a:r>
            <a:r>
              <a:rPr kumimoji="0" lang="en-US" sz="2200" b="0" i="0" u="none" strike="noStrike" kern="0" cap="none" spc="0" normalizeH="0" baseline="0" noProof="0" dirty="0" err="1">
                <a:ln>
                  <a:noFill/>
                </a:ln>
                <a:solidFill>
                  <a:srgbClr val="434343"/>
                </a:solidFill>
                <a:effectLst/>
                <a:uLnTx/>
                <a:uFillTx/>
                <a:latin typeface="GHEA Grapalat" panose="02000506050000020003" pitchFamily="50" charset="0"/>
                <a:cs typeface="Times New Roman" panose="02020603050405020304" pitchFamily="18" charset="0"/>
                <a:sym typeface="Manjari"/>
              </a:rPr>
              <a:t>GaR</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frameworks. </a:t>
            </a:r>
          </a:p>
          <a:p>
            <a:pPr marL="0" marR="0" lvl="0" indent="0" algn="just" defTabSz="914400" rtl="0" eaLnBrk="1" fontAlgn="auto" latinLnBrk="0" hangingPunct="1">
              <a:lnSpc>
                <a:spcPct val="100000"/>
              </a:lnSpc>
              <a:spcBef>
                <a:spcPts val="1333"/>
              </a:spcBef>
              <a:spcAft>
                <a:spcPts val="1200"/>
              </a:spcAft>
              <a:buClr>
                <a:srgbClr val="212121"/>
              </a:buClr>
              <a:buSzPts val="1300"/>
              <a:buFont typeface="Manjari"/>
              <a:buNone/>
              <a:tabLst/>
              <a:defRPr/>
            </a:pP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It aims to augment the process of </a:t>
            </a: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decision-making</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by proposing methods for designing a policy rule for macroprudential policy.</a:t>
            </a:r>
          </a:p>
          <a:p>
            <a:pPr marL="0" marR="0" lvl="0" indent="0" algn="just" defTabSz="914400" rtl="0" eaLnBrk="1" fontAlgn="auto" latinLnBrk="0" hangingPunct="1">
              <a:lnSpc>
                <a:spcPct val="100000"/>
              </a:lnSpc>
              <a:spcBef>
                <a:spcPts val="1333"/>
              </a:spcBef>
              <a:spcAft>
                <a:spcPts val="1200"/>
              </a:spcAft>
              <a:buClr>
                <a:srgbClr val="212121"/>
              </a:buClr>
              <a:buSzPts val="1300"/>
              <a:buFont typeface="Manjari"/>
              <a:buNone/>
              <a:tabLst/>
              <a:defRPr/>
            </a:pP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This rule shouldn't be viewed as a binding constraint, but rather as </a:t>
            </a: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guideline</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that could serve as a basis for preemptive action.</a:t>
            </a:r>
          </a:p>
        </p:txBody>
      </p:sp>
    </p:spTree>
    <p:extLst>
      <p:ext uri="{BB962C8B-B14F-4D97-AF65-F5344CB8AC3E}">
        <p14:creationId xmlns:p14="http://schemas.microsoft.com/office/powerpoint/2010/main" val="2585019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2283;p130">
            <a:extLst>
              <a:ext uri="{FF2B5EF4-FFF2-40B4-BE49-F238E27FC236}">
                <a16:creationId xmlns:a16="http://schemas.microsoft.com/office/drawing/2014/main" id="{0A9A4FF8-441D-4822-A17F-82E2DBAC9534}"/>
              </a:ext>
            </a:extLst>
          </p:cNvPr>
          <p:cNvSpPr txBox="1">
            <a:spLocks noGrp="1"/>
          </p:cNvSpPr>
          <p:nvPr>
            <p:ph type="title"/>
          </p:nvPr>
        </p:nvSpPr>
        <p:spPr>
          <a:xfrm>
            <a:off x="579184" y="2944400"/>
            <a:ext cx="10777600" cy="969200"/>
          </a:xfrm>
          <a:prstGeom prst="rect">
            <a:avLst/>
          </a:prstGeom>
          <a:noFill/>
          <a:ln>
            <a:noFill/>
          </a:ln>
        </p:spPr>
        <p:txBody>
          <a:bodyPr spcFirstLastPara="1" wrap="square" lIns="121900" tIns="121900" rIns="121900" bIns="121900" anchor="ctr" anchorCtr="0">
            <a:noAutofit/>
          </a:bodyPr>
          <a:lstStyle/>
          <a:p>
            <a:pPr algn="ctr">
              <a:buFont typeface="League Spartan Medium"/>
            </a:pPr>
            <a:r>
              <a:rPr lang="en" sz="4000" b="1" dirty="0">
                <a:solidFill>
                  <a:srgbClr val="9E5416"/>
                </a:solidFill>
                <a:latin typeface="Arial" panose="020B0604020202020204" pitchFamily="34" charset="0"/>
                <a:cs typeface="Arial" panose="020B0604020202020204" pitchFamily="34" charset="0"/>
                <a:sym typeface="Hammersmith One"/>
              </a:rPr>
              <a:t>Thank you</a:t>
            </a:r>
            <a:endParaRPr sz="4000" b="1" dirty="0">
              <a:solidFill>
                <a:srgbClr val="9E5416"/>
              </a:solidFill>
              <a:latin typeface="Arial" panose="020B0604020202020204" pitchFamily="34" charset="0"/>
              <a:cs typeface="Arial" panose="020B0604020202020204" pitchFamily="34" charset="0"/>
              <a:sym typeface="Hammersmith One"/>
            </a:endParaRPr>
          </a:p>
        </p:txBody>
      </p:sp>
    </p:spTree>
    <p:extLst>
      <p:ext uri="{BB962C8B-B14F-4D97-AF65-F5344CB8AC3E}">
        <p14:creationId xmlns:p14="http://schemas.microsoft.com/office/powerpoint/2010/main" val="2797191260"/>
      </p:ext>
    </p:extLst>
  </p:cSld>
  <p:clrMapOvr>
    <a:masterClrMapping/>
  </p:clrMapOvr>
</p:sld>
</file>

<file path=ppt/theme/theme1.xml><?xml version="1.0" encoding="utf-8"?>
<a:theme xmlns:a="http://schemas.openxmlformats.org/drawingml/2006/main" name="Engineering Project Proposal by Slidesgo">
  <a:themeElements>
    <a:clrScheme name="Simple Light">
      <a:dk1>
        <a:srgbClr val="434343"/>
      </a:dk1>
      <a:lt1>
        <a:srgbClr val="FFFFFF"/>
      </a:lt1>
      <a:dk2>
        <a:srgbClr val="595959"/>
      </a:dk2>
      <a:lt2>
        <a:srgbClr val="EEEEEE"/>
      </a:lt2>
      <a:accent1>
        <a:srgbClr val="D16138"/>
      </a:accent1>
      <a:accent2>
        <a:srgbClr val="212121"/>
      </a:accent2>
      <a:accent3>
        <a:srgbClr val="DF957A"/>
      </a:accent3>
      <a:accent4>
        <a:srgbClr val="CE5123"/>
      </a:accent4>
      <a:accent5>
        <a:srgbClr val="EB845F"/>
      </a:accent5>
      <a:accent6>
        <a:srgbClr val="99634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dern Monochrome - v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Elegant Education Pack for Students XL by Slidesgo">
  <a:themeElements>
    <a:clrScheme name="Simple Light">
      <a:dk1>
        <a:srgbClr val="FFFFFF"/>
      </a:dk1>
      <a:lt1>
        <a:srgbClr val="EDECDF"/>
      </a:lt1>
      <a:dk2>
        <a:srgbClr val="D16138"/>
      </a:dk2>
      <a:lt2>
        <a:srgbClr val="FFFFFF"/>
      </a:lt2>
      <a:accent1>
        <a:srgbClr val="A0A299"/>
      </a:accent1>
      <a:accent2>
        <a:srgbClr val="40474B"/>
      </a:accent2>
      <a:accent3>
        <a:srgbClr val="D16138"/>
      </a:accent3>
      <a:accent4>
        <a:srgbClr val="EDECDF"/>
      </a:accent4>
      <a:accent5>
        <a:srgbClr val="A0A299"/>
      </a:accent5>
      <a:accent6>
        <a:srgbClr val="FFFFFF"/>
      </a:accent6>
      <a:hlink>
        <a:srgbClr val="40474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Contrast Light - v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Simple Contrast Light - v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4803</TotalTime>
  <Words>2253</Words>
  <Application>Microsoft Macintosh PowerPoint</Application>
  <PresentationFormat>Widescreen</PresentationFormat>
  <Paragraphs>141</Paragraphs>
  <Slides>40</Slides>
  <Notes>32</Notes>
  <HiddenSlides>0</HiddenSlides>
  <MMClips>0</MMClips>
  <ScaleCrop>false</ScaleCrop>
  <HeadingPairs>
    <vt:vector size="6" baseType="variant">
      <vt:variant>
        <vt:lpstr>Fonts Used</vt:lpstr>
      </vt:variant>
      <vt:variant>
        <vt:i4>23</vt:i4>
      </vt:variant>
      <vt:variant>
        <vt:lpstr>Theme</vt:lpstr>
      </vt:variant>
      <vt:variant>
        <vt:i4>5</vt:i4>
      </vt:variant>
      <vt:variant>
        <vt:lpstr>Slide Titles</vt:lpstr>
      </vt:variant>
      <vt:variant>
        <vt:i4>40</vt:i4>
      </vt:variant>
    </vt:vector>
  </HeadingPairs>
  <TitlesOfParts>
    <vt:vector size="68" baseType="lpstr">
      <vt:lpstr>Anaheim</vt:lpstr>
      <vt:lpstr>Arial</vt:lpstr>
      <vt:lpstr>Cairo</vt:lpstr>
      <vt:lpstr>Calibri</vt:lpstr>
      <vt:lpstr>Cambria Math</vt:lpstr>
      <vt:lpstr>Catamaran ExtraLight</vt:lpstr>
      <vt:lpstr>Catamaran Light</vt:lpstr>
      <vt:lpstr>Fira Sans Extra Condensed Medium</vt:lpstr>
      <vt:lpstr>GHEA Grapalat</vt:lpstr>
      <vt:lpstr>Google Sans</vt:lpstr>
      <vt:lpstr>Hammersmith One</vt:lpstr>
      <vt:lpstr>Helvetica</vt:lpstr>
      <vt:lpstr>Helvetica Neue</vt:lpstr>
      <vt:lpstr>Inter</vt:lpstr>
      <vt:lpstr>League Spartan Medium</vt:lpstr>
      <vt:lpstr>Livvic</vt:lpstr>
      <vt:lpstr>Manjari</vt:lpstr>
      <vt:lpstr>Montserrat SemiBold</vt:lpstr>
      <vt:lpstr>Nunito</vt:lpstr>
      <vt:lpstr>Open Sans</vt:lpstr>
      <vt:lpstr>Poppins</vt:lpstr>
      <vt:lpstr>Roboto Condensed Light</vt:lpstr>
      <vt:lpstr>Ubuntu</vt:lpstr>
      <vt:lpstr>Engineering Project Proposal by Slidesgo</vt:lpstr>
      <vt:lpstr>Modern Monochrome - v1</vt:lpstr>
      <vt:lpstr>Elegant Education Pack for Students XL by Slidesgo</vt:lpstr>
      <vt:lpstr>Simple Contrast Light - v1</vt:lpstr>
      <vt:lpstr>1_Simple Contrast Light - v1</vt:lpstr>
      <vt:lpstr>Measuring systemic risks in Armenia: A Growth-at-Risk approach</vt:lpstr>
      <vt:lpstr>What is it about?</vt:lpstr>
      <vt:lpstr>Motivation</vt:lpstr>
      <vt:lpstr>What is Growth-at-Risk?</vt:lpstr>
      <vt:lpstr>GDP distributions</vt:lpstr>
      <vt:lpstr>GDP distributions</vt:lpstr>
      <vt:lpstr>GDP distributions (simulation)</vt:lpstr>
      <vt:lpstr>GDP distributions (simulation)</vt:lpstr>
      <vt:lpstr>Growth-at-Risk Framework</vt:lpstr>
      <vt:lpstr>Key indicators</vt:lpstr>
      <vt:lpstr>Financial vulnerabilities, stress, external shocks and real GDP growth</vt:lpstr>
      <vt:lpstr>Macroeconomic Indicator</vt:lpstr>
      <vt:lpstr>Macroeconomic Indicator: estimation</vt:lpstr>
      <vt:lpstr>Macroprudential policy usage in Armenia</vt:lpstr>
      <vt:lpstr>Use of Macroprudential policy in other countries</vt:lpstr>
      <vt:lpstr>Modeling policy effects with Markov chain Monte Carlo (MCMC)</vt:lpstr>
      <vt:lpstr>Effect of financial cycles and conditions on growth</vt:lpstr>
      <vt:lpstr>Measuring the effects of macroprudential policy</vt:lpstr>
      <vt:lpstr>Panel estimation results: The effect of MPI</vt:lpstr>
      <vt:lpstr>Effectiveness of macroprudential policy</vt:lpstr>
      <vt:lpstr>Effectiveness of macroprudential policy</vt:lpstr>
      <vt:lpstr>Systemic risks today</vt:lpstr>
      <vt:lpstr>Macroprudential stance extensions</vt:lpstr>
      <vt:lpstr>Macroprudential stance extensions</vt:lpstr>
      <vt:lpstr>Macroprudential stance</vt:lpstr>
      <vt:lpstr>Country cases that shape the boundary</vt:lpstr>
      <vt:lpstr>Systemic risks over time</vt:lpstr>
      <vt:lpstr>Financial Cycle Index</vt:lpstr>
      <vt:lpstr>Financial Conditions Index</vt:lpstr>
      <vt:lpstr>Macroprudential stance extensions</vt:lpstr>
      <vt:lpstr>w calibration: Suarez utility function</vt:lpstr>
      <vt:lpstr>w calibration: Risk aversion interval relevant for policy decisions</vt:lpstr>
      <vt:lpstr>GDP distributions corresponding to systemic risks one year prior. Median: 9.21% --&gt; 8.9% (-0.31%), Gap: 7.93% --&gt; 7.39% (-0.54%).</vt:lpstr>
      <vt:lpstr>Risks' contribution to expected median and tail</vt:lpstr>
      <vt:lpstr>Macroprudential policy outcomes</vt:lpstr>
      <vt:lpstr>Macroprudential policy: effect decomposition</vt:lpstr>
      <vt:lpstr>Limitations</vt:lpstr>
      <vt:lpstr>Recommendation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Role of CCyB and Forward Looking Perspectives</dc:title>
  <dc:creator>Victor Yerz</dc:creator>
  <cp:lastModifiedBy>Victor Yerz</cp:lastModifiedBy>
  <cp:revision>188</cp:revision>
  <dcterms:created xsi:type="dcterms:W3CDTF">2024-06-19T08:09:51Z</dcterms:created>
  <dcterms:modified xsi:type="dcterms:W3CDTF">2025-01-10T07:17:26Z</dcterms:modified>
</cp:coreProperties>
</file>