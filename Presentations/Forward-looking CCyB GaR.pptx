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theme/theme3.xml" ContentType="application/vnd.openxmlformats-officedocument.theme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110.xml" ContentType="application/vnd.openxmlformats-officedocument.presentationml.slideLayout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760" r:id="rId1"/>
    <p:sldMasterId id="2147483761" r:id="rId2"/>
    <p:sldMasterId id="2147483762" r:id="rId3"/>
    <p:sldMasterId id="2147483763" r:id="rId4"/>
  </p:sldMasterIdLst>
  <p:notesMasterIdLst>
    <p:notesMasterId r:id="rId20"/>
  </p:notesMasterIdLst>
  <p:sldIdLst>
    <p:sldId id="256" r:id="rId5"/>
    <p:sldId id="257" r:id="rId6"/>
    <p:sldId id="258" r:id="rId7"/>
    <p:sldId id="264" r:id="rId8"/>
    <p:sldId id="265" r:id="rId9"/>
    <p:sldId id="276" r:id="rId10"/>
    <p:sldId id="277" r:id="rId11"/>
    <p:sldId id="278" r:id="rId12"/>
    <p:sldId id="279" r:id="rId13"/>
    <p:sldId id="271" r:id="rId14"/>
    <p:sldId id="266" r:id="rId15"/>
    <p:sldId id="270" r:id="rId16"/>
    <p:sldId id="272" r:id="rId17"/>
    <p:sldId id="267" r:id="rId18"/>
    <p:sldId id="269" r:id="rId19"/>
  </p:sldIdLst>
  <p:sldSz cx="9144000" cy="5143500" type="screen16x9"/>
  <p:notesSz cx="6858000" cy="9144000"/>
  <p:embeddedFontLst>
    <p:embeddedFont>
      <p:font typeface="Cambria Math" panose="02040503050406030204" pitchFamily="18" charset="0"/>
      <p:regular r:id="rId21"/>
    </p:embeddedFont>
    <p:embeddedFont>
      <p:font typeface="Catamaran Light" pitchFamily="2" charset="77"/>
      <p:regular r:id="rId22"/>
      <p:bold r:id="rId23"/>
    </p:embeddedFont>
    <p:embeddedFont>
      <p:font typeface="Fira Sans Extra Condensed Medium" panose="020B0603050000020004" pitchFamily="34" charset="0"/>
      <p:regular r:id="rId24"/>
      <p:bold r:id="rId25"/>
      <p:italic r:id="rId26"/>
      <p:boldItalic r:id="rId27"/>
    </p:embeddedFont>
    <p:embeddedFont>
      <p:font typeface="Hammersmith One" panose="02010703030501060504" pitchFamily="2" charset="77"/>
      <p:regular r:id="rId28"/>
    </p:embeddedFont>
    <p:embeddedFont>
      <p:font typeface="Inter" panose="02000503000000020004" pitchFamily="2" charset="0"/>
      <p:regular r:id="rId29"/>
      <p:bold r:id="rId30"/>
    </p:embeddedFont>
    <p:embeddedFont>
      <p:font typeface="League Spartan Medium" pitchFamily="2" charset="77"/>
      <p:regular r:id="rId31"/>
      <p:bold r:id="rId32"/>
    </p:embeddedFont>
    <p:embeddedFont>
      <p:font typeface="Livvic" pitchFamily="2" charset="77"/>
      <p:regular r:id="rId33"/>
      <p:bold r:id="rId34"/>
      <p:italic r:id="rId35"/>
      <p:boldItalic r:id="rId36"/>
    </p:embeddedFont>
    <p:embeddedFont>
      <p:font typeface="Manjari" panose="02000503000000000000" pitchFamily="2" charset="0"/>
      <p:regular r:id="rId37"/>
      <p:bold r:id="rId38"/>
    </p:embeddedFont>
    <p:embeddedFont>
      <p:font typeface="Montserrat SemiBold" panose="020F0502020204030204" pitchFamily="34" charset="0"/>
      <p:regular r:id="rId39"/>
      <p:bold r:id="rId40"/>
      <p:italic r:id="rId41"/>
      <p:boldItalic r:id="rId42"/>
    </p:embeddedFont>
    <p:embeddedFont>
      <p:font typeface="Nunito" pitchFamily="2" charset="77"/>
      <p:regular r:id="rId43"/>
      <p:bold r:id="rId44"/>
      <p:italic r:id="rId45"/>
      <p:boldItalic r:id="rId46"/>
    </p:embeddedFont>
    <p:embeddedFont>
      <p:font typeface="Open Sans" panose="020B0606030504020204" pitchFamily="34" charset="0"/>
      <p:regular r:id="rId47"/>
      <p:bold r:id="rId48"/>
      <p:italic r:id="rId49"/>
      <p:boldItalic r:id="rId50"/>
    </p:embeddedFont>
    <p:embeddedFont>
      <p:font typeface="Poppins" pitchFamily="2" charset="77"/>
      <p:regular r:id="rId51"/>
      <p:bold r:id="rId52"/>
      <p:italic r:id="rId53"/>
      <p:boldItalic r:id="rId54"/>
    </p:embeddedFont>
    <p:embeddedFont>
      <p:font typeface="Roboto Condensed Light" panose="020F0302020204030204" pitchFamily="34" charset="0"/>
      <p:regular r:id="rId55"/>
      <p:italic r:id="rId56"/>
    </p:embeddedFont>
    <p:embeddedFont>
      <p:font typeface="Ubuntu" panose="020B0504030602030204" pitchFamily="34" charset="0"/>
      <p:regular r:id="rId57"/>
      <p:bold r:id="rId58"/>
      <p:italic r:id="rId59"/>
      <p:boldItalic r:id="rId6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34343"/>
    <a:srgbClr val="595959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1"/>
    <p:restoredTop sz="94650"/>
  </p:normalViewPr>
  <p:slideViewPr>
    <p:cSldViewPr snapToGrid="0">
      <p:cViewPr varScale="1">
        <p:scale>
          <a:sx n="160" d="100"/>
          <a:sy n="160" d="100"/>
        </p:scale>
        <p:origin x="240" y="17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font" Target="fonts/font6.fntdata"/><Relationship Id="rId39" Type="http://schemas.openxmlformats.org/officeDocument/2006/relationships/font" Target="fonts/font19.fntdata"/><Relationship Id="rId21" Type="http://schemas.openxmlformats.org/officeDocument/2006/relationships/font" Target="fonts/font1.fntdata"/><Relationship Id="rId34" Type="http://schemas.openxmlformats.org/officeDocument/2006/relationships/font" Target="fonts/font14.fntdata"/><Relationship Id="rId42" Type="http://schemas.openxmlformats.org/officeDocument/2006/relationships/font" Target="fonts/font22.fntdata"/><Relationship Id="rId47" Type="http://schemas.openxmlformats.org/officeDocument/2006/relationships/font" Target="fonts/font27.fntdata"/><Relationship Id="rId50" Type="http://schemas.openxmlformats.org/officeDocument/2006/relationships/font" Target="fonts/font30.fntdata"/><Relationship Id="rId55" Type="http://schemas.openxmlformats.org/officeDocument/2006/relationships/font" Target="fonts/font35.fntdata"/><Relationship Id="rId63" Type="http://schemas.openxmlformats.org/officeDocument/2006/relationships/theme" Target="theme/theme1.xml"/><Relationship Id="rId7" Type="http://schemas.openxmlformats.org/officeDocument/2006/relationships/slide" Target="slides/slide3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2.xml"/><Relationship Id="rId29" Type="http://schemas.openxmlformats.org/officeDocument/2006/relationships/font" Target="fonts/font9.fntdata"/><Relationship Id="rId11" Type="http://schemas.openxmlformats.org/officeDocument/2006/relationships/slide" Target="slides/slide7.xml"/><Relationship Id="rId24" Type="http://schemas.openxmlformats.org/officeDocument/2006/relationships/font" Target="fonts/font4.fntdata"/><Relationship Id="rId32" Type="http://schemas.openxmlformats.org/officeDocument/2006/relationships/font" Target="fonts/font12.fntdata"/><Relationship Id="rId37" Type="http://schemas.openxmlformats.org/officeDocument/2006/relationships/font" Target="fonts/font17.fntdata"/><Relationship Id="rId40" Type="http://schemas.openxmlformats.org/officeDocument/2006/relationships/font" Target="fonts/font20.fntdata"/><Relationship Id="rId45" Type="http://schemas.openxmlformats.org/officeDocument/2006/relationships/font" Target="fonts/font25.fntdata"/><Relationship Id="rId53" Type="http://schemas.openxmlformats.org/officeDocument/2006/relationships/font" Target="fonts/font33.fntdata"/><Relationship Id="rId58" Type="http://schemas.openxmlformats.org/officeDocument/2006/relationships/font" Target="fonts/font38.fntdata"/><Relationship Id="rId5" Type="http://schemas.openxmlformats.org/officeDocument/2006/relationships/slide" Target="slides/slide1.xml"/><Relationship Id="rId61" Type="http://schemas.openxmlformats.org/officeDocument/2006/relationships/presProps" Target="presProps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22" Type="http://schemas.openxmlformats.org/officeDocument/2006/relationships/font" Target="fonts/font2.fntdata"/><Relationship Id="rId27" Type="http://schemas.openxmlformats.org/officeDocument/2006/relationships/font" Target="fonts/font7.fntdata"/><Relationship Id="rId30" Type="http://schemas.openxmlformats.org/officeDocument/2006/relationships/font" Target="fonts/font10.fntdata"/><Relationship Id="rId35" Type="http://schemas.openxmlformats.org/officeDocument/2006/relationships/font" Target="fonts/font15.fntdata"/><Relationship Id="rId43" Type="http://schemas.openxmlformats.org/officeDocument/2006/relationships/font" Target="fonts/font23.fntdata"/><Relationship Id="rId48" Type="http://schemas.openxmlformats.org/officeDocument/2006/relationships/font" Target="fonts/font28.fntdata"/><Relationship Id="rId56" Type="http://schemas.openxmlformats.org/officeDocument/2006/relationships/font" Target="fonts/font36.fntdata"/><Relationship Id="rId64" Type="http://schemas.openxmlformats.org/officeDocument/2006/relationships/tableStyles" Target="tableStyles.xml"/><Relationship Id="rId8" Type="http://schemas.openxmlformats.org/officeDocument/2006/relationships/slide" Target="slides/slide4.xml"/><Relationship Id="rId51" Type="http://schemas.openxmlformats.org/officeDocument/2006/relationships/font" Target="fonts/font31.fntdata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font" Target="fonts/font5.fntdata"/><Relationship Id="rId33" Type="http://schemas.openxmlformats.org/officeDocument/2006/relationships/font" Target="fonts/font13.fntdata"/><Relationship Id="rId38" Type="http://schemas.openxmlformats.org/officeDocument/2006/relationships/font" Target="fonts/font18.fntdata"/><Relationship Id="rId46" Type="http://schemas.openxmlformats.org/officeDocument/2006/relationships/font" Target="fonts/font26.fntdata"/><Relationship Id="rId59" Type="http://schemas.openxmlformats.org/officeDocument/2006/relationships/font" Target="fonts/font39.fntdata"/><Relationship Id="rId20" Type="http://schemas.openxmlformats.org/officeDocument/2006/relationships/notesMaster" Target="notesMasters/notesMaster1.xml"/><Relationship Id="rId41" Type="http://schemas.openxmlformats.org/officeDocument/2006/relationships/font" Target="fonts/font21.fntdata"/><Relationship Id="rId54" Type="http://schemas.openxmlformats.org/officeDocument/2006/relationships/font" Target="fonts/font34.fntdata"/><Relationship Id="rId62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font" Target="fonts/font3.fntdata"/><Relationship Id="rId28" Type="http://schemas.openxmlformats.org/officeDocument/2006/relationships/font" Target="fonts/font8.fntdata"/><Relationship Id="rId36" Type="http://schemas.openxmlformats.org/officeDocument/2006/relationships/font" Target="fonts/font16.fntdata"/><Relationship Id="rId49" Type="http://schemas.openxmlformats.org/officeDocument/2006/relationships/font" Target="fonts/font29.fntdata"/><Relationship Id="rId57" Type="http://schemas.openxmlformats.org/officeDocument/2006/relationships/font" Target="fonts/font37.fntdata"/><Relationship Id="rId10" Type="http://schemas.openxmlformats.org/officeDocument/2006/relationships/slide" Target="slides/slide6.xml"/><Relationship Id="rId31" Type="http://schemas.openxmlformats.org/officeDocument/2006/relationships/font" Target="fonts/font11.fntdata"/><Relationship Id="rId44" Type="http://schemas.openxmlformats.org/officeDocument/2006/relationships/font" Target="fonts/font24.fntdata"/><Relationship Id="rId52" Type="http://schemas.openxmlformats.org/officeDocument/2006/relationships/font" Target="fonts/font32.fntdata"/><Relationship Id="rId60" Type="http://schemas.openxmlformats.org/officeDocument/2006/relationships/font" Target="fonts/font40.fntdata"/><Relationship Id="rId4" Type="http://schemas.openxmlformats.org/officeDocument/2006/relationships/slideMaster" Target="slideMasters/slideMaster4.xml"/><Relationship Id="rId9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8" name="Google Shape;2188;g242ad95d2a6_0_3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89" name="Google Shape;2189;g242ad95d2a6_0_3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7" name="Google Shape;2197;g242ad95d2a6_0_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98" name="Google Shape;2198;g242ad95d2a6_0_5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3" name="Google Shape;2203;g242d2cabb6c_0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04" name="Google Shape;2204;g242d2cabb6c_0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costs of a type 1 error (no CCyB when it is necessary) are higher than that of a type 2 error – a CCyB when it is not necessary (Galan, 2020)</a:t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8" name="Google Shape;2248;g2432cafc3ce_0_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49" name="Google Shape;2249;g2432cafc3ce_0_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7" name="Google Shape;2257;g2432cafc3ce_0_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58" name="Google Shape;2258;g2432cafc3ce_0_7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3" name="Google Shape;2263;g2432cafc3ce_0_10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64" name="Google Shape;2264;g2432cafc3ce_0_10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6762056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3" name="Google Shape;2263;g2432cafc3ce_0_10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64" name="Google Shape;2264;g2432cafc3ce_0_10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5989623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3" name="Google Shape;2263;g2432cafc3ce_0_10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64" name="Google Shape;2264;g2432cafc3ce_0_10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1309423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3" name="Google Shape;2263;g2432cafc3ce_0_10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64" name="Google Shape;2264;g2432cafc3ce_0_10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8449708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3" name="Google Shape;2263;g2432cafc3ce_0_10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64" name="Google Shape;2264;g2432cafc3ce_0_10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9207992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3" name="Google Shape;2263;g2432cafc3ce_0_10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64" name="Google Shape;2264;g2432cafc3ce_0_10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3" name="Google Shape;2263;g2432cafc3ce_0_10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64" name="Google Shape;2264;g2432cafc3ce_0_10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7212085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3" name="Google Shape;2263;g2432cafc3ce_0_10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64" name="Google Shape;2264;g2432cafc3ce_0_10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6698701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8" name="Google Shape;2268;g2432cafc3ce_0_1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69" name="Google Shape;2269;g2432cafc3ce_0_1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0" name="Google Shape;2280;SLIDES_API1934884435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81" name="Google Shape;2281;SLIDES_API1934884435_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7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TyoMsr" TargetMode="External"/><Relationship Id="rId2" Type="http://schemas.openxmlformats.org/officeDocument/2006/relationships/hyperlink" Target="http://bit.ly/2Tynxth" TargetMode="External"/><Relationship Id="rId1" Type="http://schemas.openxmlformats.org/officeDocument/2006/relationships/slideMaster" Target="../slideMasters/slideMaster4.xml"/><Relationship Id="rId4" Type="http://schemas.openxmlformats.org/officeDocument/2006/relationships/hyperlink" Target="http://bit.ly/2TtBDfr" TargetMode="External"/></Relationships>
</file>

<file path=ppt/slideLayouts/_rels/slideLayout9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0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0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0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0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0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0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0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0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0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0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A_Introduction_Slide_1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title"/>
          </p:nvPr>
        </p:nvSpPr>
        <p:spPr>
          <a:xfrm>
            <a:off x="632175" y="920625"/>
            <a:ext cx="7679700" cy="726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body" idx="1"/>
          </p:nvPr>
        </p:nvSpPr>
        <p:spPr>
          <a:xfrm>
            <a:off x="632175" y="1717350"/>
            <a:ext cx="5056800" cy="195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marL="457200" lvl="0" indent="-311150" rtl="0">
              <a:spcBef>
                <a:spcPts val="0"/>
              </a:spcBef>
              <a:spcAft>
                <a:spcPts val="0"/>
              </a:spcAft>
              <a:buSzPts val="1300"/>
              <a:buChar char="●"/>
              <a:defRPr sz="1300"/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pic>
        <p:nvPicPr>
          <p:cNvPr id="13" name="Google Shape;13;p2"/>
          <p:cNvPicPr preferRelativeResize="0"/>
          <p:nvPr/>
        </p:nvPicPr>
        <p:blipFill rotWithShape="1">
          <a:blip r:embed="rId2">
            <a:alphaModFix/>
          </a:blip>
          <a:srcRect l="7871" r="4470"/>
          <a:stretch/>
        </p:blipFill>
        <p:spPr>
          <a:xfrm rot="5399995">
            <a:off x="5161977" y="1270987"/>
            <a:ext cx="5149824" cy="260152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E46962"/>
          </p15:clr>
        </p15:guide>
        <p15:guide id="2" pos="2880">
          <p15:clr>
            <a:srgbClr val="E46962"/>
          </p15:clr>
        </p15:guide>
        <p15:guide id="3" pos="398">
          <p15:clr>
            <a:srgbClr val="E46962"/>
          </p15:clr>
        </p15:guide>
        <p15:guide id="4" orient="horz" pos="628">
          <p15:clr>
            <a:srgbClr val="E46962"/>
          </p15:clr>
        </p15:guide>
        <p15:guide id="5" pos="5362">
          <p15:clr>
            <a:srgbClr val="E46962"/>
          </p15:clr>
        </p15:guide>
        <p15:guide id="6" pos="458">
          <p15:clr>
            <a:srgbClr val="E46962"/>
          </p15:clr>
        </p15:guide>
        <p15:guide id="7" orient="horz" pos="1082">
          <p15:clr>
            <a:srgbClr val="E46962"/>
          </p15:clr>
        </p15:guide>
        <p15:guide id="8" orient="horz" pos="903">
          <p15:clr>
            <a:srgbClr val="E46962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A_Title_Body_1">
  <p:cSld name="TITLE_1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16" name="Google Shape;16;p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5899075" y="1913100"/>
            <a:ext cx="3244926" cy="3230399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Google Shape;17;p3"/>
          <p:cNvSpPr>
            <a:spLocks noGrp="1"/>
          </p:cNvSpPr>
          <p:nvPr>
            <p:ph type="pic" idx="2"/>
          </p:nvPr>
        </p:nvSpPr>
        <p:spPr>
          <a:xfrm>
            <a:off x="5843075" y="632300"/>
            <a:ext cx="2615100" cy="3918900"/>
          </a:xfrm>
          <a:prstGeom prst="roundRect">
            <a:avLst>
              <a:gd name="adj" fmla="val 16667"/>
            </a:avLst>
          </a:prstGeom>
          <a:noFill/>
          <a:ln>
            <a:noFill/>
          </a:ln>
        </p:spPr>
      </p:sp>
      <p:sp>
        <p:nvSpPr>
          <p:cNvPr id="18" name="Google Shape;18;p3"/>
          <p:cNvSpPr txBox="1">
            <a:spLocks noGrp="1"/>
          </p:cNvSpPr>
          <p:nvPr>
            <p:ph type="title"/>
          </p:nvPr>
        </p:nvSpPr>
        <p:spPr>
          <a:xfrm>
            <a:off x="632175" y="920625"/>
            <a:ext cx="5046000" cy="726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subTitle" idx="1"/>
          </p:nvPr>
        </p:nvSpPr>
        <p:spPr>
          <a:xfrm>
            <a:off x="642700" y="1723725"/>
            <a:ext cx="3605100" cy="196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E46962"/>
          </p15:clr>
        </p15:guide>
        <p15:guide id="2" pos="2880">
          <p15:clr>
            <a:srgbClr val="E46962"/>
          </p15:clr>
        </p15:guide>
        <p15:guide id="3" pos="405">
          <p15:clr>
            <a:srgbClr val="E46962"/>
          </p15:clr>
        </p15:guide>
        <p15:guide id="4" orient="horz" pos="628">
          <p15:clr>
            <a:srgbClr val="E46962"/>
          </p15:clr>
        </p15:guide>
        <p15:guide id="5" pos="5328">
          <p15:clr>
            <a:srgbClr val="E46962"/>
          </p15:clr>
        </p15:guide>
        <p15:guide id="6" orient="horz" pos="891">
          <p15:clr>
            <a:srgbClr val="E46962"/>
          </p15:clr>
        </p15:guide>
        <p15:guide id="7" orient="horz" pos="1086">
          <p15:clr>
            <a:srgbClr val="E46962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A_Title_Body_1_no_image">
  <p:cSld name="TITLE_1_2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" name="Google Shape;22;p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6477450" y="2488875"/>
            <a:ext cx="2666551" cy="2654624"/>
          </a:xfrm>
          <a:prstGeom prst="rect">
            <a:avLst/>
          </a:prstGeom>
          <a:noFill/>
          <a:ln>
            <a:noFill/>
          </a:ln>
        </p:spPr>
      </p:pic>
      <p:sp>
        <p:nvSpPr>
          <p:cNvPr id="23" name="Google Shape;23;p4"/>
          <p:cNvSpPr txBox="1">
            <a:spLocks noGrp="1"/>
          </p:cNvSpPr>
          <p:nvPr>
            <p:ph type="title"/>
          </p:nvPr>
        </p:nvSpPr>
        <p:spPr>
          <a:xfrm>
            <a:off x="632175" y="920625"/>
            <a:ext cx="6485100" cy="726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subTitle" idx="1"/>
          </p:nvPr>
        </p:nvSpPr>
        <p:spPr>
          <a:xfrm>
            <a:off x="642700" y="1589400"/>
            <a:ext cx="6474600" cy="196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E46962"/>
          </p15:clr>
        </p15:guide>
        <p15:guide id="2" pos="2880">
          <p15:clr>
            <a:srgbClr val="E46962"/>
          </p15:clr>
        </p15:guide>
        <p15:guide id="3" pos="405">
          <p15:clr>
            <a:srgbClr val="E46962"/>
          </p15:clr>
        </p15:guide>
        <p15:guide id="4" orient="horz" pos="628">
          <p15:clr>
            <a:srgbClr val="E46962"/>
          </p15:clr>
        </p15:guide>
        <p15:guide id="5" pos="5328">
          <p15:clr>
            <a:srgbClr val="E46962"/>
          </p15:clr>
        </p15:guide>
        <p15:guide id="6" orient="horz" pos="891">
          <p15:clr>
            <a:srgbClr val="E46962"/>
          </p15:clr>
        </p15:guide>
        <p15:guide id="7" orient="horz" pos="1086">
          <p15:clr>
            <a:srgbClr val="E46962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A_Title_Body_2">
  <p:cSld name="TITLE_1_1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Google Shape;26;p5"/>
          <p:cNvPicPr preferRelativeResize="0"/>
          <p:nvPr/>
        </p:nvPicPr>
        <p:blipFill rotWithShape="1">
          <a:blip r:embed="rId2">
            <a:alphaModFix/>
          </a:blip>
          <a:srcRect r="49205"/>
          <a:stretch/>
        </p:blipFill>
        <p:spPr>
          <a:xfrm flipH="1">
            <a:off x="0" y="-348137"/>
            <a:ext cx="1836600" cy="3599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" name="Google Shape;27;p5"/>
          <p:cNvPicPr preferRelativeResize="0"/>
          <p:nvPr/>
        </p:nvPicPr>
        <p:blipFill rotWithShape="1">
          <a:blip r:embed="rId2">
            <a:alphaModFix/>
          </a:blip>
          <a:srcRect r="49205"/>
          <a:stretch/>
        </p:blipFill>
        <p:spPr>
          <a:xfrm rot="10800000">
            <a:off x="0" y="1892238"/>
            <a:ext cx="1836600" cy="3599400"/>
          </a:xfrm>
          <a:prstGeom prst="rect">
            <a:avLst/>
          </a:prstGeom>
          <a:noFill/>
          <a:ln>
            <a:noFill/>
          </a:ln>
        </p:spPr>
      </p:pic>
      <p:sp>
        <p:nvSpPr>
          <p:cNvPr id="28" name="Google Shape;28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9" name="Google Shape;29;p5"/>
          <p:cNvSpPr>
            <a:spLocks noGrp="1"/>
          </p:cNvSpPr>
          <p:nvPr>
            <p:ph type="pic" idx="2"/>
          </p:nvPr>
        </p:nvSpPr>
        <p:spPr>
          <a:xfrm>
            <a:off x="642700" y="632300"/>
            <a:ext cx="2615100" cy="3918900"/>
          </a:xfrm>
          <a:prstGeom prst="roundRect">
            <a:avLst>
              <a:gd name="adj" fmla="val 16667"/>
            </a:avLst>
          </a:prstGeom>
          <a:noFill/>
          <a:ln>
            <a:noFill/>
          </a:ln>
        </p:spPr>
      </p:sp>
      <p:sp>
        <p:nvSpPr>
          <p:cNvPr id="30" name="Google Shape;30;p5"/>
          <p:cNvSpPr/>
          <p:nvPr/>
        </p:nvSpPr>
        <p:spPr>
          <a:xfrm rot="-695">
            <a:off x="8410293" y="4393362"/>
            <a:ext cx="1484700" cy="1476900"/>
          </a:xfrm>
          <a:prstGeom prst="pie">
            <a:avLst>
              <a:gd name="adj1" fmla="val 10804369"/>
              <a:gd name="adj2" fmla="val 16200000"/>
            </a:avLst>
          </a:prstGeom>
          <a:gradFill>
            <a:gsLst>
              <a:gs pos="0">
                <a:srgbClr val="FFC982"/>
              </a:gs>
              <a:gs pos="100000">
                <a:srgbClr val="F58F09"/>
              </a:gs>
            </a:gsLst>
            <a:path path="circle">
              <a:fillToRect l="50000" t="50000" r="50000" b="50000"/>
            </a:path>
            <a:tileRect/>
          </a:gradFill>
          <a:ln w="9525" cap="flat" cmpd="sng">
            <a:solidFill>
              <a:srgbClr val="FF99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2C2C2C"/>
              </a:solidFill>
            </a:endParaRPr>
          </a:p>
        </p:txBody>
      </p:sp>
      <p:sp>
        <p:nvSpPr>
          <p:cNvPr id="31" name="Google Shape;31;p5"/>
          <p:cNvSpPr txBox="1">
            <a:spLocks noGrp="1"/>
          </p:cNvSpPr>
          <p:nvPr>
            <p:ph type="title"/>
          </p:nvPr>
        </p:nvSpPr>
        <p:spPr>
          <a:xfrm>
            <a:off x="4722075" y="997400"/>
            <a:ext cx="3589800" cy="650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endParaRPr/>
          </a:p>
        </p:txBody>
      </p:sp>
      <p:sp>
        <p:nvSpPr>
          <p:cNvPr id="32" name="Google Shape;32;p5"/>
          <p:cNvSpPr/>
          <p:nvPr/>
        </p:nvSpPr>
        <p:spPr>
          <a:xfrm>
            <a:off x="4800600" y="632300"/>
            <a:ext cx="775500" cy="131400"/>
          </a:xfrm>
          <a:prstGeom prst="roundRect">
            <a:avLst>
              <a:gd name="adj" fmla="val 50000"/>
            </a:avLst>
          </a:prstGeom>
          <a:solidFill>
            <a:srgbClr val="F47C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" name="Google Shape;33;p5"/>
          <p:cNvSpPr txBox="1">
            <a:spLocks noGrp="1"/>
          </p:cNvSpPr>
          <p:nvPr>
            <p:ph type="subTitle" idx="1"/>
          </p:nvPr>
        </p:nvSpPr>
        <p:spPr>
          <a:xfrm>
            <a:off x="4722075" y="1959150"/>
            <a:ext cx="3589800" cy="196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E46962"/>
          </p15:clr>
        </p15:guide>
        <p15:guide id="2" pos="3024">
          <p15:clr>
            <a:srgbClr val="E46962"/>
          </p15:clr>
        </p15:guide>
        <p15:guide id="3" pos="405">
          <p15:clr>
            <a:srgbClr val="E46962"/>
          </p15:clr>
        </p15:guide>
        <p15:guide id="4" orient="horz" pos="628">
          <p15:clr>
            <a:srgbClr val="E46962"/>
          </p15:clr>
        </p15:guide>
        <p15:guide id="5" pos="5328">
          <p15:clr>
            <a:srgbClr val="E46962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A_Outro_1">
  <p:cSld name="TITLE_1_1_1_1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title"/>
          </p:nvPr>
        </p:nvSpPr>
        <p:spPr>
          <a:xfrm>
            <a:off x="530400" y="2208300"/>
            <a:ext cx="8083200" cy="726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sp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E46962"/>
          </p15:clr>
        </p15:guide>
        <p15:guide id="2" pos="3240">
          <p15:clr>
            <a:srgbClr val="E46962"/>
          </p15:clr>
        </p15:guide>
        <p15:guide id="3" pos="405">
          <p15:clr>
            <a:srgbClr val="E46962"/>
          </p15:clr>
        </p15:guide>
        <p15:guide id="4" orient="horz" pos="628">
          <p15:clr>
            <a:srgbClr val="E46962"/>
          </p15:clr>
        </p15:guide>
        <p15:guide id="5" pos="5328">
          <p15:clr>
            <a:srgbClr val="E46962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>
  <p:cSld name="CUSTOM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_2">
  <p:cSld name="TITLE_2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9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47" name="Google Shape;47;p9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48" name="Google Shape;48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0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10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endParaRPr/>
          </a:p>
        </p:txBody>
      </p:sp>
      <p:sp>
        <p:nvSpPr>
          <p:cNvPr id="52" name="Google Shape;52;p10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endParaRPr/>
          </a:p>
        </p:txBody>
      </p:sp>
      <p:sp>
        <p:nvSpPr>
          <p:cNvPr id="53" name="Google Shape;53;p10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_3">
  <p:cSld name="TITLE_3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1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56" name="Google Shape;56;p11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57" name="Google Shape;5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_4">
  <p:cSld name="TITLE_4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2"/>
          <p:cNvSpPr txBox="1">
            <a:spLocks noGrp="1"/>
          </p:cNvSpPr>
          <p:nvPr>
            <p:ph type="ctrTitle"/>
          </p:nvPr>
        </p:nvSpPr>
        <p:spPr>
          <a:xfrm>
            <a:off x="4040075" y="1807225"/>
            <a:ext cx="4084500" cy="192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4400" b="1"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60" name="Google Shape;60;p12"/>
          <p:cNvSpPr txBox="1">
            <a:spLocks noGrp="1"/>
          </p:cNvSpPr>
          <p:nvPr>
            <p:ph type="subTitle" idx="1"/>
          </p:nvPr>
        </p:nvSpPr>
        <p:spPr>
          <a:xfrm>
            <a:off x="4040075" y="3900750"/>
            <a:ext cx="4553400" cy="5640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8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61" name="Google Shape;61;p12"/>
          <p:cNvSpPr/>
          <p:nvPr/>
        </p:nvSpPr>
        <p:spPr>
          <a:xfrm>
            <a:off x="148375" y="148500"/>
            <a:ext cx="8869500" cy="48465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A_Introduction_Slide_1">
  <p:cSld name="TITLE_2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4"/>
          <p:cNvSpPr txBox="1">
            <a:spLocks noGrp="1"/>
          </p:cNvSpPr>
          <p:nvPr>
            <p:ph type="title"/>
          </p:nvPr>
        </p:nvSpPr>
        <p:spPr>
          <a:xfrm>
            <a:off x="732150" y="1432763"/>
            <a:ext cx="7679700" cy="726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sp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endParaRPr/>
          </a:p>
        </p:txBody>
      </p:sp>
      <p:sp>
        <p:nvSpPr>
          <p:cNvPr id="69" name="Google Shape;69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70" name="Google Shape;70;p14"/>
          <p:cNvSpPr txBox="1">
            <a:spLocks noGrp="1"/>
          </p:cNvSpPr>
          <p:nvPr>
            <p:ph type="body" idx="1"/>
          </p:nvPr>
        </p:nvSpPr>
        <p:spPr>
          <a:xfrm>
            <a:off x="732150" y="2229500"/>
            <a:ext cx="7679700" cy="195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marL="457200" lvl="0" indent="-311150" algn="ctr" rtl="0">
              <a:spcBef>
                <a:spcPts val="0"/>
              </a:spcBef>
              <a:spcAft>
                <a:spcPts val="0"/>
              </a:spcAft>
              <a:buSzPts val="1300"/>
              <a:buChar char="●"/>
              <a:defRPr sz="1300"/>
            </a:lvl1pPr>
            <a:lvl2pPr marL="914400" lvl="1" indent="-304800" algn="ctr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ctr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ctr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ctr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ctr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ctr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ctr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ctr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E46962"/>
          </p15:clr>
        </p15:guide>
        <p15:guide id="2" pos="2880">
          <p15:clr>
            <a:srgbClr val="E46962"/>
          </p15:clr>
        </p15:guide>
        <p15:guide id="3" pos="398">
          <p15:clr>
            <a:srgbClr val="E46962"/>
          </p15:clr>
        </p15:guide>
        <p15:guide id="4" orient="horz" pos="628">
          <p15:clr>
            <a:srgbClr val="E46962"/>
          </p15:clr>
        </p15:guide>
        <p15:guide id="5" pos="5362">
          <p15:clr>
            <a:srgbClr val="E46962"/>
          </p15:clr>
        </p15:guide>
        <p15:guide id="6" pos="458">
          <p15:clr>
            <a:srgbClr val="E46962"/>
          </p15:clr>
        </p15:guide>
        <p15:guide id="7" orient="horz" pos="1082">
          <p15:clr>
            <a:srgbClr val="E46962"/>
          </p15:clr>
        </p15:guide>
        <p15:guide id="8" orient="horz" pos="903">
          <p15:clr>
            <a:srgbClr val="E46962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A_Title_Body_1">
  <p:cSld name="TITLE_1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73" name="Google Shape;73;p15"/>
          <p:cNvSpPr>
            <a:spLocks noGrp="1"/>
          </p:cNvSpPr>
          <p:nvPr>
            <p:ph type="pic" idx="2"/>
          </p:nvPr>
        </p:nvSpPr>
        <p:spPr>
          <a:xfrm>
            <a:off x="5756411" y="66975"/>
            <a:ext cx="3387600" cy="50766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</p:sp>
      <p:sp>
        <p:nvSpPr>
          <p:cNvPr id="74" name="Google Shape;74;p15"/>
          <p:cNvSpPr txBox="1">
            <a:spLocks noGrp="1"/>
          </p:cNvSpPr>
          <p:nvPr>
            <p:ph type="title"/>
          </p:nvPr>
        </p:nvSpPr>
        <p:spPr>
          <a:xfrm>
            <a:off x="632175" y="650250"/>
            <a:ext cx="5046000" cy="726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endParaRPr/>
          </a:p>
        </p:txBody>
      </p:sp>
      <p:sp>
        <p:nvSpPr>
          <p:cNvPr id="75" name="Google Shape;75;p15"/>
          <p:cNvSpPr txBox="1">
            <a:spLocks noGrp="1"/>
          </p:cNvSpPr>
          <p:nvPr>
            <p:ph type="subTitle" idx="1"/>
          </p:nvPr>
        </p:nvSpPr>
        <p:spPr>
          <a:xfrm>
            <a:off x="642700" y="1562500"/>
            <a:ext cx="4337400" cy="196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E46962"/>
          </p15:clr>
        </p15:guide>
        <p15:guide id="2" pos="2880">
          <p15:clr>
            <a:srgbClr val="E46962"/>
          </p15:clr>
        </p15:guide>
        <p15:guide id="3" pos="405">
          <p15:clr>
            <a:srgbClr val="E46962"/>
          </p15:clr>
        </p15:guide>
        <p15:guide id="4" orient="horz" pos="628">
          <p15:clr>
            <a:srgbClr val="E46962"/>
          </p15:clr>
        </p15:guide>
        <p15:guide id="5" pos="5328">
          <p15:clr>
            <a:srgbClr val="E46962"/>
          </p15:clr>
        </p15:guide>
        <p15:guide id="6" orient="horz" pos="984">
          <p15:clr>
            <a:srgbClr val="E46962"/>
          </p15:clr>
        </p15:guide>
        <p15:guide id="7" orient="horz" pos="1080">
          <p15:clr>
            <a:srgbClr val="E46962"/>
          </p15:clr>
        </p15:guide>
        <p15:guide id="8" orient="horz" pos="410">
          <p15:clr>
            <a:srgbClr val="E46962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A_Title_Body_2">
  <p:cSld name="TITLE_1_1"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78" name="Google Shape;78;p16"/>
          <p:cNvSpPr>
            <a:spLocks noGrp="1"/>
          </p:cNvSpPr>
          <p:nvPr>
            <p:ph type="pic" idx="2"/>
          </p:nvPr>
        </p:nvSpPr>
        <p:spPr>
          <a:xfrm>
            <a:off x="0" y="57700"/>
            <a:ext cx="3393900" cy="50859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</p:sp>
      <p:sp>
        <p:nvSpPr>
          <p:cNvPr id="79" name="Google Shape;79;p16"/>
          <p:cNvSpPr txBox="1">
            <a:spLocks noGrp="1"/>
          </p:cNvSpPr>
          <p:nvPr>
            <p:ph type="subTitle" idx="1"/>
          </p:nvPr>
        </p:nvSpPr>
        <p:spPr>
          <a:xfrm>
            <a:off x="4135200" y="1595175"/>
            <a:ext cx="4176600" cy="196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16"/>
          <p:cNvSpPr txBox="1">
            <a:spLocks noGrp="1"/>
          </p:cNvSpPr>
          <p:nvPr>
            <p:ph type="title"/>
          </p:nvPr>
        </p:nvSpPr>
        <p:spPr>
          <a:xfrm>
            <a:off x="4135200" y="650250"/>
            <a:ext cx="4270500" cy="726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E46962"/>
          </p15:clr>
        </p15:guide>
        <p15:guide id="2" pos="2664">
          <p15:clr>
            <a:srgbClr val="E46962"/>
          </p15:clr>
        </p15:guide>
        <p15:guide id="3" pos="405">
          <p15:clr>
            <a:srgbClr val="E46962"/>
          </p15:clr>
        </p15:guide>
        <p15:guide id="4" pos="5328">
          <p15:clr>
            <a:srgbClr val="E46962"/>
          </p15:clr>
        </p15:guide>
        <p15:guide id="5" orient="horz" pos="409">
          <p15:clr>
            <a:srgbClr val="E46962"/>
          </p15:clr>
        </p15:guide>
        <p15:guide id="6" orient="horz" pos="1005">
          <p15:clr>
            <a:srgbClr val="E46962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A_Title_Body_3">
  <p:cSld name="TITLE_1_1_1"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83" name="Google Shape;83;p17"/>
          <p:cNvSpPr txBox="1">
            <a:spLocks noGrp="1"/>
          </p:cNvSpPr>
          <p:nvPr>
            <p:ph type="subTitle" idx="1"/>
          </p:nvPr>
        </p:nvSpPr>
        <p:spPr>
          <a:xfrm>
            <a:off x="383075" y="1798300"/>
            <a:ext cx="2469000" cy="40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1pPr>
            <a:lvl2pPr lvl="1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17"/>
          <p:cNvSpPr txBox="1">
            <a:spLocks noGrp="1"/>
          </p:cNvSpPr>
          <p:nvPr>
            <p:ph type="subTitle" idx="2"/>
          </p:nvPr>
        </p:nvSpPr>
        <p:spPr>
          <a:xfrm>
            <a:off x="3284763" y="1798300"/>
            <a:ext cx="2469000" cy="39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1pPr>
            <a:lvl2pPr lvl="1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85" name="Google Shape;85;p17"/>
          <p:cNvSpPr txBox="1">
            <a:spLocks noGrp="1"/>
          </p:cNvSpPr>
          <p:nvPr>
            <p:ph type="title"/>
          </p:nvPr>
        </p:nvSpPr>
        <p:spPr>
          <a:xfrm>
            <a:off x="383075" y="900950"/>
            <a:ext cx="7753500" cy="63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endParaRPr/>
          </a:p>
        </p:txBody>
      </p:sp>
      <p:sp>
        <p:nvSpPr>
          <p:cNvPr id="86" name="Google Shape;86;p17"/>
          <p:cNvSpPr txBox="1">
            <a:spLocks noGrp="1"/>
          </p:cNvSpPr>
          <p:nvPr>
            <p:ph type="subTitle" idx="3"/>
          </p:nvPr>
        </p:nvSpPr>
        <p:spPr>
          <a:xfrm>
            <a:off x="6186450" y="1798300"/>
            <a:ext cx="2469000" cy="39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1pPr>
            <a:lvl2pPr lvl="1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E46962"/>
          </p15:clr>
        </p15:guide>
        <p15:guide id="2" pos="2880">
          <p15:clr>
            <a:srgbClr val="E46962"/>
          </p15:clr>
        </p15:guide>
        <p15:guide id="3" orient="horz" pos="628">
          <p15:clr>
            <a:srgbClr val="E46962"/>
          </p15:clr>
        </p15:guide>
        <p15:guide id="4" pos="5328">
          <p15:clr>
            <a:srgbClr val="E46962"/>
          </p15:clr>
        </p15:guide>
        <p15:guide id="5" pos="288">
          <p15:clr>
            <a:srgbClr val="E46962"/>
          </p15:clr>
        </p15:guide>
        <p15:guide id="6" pos="1758">
          <p15:clr>
            <a:srgbClr val="E46962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A_Title_Body_1_no_image">
  <p:cSld name="TITLE_1_1_1_2"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89" name="Google Shape;89;p18"/>
          <p:cNvSpPr txBox="1">
            <a:spLocks noGrp="1"/>
          </p:cNvSpPr>
          <p:nvPr>
            <p:ph type="subTitle" idx="1"/>
          </p:nvPr>
        </p:nvSpPr>
        <p:spPr>
          <a:xfrm>
            <a:off x="383075" y="1631475"/>
            <a:ext cx="7753500" cy="40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1pPr>
            <a:lvl2pPr lvl="1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90" name="Google Shape;90;p18"/>
          <p:cNvSpPr txBox="1">
            <a:spLocks noGrp="1"/>
          </p:cNvSpPr>
          <p:nvPr>
            <p:ph type="title"/>
          </p:nvPr>
        </p:nvSpPr>
        <p:spPr>
          <a:xfrm>
            <a:off x="383075" y="900950"/>
            <a:ext cx="7753500" cy="63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E46962"/>
          </p15:clr>
        </p15:guide>
        <p15:guide id="2" pos="2880">
          <p15:clr>
            <a:srgbClr val="E46962"/>
          </p15:clr>
        </p15:guide>
        <p15:guide id="3" orient="horz" pos="628">
          <p15:clr>
            <a:srgbClr val="E46962"/>
          </p15:clr>
        </p15:guide>
        <p15:guide id="4" pos="5328">
          <p15:clr>
            <a:srgbClr val="E46962"/>
          </p15:clr>
        </p15:guide>
        <p15:guide id="5" pos="288">
          <p15:clr>
            <a:srgbClr val="E46962"/>
          </p15:clr>
        </p15:guide>
        <p15:guide id="6" pos="1758">
          <p15:clr>
            <a:srgbClr val="E46962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A_Outro_1">
  <p:cSld name="TITLE_1_1_1_1"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93" name="Google Shape;93;p19"/>
          <p:cNvSpPr txBox="1">
            <a:spLocks noGrp="1"/>
          </p:cNvSpPr>
          <p:nvPr>
            <p:ph type="title"/>
          </p:nvPr>
        </p:nvSpPr>
        <p:spPr>
          <a:xfrm>
            <a:off x="530400" y="2208300"/>
            <a:ext cx="8083200" cy="726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sp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E46962"/>
          </p15:clr>
        </p15:guide>
        <p15:guide id="2" pos="3240">
          <p15:clr>
            <a:srgbClr val="E46962"/>
          </p15:clr>
        </p15:guide>
        <p15:guide id="3" pos="405">
          <p15:clr>
            <a:srgbClr val="E46962"/>
          </p15:clr>
        </p15:guide>
        <p15:guide id="4" orient="horz" pos="628">
          <p15:clr>
            <a:srgbClr val="E46962"/>
          </p15:clr>
        </p15:guide>
        <p15:guide id="5" pos="5328">
          <p15:clr>
            <a:srgbClr val="E46962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>
  <p:cSld name="CUSTOM"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pening slide">
  <p:cSld name="CUSTOM_7"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2"/>
          <p:cNvSpPr txBox="1">
            <a:spLocks noGrp="1"/>
          </p:cNvSpPr>
          <p:nvPr>
            <p:ph type="ctrTitle"/>
          </p:nvPr>
        </p:nvSpPr>
        <p:spPr>
          <a:xfrm>
            <a:off x="1039575" y="1701225"/>
            <a:ext cx="4592400" cy="17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100" name="Google Shape;100;p22"/>
          <p:cNvSpPr txBox="1">
            <a:spLocks noGrp="1"/>
          </p:cNvSpPr>
          <p:nvPr>
            <p:ph type="subTitle" idx="1"/>
          </p:nvPr>
        </p:nvSpPr>
        <p:spPr>
          <a:xfrm>
            <a:off x="1039575" y="3206400"/>
            <a:ext cx="2402100" cy="717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None/>
              <a:defRPr>
                <a:solidFill>
                  <a:srgbClr val="000000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CUSTOM_12"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23"/>
          <p:cNvSpPr txBox="1">
            <a:spLocks noGrp="1"/>
          </p:cNvSpPr>
          <p:nvPr>
            <p:ph type="ctrTitle"/>
          </p:nvPr>
        </p:nvSpPr>
        <p:spPr>
          <a:xfrm>
            <a:off x="3423902" y="387473"/>
            <a:ext cx="2251800" cy="577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1pPr>
            <a:lvl2pPr lvl="1" rtl="0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2pPr>
            <a:lvl3pPr lvl="2" rtl="0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3pPr>
            <a:lvl4pPr lvl="3" rtl="0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4pPr>
            <a:lvl5pPr lvl="4" rtl="0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5pPr>
            <a:lvl6pPr lvl="5" rtl="0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6pPr>
            <a:lvl7pPr lvl="6" rtl="0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7pPr>
            <a:lvl8pPr lvl="7" rtl="0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8pPr>
            <a:lvl9pPr lvl="8" rtl="0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9pPr>
          </a:lstStyle>
          <a:p>
            <a:endParaRPr/>
          </a:p>
        </p:txBody>
      </p:sp>
      <p:sp>
        <p:nvSpPr>
          <p:cNvPr id="103" name="Google Shape;103;p23"/>
          <p:cNvSpPr txBox="1">
            <a:spLocks noGrp="1"/>
          </p:cNvSpPr>
          <p:nvPr>
            <p:ph type="subTitle" idx="1"/>
          </p:nvPr>
        </p:nvSpPr>
        <p:spPr>
          <a:xfrm>
            <a:off x="3423900" y="802521"/>
            <a:ext cx="1906500" cy="57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104" name="Google Shape;104;p23"/>
          <p:cNvSpPr txBox="1">
            <a:spLocks noGrp="1"/>
          </p:cNvSpPr>
          <p:nvPr>
            <p:ph type="title" idx="2" hasCustomPrompt="1"/>
          </p:nvPr>
        </p:nvSpPr>
        <p:spPr>
          <a:xfrm>
            <a:off x="2023007" y="654113"/>
            <a:ext cx="17391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105" name="Google Shape;105;p23"/>
          <p:cNvSpPr txBox="1">
            <a:spLocks noGrp="1"/>
          </p:cNvSpPr>
          <p:nvPr>
            <p:ph type="ctrTitle" idx="3"/>
          </p:nvPr>
        </p:nvSpPr>
        <p:spPr>
          <a:xfrm>
            <a:off x="3425264" y="1224286"/>
            <a:ext cx="2251800" cy="577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1pPr>
            <a:lvl2pPr lvl="1" rtl="0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2pPr>
            <a:lvl3pPr lvl="2" rtl="0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3pPr>
            <a:lvl4pPr lvl="3" rtl="0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4pPr>
            <a:lvl5pPr lvl="4" rtl="0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5pPr>
            <a:lvl6pPr lvl="5" rtl="0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6pPr>
            <a:lvl7pPr lvl="6" rtl="0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7pPr>
            <a:lvl8pPr lvl="7" rtl="0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8pPr>
            <a:lvl9pPr lvl="8" rtl="0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9pPr>
          </a:lstStyle>
          <a:p>
            <a:endParaRPr/>
          </a:p>
        </p:txBody>
      </p:sp>
      <p:sp>
        <p:nvSpPr>
          <p:cNvPr id="106" name="Google Shape;106;p23"/>
          <p:cNvSpPr txBox="1">
            <a:spLocks noGrp="1"/>
          </p:cNvSpPr>
          <p:nvPr>
            <p:ph type="subTitle" idx="4"/>
          </p:nvPr>
        </p:nvSpPr>
        <p:spPr>
          <a:xfrm>
            <a:off x="3425259" y="1638859"/>
            <a:ext cx="1976700" cy="57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107" name="Google Shape;107;p23"/>
          <p:cNvSpPr txBox="1">
            <a:spLocks noGrp="1"/>
          </p:cNvSpPr>
          <p:nvPr>
            <p:ph type="title" idx="5" hasCustomPrompt="1"/>
          </p:nvPr>
        </p:nvSpPr>
        <p:spPr>
          <a:xfrm>
            <a:off x="2023007" y="1488788"/>
            <a:ext cx="16152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108" name="Google Shape;108;p23"/>
          <p:cNvSpPr txBox="1">
            <a:spLocks noGrp="1"/>
          </p:cNvSpPr>
          <p:nvPr>
            <p:ph type="ctrTitle" idx="6"/>
          </p:nvPr>
        </p:nvSpPr>
        <p:spPr>
          <a:xfrm>
            <a:off x="3427999" y="2061098"/>
            <a:ext cx="2251800" cy="577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1pPr>
            <a:lvl2pPr lvl="1" rtl="0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2pPr>
            <a:lvl3pPr lvl="2" rtl="0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3pPr>
            <a:lvl4pPr lvl="3" rtl="0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4pPr>
            <a:lvl5pPr lvl="4" rtl="0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5pPr>
            <a:lvl6pPr lvl="5" rtl="0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6pPr>
            <a:lvl7pPr lvl="6" rtl="0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7pPr>
            <a:lvl8pPr lvl="7" rtl="0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8pPr>
            <a:lvl9pPr lvl="8" rtl="0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9pPr>
          </a:lstStyle>
          <a:p>
            <a:endParaRPr/>
          </a:p>
        </p:txBody>
      </p:sp>
      <p:sp>
        <p:nvSpPr>
          <p:cNvPr id="109" name="Google Shape;109;p23"/>
          <p:cNvSpPr txBox="1">
            <a:spLocks noGrp="1"/>
          </p:cNvSpPr>
          <p:nvPr>
            <p:ph type="subTitle" idx="7"/>
          </p:nvPr>
        </p:nvSpPr>
        <p:spPr>
          <a:xfrm>
            <a:off x="3427997" y="2475197"/>
            <a:ext cx="1906500" cy="57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110" name="Google Shape;110;p23"/>
          <p:cNvSpPr txBox="1">
            <a:spLocks noGrp="1"/>
          </p:cNvSpPr>
          <p:nvPr>
            <p:ph type="title" idx="8" hasCustomPrompt="1"/>
          </p:nvPr>
        </p:nvSpPr>
        <p:spPr>
          <a:xfrm>
            <a:off x="2023007" y="2323463"/>
            <a:ext cx="15735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111" name="Google Shape;111;p23"/>
          <p:cNvSpPr txBox="1">
            <a:spLocks noGrp="1"/>
          </p:cNvSpPr>
          <p:nvPr>
            <p:ph type="ctrTitle" idx="9"/>
          </p:nvPr>
        </p:nvSpPr>
        <p:spPr>
          <a:xfrm rot="5400000">
            <a:off x="6601629" y="1646270"/>
            <a:ext cx="2913300" cy="487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112" name="Google Shape;112;p23"/>
          <p:cNvSpPr txBox="1">
            <a:spLocks noGrp="1"/>
          </p:cNvSpPr>
          <p:nvPr>
            <p:ph type="ctrTitle" idx="13"/>
          </p:nvPr>
        </p:nvSpPr>
        <p:spPr>
          <a:xfrm>
            <a:off x="3427999" y="2897911"/>
            <a:ext cx="2251800" cy="577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1pPr>
            <a:lvl2pPr lvl="1" rtl="0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2pPr>
            <a:lvl3pPr lvl="2" rtl="0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3pPr>
            <a:lvl4pPr lvl="3" rtl="0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4pPr>
            <a:lvl5pPr lvl="4" rtl="0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5pPr>
            <a:lvl6pPr lvl="5" rtl="0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6pPr>
            <a:lvl7pPr lvl="6" rtl="0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7pPr>
            <a:lvl8pPr lvl="7" rtl="0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8pPr>
            <a:lvl9pPr lvl="8" rtl="0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9pPr>
          </a:lstStyle>
          <a:p>
            <a:endParaRPr/>
          </a:p>
        </p:txBody>
      </p:sp>
      <p:sp>
        <p:nvSpPr>
          <p:cNvPr id="113" name="Google Shape;113;p23"/>
          <p:cNvSpPr txBox="1">
            <a:spLocks noGrp="1"/>
          </p:cNvSpPr>
          <p:nvPr>
            <p:ph type="subTitle" idx="14"/>
          </p:nvPr>
        </p:nvSpPr>
        <p:spPr>
          <a:xfrm>
            <a:off x="3427997" y="3311534"/>
            <a:ext cx="1906500" cy="57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114" name="Google Shape;114;p23"/>
          <p:cNvSpPr txBox="1">
            <a:spLocks noGrp="1"/>
          </p:cNvSpPr>
          <p:nvPr>
            <p:ph type="title" idx="15" hasCustomPrompt="1"/>
          </p:nvPr>
        </p:nvSpPr>
        <p:spPr>
          <a:xfrm>
            <a:off x="2023007" y="3158138"/>
            <a:ext cx="15735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115" name="Google Shape;115;p23"/>
          <p:cNvSpPr txBox="1">
            <a:spLocks noGrp="1"/>
          </p:cNvSpPr>
          <p:nvPr>
            <p:ph type="ctrTitle" idx="16"/>
          </p:nvPr>
        </p:nvSpPr>
        <p:spPr>
          <a:xfrm>
            <a:off x="3427999" y="3734723"/>
            <a:ext cx="2251800" cy="577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1pPr>
            <a:lvl2pPr lvl="1" rtl="0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2pPr>
            <a:lvl3pPr lvl="2" rtl="0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3pPr>
            <a:lvl4pPr lvl="3" rtl="0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4pPr>
            <a:lvl5pPr lvl="4" rtl="0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5pPr>
            <a:lvl6pPr lvl="5" rtl="0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6pPr>
            <a:lvl7pPr lvl="6" rtl="0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7pPr>
            <a:lvl8pPr lvl="7" rtl="0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8pPr>
            <a:lvl9pPr lvl="8" rtl="0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9pPr>
          </a:lstStyle>
          <a:p>
            <a:endParaRPr/>
          </a:p>
        </p:txBody>
      </p:sp>
      <p:sp>
        <p:nvSpPr>
          <p:cNvPr id="116" name="Google Shape;116;p23"/>
          <p:cNvSpPr txBox="1">
            <a:spLocks noGrp="1"/>
          </p:cNvSpPr>
          <p:nvPr>
            <p:ph type="subTitle" idx="17"/>
          </p:nvPr>
        </p:nvSpPr>
        <p:spPr>
          <a:xfrm>
            <a:off x="3427997" y="4147872"/>
            <a:ext cx="1906500" cy="57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117" name="Google Shape;117;p23"/>
          <p:cNvSpPr txBox="1">
            <a:spLocks noGrp="1"/>
          </p:cNvSpPr>
          <p:nvPr>
            <p:ph type="title" idx="18" hasCustomPrompt="1"/>
          </p:nvPr>
        </p:nvSpPr>
        <p:spPr>
          <a:xfrm>
            <a:off x="2023007" y="3992813"/>
            <a:ext cx="15735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columns 1">
  <p:cSld name="CUSTOM_27_1_1"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5"/>
          <p:cNvSpPr txBox="1">
            <a:spLocks noGrp="1"/>
          </p:cNvSpPr>
          <p:nvPr>
            <p:ph type="ctrTitle"/>
          </p:nvPr>
        </p:nvSpPr>
        <p:spPr>
          <a:xfrm>
            <a:off x="631875" y="842025"/>
            <a:ext cx="2871300" cy="644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123" name="Google Shape;123;p25"/>
          <p:cNvSpPr txBox="1">
            <a:spLocks noGrp="1"/>
          </p:cNvSpPr>
          <p:nvPr>
            <p:ph type="subTitle" idx="1"/>
          </p:nvPr>
        </p:nvSpPr>
        <p:spPr>
          <a:xfrm>
            <a:off x="631884" y="1410841"/>
            <a:ext cx="2480700" cy="537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124" name="Google Shape;124;p25"/>
          <p:cNvSpPr txBox="1">
            <a:spLocks noGrp="1"/>
          </p:cNvSpPr>
          <p:nvPr>
            <p:ph type="ctrTitle" idx="2"/>
          </p:nvPr>
        </p:nvSpPr>
        <p:spPr>
          <a:xfrm>
            <a:off x="4213664" y="842025"/>
            <a:ext cx="2697900" cy="644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125" name="Google Shape;125;p25"/>
          <p:cNvSpPr txBox="1">
            <a:spLocks noGrp="1"/>
          </p:cNvSpPr>
          <p:nvPr>
            <p:ph type="subTitle" idx="3"/>
          </p:nvPr>
        </p:nvSpPr>
        <p:spPr>
          <a:xfrm>
            <a:off x="4213664" y="1410841"/>
            <a:ext cx="2586000" cy="74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126" name="Google Shape;126;p25"/>
          <p:cNvSpPr txBox="1">
            <a:spLocks noGrp="1"/>
          </p:cNvSpPr>
          <p:nvPr>
            <p:ph type="ctrTitle" idx="4"/>
          </p:nvPr>
        </p:nvSpPr>
        <p:spPr>
          <a:xfrm>
            <a:off x="631883" y="3331927"/>
            <a:ext cx="2871300" cy="644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127" name="Google Shape;127;p25"/>
          <p:cNvSpPr txBox="1">
            <a:spLocks noGrp="1"/>
          </p:cNvSpPr>
          <p:nvPr>
            <p:ph type="subTitle" idx="5"/>
          </p:nvPr>
        </p:nvSpPr>
        <p:spPr>
          <a:xfrm>
            <a:off x="631884" y="3914208"/>
            <a:ext cx="2480700" cy="94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128" name="Google Shape;128;p25"/>
          <p:cNvSpPr txBox="1">
            <a:spLocks noGrp="1"/>
          </p:cNvSpPr>
          <p:nvPr>
            <p:ph type="ctrTitle" idx="6"/>
          </p:nvPr>
        </p:nvSpPr>
        <p:spPr>
          <a:xfrm rot="5400000">
            <a:off x="6685437" y="1646270"/>
            <a:ext cx="2913300" cy="487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129" name="Google Shape;129;p25"/>
          <p:cNvSpPr txBox="1">
            <a:spLocks noGrp="1"/>
          </p:cNvSpPr>
          <p:nvPr>
            <p:ph type="ctrTitle" idx="7"/>
          </p:nvPr>
        </p:nvSpPr>
        <p:spPr>
          <a:xfrm>
            <a:off x="4213664" y="3331934"/>
            <a:ext cx="2586000" cy="644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130" name="Google Shape;130;p25"/>
          <p:cNvSpPr txBox="1">
            <a:spLocks noGrp="1"/>
          </p:cNvSpPr>
          <p:nvPr>
            <p:ph type="subTitle" idx="8"/>
          </p:nvPr>
        </p:nvSpPr>
        <p:spPr>
          <a:xfrm>
            <a:off x="4213664" y="3914208"/>
            <a:ext cx="2586000" cy="74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columns 1">
  <p:cSld name="CUSTOM_27"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6"/>
          <p:cNvSpPr txBox="1">
            <a:spLocks noGrp="1"/>
          </p:cNvSpPr>
          <p:nvPr>
            <p:ph type="ctrTitle"/>
          </p:nvPr>
        </p:nvSpPr>
        <p:spPr>
          <a:xfrm>
            <a:off x="4921575" y="2993035"/>
            <a:ext cx="1828200" cy="644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33" name="Google Shape;133;p26"/>
          <p:cNvSpPr txBox="1">
            <a:spLocks noGrp="1"/>
          </p:cNvSpPr>
          <p:nvPr>
            <p:ph type="subTitle" idx="1"/>
          </p:nvPr>
        </p:nvSpPr>
        <p:spPr>
          <a:xfrm>
            <a:off x="4921575" y="3553810"/>
            <a:ext cx="1522200" cy="94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>
                <a:solidFill>
                  <a:srgbClr val="000000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134" name="Google Shape;134;p26"/>
          <p:cNvSpPr txBox="1">
            <a:spLocks noGrp="1"/>
          </p:cNvSpPr>
          <p:nvPr>
            <p:ph type="ctrTitle" idx="2"/>
          </p:nvPr>
        </p:nvSpPr>
        <p:spPr>
          <a:xfrm>
            <a:off x="906139" y="2993035"/>
            <a:ext cx="1828200" cy="644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35" name="Google Shape;135;p26"/>
          <p:cNvSpPr txBox="1">
            <a:spLocks noGrp="1"/>
          </p:cNvSpPr>
          <p:nvPr>
            <p:ph type="subTitle" idx="3"/>
          </p:nvPr>
        </p:nvSpPr>
        <p:spPr>
          <a:xfrm>
            <a:off x="906139" y="3553810"/>
            <a:ext cx="1522200" cy="94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>
                <a:solidFill>
                  <a:srgbClr val="000000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136" name="Google Shape;136;p26"/>
          <p:cNvSpPr txBox="1">
            <a:spLocks noGrp="1"/>
          </p:cNvSpPr>
          <p:nvPr>
            <p:ph type="ctrTitle" idx="4"/>
          </p:nvPr>
        </p:nvSpPr>
        <p:spPr>
          <a:xfrm rot="5400000">
            <a:off x="6685437" y="1646270"/>
            <a:ext cx="2913300" cy="487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137" name="Google Shape;137;p26"/>
          <p:cNvSpPr txBox="1">
            <a:spLocks noGrp="1"/>
          </p:cNvSpPr>
          <p:nvPr>
            <p:ph type="ctrTitle" idx="5"/>
          </p:nvPr>
        </p:nvSpPr>
        <p:spPr>
          <a:xfrm>
            <a:off x="2928557" y="2993035"/>
            <a:ext cx="1798800" cy="644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38" name="Google Shape;138;p26"/>
          <p:cNvSpPr txBox="1">
            <a:spLocks noGrp="1"/>
          </p:cNvSpPr>
          <p:nvPr>
            <p:ph type="subTitle" idx="6"/>
          </p:nvPr>
        </p:nvSpPr>
        <p:spPr>
          <a:xfrm>
            <a:off x="2928550" y="3553810"/>
            <a:ext cx="1476300" cy="94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>
                <a:solidFill>
                  <a:srgbClr val="000000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2">
  <p:cSld name="CUSTOM_14"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7"/>
          <p:cNvSpPr txBox="1">
            <a:spLocks noGrp="1"/>
          </p:cNvSpPr>
          <p:nvPr>
            <p:ph type="ctrTitle"/>
          </p:nvPr>
        </p:nvSpPr>
        <p:spPr>
          <a:xfrm>
            <a:off x="5432000" y="710675"/>
            <a:ext cx="2888100" cy="205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1600">
                <a:solidFill>
                  <a:srgbClr val="000000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1600">
                <a:solidFill>
                  <a:srgbClr val="000000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1600">
                <a:solidFill>
                  <a:srgbClr val="000000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1600">
                <a:solidFill>
                  <a:srgbClr val="000000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1600">
                <a:solidFill>
                  <a:srgbClr val="000000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1600">
                <a:solidFill>
                  <a:srgbClr val="000000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1600">
                <a:solidFill>
                  <a:srgbClr val="000000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1600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141" name="Google Shape;141;p27"/>
          <p:cNvSpPr txBox="1">
            <a:spLocks noGrp="1"/>
          </p:cNvSpPr>
          <p:nvPr>
            <p:ph type="subTitle" idx="1"/>
          </p:nvPr>
        </p:nvSpPr>
        <p:spPr>
          <a:xfrm>
            <a:off x="5363550" y="2724625"/>
            <a:ext cx="2956500" cy="178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CUSTOM_28"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8"/>
          <p:cNvSpPr txBox="1">
            <a:spLocks noGrp="1"/>
          </p:cNvSpPr>
          <p:nvPr>
            <p:ph type="subTitle" idx="1"/>
          </p:nvPr>
        </p:nvSpPr>
        <p:spPr>
          <a:xfrm>
            <a:off x="915175" y="3380775"/>
            <a:ext cx="3960600" cy="63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>
              <a:spcBef>
                <a:spcPts val="160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160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160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160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160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160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160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1600"/>
              </a:spcBef>
              <a:spcAft>
                <a:spcPts val="160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144" name="Google Shape;144;p28"/>
          <p:cNvSpPr txBox="1">
            <a:spLocks noGrp="1"/>
          </p:cNvSpPr>
          <p:nvPr>
            <p:ph type="subTitle" idx="2"/>
          </p:nvPr>
        </p:nvSpPr>
        <p:spPr>
          <a:xfrm>
            <a:off x="915175" y="4004575"/>
            <a:ext cx="1821000" cy="213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b="1">
                <a:latin typeface="Livvic"/>
                <a:ea typeface="Livvic"/>
                <a:cs typeface="Livvic"/>
                <a:sym typeface="Livvic"/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None/>
              <a:defRPr b="1">
                <a:latin typeface="Livvic"/>
                <a:ea typeface="Livvic"/>
                <a:cs typeface="Livvic"/>
                <a:sym typeface="Livvic"/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None/>
              <a:defRPr b="1">
                <a:latin typeface="Livvic"/>
                <a:ea typeface="Livvic"/>
                <a:cs typeface="Livvic"/>
                <a:sym typeface="Livvic"/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None/>
              <a:defRPr b="1">
                <a:latin typeface="Livvic"/>
                <a:ea typeface="Livvic"/>
                <a:cs typeface="Livvic"/>
                <a:sym typeface="Livvic"/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None/>
              <a:defRPr b="1">
                <a:latin typeface="Livvic"/>
                <a:ea typeface="Livvic"/>
                <a:cs typeface="Livvic"/>
                <a:sym typeface="Livvic"/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None/>
              <a:defRPr b="1">
                <a:latin typeface="Livvic"/>
                <a:ea typeface="Livvic"/>
                <a:cs typeface="Livvic"/>
                <a:sym typeface="Livvic"/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None/>
              <a:defRPr b="1">
                <a:latin typeface="Livvic"/>
                <a:ea typeface="Livvic"/>
                <a:cs typeface="Livvic"/>
                <a:sym typeface="Livvic"/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None/>
              <a:defRPr b="1">
                <a:latin typeface="Livvic"/>
                <a:ea typeface="Livvic"/>
                <a:cs typeface="Livvic"/>
                <a:sym typeface="Livvic"/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None/>
              <a:defRPr b="1">
                <a:latin typeface="Livvic"/>
                <a:ea typeface="Livvic"/>
                <a:cs typeface="Livvic"/>
                <a:sym typeface="Livvic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3">
  <p:cSld name="CUSTOM_16"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9"/>
          <p:cNvSpPr txBox="1">
            <a:spLocks noGrp="1"/>
          </p:cNvSpPr>
          <p:nvPr>
            <p:ph type="subTitle" idx="1"/>
          </p:nvPr>
        </p:nvSpPr>
        <p:spPr>
          <a:xfrm>
            <a:off x="2117847" y="3380460"/>
            <a:ext cx="2951400" cy="29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1000"/>
            </a:lvl1pPr>
            <a:lvl2pPr lvl="1" rtl="0">
              <a:spcBef>
                <a:spcPts val="160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160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160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160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160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160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160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1600"/>
              </a:spcBef>
              <a:spcAft>
                <a:spcPts val="160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147" name="Google Shape;147;p29"/>
          <p:cNvSpPr txBox="1">
            <a:spLocks noGrp="1"/>
          </p:cNvSpPr>
          <p:nvPr>
            <p:ph type="ctrTitle"/>
          </p:nvPr>
        </p:nvSpPr>
        <p:spPr>
          <a:xfrm rot="-5400000">
            <a:off x="-343101" y="1759150"/>
            <a:ext cx="2888100" cy="89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1600">
                <a:solidFill>
                  <a:srgbClr val="000000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1600">
                <a:solidFill>
                  <a:srgbClr val="000000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1600">
                <a:solidFill>
                  <a:srgbClr val="000000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1600">
                <a:solidFill>
                  <a:srgbClr val="000000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1600">
                <a:solidFill>
                  <a:srgbClr val="000000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1600">
                <a:solidFill>
                  <a:srgbClr val="000000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1600">
                <a:solidFill>
                  <a:srgbClr val="000000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1600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4">
  <p:cSld name="CUSTOM_16_1"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30"/>
          <p:cNvSpPr txBox="1">
            <a:spLocks noGrp="1"/>
          </p:cNvSpPr>
          <p:nvPr>
            <p:ph type="subTitle" idx="1"/>
          </p:nvPr>
        </p:nvSpPr>
        <p:spPr>
          <a:xfrm flipH="1">
            <a:off x="4189625" y="3380460"/>
            <a:ext cx="2951400" cy="29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1000"/>
            </a:lvl1pPr>
            <a:lvl2pPr lvl="1" rtl="0">
              <a:spcBef>
                <a:spcPts val="160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160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160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160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160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160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160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1600"/>
              </a:spcBef>
              <a:spcAft>
                <a:spcPts val="160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150" name="Google Shape;150;p30"/>
          <p:cNvSpPr txBox="1">
            <a:spLocks noGrp="1"/>
          </p:cNvSpPr>
          <p:nvPr>
            <p:ph type="ctrTitle"/>
          </p:nvPr>
        </p:nvSpPr>
        <p:spPr>
          <a:xfrm rot="5400000">
            <a:off x="6612409" y="1752564"/>
            <a:ext cx="2888100" cy="89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1600">
                <a:solidFill>
                  <a:srgbClr val="000000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1600">
                <a:solidFill>
                  <a:srgbClr val="000000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1600">
                <a:solidFill>
                  <a:srgbClr val="000000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1600">
                <a:solidFill>
                  <a:srgbClr val="000000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1600">
                <a:solidFill>
                  <a:srgbClr val="000000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1600">
                <a:solidFill>
                  <a:srgbClr val="000000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1600">
                <a:solidFill>
                  <a:srgbClr val="000000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1600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title">
  <p:cSld name="CUSTOM_35"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31"/>
          <p:cNvSpPr txBox="1">
            <a:spLocks noGrp="1"/>
          </p:cNvSpPr>
          <p:nvPr>
            <p:ph type="title"/>
          </p:nvPr>
        </p:nvSpPr>
        <p:spPr>
          <a:xfrm>
            <a:off x="3200250" y="1742750"/>
            <a:ext cx="2743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None/>
              <a:defRPr sz="3600"/>
            </a:lvl1pPr>
            <a:lvl2pPr lvl="1" algn="ctr" rtl="0">
              <a:spcBef>
                <a:spcPts val="0"/>
              </a:spcBef>
              <a:spcAft>
                <a:spcPts val="0"/>
              </a:spcAft>
              <a:buNone/>
              <a:defRPr sz="3600">
                <a:latin typeface="Catamaran Light"/>
                <a:ea typeface="Catamaran Light"/>
                <a:cs typeface="Catamaran Light"/>
                <a:sym typeface="Catamaran Light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None/>
              <a:defRPr sz="3600">
                <a:latin typeface="Catamaran Light"/>
                <a:ea typeface="Catamaran Light"/>
                <a:cs typeface="Catamaran Light"/>
                <a:sym typeface="Catamaran Light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None/>
              <a:defRPr sz="3600">
                <a:latin typeface="Catamaran Light"/>
                <a:ea typeface="Catamaran Light"/>
                <a:cs typeface="Catamaran Light"/>
                <a:sym typeface="Catamaran Light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None/>
              <a:defRPr sz="3600">
                <a:latin typeface="Catamaran Light"/>
                <a:ea typeface="Catamaran Light"/>
                <a:cs typeface="Catamaran Light"/>
                <a:sym typeface="Catamaran Light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None/>
              <a:defRPr sz="3600">
                <a:latin typeface="Catamaran Light"/>
                <a:ea typeface="Catamaran Light"/>
                <a:cs typeface="Catamaran Light"/>
                <a:sym typeface="Catamaran Light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None/>
              <a:defRPr sz="3600">
                <a:latin typeface="Catamaran Light"/>
                <a:ea typeface="Catamaran Light"/>
                <a:cs typeface="Catamaran Light"/>
                <a:sym typeface="Catamaran Light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None/>
              <a:defRPr sz="3600">
                <a:latin typeface="Catamaran Light"/>
                <a:ea typeface="Catamaran Light"/>
                <a:cs typeface="Catamaran Light"/>
                <a:sym typeface="Catamaran Light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None/>
              <a:defRPr sz="3600">
                <a:latin typeface="Catamaran Light"/>
                <a:ea typeface="Catamaran Light"/>
                <a:cs typeface="Catamaran Light"/>
                <a:sym typeface="Catamaran Ligh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">
  <p:cSld name="CUSTOM_38"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32"/>
          <p:cNvSpPr txBox="1">
            <a:spLocks noGrp="1"/>
          </p:cNvSpPr>
          <p:nvPr>
            <p:ph type="ctrTitle"/>
          </p:nvPr>
        </p:nvSpPr>
        <p:spPr>
          <a:xfrm>
            <a:off x="769725" y="1310050"/>
            <a:ext cx="3430200" cy="577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155" name="Google Shape;155;p32"/>
          <p:cNvSpPr txBox="1">
            <a:spLocks noGrp="1"/>
          </p:cNvSpPr>
          <p:nvPr>
            <p:ph type="title" idx="2" hasCustomPrompt="1"/>
          </p:nvPr>
        </p:nvSpPr>
        <p:spPr>
          <a:xfrm rot="5400000">
            <a:off x="7142178" y="3570226"/>
            <a:ext cx="17388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6000"/>
              <a:buFont typeface="Fira Sans Extra Condensed Medium"/>
              <a:buNone/>
              <a:defRPr sz="60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6000"/>
              <a:buFont typeface="Fira Sans Extra Condensed Medium"/>
              <a:buNone/>
              <a:defRPr sz="60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6000"/>
              <a:buFont typeface="Fira Sans Extra Condensed Medium"/>
              <a:buNone/>
              <a:defRPr sz="60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6000"/>
              <a:buFont typeface="Fira Sans Extra Condensed Medium"/>
              <a:buNone/>
              <a:defRPr sz="60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6000"/>
              <a:buFont typeface="Fira Sans Extra Condensed Medium"/>
              <a:buNone/>
              <a:defRPr sz="60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6000"/>
              <a:buFont typeface="Fira Sans Extra Condensed Medium"/>
              <a:buNone/>
              <a:defRPr sz="60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6000"/>
              <a:buFont typeface="Fira Sans Extra Condensed Medium"/>
              <a:buNone/>
              <a:defRPr sz="60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6000"/>
              <a:buFont typeface="Fira Sans Extra Condensed Medium"/>
              <a:buNone/>
              <a:defRPr sz="60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ix columns">
  <p:cSld name="CUSTOM_30"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33"/>
          <p:cNvSpPr txBox="1">
            <a:spLocks noGrp="1"/>
          </p:cNvSpPr>
          <p:nvPr>
            <p:ph type="ctrTitle"/>
          </p:nvPr>
        </p:nvSpPr>
        <p:spPr>
          <a:xfrm>
            <a:off x="656422" y="1394416"/>
            <a:ext cx="1881300" cy="644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158" name="Google Shape;158;p33"/>
          <p:cNvSpPr txBox="1">
            <a:spLocks noGrp="1"/>
          </p:cNvSpPr>
          <p:nvPr>
            <p:ph type="subTitle" idx="1"/>
          </p:nvPr>
        </p:nvSpPr>
        <p:spPr>
          <a:xfrm>
            <a:off x="656425" y="1886725"/>
            <a:ext cx="1563900" cy="111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159" name="Google Shape;159;p33"/>
          <p:cNvSpPr txBox="1">
            <a:spLocks noGrp="1"/>
          </p:cNvSpPr>
          <p:nvPr>
            <p:ph type="ctrTitle" idx="2"/>
          </p:nvPr>
        </p:nvSpPr>
        <p:spPr>
          <a:xfrm>
            <a:off x="2650710" y="1394416"/>
            <a:ext cx="1881300" cy="644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160" name="Google Shape;160;p33"/>
          <p:cNvSpPr txBox="1">
            <a:spLocks noGrp="1"/>
          </p:cNvSpPr>
          <p:nvPr>
            <p:ph type="subTitle" idx="3"/>
          </p:nvPr>
        </p:nvSpPr>
        <p:spPr>
          <a:xfrm>
            <a:off x="2610700" y="1886725"/>
            <a:ext cx="1961400" cy="111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161" name="Google Shape;161;p33"/>
          <p:cNvSpPr txBox="1">
            <a:spLocks noGrp="1"/>
          </p:cNvSpPr>
          <p:nvPr>
            <p:ph type="ctrTitle" idx="4"/>
          </p:nvPr>
        </p:nvSpPr>
        <p:spPr>
          <a:xfrm>
            <a:off x="4638106" y="1394416"/>
            <a:ext cx="1881300" cy="644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162" name="Google Shape;162;p33"/>
          <p:cNvSpPr txBox="1">
            <a:spLocks noGrp="1"/>
          </p:cNvSpPr>
          <p:nvPr>
            <p:ph type="subTitle" idx="5"/>
          </p:nvPr>
        </p:nvSpPr>
        <p:spPr>
          <a:xfrm>
            <a:off x="4878076" y="1886725"/>
            <a:ext cx="1648200" cy="111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163" name="Google Shape;163;p33"/>
          <p:cNvSpPr txBox="1">
            <a:spLocks noGrp="1"/>
          </p:cNvSpPr>
          <p:nvPr>
            <p:ph type="ctrTitle" idx="6"/>
          </p:nvPr>
        </p:nvSpPr>
        <p:spPr>
          <a:xfrm rot="5400000">
            <a:off x="6865575" y="1466125"/>
            <a:ext cx="2553000" cy="487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164" name="Google Shape;164;p33"/>
          <p:cNvSpPr txBox="1">
            <a:spLocks noGrp="1"/>
          </p:cNvSpPr>
          <p:nvPr>
            <p:ph type="ctrTitle" idx="7"/>
          </p:nvPr>
        </p:nvSpPr>
        <p:spPr>
          <a:xfrm>
            <a:off x="656422" y="3367816"/>
            <a:ext cx="1881300" cy="644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165" name="Google Shape;165;p33"/>
          <p:cNvSpPr txBox="1">
            <a:spLocks noGrp="1"/>
          </p:cNvSpPr>
          <p:nvPr>
            <p:ph type="subTitle" idx="8"/>
          </p:nvPr>
        </p:nvSpPr>
        <p:spPr>
          <a:xfrm>
            <a:off x="656425" y="3860125"/>
            <a:ext cx="1563900" cy="111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166" name="Google Shape;166;p33"/>
          <p:cNvSpPr txBox="1">
            <a:spLocks noGrp="1"/>
          </p:cNvSpPr>
          <p:nvPr>
            <p:ph type="ctrTitle" idx="9"/>
          </p:nvPr>
        </p:nvSpPr>
        <p:spPr>
          <a:xfrm>
            <a:off x="2650710" y="3367816"/>
            <a:ext cx="1881300" cy="644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167" name="Google Shape;167;p33"/>
          <p:cNvSpPr txBox="1">
            <a:spLocks noGrp="1"/>
          </p:cNvSpPr>
          <p:nvPr>
            <p:ph type="subTitle" idx="13"/>
          </p:nvPr>
        </p:nvSpPr>
        <p:spPr>
          <a:xfrm>
            <a:off x="2610700" y="3860125"/>
            <a:ext cx="1961400" cy="111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168" name="Google Shape;168;p33"/>
          <p:cNvSpPr txBox="1">
            <a:spLocks noGrp="1"/>
          </p:cNvSpPr>
          <p:nvPr>
            <p:ph type="ctrTitle" idx="14"/>
          </p:nvPr>
        </p:nvSpPr>
        <p:spPr>
          <a:xfrm>
            <a:off x="4638106" y="3367816"/>
            <a:ext cx="1881300" cy="644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169" name="Google Shape;169;p33"/>
          <p:cNvSpPr txBox="1">
            <a:spLocks noGrp="1"/>
          </p:cNvSpPr>
          <p:nvPr>
            <p:ph type="subTitle" idx="15"/>
          </p:nvPr>
        </p:nvSpPr>
        <p:spPr>
          <a:xfrm>
            <a:off x="4878076" y="3860125"/>
            <a:ext cx="1648200" cy="111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design">
  <p:cSld name="CUSTOM_31"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34"/>
          <p:cNvSpPr txBox="1">
            <a:spLocks noGrp="1"/>
          </p:cNvSpPr>
          <p:nvPr>
            <p:ph type="ctrTitle"/>
          </p:nvPr>
        </p:nvSpPr>
        <p:spPr>
          <a:xfrm rot="5400000">
            <a:off x="6603595" y="1930225"/>
            <a:ext cx="3481200" cy="487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lumns 1">
  <p:cSld name="CUSTOM_21"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35"/>
          <p:cNvSpPr txBox="1">
            <a:spLocks noGrp="1"/>
          </p:cNvSpPr>
          <p:nvPr>
            <p:ph type="subTitle" idx="1"/>
          </p:nvPr>
        </p:nvSpPr>
        <p:spPr>
          <a:xfrm>
            <a:off x="4633950" y="1847896"/>
            <a:ext cx="1818000" cy="111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174" name="Google Shape;174;p35"/>
          <p:cNvSpPr txBox="1">
            <a:spLocks noGrp="1"/>
          </p:cNvSpPr>
          <p:nvPr>
            <p:ph type="subTitle" idx="2"/>
          </p:nvPr>
        </p:nvSpPr>
        <p:spPr>
          <a:xfrm>
            <a:off x="4633950" y="3827870"/>
            <a:ext cx="1818000" cy="111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175" name="Google Shape;175;p35"/>
          <p:cNvSpPr txBox="1">
            <a:spLocks noGrp="1"/>
          </p:cNvSpPr>
          <p:nvPr>
            <p:ph type="ctrTitle"/>
          </p:nvPr>
        </p:nvSpPr>
        <p:spPr>
          <a:xfrm>
            <a:off x="4633950" y="1539296"/>
            <a:ext cx="2619300" cy="3849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176" name="Google Shape;176;p35"/>
          <p:cNvSpPr txBox="1">
            <a:spLocks noGrp="1"/>
          </p:cNvSpPr>
          <p:nvPr>
            <p:ph type="ctrTitle" idx="3"/>
          </p:nvPr>
        </p:nvSpPr>
        <p:spPr>
          <a:xfrm>
            <a:off x="4633950" y="3519270"/>
            <a:ext cx="2619300" cy="3849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177" name="Google Shape;177;p35"/>
          <p:cNvSpPr txBox="1">
            <a:spLocks noGrp="1"/>
          </p:cNvSpPr>
          <p:nvPr>
            <p:ph type="ctrTitle" idx="4"/>
          </p:nvPr>
        </p:nvSpPr>
        <p:spPr>
          <a:xfrm rot="5400000">
            <a:off x="6917175" y="1414524"/>
            <a:ext cx="2449800" cy="487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10">
          <p15:clr>
            <a:srgbClr val="FA7B17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5">
  <p:cSld name="CUSTOM_32"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36"/>
          <p:cNvSpPr txBox="1">
            <a:spLocks noGrp="1"/>
          </p:cNvSpPr>
          <p:nvPr>
            <p:ph type="subTitle" idx="1"/>
          </p:nvPr>
        </p:nvSpPr>
        <p:spPr>
          <a:xfrm>
            <a:off x="2258125" y="3106325"/>
            <a:ext cx="3029100" cy="1009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1100"/>
            </a:lvl1pPr>
            <a:lvl2pPr lvl="1" rtl="0">
              <a:spcBef>
                <a:spcPts val="160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160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160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160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160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160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160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1600"/>
              </a:spcBef>
              <a:spcAft>
                <a:spcPts val="160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180" name="Google Shape;180;p36"/>
          <p:cNvSpPr txBox="1">
            <a:spLocks noGrp="1"/>
          </p:cNvSpPr>
          <p:nvPr>
            <p:ph type="ctrTitle"/>
          </p:nvPr>
        </p:nvSpPr>
        <p:spPr>
          <a:xfrm rot="5400000">
            <a:off x="7241489" y="1041025"/>
            <a:ext cx="1702800" cy="487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columns 4">
  <p:cSld name="CUSTOM_33"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37"/>
          <p:cNvSpPr txBox="1">
            <a:spLocks noGrp="1"/>
          </p:cNvSpPr>
          <p:nvPr>
            <p:ph type="subTitle" idx="1"/>
          </p:nvPr>
        </p:nvSpPr>
        <p:spPr>
          <a:xfrm flipH="1">
            <a:off x="840600" y="2432150"/>
            <a:ext cx="1650300" cy="75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None/>
              <a:defRPr sz="1000">
                <a:solidFill>
                  <a:srgbClr val="000000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None/>
              <a:defRPr sz="1000">
                <a:solidFill>
                  <a:srgbClr val="000000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None/>
              <a:defRPr sz="1000">
                <a:solidFill>
                  <a:srgbClr val="000000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None/>
              <a:defRPr sz="1000">
                <a:solidFill>
                  <a:srgbClr val="000000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None/>
              <a:defRPr sz="1000">
                <a:solidFill>
                  <a:srgbClr val="000000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None/>
              <a:defRPr sz="1000">
                <a:solidFill>
                  <a:srgbClr val="000000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None/>
              <a:defRPr sz="1000">
                <a:solidFill>
                  <a:srgbClr val="000000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None/>
              <a:defRPr sz="1000">
                <a:solidFill>
                  <a:srgbClr val="000000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None/>
              <a:defRPr sz="1000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183" name="Google Shape;183;p37"/>
          <p:cNvSpPr txBox="1">
            <a:spLocks noGrp="1"/>
          </p:cNvSpPr>
          <p:nvPr>
            <p:ph type="subTitle" idx="2"/>
          </p:nvPr>
        </p:nvSpPr>
        <p:spPr>
          <a:xfrm>
            <a:off x="4702174" y="1049093"/>
            <a:ext cx="1960200" cy="111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None/>
              <a:defRPr sz="1000">
                <a:solidFill>
                  <a:srgbClr val="000000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None/>
              <a:defRPr sz="1000">
                <a:solidFill>
                  <a:srgbClr val="000000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None/>
              <a:defRPr sz="1000">
                <a:solidFill>
                  <a:srgbClr val="000000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None/>
              <a:defRPr sz="1000">
                <a:solidFill>
                  <a:srgbClr val="000000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None/>
              <a:defRPr sz="1000">
                <a:solidFill>
                  <a:srgbClr val="000000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None/>
              <a:defRPr sz="1000">
                <a:solidFill>
                  <a:srgbClr val="000000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None/>
              <a:defRPr sz="1000">
                <a:solidFill>
                  <a:srgbClr val="000000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None/>
              <a:defRPr sz="1000">
                <a:solidFill>
                  <a:srgbClr val="000000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None/>
              <a:defRPr sz="1000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184" name="Google Shape;184;p37"/>
          <p:cNvSpPr txBox="1">
            <a:spLocks noGrp="1"/>
          </p:cNvSpPr>
          <p:nvPr>
            <p:ph type="ctrTitle"/>
          </p:nvPr>
        </p:nvSpPr>
        <p:spPr>
          <a:xfrm>
            <a:off x="-533400" y="2047350"/>
            <a:ext cx="3024300" cy="3849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85" name="Google Shape;185;p37"/>
          <p:cNvSpPr txBox="1">
            <a:spLocks noGrp="1"/>
          </p:cNvSpPr>
          <p:nvPr>
            <p:ph type="ctrTitle" idx="3"/>
          </p:nvPr>
        </p:nvSpPr>
        <p:spPr>
          <a:xfrm>
            <a:off x="4702174" y="664293"/>
            <a:ext cx="2619300" cy="3849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86" name="Google Shape;186;p37"/>
          <p:cNvSpPr txBox="1">
            <a:spLocks noGrp="1"/>
          </p:cNvSpPr>
          <p:nvPr>
            <p:ph type="subTitle" idx="4"/>
          </p:nvPr>
        </p:nvSpPr>
        <p:spPr>
          <a:xfrm>
            <a:off x="4702174" y="3788925"/>
            <a:ext cx="2214900" cy="111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None/>
              <a:defRPr sz="1000">
                <a:solidFill>
                  <a:srgbClr val="000000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None/>
              <a:defRPr sz="1000">
                <a:solidFill>
                  <a:srgbClr val="000000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None/>
              <a:defRPr sz="1000">
                <a:solidFill>
                  <a:srgbClr val="000000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None/>
              <a:defRPr sz="1000">
                <a:solidFill>
                  <a:srgbClr val="000000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None/>
              <a:defRPr sz="1000">
                <a:solidFill>
                  <a:srgbClr val="000000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None/>
              <a:defRPr sz="1000">
                <a:solidFill>
                  <a:srgbClr val="000000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None/>
              <a:defRPr sz="1000">
                <a:solidFill>
                  <a:srgbClr val="000000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None/>
              <a:defRPr sz="1000">
                <a:solidFill>
                  <a:srgbClr val="000000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None/>
              <a:defRPr sz="1000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187" name="Google Shape;187;p37"/>
          <p:cNvSpPr txBox="1">
            <a:spLocks noGrp="1"/>
          </p:cNvSpPr>
          <p:nvPr>
            <p:ph type="ctrTitle" idx="5"/>
          </p:nvPr>
        </p:nvSpPr>
        <p:spPr>
          <a:xfrm>
            <a:off x="4702174" y="3389725"/>
            <a:ext cx="2475600" cy="3849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88" name="Google Shape;188;p37"/>
          <p:cNvSpPr txBox="1">
            <a:spLocks noGrp="1"/>
          </p:cNvSpPr>
          <p:nvPr>
            <p:ph type="ctrTitle" idx="6"/>
          </p:nvPr>
        </p:nvSpPr>
        <p:spPr>
          <a:xfrm rot="5400000">
            <a:off x="6860962" y="1407498"/>
            <a:ext cx="2449800" cy="487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10">
          <p15:clr>
            <a:srgbClr val="FA7B17"/>
          </p15:clr>
        </p15:guide>
        <p15:guide id="2" pos="454">
          <p15:clr>
            <a:srgbClr val="FA7B17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lumns 2">
  <p:cSld name="CUSTOM_34"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38"/>
          <p:cNvSpPr txBox="1">
            <a:spLocks noGrp="1"/>
          </p:cNvSpPr>
          <p:nvPr>
            <p:ph type="ctrTitle"/>
          </p:nvPr>
        </p:nvSpPr>
        <p:spPr>
          <a:xfrm rot="5400000">
            <a:off x="6860962" y="1407498"/>
            <a:ext cx="2449800" cy="487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191" name="Google Shape;191;p38"/>
          <p:cNvSpPr txBox="1">
            <a:spLocks noGrp="1"/>
          </p:cNvSpPr>
          <p:nvPr>
            <p:ph type="subTitle" idx="1"/>
          </p:nvPr>
        </p:nvSpPr>
        <p:spPr>
          <a:xfrm>
            <a:off x="1579064" y="2147200"/>
            <a:ext cx="1626600" cy="111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None/>
              <a:defRPr sz="10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None/>
              <a:defRPr sz="1000">
                <a:solidFill>
                  <a:srgbClr val="000000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None/>
              <a:defRPr sz="1000">
                <a:solidFill>
                  <a:srgbClr val="000000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None/>
              <a:defRPr sz="1000">
                <a:solidFill>
                  <a:srgbClr val="000000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None/>
              <a:defRPr sz="1000">
                <a:solidFill>
                  <a:srgbClr val="000000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None/>
              <a:defRPr sz="1000">
                <a:solidFill>
                  <a:srgbClr val="000000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None/>
              <a:defRPr sz="1000">
                <a:solidFill>
                  <a:srgbClr val="000000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None/>
              <a:defRPr sz="1000">
                <a:solidFill>
                  <a:srgbClr val="000000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None/>
              <a:defRPr sz="1000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192" name="Google Shape;192;p38"/>
          <p:cNvSpPr txBox="1">
            <a:spLocks noGrp="1"/>
          </p:cNvSpPr>
          <p:nvPr>
            <p:ph type="ctrTitle" idx="2"/>
          </p:nvPr>
        </p:nvSpPr>
        <p:spPr>
          <a:xfrm>
            <a:off x="1579064" y="1762400"/>
            <a:ext cx="2619300" cy="3849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193" name="Google Shape;193;p38"/>
          <p:cNvSpPr txBox="1">
            <a:spLocks noGrp="1"/>
          </p:cNvSpPr>
          <p:nvPr>
            <p:ph type="subTitle" idx="3"/>
          </p:nvPr>
        </p:nvSpPr>
        <p:spPr>
          <a:xfrm>
            <a:off x="4068269" y="2147200"/>
            <a:ext cx="1626600" cy="111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None/>
              <a:defRPr sz="1000">
                <a:solidFill>
                  <a:srgbClr val="000000"/>
                </a:solidFill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None/>
              <a:defRPr sz="1000">
                <a:solidFill>
                  <a:srgbClr val="000000"/>
                </a:solidFill>
              </a:defRPr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None/>
              <a:defRPr sz="1000">
                <a:solidFill>
                  <a:srgbClr val="000000"/>
                </a:solidFill>
              </a:defRPr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None/>
              <a:defRPr sz="1000">
                <a:solidFill>
                  <a:srgbClr val="000000"/>
                </a:solidFill>
              </a:defRPr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None/>
              <a:defRPr sz="1000">
                <a:solidFill>
                  <a:srgbClr val="000000"/>
                </a:solidFill>
              </a:defRPr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None/>
              <a:defRPr sz="1000">
                <a:solidFill>
                  <a:srgbClr val="000000"/>
                </a:solidFill>
              </a:defRPr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None/>
              <a:defRPr sz="1000">
                <a:solidFill>
                  <a:srgbClr val="000000"/>
                </a:solidFill>
              </a:defRPr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None/>
              <a:defRPr sz="1000">
                <a:solidFill>
                  <a:srgbClr val="000000"/>
                </a:solidFill>
              </a:defRPr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None/>
              <a:defRPr sz="1000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194" name="Google Shape;194;p38"/>
          <p:cNvSpPr txBox="1">
            <a:spLocks noGrp="1"/>
          </p:cNvSpPr>
          <p:nvPr>
            <p:ph type="ctrTitle" idx="4"/>
          </p:nvPr>
        </p:nvSpPr>
        <p:spPr>
          <a:xfrm>
            <a:off x="3075567" y="1762400"/>
            <a:ext cx="2619300" cy="3849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6">
  <p:cSld name="CUSTOM_11_1_2_1"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39"/>
          <p:cNvSpPr txBox="1">
            <a:spLocks noGrp="1"/>
          </p:cNvSpPr>
          <p:nvPr>
            <p:ph type="ctrTitle"/>
          </p:nvPr>
        </p:nvSpPr>
        <p:spPr>
          <a:xfrm>
            <a:off x="831200" y="376498"/>
            <a:ext cx="3867300" cy="205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97" name="Google Shape;197;p39"/>
          <p:cNvSpPr txBox="1">
            <a:spLocks noGrp="1"/>
          </p:cNvSpPr>
          <p:nvPr>
            <p:ph type="subTitle" idx="1"/>
          </p:nvPr>
        </p:nvSpPr>
        <p:spPr>
          <a:xfrm>
            <a:off x="831200" y="2314225"/>
            <a:ext cx="3081600" cy="178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redits">
  <p:cSld name="CUSTOM_25"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40"/>
          <p:cNvSpPr txBox="1">
            <a:spLocks noGrp="1"/>
          </p:cNvSpPr>
          <p:nvPr>
            <p:ph type="body" idx="1"/>
          </p:nvPr>
        </p:nvSpPr>
        <p:spPr>
          <a:xfrm>
            <a:off x="642050" y="2134800"/>
            <a:ext cx="5308200" cy="147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>
                <a:solidFill>
                  <a:srgbClr val="000000"/>
                </a:solidFill>
              </a:defRPr>
            </a:lvl1pPr>
            <a:lvl2pPr marL="914400" lvl="1" indent="-304800" rtl="0"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>
                <a:solidFill>
                  <a:srgbClr val="000000"/>
                </a:solidFill>
              </a:defRPr>
            </a:lvl2pPr>
            <a:lvl3pPr marL="1371600" lvl="2" indent="-304800" rtl="0"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1200"/>
              <a:buChar char="■"/>
              <a:defRPr>
                <a:solidFill>
                  <a:srgbClr val="000000"/>
                </a:solidFill>
              </a:defRPr>
            </a:lvl3pPr>
            <a:lvl4pPr marL="1828800" lvl="3" indent="-304800" rtl="0"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>
                <a:solidFill>
                  <a:srgbClr val="000000"/>
                </a:solidFill>
              </a:defRPr>
            </a:lvl4pPr>
            <a:lvl5pPr marL="2286000" lvl="4" indent="-304800" rtl="0"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>
                <a:solidFill>
                  <a:srgbClr val="000000"/>
                </a:solidFill>
              </a:defRPr>
            </a:lvl5pPr>
            <a:lvl6pPr marL="2743200" lvl="5" indent="-304800" rtl="0"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1200"/>
              <a:buChar char="■"/>
              <a:defRPr>
                <a:solidFill>
                  <a:srgbClr val="000000"/>
                </a:solidFill>
              </a:defRPr>
            </a:lvl6pPr>
            <a:lvl7pPr marL="3200400" lvl="6" indent="-304800" rtl="0"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>
                <a:solidFill>
                  <a:srgbClr val="000000"/>
                </a:solidFill>
              </a:defRPr>
            </a:lvl7pPr>
            <a:lvl8pPr marL="3657600" lvl="7" indent="-304800" rtl="0"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>
                <a:solidFill>
                  <a:srgbClr val="000000"/>
                </a:solidFill>
              </a:defRPr>
            </a:lvl8pPr>
            <a:lvl9pPr marL="4114800" lvl="8" indent="-304800" rtl="0">
              <a:spcBef>
                <a:spcPts val="1600"/>
              </a:spcBef>
              <a:spcAft>
                <a:spcPts val="1600"/>
              </a:spcAft>
              <a:buClr>
                <a:srgbClr val="000000"/>
              </a:buClr>
              <a:buSzPts val="1200"/>
              <a:buChar char="■"/>
              <a:defRPr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200" name="Google Shape;200;p40"/>
          <p:cNvSpPr txBox="1">
            <a:spLocks noGrp="1"/>
          </p:cNvSpPr>
          <p:nvPr>
            <p:ph type="ctrTitle"/>
          </p:nvPr>
        </p:nvSpPr>
        <p:spPr>
          <a:xfrm rot="5400000">
            <a:off x="6923109" y="1407498"/>
            <a:ext cx="2449800" cy="487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Resources">
  <p:cSld name="CUSTOM_25_1"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41"/>
          <p:cNvSpPr txBox="1">
            <a:spLocks noGrp="1"/>
          </p:cNvSpPr>
          <p:nvPr>
            <p:ph type="body" idx="1"/>
          </p:nvPr>
        </p:nvSpPr>
        <p:spPr>
          <a:xfrm>
            <a:off x="642050" y="1277550"/>
            <a:ext cx="5308200" cy="147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>
                <a:solidFill>
                  <a:srgbClr val="000000"/>
                </a:solidFill>
              </a:defRPr>
            </a:lvl1pPr>
            <a:lvl2pPr marL="914400" lvl="1" indent="-304800" rtl="0"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>
                <a:solidFill>
                  <a:srgbClr val="000000"/>
                </a:solidFill>
              </a:defRPr>
            </a:lvl2pPr>
            <a:lvl3pPr marL="1371600" lvl="2" indent="-304800" rtl="0"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1200"/>
              <a:buChar char="■"/>
              <a:defRPr>
                <a:solidFill>
                  <a:srgbClr val="000000"/>
                </a:solidFill>
              </a:defRPr>
            </a:lvl3pPr>
            <a:lvl4pPr marL="1828800" lvl="3" indent="-304800" rtl="0"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>
                <a:solidFill>
                  <a:srgbClr val="000000"/>
                </a:solidFill>
              </a:defRPr>
            </a:lvl4pPr>
            <a:lvl5pPr marL="2286000" lvl="4" indent="-304800" rtl="0"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>
                <a:solidFill>
                  <a:srgbClr val="000000"/>
                </a:solidFill>
              </a:defRPr>
            </a:lvl5pPr>
            <a:lvl6pPr marL="2743200" lvl="5" indent="-304800" rtl="0"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1200"/>
              <a:buChar char="■"/>
              <a:defRPr>
                <a:solidFill>
                  <a:srgbClr val="000000"/>
                </a:solidFill>
              </a:defRPr>
            </a:lvl6pPr>
            <a:lvl7pPr marL="3200400" lvl="6" indent="-304800" rtl="0"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>
                <a:solidFill>
                  <a:srgbClr val="000000"/>
                </a:solidFill>
              </a:defRPr>
            </a:lvl7pPr>
            <a:lvl8pPr marL="3657600" lvl="7" indent="-304800" rtl="0"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>
                <a:solidFill>
                  <a:srgbClr val="000000"/>
                </a:solidFill>
              </a:defRPr>
            </a:lvl8pPr>
            <a:lvl9pPr marL="4114800" lvl="8" indent="-304800" rtl="0">
              <a:spcBef>
                <a:spcPts val="1600"/>
              </a:spcBef>
              <a:spcAft>
                <a:spcPts val="1600"/>
              </a:spcAft>
              <a:buClr>
                <a:srgbClr val="000000"/>
              </a:buClr>
              <a:buSzPts val="1200"/>
              <a:buChar char="■"/>
              <a:defRPr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203" name="Google Shape;203;p41"/>
          <p:cNvSpPr txBox="1">
            <a:spLocks noGrp="1"/>
          </p:cNvSpPr>
          <p:nvPr>
            <p:ph type="ctrTitle"/>
          </p:nvPr>
        </p:nvSpPr>
        <p:spPr>
          <a:xfrm rot="5400000">
            <a:off x="6923109" y="1407498"/>
            <a:ext cx="2449800" cy="487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204" name="Google Shape;204;p41"/>
          <p:cNvSpPr txBox="1">
            <a:spLocks noGrp="1"/>
          </p:cNvSpPr>
          <p:nvPr>
            <p:ph type="subTitle" idx="2"/>
          </p:nvPr>
        </p:nvSpPr>
        <p:spPr>
          <a:xfrm>
            <a:off x="642050" y="540000"/>
            <a:ext cx="4655400" cy="96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43"/>
          <p:cNvSpPr/>
          <p:nvPr/>
        </p:nvSpPr>
        <p:spPr>
          <a:xfrm rot="10800000" flipH="1">
            <a:off x="-1411582" y="-1157400"/>
            <a:ext cx="4436782" cy="3714342"/>
          </a:xfrm>
          <a:custGeom>
            <a:avLst/>
            <a:gdLst/>
            <a:ahLst/>
            <a:cxnLst/>
            <a:rect l="l" t="t" r="r" b="b"/>
            <a:pathLst>
              <a:path w="61178" h="52038" extrusionOk="0">
                <a:moveTo>
                  <a:pt x="4170" y="12043"/>
                </a:moveTo>
                <a:cubicBezTo>
                  <a:pt x="7339" y="7239"/>
                  <a:pt x="14177" y="1"/>
                  <a:pt x="24184" y="5571"/>
                </a:cubicBezTo>
                <a:cubicBezTo>
                  <a:pt x="34191" y="11142"/>
                  <a:pt x="29988" y="17146"/>
                  <a:pt x="34024" y="21249"/>
                </a:cubicBezTo>
                <a:cubicBezTo>
                  <a:pt x="38061" y="25319"/>
                  <a:pt x="43198" y="25586"/>
                  <a:pt x="51103" y="27253"/>
                </a:cubicBezTo>
                <a:cubicBezTo>
                  <a:pt x="58976" y="28921"/>
                  <a:pt x="61177" y="36093"/>
                  <a:pt x="54472" y="41664"/>
                </a:cubicBezTo>
                <a:cubicBezTo>
                  <a:pt x="47801" y="47268"/>
                  <a:pt x="33758" y="52038"/>
                  <a:pt x="26819" y="46467"/>
                </a:cubicBezTo>
                <a:cubicBezTo>
                  <a:pt x="19848" y="40930"/>
                  <a:pt x="11108" y="34826"/>
                  <a:pt x="5537" y="31590"/>
                </a:cubicBezTo>
                <a:cubicBezTo>
                  <a:pt x="0" y="28388"/>
                  <a:pt x="967" y="16879"/>
                  <a:pt x="4170" y="12043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0" name="Google Shape;210;p43"/>
          <p:cNvSpPr/>
          <p:nvPr/>
        </p:nvSpPr>
        <p:spPr>
          <a:xfrm>
            <a:off x="1062825" y="3370500"/>
            <a:ext cx="775608" cy="1012954"/>
          </a:xfrm>
          <a:custGeom>
            <a:avLst/>
            <a:gdLst/>
            <a:ahLst/>
            <a:cxnLst/>
            <a:rect l="l" t="t" r="r" b="b"/>
            <a:pathLst>
              <a:path w="17277" h="22564" extrusionOk="0">
                <a:moveTo>
                  <a:pt x="9074" y="0"/>
                </a:moveTo>
                <a:cubicBezTo>
                  <a:pt x="8555" y="0"/>
                  <a:pt x="8010" y="60"/>
                  <a:pt x="7441" y="188"/>
                </a:cubicBezTo>
                <a:cubicBezTo>
                  <a:pt x="2543" y="1285"/>
                  <a:pt x="1" y="6692"/>
                  <a:pt x="54" y="12607"/>
                </a:cubicBezTo>
                <a:cubicBezTo>
                  <a:pt x="134" y="18683"/>
                  <a:pt x="3989" y="22189"/>
                  <a:pt x="8592" y="22564"/>
                </a:cubicBezTo>
                <a:cubicBezTo>
                  <a:pt x="14641" y="22082"/>
                  <a:pt x="16354" y="18388"/>
                  <a:pt x="16836" y="12312"/>
                </a:cubicBezTo>
                <a:cubicBezTo>
                  <a:pt x="17276" y="6737"/>
                  <a:pt x="14567" y="0"/>
                  <a:pt x="9074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1" name="Google Shape;211;p43"/>
          <p:cNvSpPr/>
          <p:nvPr/>
        </p:nvSpPr>
        <p:spPr>
          <a:xfrm>
            <a:off x="7605425" y="342175"/>
            <a:ext cx="2052600" cy="2052600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12" name="Google Shape;212;p43"/>
          <p:cNvGrpSpPr/>
          <p:nvPr/>
        </p:nvGrpSpPr>
        <p:grpSpPr>
          <a:xfrm>
            <a:off x="6412578" y="-640069"/>
            <a:ext cx="1962482" cy="1953284"/>
            <a:chOff x="386328" y="2672681"/>
            <a:chExt cx="1962482" cy="1953284"/>
          </a:xfrm>
        </p:grpSpPr>
        <p:sp>
          <p:nvSpPr>
            <p:cNvPr id="213" name="Google Shape;213;p43"/>
            <p:cNvSpPr/>
            <p:nvPr/>
          </p:nvSpPr>
          <p:spPr>
            <a:xfrm>
              <a:off x="602590" y="3031586"/>
              <a:ext cx="2321" cy="2364"/>
            </a:xfrm>
            <a:custGeom>
              <a:avLst/>
              <a:gdLst/>
              <a:ahLst/>
              <a:cxnLst/>
              <a:rect l="l" t="t" r="r" b="b"/>
              <a:pathLst>
                <a:path w="54" h="55" extrusionOk="0">
                  <a:moveTo>
                    <a:pt x="54" y="1"/>
                  </a:moveTo>
                  <a:cubicBezTo>
                    <a:pt x="27" y="27"/>
                    <a:pt x="27" y="27"/>
                    <a:pt x="0" y="54"/>
                  </a:cubicBezTo>
                  <a:lnTo>
                    <a:pt x="54" y="27"/>
                  </a:lnTo>
                  <a:lnTo>
                    <a:pt x="5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" name="Google Shape;214;p43"/>
            <p:cNvSpPr/>
            <p:nvPr/>
          </p:nvSpPr>
          <p:spPr>
            <a:xfrm>
              <a:off x="386328" y="2672681"/>
              <a:ext cx="1962482" cy="1953284"/>
            </a:xfrm>
            <a:custGeom>
              <a:avLst/>
              <a:gdLst/>
              <a:ahLst/>
              <a:cxnLst/>
              <a:rect l="l" t="t" r="r" b="b"/>
              <a:pathLst>
                <a:path w="45663" h="45449" extrusionOk="0">
                  <a:moveTo>
                    <a:pt x="10947" y="4979"/>
                  </a:moveTo>
                  <a:lnTo>
                    <a:pt x="15605" y="7656"/>
                  </a:lnTo>
                  <a:lnTo>
                    <a:pt x="15605" y="13062"/>
                  </a:lnTo>
                  <a:lnTo>
                    <a:pt x="10947" y="15766"/>
                  </a:lnTo>
                  <a:lnTo>
                    <a:pt x="6263" y="13062"/>
                  </a:lnTo>
                  <a:lnTo>
                    <a:pt x="6263" y="7656"/>
                  </a:lnTo>
                  <a:lnTo>
                    <a:pt x="10947" y="4979"/>
                  </a:lnTo>
                  <a:close/>
                  <a:moveTo>
                    <a:pt x="20449" y="4979"/>
                  </a:moveTo>
                  <a:lnTo>
                    <a:pt x="25133" y="7656"/>
                  </a:lnTo>
                  <a:lnTo>
                    <a:pt x="25133" y="13062"/>
                  </a:lnTo>
                  <a:lnTo>
                    <a:pt x="20449" y="15766"/>
                  </a:lnTo>
                  <a:lnTo>
                    <a:pt x="15792" y="13062"/>
                  </a:lnTo>
                  <a:lnTo>
                    <a:pt x="15792" y="7656"/>
                  </a:lnTo>
                  <a:lnTo>
                    <a:pt x="20449" y="4979"/>
                  </a:lnTo>
                  <a:close/>
                  <a:moveTo>
                    <a:pt x="29978" y="4979"/>
                  </a:moveTo>
                  <a:lnTo>
                    <a:pt x="34635" y="7656"/>
                  </a:lnTo>
                  <a:lnTo>
                    <a:pt x="34635" y="13062"/>
                  </a:lnTo>
                  <a:lnTo>
                    <a:pt x="29978" y="15766"/>
                  </a:lnTo>
                  <a:lnTo>
                    <a:pt x="25294" y="13062"/>
                  </a:lnTo>
                  <a:lnTo>
                    <a:pt x="25294" y="7656"/>
                  </a:lnTo>
                  <a:lnTo>
                    <a:pt x="29978" y="4979"/>
                  </a:lnTo>
                  <a:close/>
                  <a:moveTo>
                    <a:pt x="6183" y="13196"/>
                  </a:moveTo>
                  <a:lnTo>
                    <a:pt x="10867" y="15899"/>
                  </a:lnTo>
                  <a:lnTo>
                    <a:pt x="10867" y="21306"/>
                  </a:lnTo>
                  <a:lnTo>
                    <a:pt x="6183" y="23983"/>
                  </a:lnTo>
                  <a:lnTo>
                    <a:pt x="1526" y="21306"/>
                  </a:lnTo>
                  <a:lnTo>
                    <a:pt x="1526" y="15899"/>
                  </a:lnTo>
                  <a:lnTo>
                    <a:pt x="6183" y="13196"/>
                  </a:lnTo>
                  <a:close/>
                  <a:moveTo>
                    <a:pt x="15712" y="13196"/>
                  </a:moveTo>
                  <a:lnTo>
                    <a:pt x="20369" y="15899"/>
                  </a:lnTo>
                  <a:lnTo>
                    <a:pt x="20369" y="21306"/>
                  </a:lnTo>
                  <a:lnTo>
                    <a:pt x="15712" y="23983"/>
                  </a:lnTo>
                  <a:lnTo>
                    <a:pt x="11028" y="21306"/>
                  </a:lnTo>
                  <a:lnTo>
                    <a:pt x="11028" y="15899"/>
                  </a:lnTo>
                  <a:lnTo>
                    <a:pt x="15712" y="13196"/>
                  </a:lnTo>
                  <a:close/>
                  <a:moveTo>
                    <a:pt x="25213" y="13196"/>
                  </a:moveTo>
                  <a:lnTo>
                    <a:pt x="29871" y="15899"/>
                  </a:lnTo>
                  <a:lnTo>
                    <a:pt x="29871" y="21306"/>
                  </a:lnTo>
                  <a:lnTo>
                    <a:pt x="25213" y="23983"/>
                  </a:lnTo>
                  <a:lnTo>
                    <a:pt x="20529" y="21306"/>
                  </a:lnTo>
                  <a:lnTo>
                    <a:pt x="20529" y="15899"/>
                  </a:lnTo>
                  <a:lnTo>
                    <a:pt x="25213" y="13196"/>
                  </a:lnTo>
                  <a:close/>
                  <a:moveTo>
                    <a:pt x="34715" y="13196"/>
                  </a:moveTo>
                  <a:lnTo>
                    <a:pt x="39399" y="15899"/>
                  </a:lnTo>
                  <a:lnTo>
                    <a:pt x="39399" y="21306"/>
                  </a:lnTo>
                  <a:lnTo>
                    <a:pt x="34715" y="23983"/>
                  </a:lnTo>
                  <a:lnTo>
                    <a:pt x="30058" y="21306"/>
                  </a:lnTo>
                  <a:lnTo>
                    <a:pt x="30058" y="15899"/>
                  </a:lnTo>
                  <a:lnTo>
                    <a:pt x="34715" y="13196"/>
                  </a:lnTo>
                  <a:close/>
                  <a:moveTo>
                    <a:pt x="10947" y="21440"/>
                  </a:moveTo>
                  <a:lnTo>
                    <a:pt x="15605" y="24143"/>
                  </a:lnTo>
                  <a:lnTo>
                    <a:pt x="15605" y="29523"/>
                  </a:lnTo>
                  <a:lnTo>
                    <a:pt x="10947" y="32226"/>
                  </a:lnTo>
                  <a:lnTo>
                    <a:pt x="6263" y="29523"/>
                  </a:lnTo>
                  <a:lnTo>
                    <a:pt x="6263" y="24143"/>
                  </a:lnTo>
                  <a:lnTo>
                    <a:pt x="10947" y="21440"/>
                  </a:lnTo>
                  <a:close/>
                  <a:moveTo>
                    <a:pt x="20449" y="21440"/>
                  </a:moveTo>
                  <a:lnTo>
                    <a:pt x="25133" y="24143"/>
                  </a:lnTo>
                  <a:lnTo>
                    <a:pt x="25133" y="29523"/>
                  </a:lnTo>
                  <a:lnTo>
                    <a:pt x="20449" y="32226"/>
                  </a:lnTo>
                  <a:lnTo>
                    <a:pt x="15792" y="29523"/>
                  </a:lnTo>
                  <a:lnTo>
                    <a:pt x="15792" y="24143"/>
                  </a:lnTo>
                  <a:lnTo>
                    <a:pt x="20449" y="21440"/>
                  </a:lnTo>
                  <a:close/>
                  <a:moveTo>
                    <a:pt x="29978" y="21440"/>
                  </a:moveTo>
                  <a:lnTo>
                    <a:pt x="34635" y="24143"/>
                  </a:lnTo>
                  <a:lnTo>
                    <a:pt x="34635" y="29523"/>
                  </a:lnTo>
                  <a:lnTo>
                    <a:pt x="29978" y="32226"/>
                  </a:lnTo>
                  <a:lnTo>
                    <a:pt x="25294" y="29523"/>
                  </a:lnTo>
                  <a:lnTo>
                    <a:pt x="25294" y="24143"/>
                  </a:lnTo>
                  <a:lnTo>
                    <a:pt x="29978" y="21440"/>
                  </a:lnTo>
                  <a:close/>
                  <a:moveTo>
                    <a:pt x="39480" y="21440"/>
                  </a:moveTo>
                  <a:lnTo>
                    <a:pt x="44137" y="24143"/>
                  </a:lnTo>
                  <a:lnTo>
                    <a:pt x="44137" y="29523"/>
                  </a:lnTo>
                  <a:lnTo>
                    <a:pt x="39480" y="32226"/>
                  </a:lnTo>
                  <a:lnTo>
                    <a:pt x="34796" y="29523"/>
                  </a:lnTo>
                  <a:lnTo>
                    <a:pt x="34796" y="24143"/>
                  </a:lnTo>
                  <a:lnTo>
                    <a:pt x="39480" y="21440"/>
                  </a:lnTo>
                  <a:close/>
                  <a:moveTo>
                    <a:pt x="15712" y="29684"/>
                  </a:moveTo>
                  <a:lnTo>
                    <a:pt x="20369" y="32387"/>
                  </a:lnTo>
                  <a:lnTo>
                    <a:pt x="20369" y="37767"/>
                  </a:lnTo>
                  <a:lnTo>
                    <a:pt x="15712" y="40470"/>
                  </a:lnTo>
                  <a:lnTo>
                    <a:pt x="11028" y="37767"/>
                  </a:lnTo>
                  <a:lnTo>
                    <a:pt x="11028" y="32387"/>
                  </a:lnTo>
                  <a:lnTo>
                    <a:pt x="15712" y="29684"/>
                  </a:lnTo>
                  <a:close/>
                  <a:moveTo>
                    <a:pt x="25213" y="29684"/>
                  </a:moveTo>
                  <a:lnTo>
                    <a:pt x="29871" y="32387"/>
                  </a:lnTo>
                  <a:lnTo>
                    <a:pt x="29871" y="37767"/>
                  </a:lnTo>
                  <a:lnTo>
                    <a:pt x="25213" y="40470"/>
                  </a:lnTo>
                  <a:lnTo>
                    <a:pt x="20529" y="37767"/>
                  </a:lnTo>
                  <a:lnTo>
                    <a:pt x="20529" y="32387"/>
                  </a:lnTo>
                  <a:lnTo>
                    <a:pt x="25213" y="29684"/>
                  </a:lnTo>
                  <a:close/>
                  <a:moveTo>
                    <a:pt x="34715" y="29684"/>
                  </a:moveTo>
                  <a:lnTo>
                    <a:pt x="39399" y="32387"/>
                  </a:lnTo>
                  <a:lnTo>
                    <a:pt x="39399" y="37767"/>
                  </a:lnTo>
                  <a:lnTo>
                    <a:pt x="34715" y="40470"/>
                  </a:lnTo>
                  <a:lnTo>
                    <a:pt x="30058" y="37767"/>
                  </a:lnTo>
                  <a:lnTo>
                    <a:pt x="30058" y="32387"/>
                  </a:lnTo>
                  <a:lnTo>
                    <a:pt x="34715" y="29684"/>
                  </a:lnTo>
                  <a:close/>
                  <a:moveTo>
                    <a:pt x="20369" y="1"/>
                  </a:moveTo>
                  <a:lnTo>
                    <a:pt x="20369" y="4818"/>
                  </a:lnTo>
                  <a:lnTo>
                    <a:pt x="15712" y="7522"/>
                  </a:lnTo>
                  <a:lnTo>
                    <a:pt x="11028" y="4818"/>
                  </a:lnTo>
                  <a:lnTo>
                    <a:pt x="11028" y="3159"/>
                  </a:lnTo>
                  <a:cubicBezTo>
                    <a:pt x="10974" y="3186"/>
                    <a:pt x="10921" y="3239"/>
                    <a:pt x="10867" y="3266"/>
                  </a:cubicBezTo>
                  <a:lnTo>
                    <a:pt x="10867" y="4818"/>
                  </a:lnTo>
                  <a:lnTo>
                    <a:pt x="6183" y="7522"/>
                  </a:lnTo>
                  <a:lnTo>
                    <a:pt x="5915" y="7361"/>
                  </a:lnTo>
                  <a:cubicBezTo>
                    <a:pt x="5889" y="7415"/>
                    <a:pt x="5835" y="7442"/>
                    <a:pt x="5808" y="7495"/>
                  </a:cubicBezTo>
                  <a:lnTo>
                    <a:pt x="6103" y="7656"/>
                  </a:lnTo>
                  <a:lnTo>
                    <a:pt x="6103" y="13062"/>
                  </a:lnTo>
                  <a:lnTo>
                    <a:pt x="1419" y="15766"/>
                  </a:lnTo>
                  <a:lnTo>
                    <a:pt x="1124" y="15578"/>
                  </a:lnTo>
                  <a:cubicBezTo>
                    <a:pt x="1124" y="15632"/>
                    <a:pt x="1098" y="15685"/>
                    <a:pt x="1071" y="15739"/>
                  </a:cubicBezTo>
                  <a:lnTo>
                    <a:pt x="1338" y="15899"/>
                  </a:lnTo>
                  <a:lnTo>
                    <a:pt x="1338" y="21306"/>
                  </a:lnTo>
                  <a:lnTo>
                    <a:pt x="0" y="22082"/>
                  </a:lnTo>
                  <a:cubicBezTo>
                    <a:pt x="0" y="22136"/>
                    <a:pt x="0" y="22216"/>
                    <a:pt x="0" y="22270"/>
                  </a:cubicBezTo>
                  <a:lnTo>
                    <a:pt x="1419" y="21440"/>
                  </a:lnTo>
                  <a:lnTo>
                    <a:pt x="6103" y="24143"/>
                  </a:lnTo>
                  <a:lnTo>
                    <a:pt x="6103" y="29523"/>
                  </a:lnTo>
                  <a:lnTo>
                    <a:pt x="1927" y="31932"/>
                  </a:lnTo>
                  <a:cubicBezTo>
                    <a:pt x="1954" y="31986"/>
                    <a:pt x="1981" y="32039"/>
                    <a:pt x="2008" y="32093"/>
                  </a:cubicBezTo>
                  <a:lnTo>
                    <a:pt x="6183" y="29684"/>
                  </a:lnTo>
                  <a:lnTo>
                    <a:pt x="10867" y="32387"/>
                  </a:lnTo>
                  <a:lnTo>
                    <a:pt x="10867" y="37767"/>
                  </a:lnTo>
                  <a:lnTo>
                    <a:pt x="7548" y="39694"/>
                  </a:lnTo>
                  <a:cubicBezTo>
                    <a:pt x="7575" y="39721"/>
                    <a:pt x="7628" y="39774"/>
                    <a:pt x="7682" y="39801"/>
                  </a:cubicBezTo>
                  <a:lnTo>
                    <a:pt x="10947" y="37928"/>
                  </a:lnTo>
                  <a:lnTo>
                    <a:pt x="15605" y="40631"/>
                  </a:lnTo>
                  <a:lnTo>
                    <a:pt x="15605" y="44405"/>
                  </a:lnTo>
                  <a:cubicBezTo>
                    <a:pt x="15658" y="44405"/>
                    <a:pt x="15738" y="44432"/>
                    <a:pt x="15792" y="44458"/>
                  </a:cubicBezTo>
                  <a:lnTo>
                    <a:pt x="15792" y="40631"/>
                  </a:lnTo>
                  <a:lnTo>
                    <a:pt x="20449" y="37928"/>
                  </a:lnTo>
                  <a:lnTo>
                    <a:pt x="25133" y="40631"/>
                  </a:lnTo>
                  <a:lnTo>
                    <a:pt x="25133" y="45449"/>
                  </a:lnTo>
                  <a:cubicBezTo>
                    <a:pt x="25187" y="45449"/>
                    <a:pt x="25240" y="45449"/>
                    <a:pt x="25294" y="45422"/>
                  </a:cubicBezTo>
                  <a:lnTo>
                    <a:pt x="25294" y="40631"/>
                  </a:lnTo>
                  <a:lnTo>
                    <a:pt x="29978" y="37928"/>
                  </a:lnTo>
                  <a:lnTo>
                    <a:pt x="34635" y="40631"/>
                  </a:lnTo>
                  <a:lnTo>
                    <a:pt x="34635" y="42290"/>
                  </a:lnTo>
                  <a:cubicBezTo>
                    <a:pt x="34688" y="42237"/>
                    <a:pt x="34742" y="42210"/>
                    <a:pt x="34796" y="42183"/>
                  </a:cubicBezTo>
                  <a:lnTo>
                    <a:pt x="34796" y="40631"/>
                  </a:lnTo>
                  <a:lnTo>
                    <a:pt x="39480" y="37928"/>
                  </a:lnTo>
                  <a:lnTo>
                    <a:pt x="39747" y="38088"/>
                  </a:lnTo>
                  <a:cubicBezTo>
                    <a:pt x="39774" y="38035"/>
                    <a:pt x="39827" y="37981"/>
                    <a:pt x="39854" y="37954"/>
                  </a:cubicBezTo>
                  <a:lnTo>
                    <a:pt x="39560" y="37767"/>
                  </a:lnTo>
                  <a:lnTo>
                    <a:pt x="39560" y="32387"/>
                  </a:lnTo>
                  <a:lnTo>
                    <a:pt x="44244" y="29684"/>
                  </a:lnTo>
                  <a:lnTo>
                    <a:pt x="44538" y="29871"/>
                  </a:lnTo>
                  <a:cubicBezTo>
                    <a:pt x="44565" y="29791"/>
                    <a:pt x="44565" y="29737"/>
                    <a:pt x="44592" y="29684"/>
                  </a:cubicBezTo>
                  <a:lnTo>
                    <a:pt x="44324" y="29523"/>
                  </a:lnTo>
                  <a:lnTo>
                    <a:pt x="44324" y="24143"/>
                  </a:lnTo>
                  <a:lnTo>
                    <a:pt x="45662" y="23367"/>
                  </a:lnTo>
                  <a:cubicBezTo>
                    <a:pt x="45662" y="23314"/>
                    <a:pt x="45662" y="23233"/>
                    <a:pt x="45662" y="23153"/>
                  </a:cubicBezTo>
                  <a:lnTo>
                    <a:pt x="44244" y="23983"/>
                  </a:lnTo>
                  <a:lnTo>
                    <a:pt x="39560" y="21306"/>
                  </a:lnTo>
                  <a:lnTo>
                    <a:pt x="39560" y="15899"/>
                  </a:lnTo>
                  <a:lnTo>
                    <a:pt x="43735" y="13491"/>
                  </a:lnTo>
                  <a:cubicBezTo>
                    <a:pt x="43709" y="13437"/>
                    <a:pt x="43682" y="13383"/>
                    <a:pt x="43655" y="13330"/>
                  </a:cubicBezTo>
                  <a:lnTo>
                    <a:pt x="39480" y="15766"/>
                  </a:lnTo>
                  <a:lnTo>
                    <a:pt x="34796" y="13062"/>
                  </a:lnTo>
                  <a:lnTo>
                    <a:pt x="34796" y="7656"/>
                  </a:lnTo>
                  <a:lnTo>
                    <a:pt x="38114" y="5755"/>
                  </a:lnTo>
                  <a:cubicBezTo>
                    <a:pt x="38088" y="5702"/>
                    <a:pt x="38034" y="5675"/>
                    <a:pt x="37981" y="5621"/>
                  </a:cubicBezTo>
                  <a:lnTo>
                    <a:pt x="34715" y="7522"/>
                  </a:lnTo>
                  <a:lnTo>
                    <a:pt x="30058" y="4818"/>
                  </a:lnTo>
                  <a:lnTo>
                    <a:pt x="30058" y="1045"/>
                  </a:lnTo>
                  <a:cubicBezTo>
                    <a:pt x="30004" y="1018"/>
                    <a:pt x="29951" y="1018"/>
                    <a:pt x="29871" y="991"/>
                  </a:cubicBezTo>
                  <a:lnTo>
                    <a:pt x="29871" y="4818"/>
                  </a:lnTo>
                  <a:lnTo>
                    <a:pt x="25213" y="7522"/>
                  </a:lnTo>
                  <a:lnTo>
                    <a:pt x="20529" y="4818"/>
                  </a:lnTo>
                  <a:lnTo>
                    <a:pt x="2052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" name="Google Shape;215;p43"/>
            <p:cNvSpPr/>
            <p:nvPr/>
          </p:nvSpPr>
          <p:spPr>
            <a:xfrm>
              <a:off x="795817" y="2846396"/>
              <a:ext cx="10401" cy="8080"/>
            </a:xfrm>
            <a:custGeom>
              <a:avLst/>
              <a:gdLst/>
              <a:ahLst/>
              <a:cxnLst/>
              <a:rect l="l" t="t" r="r" b="b"/>
              <a:pathLst>
                <a:path w="242" h="188" extrusionOk="0">
                  <a:moveTo>
                    <a:pt x="161" y="0"/>
                  </a:moveTo>
                  <a:cubicBezTo>
                    <a:pt x="108" y="27"/>
                    <a:pt x="54" y="81"/>
                    <a:pt x="1" y="107"/>
                  </a:cubicBezTo>
                  <a:lnTo>
                    <a:pt x="161" y="188"/>
                  </a:lnTo>
                  <a:lnTo>
                    <a:pt x="242" y="54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" name="Google Shape;216;p43"/>
            <p:cNvSpPr/>
            <p:nvPr/>
          </p:nvSpPr>
          <p:spPr>
            <a:xfrm>
              <a:off x="906269" y="2679600"/>
              <a:ext cx="308321" cy="260014"/>
            </a:xfrm>
            <a:custGeom>
              <a:avLst/>
              <a:gdLst/>
              <a:ahLst/>
              <a:cxnLst/>
              <a:rect l="l" t="t" r="r" b="b"/>
              <a:pathLst>
                <a:path w="7174" h="6050" extrusionOk="0">
                  <a:moveTo>
                    <a:pt x="7173" y="0"/>
                  </a:moveTo>
                  <a:lnTo>
                    <a:pt x="7173" y="0"/>
                  </a:lnTo>
                  <a:cubicBezTo>
                    <a:pt x="7013" y="27"/>
                    <a:pt x="6852" y="54"/>
                    <a:pt x="6692" y="81"/>
                  </a:cubicBezTo>
                  <a:lnTo>
                    <a:pt x="3667" y="1794"/>
                  </a:lnTo>
                  <a:lnTo>
                    <a:pt x="3667" y="830"/>
                  </a:lnTo>
                  <a:cubicBezTo>
                    <a:pt x="3614" y="857"/>
                    <a:pt x="3560" y="857"/>
                    <a:pt x="3507" y="884"/>
                  </a:cubicBezTo>
                  <a:lnTo>
                    <a:pt x="3507" y="1794"/>
                  </a:lnTo>
                  <a:lnTo>
                    <a:pt x="2516" y="1231"/>
                  </a:lnTo>
                  <a:cubicBezTo>
                    <a:pt x="2463" y="1258"/>
                    <a:pt x="2382" y="1285"/>
                    <a:pt x="2329" y="1312"/>
                  </a:cubicBezTo>
                  <a:lnTo>
                    <a:pt x="3426" y="1954"/>
                  </a:lnTo>
                  <a:lnTo>
                    <a:pt x="0" y="3935"/>
                  </a:lnTo>
                  <a:lnTo>
                    <a:pt x="81" y="4069"/>
                  </a:lnTo>
                  <a:lnTo>
                    <a:pt x="3507" y="2115"/>
                  </a:lnTo>
                  <a:lnTo>
                    <a:pt x="3507" y="6049"/>
                  </a:lnTo>
                  <a:lnTo>
                    <a:pt x="3667" y="6049"/>
                  </a:lnTo>
                  <a:lnTo>
                    <a:pt x="3667" y="2115"/>
                  </a:lnTo>
                  <a:lnTo>
                    <a:pt x="7093" y="4069"/>
                  </a:lnTo>
                  <a:lnTo>
                    <a:pt x="7173" y="3935"/>
                  </a:lnTo>
                  <a:lnTo>
                    <a:pt x="3774" y="1954"/>
                  </a:lnTo>
                  <a:lnTo>
                    <a:pt x="717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" name="Google Shape;217;p43"/>
            <p:cNvSpPr/>
            <p:nvPr/>
          </p:nvSpPr>
          <p:spPr>
            <a:xfrm>
              <a:off x="1314642" y="2672681"/>
              <a:ext cx="309481" cy="266933"/>
            </a:xfrm>
            <a:custGeom>
              <a:avLst/>
              <a:gdLst/>
              <a:ahLst/>
              <a:cxnLst/>
              <a:rect l="l" t="t" r="r" b="b"/>
              <a:pathLst>
                <a:path w="7201" h="6211" extrusionOk="0">
                  <a:moveTo>
                    <a:pt x="107" y="1"/>
                  </a:moveTo>
                  <a:lnTo>
                    <a:pt x="0" y="134"/>
                  </a:lnTo>
                  <a:lnTo>
                    <a:pt x="3426" y="2115"/>
                  </a:lnTo>
                  <a:lnTo>
                    <a:pt x="0" y="4096"/>
                  </a:lnTo>
                  <a:lnTo>
                    <a:pt x="107" y="4230"/>
                  </a:lnTo>
                  <a:lnTo>
                    <a:pt x="3506" y="2276"/>
                  </a:lnTo>
                  <a:lnTo>
                    <a:pt x="3506" y="6210"/>
                  </a:lnTo>
                  <a:lnTo>
                    <a:pt x="3694" y="6210"/>
                  </a:lnTo>
                  <a:lnTo>
                    <a:pt x="3694" y="2276"/>
                  </a:lnTo>
                  <a:lnTo>
                    <a:pt x="7093" y="4230"/>
                  </a:lnTo>
                  <a:lnTo>
                    <a:pt x="7200" y="4096"/>
                  </a:lnTo>
                  <a:lnTo>
                    <a:pt x="3774" y="2115"/>
                  </a:lnTo>
                  <a:lnTo>
                    <a:pt x="6558" y="509"/>
                  </a:lnTo>
                  <a:cubicBezTo>
                    <a:pt x="6477" y="482"/>
                    <a:pt x="6397" y="456"/>
                    <a:pt x="6317" y="456"/>
                  </a:cubicBezTo>
                  <a:lnTo>
                    <a:pt x="3694" y="1955"/>
                  </a:lnTo>
                  <a:lnTo>
                    <a:pt x="3694" y="1"/>
                  </a:lnTo>
                  <a:lnTo>
                    <a:pt x="3506" y="1"/>
                  </a:lnTo>
                  <a:lnTo>
                    <a:pt x="3506" y="1955"/>
                  </a:lnTo>
                  <a:lnTo>
                    <a:pt x="10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" name="Google Shape;218;p43"/>
            <p:cNvSpPr/>
            <p:nvPr/>
          </p:nvSpPr>
          <p:spPr>
            <a:xfrm>
              <a:off x="1724131" y="2785411"/>
              <a:ext cx="117372" cy="69065"/>
            </a:xfrm>
            <a:custGeom>
              <a:avLst/>
              <a:gdLst/>
              <a:ahLst/>
              <a:cxnLst/>
              <a:rect l="l" t="t" r="r" b="b"/>
              <a:pathLst>
                <a:path w="2731" h="1607" extrusionOk="0">
                  <a:moveTo>
                    <a:pt x="2543" y="1"/>
                  </a:moveTo>
                  <a:lnTo>
                    <a:pt x="1" y="1473"/>
                  </a:lnTo>
                  <a:lnTo>
                    <a:pt x="81" y="1607"/>
                  </a:lnTo>
                  <a:lnTo>
                    <a:pt x="2731" y="81"/>
                  </a:lnTo>
                  <a:cubicBezTo>
                    <a:pt x="2677" y="54"/>
                    <a:pt x="2597" y="27"/>
                    <a:pt x="254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" name="Google Shape;219;p43"/>
            <p:cNvSpPr/>
            <p:nvPr/>
          </p:nvSpPr>
          <p:spPr>
            <a:xfrm>
              <a:off x="1874810" y="2808447"/>
              <a:ext cx="6962" cy="131167"/>
            </a:xfrm>
            <a:custGeom>
              <a:avLst/>
              <a:gdLst/>
              <a:ahLst/>
              <a:cxnLst/>
              <a:rect l="l" t="t" r="r" b="b"/>
              <a:pathLst>
                <a:path w="162" h="3052" extrusionOk="0">
                  <a:moveTo>
                    <a:pt x="1" y="0"/>
                  </a:moveTo>
                  <a:lnTo>
                    <a:pt x="1" y="3051"/>
                  </a:lnTo>
                  <a:lnTo>
                    <a:pt x="162" y="3051"/>
                  </a:lnTo>
                  <a:lnTo>
                    <a:pt x="162" y="107"/>
                  </a:lnTo>
                  <a:cubicBezTo>
                    <a:pt x="108" y="54"/>
                    <a:pt x="54" y="27"/>
                    <a:pt x="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" name="Google Shape;220;p43"/>
            <p:cNvSpPr/>
            <p:nvPr/>
          </p:nvSpPr>
          <p:spPr>
            <a:xfrm>
              <a:off x="451868" y="3289279"/>
              <a:ext cx="2364" cy="4642"/>
            </a:xfrm>
            <a:custGeom>
              <a:avLst/>
              <a:gdLst/>
              <a:ahLst/>
              <a:cxnLst/>
              <a:rect l="l" t="t" r="r" b="b"/>
              <a:pathLst>
                <a:path w="55" h="108" extrusionOk="0">
                  <a:moveTo>
                    <a:pt x="54" y="0"/>
                  </a:moveTo>
                  <a:cubicBezTo>
                    <a:pt x="28" y="27"/>
                    <a:pt x="28" y="54"/>
                    <a:pt x="1" y="107"/>
                  </a:cubicBezTo>
                  <a:lnTo>
                    <a:pt x="54" y="107"/>
                  </a:lnTo>
                  <a:lnTo>
                    <a:pt x="5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" name="Google Shape;221;p43"/>
            <p:cNvSpPr/>
            <p:nvPr/>
          </p:nvSpPr>
          <p:spPr>
            <a:xfrm>
              <a:off x="516292" y="3153513"/>
              <a:ext cx="88620" cy="55269"/>
            </a:xfrm>
            <a:custGeom>
              <a:avLst/>
              <a:gdLst/>
              <a:ahLst/>
              <a:cxnLst/>
              <a:rect l="l" t="t" r="r" b="b"/>
              <a:pathLst>
                <a:path w="2062" h="1286" extrusionOk="0">
                  <a:moveTo>
                    <a:pt x="81" y="1"/>
                  </a:moveTo>
                  <a:cubicBezTo>
                    <a:pt x="54" y="54"/>
                    <a:pt x="27" y="108"/>
                    <a:pt x="1" y="135"/>
                  </a:cubicBezTo>
                  <a:lnTo>
                    <a:pt x="1981" y="1285"/>
                  </a:lnTo>
                  <a:lnTo>
                    <a:pt x="2062" y="1125"/>
                  </a:ln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" name="Google Shape;222;p43"/>
            <p:cNvSpPr/>
            <p:nvPr/>
          </p:nvSpPr>
          <p:spPr>
            <a:xfrm>
              <a:off x="704963" y="2940732"/>
              <a:ext cx="308321" cy="353189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217"/>
                  </a:lnTo>
                  <a:lnTo>
                    <a:pt x="3667" y="8217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" name="Google Shape;223;p43"/>
            <p:cNvSpPr/>
            <p:nvPr/>
          </p:nvSpPr>
          <p:spPr>
            <a:xfrm>
              <a:off x="1113335" y="2940732"/>
              <a:ext cx="309481" cy="35202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80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0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41"/>
                  </a:lnTo>
                  <a:lnTo>
                    <a:pt x="7093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" name="Google Shape;224;p43"/>
            <p:cNvSpPr/>
            <p:nvPr/>
          </p:nvSpPr>
          <p:spPr>
            <a:xfrm>
              <a:off x="1522825" y="2940732"/>
              <a:ext cx="308321" cy="35202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480" y="3961"/>
                  </a:lnTo>
                  <a:lnTo>
                    <a:pt x="81" y="1981"/>
                  </a:lnTo>
                  <a:lnTo>
                    <a:pt x="1" y="2141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36"/>
                  </a:lnTo>
                  <a:lnTo>
                    <a:pt x="3480" y="4256"/>
                  </a:lnTo>
                  <a:lnTo>
                    <a:pt x="3480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" name="Google Shape;225;p43"/>
            <p:cNvSpPr/>
            <p:nvPr/>
          </p:nvSpPr>
          <p:spPr>
            <a:xfrm>
              <a:off x="1931197" y="2975243"/>
              <a:ext cx="308321" cy="317518"/>
            </a:xfrm>
            <a:custGeom>
              <a:avLst/>
              <a:gdLst/>
              <a:ahLst/>
              <a:cxnLst/>
              <a:rect l="l" t="t" r="r" b="b"/>
              <a:pathLst>
                <a:path w="7174" h="7388" extrusionOk="0">
                  <a:moveTo>
                    <a:pt x="3507" y="0"/>
                  </a:moveTo>
                  <a:lnTo>
                    <a:pt x="3507" y="3158"/>
                  </a:lnTo>
                  <a:lnTo>
                    <a:pt x="81" y="1178"/>
                  </a:lnTo>
                  <a:lnTo>
                    <a:pt x="0" y="1312"/>
                  </a:lnTo>
                  <a:lnTo>
                    <a:pt x="3426" y="3292"/>
                  </a:lnTo>
                  <a:lnTo>
                    <a:pt x="0" y="5273"/>
                  </a:lnTo>
                  <a:lnTo>
                    <a:pt x="81" y="5433"/>
                  </a:lnTo>
                  <a:lnTo>
                    <a:pt x="3507" y="3453"/>
                  </a:lnTo>
                  <a:lnTo>
                    <a:pt x="3507" y="7387"/>
                  </a:lnTo>
                  <a:lnTo>
                    <a:pt x="3667" y="7387"/>
                  </a:lnTo>
                  <a:lnTo>
                    <a:pt x="3667" y="3453"/>
                  </a:lnTo>
                  <a:lnTo>
                    <a:pt x="7093" y="5407"/>
                  </a:lnTo>
                  <a:lnTo>
                    <a:pt x="7174" y="5273"/>
                  </a:lnTo>
                  <a:lnTo>
                    <a:pt x="3748" y="3292"/>
                  </a:lnTo>
                  <a:lnTo>
                    <a:pt x="5434" y="2329"/>
                  </a:lnTo>
                  <a:cubicBezTo>
                    <a:pt x="5380" y="2302"/>
                    <a:pt x="5354" y="2248"/>
                    <a:pt x="5327" y="2195"/>
                  </a:cubicBezTo>
                  <a:lnTo>
                    <a:pt x="3667" y="3158"/>
                  </a:lnTo>
                  <a:lnTo>
                    <a:pt x="3667" y="187"/>
                  </a:lnTo>
                  <a:cubicBezTo>
                    <a:pt x="3614" y="134"/>
                    <a:pt x="3560" y="80"/>
                    <a:pt x="350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" name="Google Shape;226;p43"/>
            <p:cNvSpPr/>
            <p:nvPr/>
          </p:nvSpPr>
          <p:spPr>
            <a:xfrm>
              <a:off x="389766" y="3559565"/>
              <a:ext cx="8080" cy="10401"/>
            </a:xfrm>
            <a:custGeom>
              <a:avLst/>
              <a:gdLst/>
              <a:ahLst/>
              <a:cxnLst/>
              <a:rect l="l" t="t" r="r" b="b"/>
              <a:pathLst>
                <a:path w="188" h="242" extrusionOk="0">
                  <a:moveTo>
                    <a:pt x="1" y="1"/>
                  </a:moveTo>
                  <a:cubicBezTo>
                    <a:pt x="1" y="54"/>
                    <a:pt x="1" y="135"/>
                    <a:pt x="1" y="188"/>
                  </a:cubicBezTo>
                  <a:lnTo>
                    <a:pt x="108" y="242"/>
                  </a:lnTo>
                  <a:lnTo>
                    <a:pt x="188" y="108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" name="Google Shape;227;p43"/>
            <p:cNvSpPr/>
            <p:nvPr/>
          </p:nvSpPr>
          <p:spPr>
            <a:xfrm>
              <a:off x="497897" y="3303075"/>
              <a:ext cx="308321" cy="35202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" name="Google Shape;228;p43"/>
            <p:cNvSpPr/>
            <p:nvPr/>
          </p:nvSpPr>
          <p:spPr>
            <a:xfrm>
              <a:off x="906269" y="3303075"/>
              <a:ext cx="308321" cy="35202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3" y="6049"/>
                  </a:lnTo>
                  <a:lnTo>
                    <a:pt x="3774" y="4095"/>
                  </a:lnTo>
                  <a:lnTo>
                    <a:pt x="7173" y="2115"/>
                  </a:lnTo>
                  <a:lnTo>
                    <a:pt x="7093" y="1954"/>
                  </a:lnTo>
                  <a:lnTo>
                    <a:pt x="3667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" name="Google Shape;229;p43"/>
            <p:cNvSpPr/>
            <p:nvPr/>
          </p:nvSpPr>
          <p:spPr>
            <a:xfrm>
              <a:off x="1314642" y="3303075"/>
              <a:ext cx="309481" cy="35202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35"/>
                  </a:lnTo>
                  <a:lnTo>
                    <a:pt x="107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107" y="6210"/>
                  </a:lnTo>
                  <a:lnTo>
                    <a:pt x="3506" y="4229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29"/>
                  </a:lnTo>
                  <a:lnTo>
                    <a:pt x="7093" y="6210"/>
                  </a:lnTo>
                  <a:lnTo>
                    <a:pt x="7200" y="6049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54"/>
                  </a:lnTo>
                  <a:lnTo>
                    <a:pt x="3694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" name="Google Shape;230;p43"/>
            <p:cNvSpPr/>
            <p:nvPr/>
          </p:nvSpPr>
          <p:spPr>
            <a:xfrm>
              <a:off x="1724131" y="3301915"/>
              <a:ext cx="308321" cy="353189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122"/>
                  </a:lnTo>
                  <a:lnTo>
                    <a:pt x="1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8" y="8218"/>
                  </a:lnTo>
                  <a:lnTo>
                    <a:pt x="3668" y="4256"/>
                  </a:lnTo>
                  <a:lnTo>
                    <a:pt x="7094" y="6237"/>
                  </a:lnTo>
                  <a:lnTo>
                    <a:pt x="7174" y="6076"/>
                  </a:lnTo>
                  <a:lnTo>
                    <a:pt x="3748" y="4122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" name="Google Shape;231;p43"/>
            <p:cNvSpPr/>
            <p:nvPr/>
          </p:nvSpPr>
          <p:spPr>
            <a:xfrm>
              <a:off x="2132503" y="3301915"/>
              <a:ext cx="207109" cy="353189"/>
            </a:xfrm>
            <a:custGeom>
              <a:avLst/>
              <a:gdLst/>
              <a:ahLst/>
              <a:cxnLst/>
              <a:rect l="l" t="t" r="r" b="b"/>
              <a:pathLst>
                <a:path w="4819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7" y="8218"/>
                  </a:lnTo>
                  <a:lnTo>
                    <a:pt x="3667" y="4256"/>
                  </a:lnTo>
                  <a:lnTo>
                    <a:pt x="4818" y="4925"/>
                  </a:lnTo>
                  <a:cubicBezTo>
                    <a:pt x="4818" y="4845"/>
                    <a:pt x="4818" y="4765"/>
                    <a:pt x="4792" y="4711"/>
                  </a:cubicBezTo>
                  <a:lnTo>
                    <a:pt x="3774" y="4096"/>
                  </a:lnTo>
                  <a:lnTo>
                    <a:pt x="4604" y="3614"/>
                  </a:lnTo>
                  <a:cubicBezTo>
                    <a:pt x="4604" y="3560"/>
                    <a:pt x="4577" y="3507"/>
                    <a:pt x="4577" y="3453"/>
                  </a:cubicBezTo>
                  <a:lnTo>
                    <a:pt x="3667" y="3962"/>
                  </a:lnTo>
                  <a:lnTo>
                    <a:pt x="3667" y="295"/>
                  </a:lnTo>
                  <a:cubicBezTo>
                    <a:pt x="3641" y="188"/>
                    <a:pt x="3614" y="108"/>
                    <a:pt x="358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" name="Google Shape;232;p43"/>
            <p:cNvSpPr/>
            <p:nvPr/>
          </p:nvSpPr>
          <p:spPr>
            <a:xfrm>
              <a:off x="395525" y="3644703"/>
              <a:ext cx="209386" cy="352029"/>
            </a:xfrm>
            <a:custGeom>
              <a:avLst/>
              <a:gdLst/>
              <a:ahLst/>
              <a:cxnLst/>
              <a:rect l="l" t="t" r="r" b="b"/>
              <a:pathLst>
                <a:path w="4872" h="8191" extrusionOk="0">
                  <a:moveTo>
                    <a:pt x="1205" y="1"/>
                  </a:moveTo>
                  <a:lnTo>
                    <a:pt x="1205" y="3935"/>
                  </a:lnTo>
                  <a:lnTo>
                    <a:pt x="0" y="3266"/>
                  </a:lnTo>
                  <a:lnTo>
                    <a:pt x="0" y="3266"/>
                  </a:lnTo>
                  <a:cubicBezTo>
                    <a:pt x="0" y="3320"/>
                    <a:pt x="27" y="3400"/>
                    <a:pt x="27" y="3480"/>
                  </a:cubicBezTo>
                  <a:lnTo>
                    <a:pt x="1098" y="4096"/>
                  </a:lnTo>
                  <a:lnTo>
                    <a:pt x="214" y="4604"/>
                  </a:lnTo>
                  <a:cubicBezTo>
                    <a:pt x="241" y="4658"/>
                    <a:pt x="241" y="4738"/>
                    <a:pt x="268" y="4792"/>
                  </a:cubicBezTo>
                  <a:lnTo>
                    <a:pt x="1205" y="4256"/>
                  </a:lnTo>
                  <a:lnTo>
                    <a:pt x="1205" y="8030"/>
                  </a:lnTo>
                  <a:cubicBezTo>
                    <a:pt x="1205" y="8084"/>
                    <a:pt x="1232" y="8137"/>
                    <a:pt x="1258" y="8191"/>
                  </a:cubicBezTo>
                  <a:lnTo>
                    <a:pt x="1365" y="8191"/>
                  </a:lnTo>
                  <a:lnTo>
                    <a:pt x="1365" y="4256"/>
                  </a:lnTo>
                  <a:lnTo>
                    <a:pt x="4791" y="6210"/>
                  </a:lnTo>
                  <a:lnTo>
                    <a:pt x="4872" y="6076"/>
                  </a:lnTo>
                  <a:lnTo>
                    <a:pt x="1446" y="4096"/>
                  </a:lnTo>
                  <a:lnTo>
                    <a:pt x="4872" y="2115"/>
                  </a:lnTo>
                  <a:lnTo>
                    <a:pt x="4791" y="1981"/>
                  </a:lnTo>
                  <a:lnTo>
                    <a:pt x="1365" y="3935"/>
                  </a:lnTo>
                  <a:lnTo>
                    <a:pt x="136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" name="Google Shape;233;p43"/>
            <p:cNvSpPr/>
            <p:nvPr/>
          </p:nvSpPr>
          <p:spPr>
            <a:xfrm>
              <a:off x="704963" y="3644703"/>
              <a:ext cx="308321" cy="35202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56"/>
                  </a:lnTo>
                  <a:lnTo>
                    <a:pt x="7093" y="6210"/>
                  </a:lnTo>
                  <a:lnTo>
                    <a:pt x="7173" y="6076"/>
                  </a:lnTo>
                  <a:lnTo>
                    <a:pt x="3774" y="4096"/>
                  </a:lnTo>
                  <a:lnTo>
                    <a:pt x="7173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" name="Google Shape;234;p43"/>
            <p:cNvSpPr/>
            <p:nvPr/>
          </p:nvSpPr>
          <p:spPr>
            <a:xfrm>
              <a:off x="1113335" y="3644703"/>
              <a:ext cx="309481" cy="35202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1"/>
                  </a:moveTo>
                  <a:lnTo>
                    <a:pt x="3506" y="3935"/>
                  </a:lnTo>
                  <a:lnTo>
                    <a:pt x="80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0" y="6210"/>
                  </a:lnTo>
                  <a:lnTo>
                    <a:pt x="3506" y="4230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30"/>
                  </a:lnTo>
                  <a:lnTo>
                    <a:pt x="7093" y="6210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15"/>
                  </a:lnTo>
                  <a:lnTo>
                    <a:pt x="7093" y="1981"/>
                  </a:lnTo>
                  <a:lnTo>
                    <a:pt x="3694" y="3935"/>
                  </a:lnTo>
                  <a:lnTo>
                    <a:pt x="369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" name="Google Shape;235;p43"/>
            <p:cNvSpPr/>
            <p:nvPr/>
          </p:nvSpPr>
          <p:spPr>
            <a:xfrm>
              <a:off x="1522825" y="3644703"/>
              <a:ext cx="308321" cy="35202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1" y="2115"/>
                  </a:lnTo>
                  <a:lnTo>
                    <a:pt x="3400" y="4096"/>
                  </a:lnTo>
                  <a:lnTo>
                    <a:pt x="1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480" y="8191"/>
                  </a:lnTo>
                  <a:lnTo>
                    <a:pt x="3668" y="8191"/>
                  </a:lnTo>
                  <a:lnTo>
                    <a:pt x="3668" y="4230"/>
                  </a:lnTo>
                  <a:lnTo>
                    <a:pt x="7094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4" y="1955"/>
                  </a:lnTo>
                  <a:lnTo>
                    <a:pt x="3668" y="3935"/>
                  </a:lnTo>
                  <a:lnTo>
                    <a:pt x="366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" name="Google Shape;236;p43"/>
            <p:cNvSpPr/>
            <p:nvPr/>
          </p:nvSpPr>
          <p:spPr>
            <a:xfrm>
              <a:off x="1931197" y="3644703"/>
              <a:ext cx="308321" cy="35202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30"/>
                  </a:lnTo>
                  <a:lnTo>
                    <a:pt x="7093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3" y="1955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" name="Google Shape;237;p43"/>
            <p:cNvSpPr/>
            <p:nvPr/>
          </p:nvSpPr>
          <p:spPr>
            <a:xfrm>
              <a:off x="2339569" y="3728681"/>
              <a:ext cx="6919" cy="10401"/>
            </a:xfrm>
            <a:custGeom>
              <a:avLst/>
              <a:gdLst/>
              <a:ahLst/>
              <a:cxnLst/>
              <a:rect l="l" t="t" r="r" b="b"/>
              <a:pathLst>
                <a:path w="161" h="242" extrusionOk="0">
                  <a:moveTo>
                    <a:pt x="81" y="1"/>
                  </a:moveTo>
                  <a:lnTo>
                    <a:pt x="0" y="161"/>
                  </a:lnTo>
                  <a:lnTo>
                    <a:pt x="134" y="241"/>
                  </a:lnTo>
                  <a:cubicBezTo>
                    <a:pt x="134" y="161"/>
                    <a:pt x="134" y="108"/>
                    <a:pt x="161" y="27"/>
                  </a:cubicBez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8" name="Google Shape;238;p43"/>
            <p:cNvSpPr/>
            <p:nvPr/>
          </p:nvSpPr>
          <p:spPr>
            <a:xfrm>
              <a:off x="497897" y="4010528"/>
              <a:ext cx="308321" cy="314080"/>
            </a:xfrm>
            <a:custGeom>
              <a:avLst/>
              <a:gdLst/>
              <a:ahLst/>
              <a:cxnLst/>
              <a:rect l="l" t="t" r="r" b="b"/>
              <a:pathLst>
                <a:path w="7174" h="730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1767" y="5059"/>
                  </a:lnTo>
                  <a:cubicBezTo>
                    <a:pt x="1821" y="5086"/>
                    <a:pt x="1847" y="5139"/>
                    <a:pt x="1874" y="5193"/>
                  </a:cubicBezTo>
                  <a:lnTo>
                    <a:pt x="3507" y="4256"/>
                  </a:lnTo>
                  <a:lnTo>
                    <a:pt x="3507" y="7120"/>
                  </a:lnTo>
                  <a:cubicBezTo>
                    <a:pt x="3560" y="7200"/>
                    <a:pt x="3614" y="7254"/>
                    <a:pt x="3667" y="7307"/>
                  </a:cubicBezTo>
                  <a:lnTo>
                    <a:pt x="3667" y="4256"/>
                  </a:lnTo>
                  <a:lnTo>
                    <a:pt x="7093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9" name="Google Shape;239;p43"/>
            <p:cNvSpPr/>
            <p:nvPr/>
          </p:nvSpPr>
          <p:spPr>
            <a:xfrm>
              <a:off x="906269" y="4010528"/>
              <a:ext cx="308321" cy="35202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7" y="8190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0" name="Google Shape;240;p43"/>
            <p:cNvSpPr/>
            <p:nvPr/>
          </p:nvSpPr>
          <p:spPr>
            <a:xfrm>
              <a:off x="1314642" y="4010528"/>
              <a:ext cx="309481" cy="35202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107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107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" name="Google Shape;241;p43"/>
            <p:cNvSpPr/>
            <p:nvPr/>
          </p:nvSpPr>
          <p:spPr>
            <a:xfrm>
              <a:off x="1724131" y="4010528"/>
              <a:ext cx="308321" cy="35202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1" y="2115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" name="Google Shape;242;p43"/>
            <p:cNvSpPr/>
            <p:nvPr/>
          </p:nvSpPr>
          <p:spPr>
            <a:xfrm>
              <a:off x="2132503" y="4095623"/>
              <a:ext cx="84021" cy="52948"/>
            </a:xfrm>
            <a:custGeom>
              <a:avLst/>
              <a:gdLst/>
              <a:ahLst/>
              <a:cxnLst/>
              <a:rect l="l" t="t" r="r" b="b"/>
              <a:pathLst>
                <a:path w="1955" h="1232" extrusionOk="0">
                  <a:moveTo>
                    <a:pt x="81" y="1"/>
                  </a:moveTo>
                  <a:lnTo>
                    <a:pt x="0" y="135"/>
                  </a:lnTo>
                  <a:lnTo>
                    <a:pt x="1874" y="1232"/>
                  </a:lnTo>
                  <a:cubicBezTo>
                    <a:pt x="1901" y="1178"/>
                    <a:pt x="1928" y="1125"/>
                    <a:pt x="1954" y="1071"/>
                  </a:cubicBez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3" name="Google Shape;243;p43"/>
            <p:cNvSpPr/>
            <p:nvPr/>
          </p:nvSpPr>
          <p:spPr>
            <a:xfrm>
              <a:off x="890153" y="4437294"/>
              <a:ext cx="123131" cy="73663"/>
            </a:xfrm>
            <a:custGeom>
              <a:avLst/>
              <a:gdLst/>
              <a:ahLst/>
              <a:cxnLst/>
              <a:rect l="l" t="t" r="r" b="b"/>
              <a:pathLst>
                <a:path w="2865" h="1714" extrusionOk="0">
                  <a:moveTo>
                    <a:pt x="2784" y="0"/>
                  </a:moveTo>
                  <a:lnTo>
                    <a:pt x="1" y="1606"/>
                  </a:lnTo>
                  <a:cubicBezTo>
                    <a:pt x="54" y="1660"/>
                    <a:pt x="108" y="1686"/>
                    <a:pt x="161" y="1713"/>
                  </a:cubicBezTo>
                  <a:lnTo>
                    <a:pt x="2864" y="161"/>
                  </a:lnTo>
                  <a:lnTo>
                    <a:pt x="278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4" name="Google Shape;244;p43"/>
            <p:cNvSpPr/>
            <p:nvPr/>
          </p:nvSpPr>
          <p:spPr>
            <a:xfrm>
              <a:off x="855642" y="4352156"/>
              <a:ext cx="6962" cy="139247"/>
            </a:xfrm>
            <a:custGeom>
              <a:avLst/>
              <a:gdLst/>
              <a:ahLst/>
              <a:cxnLst/>
              <a:rect l="l" t="t" r="r" b="b"/>
              <a:pathLst>
                <a:path w="162" h="3240" extrusionOk="0">
                  <a:moveTo>
                    <a:pt x="1" y="0"/>
                  </a:moveTo>
                  <a:lnTo>
                    <a:pt x="1" y="3132"/>
                  </a:lnTo>
                  <a:cubicBezTo>
                    <a:pt x="54" y="3159"/>
                    <a:pt x="108" y="3212"/>
                    <a:pt x="161" y="3239"/>
                  </a:cubicBez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" name="Google Shape;245;p43"/>
            <p:cNvSpPr/>
            <p:nvPr/>
          </p:nvSpPr>
          <p:spPr>
            <a:xfrm>
              <a:off x="1113335" y="4352156"/>
              <a:ext cx="309481" cy="273810"/>
            </a:xfrm>
            <a:custGeom>
              <a:avLst/>
              <a:gdLst/>
              <a:ahLst/>
              <a:cxnLst/>
              <a:rect l="l" t="t" r="r" b="b"/>
              <a:pathLst>
                <a:path w="7201" h="6371" extrusionOk="0">
                  <a:moveTo>
                    <a:pt x="3506" y="0"/>
                  </a:moveTo>
                  <a:lnTo>
                    <a:pt x="3506" y="3962"/>
                  </a:lnTo>
                  <a:lnTo>
                    <a:pt x="80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455" y="5835"/>
                  </a:lnTo>
                  <a:cubicBezTo>
                    <a:pt x="535" y="5835"/>
                    <a:pt x="616" y="5862"/>
                    <a:pt x="696" y="5889"/>
                  </a:cubicBezTo>
                  <a:lnTo>
                    <a:pt x="3506" y="4256"/>
                  </a:lnTo>
                  <a:lnTo>
                    <a:pt x="3506" y="6371"/>
                  </a:lnTo>
                  <a:lnTo>
                    <a:pt x="3694" y="6371"/>
                  </a:lnTo>
                  <a:lnTo>
                    <a:pt x="3694" y="4256"/>
                  </a:lnTo>
                  <a:lnTo>
                    <a:pt x="7093" y="6237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42"/>
                  </a:lnTo>
                  <a:lnTo>
                    <a:pt x="7093" y="1981"/>
                  </a:lnTo>
                  <a:lnTo>
                    <a:pt x="3694" y="3962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" name="Google Shape;246;p43"/>
            <p:cNvSpPr/>
            <p:nvPr/>
          </p:nvSpPr>
          <p:spPr>
            <a:xfrm>
              <a:off x="1522825" y="4352156"/>
              <a:ext cx="308321" cy="265773"/>
            </a:xfrm>
            <a:custGeom>
              <a:avLst/>
              <a:gdLst/>
              <a:ahLst/>
              <a:cxnLst/>
              <a:rect l="l" t="t" r="r" b="b"/>
              <a:pathLst>
                <a:path w="7174" h="6184" extrusionOk="0">
                  <a:moveTo>
                    <a:pt x="3507" y="0"/>
                  </a:moveTo>
                  <a:lnTo>
                    <a:pt x="3480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096"/>
                  </a:lnTo>
                  <a:lnTo>
                    <a:pt x="1" y="6076"/>
                  </a:lnTo>
                  <a:lnTo>
                    <a:pt x="54" y="6183"/>
                  </a:lnTo>
                  <a:lnTo>
                    <a:pt x="161" y="6183"/>
                  </a:lnTo>
                  <a:lnTo>
                    <a:pt x="3480" y="4256"/>
                  </a:lnTo>
                  <a:lnTo>
                    <a:pt x="3480" y="5354"/>
                  </a:lnTo>
                  <a:cubicBezTo>
                    <a:pt x="3560" y="5327"/>
                    <a:pt x="3614" y="5327"/>
                    <a:pt x="3668" y="5300"/>
                  </a:cubicBezTo>
                  <a:lnTo>
                    <a:pt x="3668" y="4256"/>
                  </a:lnTo>
                  <a:lnTo>
                    <a:pt x="4765" y="4899"/>
                  </a:lnTo>
                  <a:cubicBezTo>
                    <a:pt x="4845" y="4872"/>
                    <a:pt x="4899" y="4845"/>
                    <a:pt x="4979" y="4818"/>
                  </a:cubicBezTo>
                  <a:lnTo>
                    <a:pt x="3748" y="4096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" name="Google Shape;247;p43"/>
            <p:cNvSpPr/>
            <p:nvPr/>
          </p:nvSpPr>
          <p:spPr>
            <a:xfrm>
              <a:off x="1931197" y="4437294"/>
              <a:ext cx="13839" cy="10401"/>
            </a:xfrm>
            <a:custGeom>
              <a:avLst/>
              <a:gdLst/>
              <a:ahLst/>
              <a:cxnLst/>
              <a:rect l="l" t="t" r="r" b="b"/>
              <a:pathLst>
                <a:path w="322" h="242" extrusionOk="0">
                  <a:moveTo>
                    <a:pt x="81" y="0"/>
                  </a:moveTo>
                  <a:lnTo>
                    <a:pt x="0" y="134"/>
                  </a:lnTo>
                  <a:lnTo>
                    <a:pt x="161" y="241"/>
                  </a:lnTo>
                  <a:cubicBezTo>
                    <a:pt x="215" y="214"/>
                    <a:pt x="268" y="161"/>
                    <a:pt x="322" y="134"/>
                  </a:cubicBezTo>
                  <a:lnTo>
                    <a:pt x="8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48" name="Google Shape;248;p43"/>
          <p:cNvSpPr/>
          <p:nvPr/>
        </p:nvSpPr>
        <p:spPr>
          <a:xfrm>
            <a:off x="-125" y="4599425"/>
            <a:ext cx="9144321" cy="595550"/>
          </a:xfrm>
          <a:custGeom>
            <a:avLst/>
            <a:gdLst/>
            <a:ahLst/>
            <a:cxnLst/>
            <a:rect l="l" t="t" r="r" b="b"/>
            <a:pathLst>
              <a:path w="287196" h="23822" extrusionOk="0">
                <a:moveTo>
                  <a:pt x="1" y="0"/>
                </a:moveTo>
                <a:lnTo>
                  <a:pt x="1" y="23822"/>
                </a:lnTo>
                <a:lnTo>
                  <a:pt x="287196" y="23822"/>
                </a:lnTo>
                <a:lnTo>
                  <a:pt x="287196" y="0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9" name="Google Shape;249;p43"/>
          <p:cNvSpPr txBox="1">
            <a:spLocks noGrp="1"/>
          </p:cNvSpPr>
          <p:nvPr>
            <p:ph type="ctrTitle"/>
          </p:nvPr>
        </p:nvSpPr>
        <p:spPr>
          <a:xfrm>
            <a:off x="1283094" y="1290750"/>
            <a:ext cx="65778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500" b="1">
                <a:solidFill>
                  <a:srgbClr val="806860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250" name="Google Shape;250;p43"/>
          <p:cNvSpPr txBox="1">
            <a:spLocks noGrp="1"/>
          </p:cNvSpPr>
          <p:nvPr>
            <p:ph type="subTitle" idx="1"/>
          </p:nvPr>
        </p:nvSpPr>
        <p:spPr>
          <a:xfrm>
            <a:off x="1283100" y="3394625"/>
            <a:ext cx="6577800" cy="458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500">
                <a:latin typeface="Manjari"/>
                <a:ea typeface="Manjari"/>
                <a:cs typeface="Manjari"/>
                <a:sym typeface="Manjari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44"/>
          <p:cNvSpPr/>
          <p:nvPr/>
        </p:nvSpPr>
        <p:spPr>
          <a:xfrm>
            <a:off x="6710333" y="1328994"/>
            <a:ext cx="2375400" cy="23754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53" name="Google Shape;253;p44"/>
          <p:cNvGrpSpPr/>
          <p:nvPr/>
        </p:nvGrpSpPr>
        <p:grpSpPr>
          <a:xfrm>
            <a:off x="6352643" y="607781"/>
            <a:ext cx="2270935" cy="2260334"/>
            <a:chOff x="6762468" y="1386456"/>
            <a:chExt cx="2270935" cy="2260334"/>
          </a:xfrm>
        </p:grpSpPr>
        <p:sp>
          <p:nvSpPr>
            <p:cNvPr id="254" name="Google Shape;254;p44"/>
            <p:cNvSpPr/>
            <p:nvPr/>
          </p:nvSpPr>
          <p:spPr>
            <a:xfrm>
              <a:off x="6762468" y="1386456"/>
              <a:ext cx="2270935" cy="2260292"/>
            </a:xfrm>
            <a:custGeom>
              <a:avLst/>
              <a:gdLst/>
              <a:ahLst/>
              <a:cxnLst/>
              <a:rect l="l" t="t" r="r" b="b"/>
              <a:pathLst>
                <a:path w="45663" h="45449" extrusionOk="0">
                  <a:moveTo>
                    <a:pt x="10947" y="4979"/>
                  </a:moveTo>
                  <a:lnTo>
                    <a:pt x="15605" y="7656"/>
                  </a:lnTo>
                  <a:lnTo>
                    <a:pt x="15605" y="13062"/>
                  </a:lnTo>
                  <a:lnTo>
                    <a:pt x="10947" y="15766"/>
                  </a:lnTo>
                  <a:lnTo>
                    <a:pt x="6263" y="13062"/>
                  </a:lnTo>
                  <a:lnTo>
                    <a:pt x="6263" y="7656"/>
                  </a:lnTo>
                  <a:lnTo>
                    <a:pt x="10947" y="4979"/>
                  </a:lnTo>
                  <a:close/>
                  <a:moveTo>
                    <a:pt x="20449" y="4979"/>
                  </a:moveTo>
                  <a:lnTo>
                    <a:pt x="25133" y="7656"/>
                  </a:lnTo>
                  <a:lnTo>
                    <a:pt x="25133" y="13062"/>
                  </a:lnTo>
                  <a:lnTo>
                    <a:pt x="20449" y="15766"/>
                  </a:lnTo>
                  <a:lnTo>
                    <a:pt x="15792" y="13062"/>
                  </a:lnTo>
                  <a:lnTo>
                    <a:pt x="15792" y="7656"/>
                  </a:lnTo>
                  <a:lnTo>
                    <a:pt x="20449" y="4979"/>
                  </a:lnTo>
                  <a:close/>
                  <a:moveTo>
                    <a:pt x="29978" y="4979"/>
                  </a:moveTo>
                  <a:lnTo>
                    <a:pt x="34635" y="7656"/>
                  </a:lnTo>
                  <a:lnTo>
                    <a:pt x="34635" y="13062"/>
                  </a:lnTo>
                  <a:lnTo>
                    <a:pt x="29978" y="15766"/>
                  </a:lnTo>
                  <a:lnTo>
                    <a:pt x="25294" y="13062"/>
                  </a:lnTo>
                  <a:lnTo>
                    <a:pt x="25294" y="7656"/>
                  </a:lnTo>
                  <a:lnTo>
                    <a:pt x="29978" y="4979"/>
                  </a:lnTo>
                  <a:close/>
                  <a:moveTo>
                    <a:pt x="6183" y="13196"/>
                  </a:moveTo>
                  <a:lnTo>
                    <a:pt x="10867" y="15899"/>
                  </a:lnTo>
                  <a:lnTo>
                    <a:pt x="10867" y="21306"/>
                  </a:lnTo>
                  <a:lnTo>
                    <a:pt x="6183" y="23983"/>
                  </a:lnTo>
                  <a:lnTo>
                    <a:pt x="1526" y="21306"/>
                  </a:lnTo>
                  <a:lnTo>
                    <a:pt x="1526" y="15899"/>
                  </a:lnTo>
                  <a:lnTo>
                    <a:pt x="6183" y="13196"/>
                  </a:lnTo>
                  <a:close/>
                  <a:moveTo>
                    <a:pt x="15712" y="13196"/>
                  </a:moveTo>
                  <a:lnTo>
                    <a:pt x="20369" y="15899"/>
                  </a:lnTo>
                  <a:lnTo>
                    <a:pt x="20369" y="21306"/>
                  </a:lnTo>
                  <a:lnTo>
                    <a:pt x="15712" y="23983"/>
                  </a:lnTo>
                  <a:lnTo>
                    <a:pt x="11028" y="21306"/>
                  </a:lnTo>
                  <a:lnTo>
                    <a:pt x="11028" y="15899"/>
                  </a:lnTo>
                  <a:lnTo>
                    <a:pt x="15712" y="13196"/>
                  </a:lnTo>
                  <a:close/>
                  <a:moveTo>
                    <a:pt x="25213" y="13196"/>
                  </a:moveTo>
                  <a:lnTo>
                    <a:pt x="29871" y="15899"/>
                  </a:lnTo>
                  <a:lnTo>
                    <a:pt x="29871" y="21306"/>
                  </a:lnTo>
                  <a:lnTo>
                    <a:pt x="25213" y="23983"/>
                  </a:lnTo>
                  <a:lnTo>
                    <a:pt x="20529" y="21306"/>
                  </a:lnTo>
                  <a:lnTo>
                    <a:pt x="20529" y="15899"/>
                  </a:lnTo>
                  <a:lnTo>
                    <a:pt x="25213" y="13196"/>
                  </a:lnTo>
                  <a:close/>
                  <a:moveTo>
                    <a:pt x="34715" y="13196"/>
                  </a:moveTo>
                  <a:lnTo>
                    <a:pt x="39399" y="15899"/>
                  </a:lnTo>
                  <a:lnTo>
                    <a:pt x="39399" y="21306"/>
                  </a:lnTo>
                  <a:lnTo>
                    <a:pt x="34715" y="23983"/>
                  </a:lnTo>
                  <a:lnTo>
                    <a:pt x="30058" y="21306"/>
                  </a:lnTo>
                  <a:lnTo>
                    <a:pt x="30058" y="15899"/>
                  </a:lnTo>
                  <a:lnTo>
                    <a:pt x="34715" y="13196"/>
                  </a:lnTo>
                  <a:close/>
                  <a:moveTo>
                    <a:pt x="10947" y="21440"/>
                  </a:moveTo>
                  <a:lnTo>
                    <a:pt x="15605" y="24143"/>
                  </a:lnTo>
                  <a:lnTo>
                    <a:pt x="15605" y="29523"/>
                  </a:lnTo>
                  <a:lnTo>
                    <a:pt x="10947" y="32226"/>
                  </a:lnTo>
                  <a:lnTo>
                    <a:pt x="6263" y="29523"/>
                  </a:lnTo>
                  <a:lnTo>
                    <a:pt x="6263" y="24143"/>
                  </a:lnTo>
                  <a:lnTo>
                    <a:pt x="10947" y="21440"/>
                  </a:lnTo>
                  <a:close/>
                  <a:moveTo>
                    <a:pt x="20449" y="21440"/>
                  </a:moveTo>
                  <a:lnTo>
                    <a:pt x="25133" y="24143"/>
                  </a:lnTo>
                  <a:lnTo>
                    <a:pt x="25133" y="29523"/>
                  </a:lnTo>
                  <a:lnTo>
                    <a:pt x="20449" y="32226"/>
                  </a:lnTo>
                  <a:lnTo>
                    <a:pt x="15792" y="29523"/>
                  </a:lnTo>
                  <a:lnTo>
                    <a:pt x="15792" y="24143"/>
                  </a:lnTo>
                  <a:lnTo>
                    <a:pt x="20449" y="21440"/>
                  </a:lnTo>
                  <a:close/>
                  <a:moveTo>
                    <a:pt x="29978" y="21440"/>
                  </a:moveTo>
                  <a:lnTo>
                    <a:pt x="34635" y="24143"/>
                  </a:lnTo>
                  <a:lnTo>
                    <a:pt x="34635" y="29523"/>
                  </a:lnTo>
                  <a:lnTo>
                    <a:pt x="29978" y="32226"/>
                  </a:lnTo>
                  <a:lnTo>
                    <a:pt x="25294" y="29523"/>
                  </a:lnTo>
                  <a:lnTo>
                    <a:pt x="25294" y="24143"/>
                  </a:lnTo>
                  <a:lnTo>
                    <a:pt x="29978" y="21440"/>
                  </a:lnTo>
                  <a:close/>
                  <a:moveTo>
                    <a:pt x="39480" y="21440"/>
                  </a:moveTo>
                  <a:lnTo>
                    <a:pt x="44137" y="24143"/>
                  </a:lnTo>
                  <a:lnTo>
                    <a:pt x="44137" y="29523"/>
                  </a:lnTo>
                  <a:lnTo>
                    <a:pt x="39480" y="32226"/>
                  </a:lnTo>
                  <a:lnTo>
                    <a:pt x="34796" y="29523"/>
                  </a:lnTo>
                  <a:lnTo>
                    <a:pt x="34796" y="24143"/>
                  </a:lnTo>
                  <a:lnTo>
                    <a:pt x="39480" y="21440"/>
                  </a:lnTo>
                  <a:close/>
                  <a:moveTo>
                    <a:pt x="15712" y="29684"/>
                  </a:moveTo>
                  <a:lnTo>
                    <a:pt x="20369" y="32387"/>
                  </a:lnTo>
                  <a:lnTo>
                    <a:pt x="20369" y="37767"/>
                  </a:lnTo>
                  <a:lnTo>
                    <a:pt x="15712" y="40470"/>
                  </a:lnTo>
                  <a:lnTo>
                    <a:pt x="11028" y="37767"/>
                  </a:lnTo>
                  <a:lnTo>
                    <a:pt x="11028" y="32387"/>
                  </a:lnTo>
                  <a:lnTo>
                    <a:pt x="15712" y="29684"/>
                  </a:lnTo>
                  <a:close/>
                  <a:moveTo>
                    <a:pt x="25213" y="29684"/>
                  </a:moveTo>
                  <a:lnTo>
                    <a:pt x="29871" y="32387"/>
                  </a:lnTo>
                  <a:lnTo>
                    <a:pt x="29871" y="37767"/>
                  </a:lnTo>
                  <a:lnTo>
                    <a:pt x="25213" y="40470"/>
                  </a:lnTo>
                  <a:lnTo>
                    <a:pt x="20529" y="37767"/>
                  </a:lnTo>
                  <a:lnTo>
                    <a:pt x="20529" y="32387"/>
                  </a:lnTo>
                  <a:lnTo>
                    <a:pt x="25213" y="29684"/>
                  </a:lnTo>
                  <a:close/>
                  <a:moveTo>
                    <a:pt x="34715" y="29684"/>
                  </a:moveTo>
                  <a:lnTo>
                    <a:pt x="39399" y="32387"/>
                  </a:lnTo>
                  <a:lnTo>
                    <a:pt x="39399" y="37767"/>
                  </a:lnTo>
                  <a:lnTo>
                    <a:pt x="34715" y="40470"/>
                  </a:lnTo>
                  <a:lnTo>
                    <a:pt x="30058" y="37767"/>
                  </a:lnTo>
                  <a:lnTo>
                    <a:pt x="30058" y="32387"/>
                  </a:lnTo>
                  <a:lnTo>
                    <a:pt x="34715" y="29684"/>
                  </a:lnTo>
                  <a:close/>
                  <a:moveTo>
                    <a:pt x="20369" y="1"/>
                  </a:moveTo>
                  <a:lnTo>
                    <a:pt x="20369" y="4818"/>
                  </a:lnTo>
                  <a:lnTo>
                    <a:pt x="15712" y="7522"/>
                  </a:lnTo>
                  <a:lnTo>
                    <a:pt x="11028" y="4818"/>
                  </a:lnTo>
                  <a:lnTo>
                    <a:pt x="11028" y="3159"/>
                  </a:lnTo>
                  <a:cubicBezTo>
                    <a:pt x="10974" y="3186"/>
                    <a:pt x="10921" y="3239"/>
                    <a:pt x="10867" y="3266"/>
                  </a:cubicBezTo>
                  <a:lnTo>
                    <a:pt x="10867" y="4818"/>
                  </a:lnTo>
                  <a:lnTo>
                    <a:pt x="6183" y="7522"/>
                  </a:lnTo>
                  <a:lnTo>
                    <a:pt x="5915" y="7361"/>
                  </a:lnTo>
                  <a:cubicBezTo>
                    <a:pt x="5889" y="7415"/>
                    <a:pt x="5835" y="7442"/>
                    <a:pt x="5808" y="7495"/>
                  </a:cubicBezTo>
                  <a:lnTo>
                    <a:pt x="6103" y="7656"/>
                  </a:lnTo>
                  <a:lnTo>
                    <a:pt x="6103" y="13062"/>
                  </a:lnTo>
                  <a:lnTo>
                    <a:pt x="1419" y="15766"/>
                  </a:lnTo>
                  <a:lnTo>
                    <a:pt x="1124" y="15578"/>
                  </a:lnTo>
                  <a:cubicBezTo>
                    <a:pt x="1124" y="15632"/>
                    <a:pt x="1098" y="15685"/>
                    <a:pt x="1071" y="15739"/>
                  </a:cubicBezTo>
                  <a:lnTo>
                    <a:pt x="1338" y="15899"/>
                  </a:lnTo>
                  <a:lnTo>
                    <a:pt x="1338" y="21306"/>
                  </a:lnTo>
                  <a:lnTo>
                    <a:pt x="0" y="22082"/>
                  </a:lnTo>
                  <a:cubicBezTo>
                    <a:pt x="0" y="22136"/>
                    <a:pt x="0" y="22216"/>
                    <a:pt x="0" y="22270"/>
                  </a:cubicBezTo>
                  <a:lnTo>
                    <a:pt x="1419" y="21440"/>
                  </a:lnTo>
                  <a:lnTo>
                    <a:pt x="6103" y="24143"/>
                  </a:lnTo>
                  <a:lnTo>
                    <a:pt x="6103" y="29523"/>
                  </a:lnTo>
                  <a:lnTo>
                    <a:pt x="1927" y="31932"/>
                  </a:lnTo>
                  <a:cubicBezTo>
                    <a:pt x="1954" y="31986"/>
                    <a:pt x="1981" y="32039"/>
                    <a:pt x="2008" y="32093"/>
                  </a:cubicBezTo>
                  <a:lnTo>
                    <a:pt x="6183" y="29684"/>
                  </a:lnTo>
                  <a:lnTo>
                    <a:pt x="10867" y="32387"/>
                  </a:lnTo>
                  <a:lnTo>
                    <a:pt x="10867" y="37767"/>
                  </a:lnTo>
                  <a:lnTo>
                    <a:pt x="7548" y="39694"/>
                  </a:lnTo>
                  <a:cubicBezTo>
                    <a:pt x="7575" y="39721"/>
                    <a:pt x="7628" y="39774"/>
                    <a:pt x="7682" y="39801"/>
                  </a:cubicBezTo>
                  <a:lnTo>
                    <a:pt x="10947" y="37928"/>
                  </a:lnTo>
                  <a:lnTo>
                    <a:pt x="15605" y="40631"/>
                  </a:lnTo>
                  <a:lnTo>
                    <a:pt x="15605" y="44405"/>
                  </a:lnTo>
                  <a:cubicBezTo>
                    <a:pt x="15658" y="44405"/>
                    <a:pt x="15738" y="44432"/>
                    <a:pt x="15792" y="44458"/>
                  </a:cubicBezTo>
                  <a:lnTo>
                    <a:pt x="15792" y="40631"/>
                  </a:lnTo>
                  <a:lnTo>
                    <a:pt x="20449" y="37928"/>
                  </a:lnTo>
                  <a:lnTo>
                    <a:pt x="25133" y="40631"/>
                  </a:lnTo>
                  <a:lnTo>
                    <a:pt x="25133" y="45449"/>
                  </a:lnTo>
                  <a:cubicBezTo>
                    <a:pt x="25187" y="45449"/>
                    <a:pt x="25240" y="45449"/>
                    <a:pt x="25294" y="45422"/>
                  </a:cubicBezTo>
                  <a:lnTo>
                    <a:pt x="25294" y="40631"/>
                  </a:lnTo>
                  <a:lnTo>
                    <a:pt x="29978" y="37928"/>
                  </a:lnTo>
                  <a:lnTo>
                    <a:pt x="34635" y="40631"/>
                  </a:lnTo>
                  <a:lnTo>
                    <a:pt x="34635" y="42290"/>
                  </a:lnTo>
                  <a:cubicBezTo>
                    <a:pt x="34688" y="42237"/>
                    <a:pt x="34742" y="42210"/>
                    <a:pt x="34796" y="42183"/>
                  </a:cubicBezTo>
                  <a:lnTo>
                    <a:pt x="34796" y="40631"/>
                  </a:lnTo>
                  <a:lnTo>
                    <a:pt x="39480" y="37928"/>
                  </a:lnTo>
                  <a:lnTo>
                    <a:pt x="39747" y="38088"/>
                  </a:lnTo>
                  <a:cubicBezTo>
                    <a:pt x="39774" y="38035"/>
                    <a:pt x="39827" y="37981"/>
                    <a:pt x="39854" y="37954"/>
                  </a:cubicBezTo>
                  <a:lnTo>
                    <a:pt x="39560" y="37767"/>
                  </a:lnTo>
                  <a:lnTo>
                    <a:pt x="39560" y="32387"/>
                  </a:lnTo>
                  <a:lnTo>
                    <a:pt x="44244" y="29684"/>
                  </a:lnTo>
                  <a:lnTo>
                    <a:pt x="44538" y="29871"/>
                  </a:lnTo>
                  <a:cubicBezTo>
                    <a:pt x="44565" y="29791"/>
                    <a:pt x="44565" y="29737"/>
                    <a:pt x="44592" y="29684"/>
                  </a:cubicBezTo>
                  <a:lnTo>
                    <a:pt x="44324" y="29523"/>
                  </a:lnTo>
                  <a:lnTo>
                    <a:pt x="44324" y="24143"/>
                  </a:lnTo>
                  <a:lnTo>
                    <a:pt x="45662" y="23367"/>
                  </a:lnTo>
                  <a:cubicBezTo>
                    <a:pt x="45662" y="23314"/>
                    <a:pt x="45662" y="23233"/>
                    <a:pt x="45662" y="23153"/>
                  </a:cubicBezTo>
                  <a:lnTo>
                    <a:pt x="44244" y="23983"/>
                  </a:lnTo>
                  <a:lnTo>
                    <a:pt x="39560" y="21306"/>
                  </a:lnTo>
                  <a:lnTo>
                    <a:pt x="39560" y="15899"/>
                  </a:lnTo>
                  <a:lnTo>
                    <a:pt x="43735" y="13491"/>
                  </a:lnTo>
                  <a:cubicBezTo>
                    <a:pt x="43709" y="13437"/>
                    <a:pt x="43682" y="13383"/>
                    <a:pt x="43655" y="13330"/>
                  </a:cubicBezTo>
                  <a:lnTo>
                    <a:pt x="39480" y="15766"/>
                  </a:lnTo>
                  <a:lnTo>
                    <a:pt x="34796" y="13062"/>
                  </a:lnTo>
                  <a:lnTo>
                    <a:pt x="34796" y="7656"/>
                  </a:lnTo>
                  <a:lnTo>
                    <a:pt x="38114" y="5755"/>
                  </a:lnTo>
                  <a:cubicBezTo>
                    <a:pt x="38088" y="5702"/>
                    <a:pt x="38034" y="5675"/>
                    <a:pt x="37981" y="5621"/>
                  </a:cubicBezTo>
                  <a:lnTo>
                    <a:pt x="34715" y="7522"/>
                  </a:lnTo>
                  <a:lnTo>
                    <a:pt x="30058" y="4818"/>
                  </a:lnTo>
                  <a:lnTo>
                    <a:pt x="30058" y="1045"/>
                  </a:lnTo>
                  <a:cubicBezTo>
                    <a:pt x="30004" y="1018"/>
                    <a:pt x="29951" y="1018"/>
                    <a:pt x="29871" y="991"/>
                  </a:cubicBezTo>
                  <a:lnTo>
                    <a:pt x="29871" y="4818"/>
                  </a:lnTo>
                  <a:lnTo>
                    <a:pt x="25213" y="7522"/>
                  </a:lnTo>
                  <a:lnTo>
                    <a:pt x="20529" y="4818"/>
                  </a:lnTo>
                  <a:lnTo>
                    <a:pt x="2052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" name="Google Shape;255;p44"/>
            <p:cNvSpPr/>
            <p:nvPr/>
          </p:nvSpPr>
          <p:spPr>
            <a:xfrm>
              <a:off x="7236329" y="1587480"/>
              <a:ext cx="12035" cy="9350"/>
            </a:xfrm>
            <a:custGeom>
              <a:avLst/>
              <a:gdLst/>
              <a:ahLst/>
              <a:cxnLst/>
              <a:rect l="l" t="t" r="r" b="b"/>
              <a:pathLst>
                <a:path w="242" h="188" extrusionOk="0">
                  <a:moveTo>
                    <a:pt x="161" y="0"/>
                  </a:moveTo>
                  <a:cubicBezTo>
                    <a:pt x="108" y="27"/>
                    <a:pt x="54" y="81"/>
                    <a:pt x="1" y="107"/>
                  </a:cubicBezTo>
                  <a:lnTo>
                    <a:pt x="161" y="188"/>
                  </a:lnTo>
                  <a:lnTo>
                    <a:pt x="242" y="54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" name="Google Shape;256;p44"/>
            <p:cNvSpPr/>
            <p:nvPr/>
          </p:nvSpPr>
          <p:spPr>
            <a:xfrm>
              <a:off x="7364144" y="1394464"/>
              <a:ext cx="356781" cy="300882"/>
            </a:xfrm>
            <a:custGeom>
              <a:avLst/>
              <a:gdLst/>
              <a:ahLst/>
              <a:cxnLst/>
              <a:rect l="l" t="t" r="r" b="b"/>
              <a:pathLst>
                <a:path w="7174" h="6050" extrusionOk="0">
                  <a:moveTo>
                    <a:pt x="7173" y="0"/>
                  </a:moveTo>
                  <a:lnTo>
                    <a:pt x="7173" y="0"/>
                  </a:lnTo>
                  <a:cubicBezTo>
                    <a:pt x="7013" y="27"/>
                    <a:pt x="6852" y="54"/>
                    <a:pt x="6692" y="81"/>
                  </a:cubicBezTo>
                  <a:lnTo>
                    <a:pt x="3667" y="1794"/>
                  </a:lnTo>
                  <a:lnTo>
                    <a:pt x="3667" y="830"/>
                  </a:lnTo>
                  <a:cubicBezTo>
                    <a:pt x="3614" y="857"/>
                    <a:pt x="3560" y="857"/>
                    <a:pt x="3507" y="884"/>
                  </a:cubicBezTo>
                  <a:lnTo>
                    <a:pt x="3507" y="1794"/>
                  </a:lnTo>
                  <a:lnTo>
                    <a:pt x="2516" y="1231"/>
                  </a:lnTo>
                  <a:cubicBezTo>
                    <a:pt x="2463" y="1258"/>
                    <a:pt x="2382" y="1285"/>
                    <a:pt x="2329" y="1312"/>
                  </a:cubicBezTo>
                  <a:lnTo>
                    <a:pt x="3426" y="1954"/>
                  </a:lnTo>
                  <a:lnTo>
                    <a:pt x="0" y="3935"/>
                  </a:lnTo>
                  <a:lnTo>
                    <a:pt x="81" y="4069"/>
                  </a:lnTo>
                  <a:lnTo>
                    <a:pt x="3507" y="2115"/>
                  </a:lnTo>
                  <a:lnTo>
                    <a:pt x="3507" y="6049"/>
                  </a:lnTo>
                  <a:lnTo>
                    <a:pt x="3667" y="6049"/>
                  </a:lnTo>
                  <a:lnTo>
                    <a:pt x="3667" y="2115"/>
                  </a:lnTo>
                  <a:lnTo>
                    <a:pt x="7093" y="4069"/>
                  </a:lnTo>
                  <a:lnTo>
                    <a:pt x="7173" y="3935"/>
                  </a:lnTo>
                  <a:lnTo>
                    <a:pt x="3774" y="1954"/>
                  </a:lnTo>
                  <a:lnTo>
                    <a:pt x="717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" name="Google Shape;257;p44"/>
            <p:cNvSpPr/>
            <p:nvPr/>
          </p:nvSpPr>
          <p:spPr>
            <a:xfrm>
              <a:off x="7836713" y="1386456"/>
              <a:ext cx="358124" cy="308889"/>
            </a:xfrm>
            <a:custGeom>
              <a:avLst/>
              <a:gdLst/>
              <a:ahLst/>
              <a:cxnLst/>
              <a:rect l="l" t="t" r="r" b="b"/>
              <a:pathLst>
                <a:path w="7201" h="6211" extrusionOk="0">
                  <a:moveTo>
                    <a:pt x="107" y="1"/>
                  </a:moveTo>
                  <a:lnTo>
                    <a:pt x="0" y="134"/>
                  </a:lnTo>
                  <a:lnTo>
                    <a:pt x="3426" y="2115"/>
                  </a:lnTo>
                  <a:lnTo>
                    <a:pt x="0" y="4096"/>
                  </a:lnTo>
                  <a:lnTo>
                    <a:pt x="107" y="4230"/>
                  </a:lnTo>
                  <a:lnTo>
                    <a:pt x="3506" y="2276"/>
                  </a:lnTo>
                  <a:lnTo>
                    <a:pt x="3506" y="6210"/>
                  </a:lnTo>
                  <a:lnTo>
                    <a:pt x="3694" y="6210"/>
                  </a:lnTo>
                  <a:lnTo>
                    <a:pt x="3694" y="2276"/>
                  </a:lnTo>
                  <a:lnTo>
                    <a:pt x="7093" y="4230"/>
                  </a:lnTo>
                  <a:lnTo>
                    <a:pt x="7200" y="4096"/>
                  </a:lnTo>
                  <a:lnTo>
                    <a:pt x="3774" y="2115"/>
                  </a:lnTo>
                  <a:lnTo>
                    <a:pt x="6558" y="509"/>
                  </a:lnTo>
                  <a:cubicBezTo>
                    <a:pt x="6477" y="482"/>
                    <a:pt x="6397" y="456"/>
                    <a:pt x="6317" y="456"/>
                  </a:cubicBezTo>
                  <a:lnTo>
                    <a:pt x="3694" y="1955"/>
                  </a:lnTo>
                  <a:lnTo>
                    <a:pt x="3694" y="1"/>
                  </a:lnTo>
                  <a:lnTo>
                    <a:pt x="3506" y="1"/>
                  </a:lnTo>
                  <a:lnTo>
                    <a:pt x="3506" y="1955"/>
                  </a:lnTo>
                  <a:lnTo>
                    <a:pt x="10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" name="Google Shape;258;p44"/>
            <p:cNvSpPr/>
            <p:nvPr/>
          </p:nvSpPr>
          <p:spPr>
            <a:xfrm>
              <a:off x="8310574" y="1516908"/>
              <a:ext cx="135819" cy="79920"/>
            </a:xfrm>
            <a:custGeom>
              <a:avLst/>
              <a:gdLst/>
              <a:ahLst/>
              <a:cxnLst/>
              <a:rect l="l" t="t" r="r" b="b"/>
              <a:pathLst>
                <a:path w="2731" h="1607" extrusionOk="0">
                  <a:moveTo>
                    <a:pt x="2543" y="1"/>
                  </a:moveTo>
                  <a:lnTo>
                    <a:pt x="1" y="1473"/>
                  </a:lnTo>
                  <a:lnTo>
                    <a:pt x="81" y="1607"/>
                  </a:lnTo>
                  <a:lnTo>
                    <a:pt x="2731" y="81"/>
                  </a:lnTo>
                  <a:cubicBezTo>
                    <a:pt x="2677" y="54"/>
                    <a:pt x="2597" y="27"/>
                    <a:pt x="254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" name="Google Shape;259;p44"/>
            <p:cNvSpPr/>
            <p:nvPr/>
          </p:nvSpPr>
          <p:spPr>
            <a:xfrm>
              <a:off x="8484940" y="1543565"/>
              <a:ext cx="8057" cy="151784"/>
            </a:xfrm>
            <a:custGeom>
              <a:avLst/>
              <a:gdLst/>
              <a:ahLst/>
              <a:cxnLst/>
              <a:rect l="l" t="t" r="r" b="b"/>
              <a:pathLst>
                <a:path w="162" h="3052" extrusionOk="0">
                  <a:moveTo>
                    <a:pt x="1" y="0"/>
                  </a:moveTo>
                  <a:lnTo>
                    <a:pt x="1" y="3051"/>
                  </a:lnTo>
                  <a:lnTo>
                    <a:pt x="162" y="3051"/>
                  </a:lnTo>
                  <a:lnTo>
                    <a:pt x="162" y="107"/>
                  </a:lnTo>
                  <a:cubicBezTo>
                    <a:pt x="108" y="54"/>
                    <a:pt x="54" y="27"/>
                    <a:pt x="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" name="Google Shape;260;p44"/>
            <p:cNvSpPr/>
            <p:nvPr/>
          </p:nvSpPr>
          <p:spPr>
            <a:xfrm>
              <a:off x="6838311" y="2099984"/>
              <a:ext cx="2735" cy="5371"/>
            </a:xfrm>
            <a:custGeom>
              <a:avLst/>
              <a:gdLst/>
              <a:ahLst/>
              <a:cxnLst/>
              <a:rect l="l" t="t" r="r" b="b"/>
              <a:pathLst>
                <a:path w="55" h="108" extrusionOk="0">
                  <a:moveTo>
                    <a:pt x="54" y="0"/>
                  </a:moveTo>
                  <a:cubicBezTo>
                    <a:pt x="28" y="27"/>
                    <a:pt x="28" y="54"/>
                    <a:pt x="1" y="107"/>
                  </a:cubicBezTo>
                  <a:lnTo>
                    <a:pt x="54" y="107"/>
                  </a:lnTo>
                  <a:lnTo>
                    <a:pt x="5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" name="Google Shape;261;p44"/>
            <p:cNvSpPr/>
            <p:nvPr/>
          </p:nvSpPr>
          <p:spPr>
            <a:xfrm>
              <a:off x="7012727" y="1801781"/>
              <a:ext cx="2686" cy="2735"/>
            </a:xfrm>
            <a:custGeom>
              <a:avLst/>
              <a:gdLst/>
              <a:ahLst/>
              <a:cxnLst/>
              <a:rect l="l" t="t" r="r" b="b"/>
              <a:pathLst>
                <a:path w="54" h="55" extrusionOk="0">
                  <a:moveTo>
                    <a:pt x="54" y="1"/>
                  </a:moveTo>
                  <a:cubicBezTo>
                    <a:pt x="27" y="27"/>
                    <a:pt x="27" y="27"/>
                    <a:pt x="0" y="54"/>
                  </a:cubicBezTo>
                  <a:lnTo>
                    <a:pt x="54" y="27"/>
                  </a:lnTo>
                  <a:lnTo>
                    <a:pt x="5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2" name="Google Shape;262;p44"/>
            <p:cNvSpPr/>
            <p:nvPr/>
          </p:nvSpPr>
          <p:spPr>
            <a:xfrm>
              <a:off x="6912862" y="1942876"/>
              <a:ext cx="102548" cy="63956"/>
            </a:xfrm>
            <a:custGeom>
              <a:avLst/>
              <a:gdLst/>
              <a:ahLst/>
              <a:cxnLst/>
              <a:rect l="l" t="t" r="r" b="b"/>
              <a:pathLst>
                <a:path w="2062" h="1286" extrusionOk="0">
                  <a:moveTo>
                    <a:pt x="81" y="1"/>
                  </a:moveTo>
                  <a:cubicBezTo>
                    <a:pt x="54" y="54"/>
                    <a:pt x="27" y="108"/>
                    <a:pt x="1" y="135"/>
                  </a:cubicBezTo>
                  <a:lnTo>
                    <a:pt x="1981" y="1285"/>
                  </a:lnTo>
                  <a:lnTo>
                    <a:pt x="2062" y="1125"/>
                  </a:ln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" name="Google Shape;263;p44"/>
            <p:cNvSpPr/>
            <p:nvPr/>
          </p:nvSpPr>
          <p:spPr>
            <a:xfrm>
              <a:off x="7131192" y="1696645"/>
              <a:ext cx="356781" cy="408702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217"/>
                  </a:lnTo>
                  <a:lnTo>
                    <a:pt x="3667" y="8217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" name="Google Shape;264;p44"/>
            <p:cNvSpPr/>
            <p:nvPr/>
          </p:nvSpPr>
          <p:spPr>
            <a:xfrm>
              <a:off x="7603761" y="1696645"/>
              <a:ext cx="358124" cy="40735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80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0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41"/>
                  </a:lnTo>
                  <a:lnTo>
                    <a:pt x="7093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" name="Google Shape;265;p44"/>
            <p:cNvSpPr/>
            <p:nvPr/>
          </p:nvSpPr>
          <p:spPr>
            <a:xfrm>
              <a:off x="8077622" y="1696645"/>
              <a:ext cx="356781" cy="40735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480" y="3961"/>
                  </a:lnTo>
                  <a:lnTo>
                    <a:pt x="81" y="1981"/>
                  </a:lnTo>
                  <a:lnTo>
                    <a:pt x="1" y="2141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36"/>
                  </a:lnTo>
                  <a:lnTo>
                    <a:pt x="3480" y="4256"/>
                  </a:lnTo>
                  <a:lnTo>
                    <a:pt x="3480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" name="Google Shape;266;p44"/>
            <p:cNvSpPr/>
            <p:nvPr/>
          </p:nvSpPr>
          <p:spPr>
            <a:xfrm>
              <a:off x="8550190" y="1736581"/>
              <a:ext cx="356781" cy="367424"/>
            </a:xfrm>
            <a:custGeom>
              <a:avLst/>
              <a:gdLst/>
              <a:ahLst/>
              <a:cxnLst/>
              <a:rect l="l" t="t" r="r" b="b"/>
              <a:pathLst>
                <a:path w="7174" h="7388" extrusionOk="0">
                  <a:moveTo>
                    <a:pt x="3507" y="0"/>
                  </a:moveTo>
                  <a:lnTo>
                    <a:pt x="3507" y="3158"/>
                  </a:lnTo>
                  <a:lnTo>
                    <a:pt x="81" y="1178"/>
                  </a:lnTo>
                  <a:lnTo>
                    <a:pt x="0" y="1312"/>
                  </a:lnTo>
                  <a:lnTo>
                    <a:pt x="3426" y="3292"/>
                  </a:lnTo>
                  <a:lnTo>
                    <a:pt x="0" y="5273"/>
                  </a:lnTo>
                  <a:lnTo>
                    <a:pt x="81" y="5433"/>
                  </a:lnTo>
                  <a:lnTo>
                    <a:pt x="3507" y="3453"/>
                  </a:lnTo>
                  <a:lnTo>
                    <a:pt x="3507" y="7387"/>
                  </a:lnTo>
                  <a:lnTo>
                    <a:pt x="3667" y="7387"/>
                  </a:lnTo>
                  <a:lnTo>
                    <a:pt x="3667" y="3453"/>
                  </a:lnTo>
                  <a:lnTo>
                    <a:pt x="7093" y="5407"/>
                  </a:lnTo>
                  <a:lnTo>
                    <a:pt x="7174" y="5273"/>
                  </a:lnTo>
                  <a:lnTo>
                    <a:pt x="3748" y="3292"/>
                  </a:lnTo>
                  <a:lnTo>
                    <a:pt x="5434" y="2329"/>
                  </a:lnTo>
                  <a:cubicBezTo>
                    <a:pt x="5380" y="2302"/>
                    <a:pt x="5354" y="2248"/>
                    <a:pt x="5327" y="2195"/>
                  </a:cubicBezTo>
                  <a:lnTo>
                    <a:pt x="3667" y="3158"/>
                  </a:lnTo>
                  <a:lnTo>
                    <a:pt x="3667" y="187"/>
                  </a:lnTo>
                  <a:cubicBezTo>
                    <a:pt x="3614" y="134"/>
                    <a:pt x="3560" y="80"/>
                    <a:pt x="350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" name="Google Shape;267;p44"/>
            <p:cNvSpPr/>
            <p:nvPr/>
          </p:nvSpPr>
          <p:spPr>
            <a:xfrm>
              <a:off x="6891576" y="2115948"/>
              <a:ext cx="356781" cy="40735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" name="Google Shape;268;p44"/>
            <p:cNvSpPr/>
            <p:nvPr/>
          </p:nvSpPr>
          <p:spPr>
            <a:xfrm>
              <a:off x="7364144" y="2115948"/>
              <a:ext cx="356781" cy="40735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3" y="6049"/>
                  </a:lnTo>
                  <a:lnTo>
                    <a:pt x="3774" y="4095"/>
                  </a:lnTo>
                  <a:lnTo>
                    <a:pt x="7173" y="2115"/>
                  </a:lnTo>
                  <a:lnTo>
                    <a:pt x="7093" y="1954"/>
                  </a:lnTo>
                  <a:lnTo>
                    <a:pt x="3667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" name="Google Shape;269;p44"/>
            <p:cNvSpPr/>
            <p:nvPr/>
          </p:nvSpPr>
          <p:spPr>
            <a:xfrm>
              <a:off x="7836713" y="2115948"/>
              <a:ext cx="358124" cy="40735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35"/>
                  </a:lnTo>
                  <a:lnTo>
                    <a:pt x="107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107" y="6210"/>
                  </a:lnTo>
                  <a:lnTo>
                    <a:pt x="3506" y="4229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29"/>
                  </a:lnTo>
                  <a:lnTo>
                    <a:pt x="7093" y="6210"/>
                  </a:lnTo>
                  <a:lnTo>
                    <a:pt x="7200" y="6049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54"/>
                  </a:lnTo>
                  <a:lnTo>
                    <a:pt x="3694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" name="Google Shape;270;p44"/>
            <p:cNvSpPr/>
            <p:nvPr/>
          </p:nvSpPr>
          <p:spPr>
            <a:xfrm>
              <a:off x="8310574" y="2114606"/>
              <a:ext cx="356781" cy="408702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122"/>
                  </a:lnTo>
                  <a:lnTo>
                    <a:pt x="1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8" y="8218"/>
                  </a:lnTo>
                  <a:lnTo>
                    <a:pt x="3668" y="4256"/>
                  </a:lnTo>
                  <a:lnTo>
                    <a:pt x="7094" y="6237"/>
                  </a:lnTo>
                  <a:lnTo>
                    <a:pt x="7174" y="6076"/>
                  </a:lnTo>
                  <a:lnTo>
                    <a:pt x="3748" y="4122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" name="Google Shape;271;p44"/>
            <p:cNvSpPr/>
            <p:nvPr/>
          </p:nvSpPr>
          <p:spPr>
            <a:xfrm>
              <a:off x="8783142" y="2114606"/>
              <a:ext cx="239661" cy="408702"/>
            </a:xfrm>
            <a:custGeom>
              <a:avLst/>
              <a:gdLst/>
              <a:ahLst/>
              <a:cxnLst/>
              <a:rect l="l" t="t" r="r" b="b"/>
              <a:pathLst>
                <a:path w="4819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7" y="8218"/>
                  </a:lnTo>
                  <a:lnTo>
                    <a:pt x="3667" y="4256"/>
                  </a:lnTo>
                  <a:lnTo>
                    <a:pt x="4818" y="4925"/>
                  </a:lnTo>
                  <a:cubicBezTo>
                    <a:pt x="4818" y="4845"/>
                    <a:pt x="4818" y="4765"/>
                    <a:pt x="4792" y="4711"/>
                  </a:cubicBezTo>
                  <a:lnTo>
                    <a:pt x="3774" y="4096"/>
                  </a:lnTo>
                  <a:lnTo>
                    <a:pt x="4604" y="3614"/>
                  </a:lnTo>
                  <a:cubicBezTo>
                    <a:pt x="4604" y="3560"/>
                    <a:pt x="4577" y="3507"/>
                    <a:pt x="4577" y="3453"/>
                  </a:cubicBezTo>
                  <a:lnTo>
                    <a:pt x="3667" y="3962"/>
                  </a:lnTo>
                  <a:lnTo>
                    <a:pt x="3667" y="295"/>
                  </a:lnTo>
                  <a:cubicBezTo>
                    <a:pt x="3641" y="188"/>
                    <a:pt x="3614" y="108"/>
                    <a:pt x="358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" name="Google Shape;272;p44"/>
            <p:cNvSpPr/>
            <p:nvPr/>
          </p:nvSpPr>
          <p:spPr>
            <a:xfrm>
              <a:off x="6773111" y="2511280"/>
              <a:ext cx="242297" cy="407359"/>
            </a:xfrm>
            <a:custGeom>
              <a:avLst/>
              <a:gdLst/>
              <a:ahLst/>
              <a:cxnLst/>
              <a:rect l="l" t="t" r="r" b="b"/>
              <a:pathLst>
                <a:path w="4872" h="8191" extrusionOk="0">
                  <a:moveTo>
                    <a:pt x="1205" y="1"/>
                  </a:moveTo>
                  <a:lnTo>
                    <a:pt x="1205" y="3935"/>
                  </a:lnTo>
                  <a:lnTo>
                    <a:pt x="0" y="3266"/>
                  </a:lnTo>
                  <a:lnTo>
                    <a:pt x="0" y="3266"/>
                  </a:lnTo>
                  <a:cubicBezTo>
                    <a:pt x="0" y="3320"/>
                    <a:pt x="27" y="3400"/>
                    <a:pt x="27" y="3480"/>
                  </a:cubicBezTo>
                  <a:lnTo>
                    <a:pt x="1098" y="4096"/>
                  </a:lnTo>
                  <a:lnTo>
                    <a:pt x="214" y="4604"/>
                  </a:lnTo>
                  <a:cubicBezTo>
                    <a:pt x="241" y="4658"/>
                    <a:pt x="241" y="4738"/>
                    <a:pt x="268" y="4792"/>
                  </a:cubicBezTo>
                  <a:lnTo>
                    <a:pt x="1205" y="4256"/>
                  </a:lnTo>
                  <a:lnTo>
                    <a:pt x="1205" y="8030"/>
                  </a:lnTo>
                  <a:cubicBezTo>
                    <a:pt x="1205" y="8084"/>
                    <a:pt x="1232" y="8137"/>
                    <a:pt x="1258" y="8191"/>
                  </a:cubicBezTo>
                  <a:lnTo>
                    <a:pt x="1365" y="8191"/>
                  </a:lnTo>
                  <a:lnTo>
                    <a:pt x="1365" y="4256"/>
                  </a:lnTo>
                  <a:lnTo>
                    <a:pt x="4791" y="6210"/>
                  </a:lnTo>
                  <a:lnTo>
                    <a:pt x="4872" y="6076"/>
                  </a:lnTo>
                  <a:lnTo>
                    <a:pt x="1446" y="4096"/>
                  </a:lnTo>
                  <a:lnTo>
                    <a:pt x="4872" y="2115"/>
                  </a:lnTo>
                  <a:lnTo>
                    <a:pt x="4791" y="1981"/>
                  </a:lnTo>
                  <a:lnTo>
                    <a:pt x="1365" y="3935"/>
                  </a:lnTo>
                  <a:lnTo>
                    <a:pt x="136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" name="Google Shape;273;p44"/>
            <p:cNvSpPr/>
            <p:nvPr/>
          </p:nvSpPr>
          <p:spPr>
            <a:xfrm>
              <a:off x="7131192" y="2511280"/>
              <a:ext cx="356781" cy="40735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56"/>
                  </a:lnTo>
                  <a:lnTo>
                    <a:pt x="7093" y="6210"/>
                  </a:lnTo>
                  <a:lnTo>
                    <a:pt x="7173" y="6076"/>
                  </a:lnTo>
                  <a:lnTo>
                    <a:pt x="3774" y="4096"/>
                  </a:lnTo>
                  <a:lnTo>
                    <a:pt x="7173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" name="Google Shape;274;p44"/>
            <p:cNvSpPr/>
            <p:nvPr/>
          </p:nvSpPr>
          <p:spPr>
            <a:xfrm>
              <a:off x="7603761" y="2511280"/>
              <a:ext cx="358124" cy="40735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1"/>
                  </a:moveTo>
                  <a:lnTo>
                    <a:pt x="3506" y="3935"/>
                  </a:lnTo>
                  <a:lnTo>
                    <a:pt x="80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0" y="6210"/>
                  </a:lnTo>
                  <a:lnTo>
                    <a:pt x="3506" y="4230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30"/>
                  </a:lnTo>
                  <a:lnTo>
                    <a:pt x="7093" y="6210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15"/>
                  </a:lnTo>
                  <a:lnTo>
                    <a:pt x="7093" y="1981"/>
                  </a:lnTo>
                  <a:lnTo>
                    <a:pt x="3694" y="3935"/>
                  </a:lnTo>
                  <a:lnTo>
                    <a:pt x="369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" name="Google Shape;275;p44"/>
            <p:cNvSpPr/>
            <p:nvPr/>
          </p:nvSpPr>
          <p:spPr>
            <a:xfrm>
              <a:off x="8077622" y="2511280"/>
              <a:ext cx="356781" cy="40735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1" y="2115"/>
                  </a:lnTo>
                  <a:lnTo>
                    <a:pt x="3400" y="4096"/>
                  </a:lnTo>
                  <a:lnTo>
                    <a:pt x="1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480" y="8191"/>
                  </a:lnTo>
                  <a:lnTo>
                    <a:pt x="3668" y="8191"/>
                  </a:lnTo>
                  <a:lnTo>
                    <a:pt x="3668" y="4230"/>
                  </a:lnTo>
                  <a:lnTo>
                    <a:pt x="7094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4" y="1955"/>
                  </a:lnTo>
                  <a:lnTo>
                    <a:pt x="3668" y="3935"/>
                  </a:lnTo>
                  <a:lnTo>
                    <a:pt x="366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" name="Google Shape;276;p44"/>
            <p:cNvSpPr/>
            <p:nvPr/>
          </p:nvSpPr>
          <p:spPr>
            <a:xfrm>
              <a:off x="8550190" y="2511280"/>
              <a:ext cx="356781" cy="40735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30"/>
                  </a:lnTo>
                  <a:lnTo>
                    <a:pt x="7093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3" y="1955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" name="Google Shape;277;p44"/>
            <p:cNvSpPr/>
            <p:nvPr/>
          </p:nvSpPr>
          <p:spPr>
            <a:xfrm>
              <a:off x="6891576" y="2934613"/>
              <a:ext cx="356781" cy="363445"/>
            </a:xfrm>
            <a:custGeom>
              <a:avLst/>
              <a:gdLst/>
              <a:ahLst/>
              <a:cxnLst/>
              <a:rect l="l" t="t" r="r" b="b"/>
              <a:pathLst>
                <a:path w="7174" h="730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1767" y="5059"/>
                  </a:lnTo>
                  <a:cubicBezTo>
                    <a:pt x="1821" y="5086"/>
                    <a:pt x="1847" y="5139"/>
                    <a:pt x="1874" y="5193"/>
                  </a:cubicBezTo>
                  <a:lnTo>
                    <a:pt x="3507" y="4256"/>
                  </a:lnTo>
                  <a:lnTo>
                    <a:pt x="3507" y="7120"/>
                  </a:lnTo>
                  <a:cubicBezTo>
                    <a:pt x="3560" y="7200"/>
                    <a:pt x="3614" y="7254"/>
                    <a:pt x="3667" y="7307"/>
                  </a:cubicBezTo>
                  <a:lnTo>
                    <a:pt x="3667" y="4256"/>
                  </a:lnTo>
                  <a:lnTo>
                    <a:pt x="7093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8" name="Google Shape;278;p44"/>
            <p:cNvSpPr/>
            <p:nvPr/>
          </p:nvSpPr>
          <p:spPr>
            <a:xfrm>
              <a:off x="7364144" y="2934613"/>
              <a:ext cx="356781" cy="40735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7" y="8190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" name="Google Shape;279;p44"/>
            <p:cNvSpPr/>
            <p:nvPr/>
          </p:nvSpPr>
          <p:spPr>
            <a:xfrm>
              <a:off x="7836713" y="2934613"/>
              <a:ext cx="358124" cy="40735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107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107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" name="Google Shape;280;p44"/>
            <p:cNvSpPr/>
            <p:nvPr/>
          </p:nvSpPr>
          <p:spPr>
            <a:xfrm>
              <a:off x="8310574" y="2934613"/>
              <a:ext cx="356781" cy="40735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1" y="2115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" name="Google Shape;281;p44"/>
            <p:cNvSpPr/>
            <p:nvPr/>
          </p:nvSpPr>
          <p:spPr>
            <a:xfrm>
              <a:off x="8783142" y="3033085"/>
              <a:ext cx="97227" cy="61270"/>
            </a:xfrm>
            <a:custGeom>
              <a:avLst/>
              <a:gdLst/>
              <a:ahLst/>
              <a:cxnLst/>
              <a:rect l="l" t="t" r="r" b="b"/>
              <a:pathLst>
                <a:path w="1955" h="1232" extrusionOk="0">
                  <a:moveTo>
                    <a:pt x="81" y="1"/>
                  </a:moveTo>
                  <a:lnTo>
                    <a:pt x="0" y="135"/>
                  </a:lnTo>
                  <a:lnTo>
                    <a:pt x="1874" y="1232"/>
                  </a:lnTo>
                  <a:cubicBezTo>
                    <a:pt x="1901" y="1178"/>
                    <a:pt x="1928" y="1125"/>
                    <a:pt x="1954" y="1071"/>
                  </a:cubicBez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" name="Google Shape;282;p44"/>
            <p:cNvSpPr/>
            <p:nvPr/>
          </p:nvSpPr>
          <p:spPr>
            <a:xfrm>
              <a:off x="7345494" y="3428467"/>
              <a:ext cx="142484" cy="85242"/>
            </a:xfrm>
            <a:custGeom>
              <a:avLst/>
              <a:gdLst/>
              <a:ahLst/>
              <a:cxnLst/>
              <a:rect l="l" t="t" r="r" b="b"/>
              <a:pathLst>
                <a:path w="2865" h="1714" extrusionOk="0">
                  <a:moveTo>
                    <a:pt x="2784" y="0"/>
                  </a:moveTo>
                  <a:lnTo>
                    <a:pt x="1" y="1606"/>
                  </a:lnTo>
                  <a:cubicBezTo>
                    <a:pt x="54" y="1660"/>
                    <a:pt x="108" y="1686"/>
                    <a:pt x="161" y="1713"/>
                  </a:cubicBezTo>
                  <a:lnTo>
                    <a:pt x="2864" y="161"/>
                  </a:lnTo>
                  <a:lnTo>
                    <a:pt x="278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" name="Google Shape;283;p44"/>
            <p:cNvSpPr/>
            <p:nvPr/>
          </p:nvSpPr>
          <p:spPr>
            <a:xfrm>
              <a:off x="7305558" y="3329945"/>
              <a:ext cx="8057" cy="161133"/>
            </a:xfrm>
            <a:custGeom>
              <a:avLst/>
              <a:gdLst/>
              <a:ahLst/>
              <a:cxnLst/>
              <a:rect l="l" t="t" r="r" b="b"/>
              <a:pathLst>
                <a:path w="162" h="3240" extrusionOk="0">
                  <a:moveTo>
                    <a:pt x="1" y="0"/>
                  </a:moveTo>
                  <a:lnTo>
                    <a:pt x="1" y="3132"/>
                  </a:lnTo>
                  <a:cubicBezTo>
                    <a:pt x="54" y="3159"/>
                    <a:pt x="108" y="3212"/>
                    <a:pt x="161" y="3239"/>
                  </a:cubicBez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" name="Google Shape;284;p44"/>
            <p:cNvSpPr/>
            <p:nvPr/>
          </p:nvSpPr>
          <p:spPr>
            <a:xfrm>
              <a:off x="7603761" y="3329945"/>
              <a:ext cx="358124" cy="316846"/>
            </a:xfrm>
            <a:custGeom>
              <a:avLst/>
              <a:gdLst/>
              <a:ahLst/>
              <a:cxnLst/>
              <a:rect l="l" t="t" r="r" b="b"/>
              <a:pathLst>
                <a:path w="7201" h="6371" extrusionOk="0">
                  <a:moveTo>
                    <a:pt x="3506" y="0"/>
                  </a:moveTo>
                  <a:lnTo>
                    <a:pt x="3506" y="3962"/>
                  </a:lnTo>
                  <a:lnTo>
                    <a:pt x="80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455" y="5835"/>
                  </a:lnTo>
                  <a:cubicBezTo>
                    <a:pt x="535" y="5835"/>
                    <a:pt x="616" y="5862"/>
                    <a:pt x="696" y="5889"/>
                  </a:cubicBezTo>
                  <a:lnTo>
                    <a:pt x="3506" y="4256"/>
                  </a:lnTo>
                  <a:lnTo>
                    <a:pt x="3506" y="6371"/>
                  </a:lnTo>
                  <a:lnTo>
                    <a:pt x="3694" y="6371"/>
                  </a:lnTo>
                  <a:lnTo>
                    <a:pt x="3694" y="4256"/>
                  </a:lnTo>
                  <a:lnTo>
                    <a:pt x="7093" y="6237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42"/>
                  </a:lnTo>
                  <a:lnTo>
                    <a:pt x="7093" y="1981"/>
                  </a:lnTo>
                  <a:lnTo>
                    <a:pt x="3694" y="3962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" name="Google Shape;285;p44"/>
            <p:cNvSpPr/>
            <p:nvPr/>
          </p:nvSpPr>
          <p:spPr>
            <a:xfrm>
              <a:off x="8077622" y="3329945"/>
              <a:ext cx="356781" cy="307546"/>
            </a:xfrm>
            <a:custGeom>
              <a:avLst/>
              <a:gdLst/>
              <a:ahLst/>
              <a:cxnLst/>
              <a:rect l="l" t="t" r="r" b="b"/>
              <a:pathLst>
                <a:path w="7174" h="6184" extrusionOk="0">
                  <a:moveTo>
                    <a:pt x="3507" y="0"/>
                  </a:moveTo>
                  <a:lnTo>
                    <a:pt x="3480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096"/>
                  </a:lnTo>
                  <a:lnTo>
                    <a:pt x="1" y="6076"/>
                  </a:lnTo>
                  <a:lnTo>
                    <a:pt x="54" y="6183"/>
                  </a:lnTo>
                  <a:lnTo>
                    <a:pt x="161" y="6183"/>
                  </a:lnTo>
                  <a:lnTo>
                    <a:pt x="3480" y="4256"/>
                  </a:lnTo>
                  <a:lnTo>
                    <a:pt x="3480" y="5354"/>
                  </a:lnTo>
                  <a:cubicBezTo>
                    <a:pt x="3560" y="5327"/>
                    <a:pt x="3614" y="5327"/>
                    <a:pt x="3668" y="5300"/>
                  </a:cubicBezTo>
                  <a:lnTo>
                    <a:pt x="3668" y="4256"/>
                  </a:lnTo>
                  <a:lnTo>
                    <a:pt x="4765" y="4899"/>
                  </a:lnTo>
                  <a:cubicBezTo>
                    <a:pt x="4845" y="4872"/>
                    <a:pt x="4899" y="4845"/>
                    <a:pt x="4979" y="4818"/>
                  </a:cubicBezTo>
                  <a:lnTo>
                    <a:pt x="3748" y="4096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" name="Google Shape;286;p44"/>
            <p:cNvSpPr/>
            <p:nvPr/>
          </p:nvSpPr>
          <p:spPr>
            <a:xfrm>
              <a:off x="8550190" y="3428467"/>
              <a:ext cx="16014" cy="12035"/>
            </a:xfrm>
            <a:custGeom>
              <a:avLst/>
              <a:gdLst/>
              <a:ahLst/>
              <a:cxnLst/>
              <a:rect l="l" t="t" r="r" b="b"/>
              <a:pathLst>
                <a:path w="322" h="242" extrusionOk="0">
                  <a:moveTo>
                    <a:pt x="81" y="0"/>
                  </a:moveTo>
                  <a:lnTo>
                    <a:pt x="0" y="134"/>
                  </a:lnTo>
                  <a:lnTo>
                    <a:pt x="161" y="241"/>
                  </a:lnTo>
                  <a:cubicBezTo>
                    <a:pt x="215" y="214"/>
                    <a:pt x="268" y="161"/>
                    <a:pt x="322" y="134"/>
                  </a:cubicBezTo>
                  <a:lnTo>
                    <a:pt x="8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87" name="Google Shape;287;p44"/>
          <p:cNvSpPr/>
          <p:nvPr/>
        </p:nvSpPr>
        <p:spPr>
          <a:xfrm rot="8100000">
            <a:off x="402124" y="-935267"/>
            <a:ext cx="1938844" cy="3305623"/>
          </a:xfrm>
          <a:custGeom>
            <a:avLst/>
            <a:gdLst/>
            <a:ahLst/>
            <a:cxnLst/>
            <a:rect l="l" t="t" r="r" b="b"/>
            <a:pathLst>
              <a:path w="19210" h="32752" extrusionOk="0">
                <a:moveTo>
                  <a:pt x="14053" y="490"/>
                </a:moveTo>
                <a:lnTo>
                  <a:pt x="14053" y="490"/>
                </a:lnTo>
                <a:cubicBezTo>
                  <a:pt x="14026" y="597"/>
                  <a:pt x="13999" y="758"/>
                  <a:pt x="13972" y="918"/>
                </a:cubicBezTo>
                <a:cubicBezTo>
                  <a:pt x="13972" y="865"/>
                  <a:pt x="13972" y="838"/>
                  <a:pt x="13946" y="838"/>
                </a:cubicBezTo>
                <a:cubicBezTo>
                  <a:pt x="13972" y="731"/>
                  <a:pt x="14026" y="597"/>
                  <a:pt x="14053" y="490"/>
                </a:cubicBezTo>
                <a:close/>
                <a:moveTo>
                  <a:pt x="13651" y="1560"/>
                </a:moveTo>
                <a:lnTo>
                  <a:pt x="13651" y="1560"/>
                </a:lnTo>
                <a:cubicBezTo>
                  <a:pt x="13276" y="3862"/>
                  <a:pt x="12045" y="5923"/>
                  <a:pt x="11189" y="8038"/>
                </a:cubicBezTo>
                <a:cubicBezTo>
                  <a:pt x="10522" y="9665"/>
                  <a:pt x="10466" y="11531"/>
                  <a:pt x="10493" y="13318"/>
                </a:cubicBezTo>
                <a:lnTo>
                  <a:pt x="10493" y="13318"/>
                </a:lnTo>
                <a:cubicBezTo>
                  <a:pt x="10490" y="13217"/>
                  <a:pt x="10464" y="13118"/>
                  <a:pt x="10439" y="13043"/>
                </a:cubicBezTo>
                <a:cubicBezTo>
                  <a:pt x="10091" y="10634"/>
                  <a:pt x="9904" y="8412"/>
                  <a:pt x="11001" y="6191"/>
                </a:cubicBezTo>
                <a:cubicBezTo>
                  <a:pt x="11724" y="4772"/>
                  <a:pt x="12714" y="3541"/>
                  <a:pt x="13410" y="2123"/>
                </a:cubicBezTo>
                <a:cubicBezTo>
                  <a:pt x="13491" y="1935"/>
                  <a:pt x="13571" y="1748"/>
                  <a:pt x="13651" y="1560"/>
                </a:cubicBezTo>
                <a:close/>
                <a:moveTo>
                  <a:pt x="13972" y="945"/>
                </a:moveTo>
                <a:lnTo>
                  <a:pt x="13972" y="945"/>
                </a:lnTo>
                <a:cubicBezTo>
                  <a:pt x="13972" y="1079"/>
                  <a:pt x="13946" y="1212"/>
                  <a:pt x="13946" y="1346"/>
                </a:cubicBezTo>
                <a:cubicBezTo>
                  <a:pt x="13946" y="2524"/>
                  <a:pt x="13758" y="3702"/>
                  <a:pt x="13517" y="4853"/>
                </a:cubicBezTo>
                <a:cubicBezTo>
                  <a:pt x="12821" y="7877"/>
                  <a:pt x="11376" y="10580"/>
                  <a:pt x="10760" y="13605"/>
                </a:cubicBezTo>
                <a:cubicBezTo>
                  <a:pt x="10787" y="11357"/>
                  <a:pt x="10921" y="9189"/>
                  <a:pt x="11858" y="7074"/>
                </a:cubicBezTo>
                <a:cubicBezTo>
                  <a:pt x="12741" y="5094"/>
                  <a:pt x="13785" y="3140"/>
                  <a:pt x="13972" y="945"/>
                </a:cubicBezTo>
                <a:close/>
                <a:moveTo>
                  <a:pt x="5002" y="14350"/>
                </a:moveTo>
                <a:cubicBezTo>
                  <a:pt x="5585" y="14350"/>
                  <a:pt x="6085" y="14646"/>
                  <a:pt x="6746" y="15104"/>
                </a:cubicBezTo>
                <a:cubicBezTo>
                  <a:pt x="6879" y="15184"/>
                  <a:pt x="7013" y="15264"/>
                  <a:pt x="7147" y="15372"/>
                </a:cubicBezTo>
                <a:cubicBezTo>
                  <a:pt x="6694" y="15252"/>
                  <a:pt x="6232" y="15200"/>
                  <a:pt x="5767" y="15200"/>
                </a:cubicBezTo>
                <a:cubicBezTo>
                  <a:pt x="4364" y="15200"/>
                  <a:pt x="2927" y="15672"/>
                  <a:pt x="1580" y="16174"/>
                </a:cubicBezTo>
                <a:cubicBezTo>
                  <a:pt x="2329" y="15666"/>
                  <a:pt x="3025" y="15077"/>
                  <a:pt x="3855" y="14676"/>
                </a:cubicBezTo>
                <a:cubicBezTo>
                  <a:pt x="4297" y="14450"/>
                  <a:pt x="4663" y="14350"/>
                  <a:pt x="5002" y="14350"/>
                </a:cubicBezTo>
                <a:close/>
                <a:moveTo>
                  <a:pt x="5753" y="15432"/>
                </a:moveTo>
                <a:cubicBezTo>
                  <a:pt x="6514" y="15432"/>
                  <a:pt x="7262" y="15581"/>
                  <a:pt x="7977" y="15960"/>
                </a:cubicBezTo>
                <a:cubicBezTo>
                  <a:pt x="8619" y="16389"/>
                  <a:pt x="9208" y="16870"/>
                  <a:pt x="9743" y="17406"/>
                </a:cubicBezTo>
                <a:cubicBezTo>
                  <a:pt x="8352" y="16737"/>
                  <a:pt x="6906" y="16389"/>
                  <a:pt x="5381" y="16335"/>
                </a:cubicBezTo>
                <a:lnTo>
                  <a:pt x="4765" y="16335"/>
                </a:lnTo>
                <a:cubicBezTo>
                  <a:pt x="3828" y="16335"/>
                  <a:pt x="2918" y="16469"/>
                  <a:pt x="1981" y="16576"/>
                </a:cubicBezTo>
                <a:cubicBezTo>
                  <a:pt x="1633" y="16603"/>
                  <a:pt x="1312" y="16629"/>
                  <a:pt x="964" y="16656"/>
                </a:cubicBezTo>
                <a:cubicBezTo>
                  <a:pt x="2489" y="16094"/>
                  <a:pt x="4149" y="15432"/>
                  <a:pt x="5753" y="15432"/>
                </a:cubicBezTo>
                <a:close/>
                <a:moveTo>
                  <a:pt x="18748" y="11060"/>
                </a:moveTo>
                <a:cubicBezTo>
                  <a:pt x="18737" y="11089"/>
                  <a:pt x="18737" y="11129"/>
                  <a:pt x="18737" y="11169"/>
                </a:cubicBezTo>
                <a:cubicBezTo>
                  <a:pt x="18603" y="11892"/>
                  <a:pt x="18442" y="12588"/>
                  <a:pt x="18282" y="13284"/>
                </a:cubicBezTo>
                <a:cubicBezTo>
                  <a:pt x="17907" y="14729"/>
                  <a:pt x="17291" y="16255"/>
                  <a:pt x="16087" y="17165"/>
                </a:cubicBezTo>
                <a:cubicBezTo>
                  <a:pt x="14963" y="17995"/>
                  <a:pt x="13223" y="18289"/>
                  <a:pt x="12045" y="19119"/>
                </a:cubicBezTo>
                <a:cubicBezTo>
                  <a:pt x="12473" y="18342"/>
                  <a:pt x="12955" y="17700"/>
                  <a:pt x="13785" y="17218"/>
                </a:cubicBezTo>
                <a:cubicBezTo>
                  <a:pt x="14508" y="16790"/>
                  <a:pt x="15257" y="16469"/>
                  <a:pt x="15873" y="15907"/>
                </a:cubicBezTo>
                <a:cubicBezTo>
                  <a:pt x="16542" y="15291"/>
                  <a:pt x="17077" y="14408"/>
                  <a:pt x="17532" y="13659"/>
                </a:cubicBezTo>
                <a:cubicBezTo>
                  <a:pt x="18036" y="12864"/>
                  <a:pt x="18250" y="11859"/>
                  <a:pt x="18748" y="11060"/>
                </a:cubicBezTo>
                <a:close/>
                <a:moveTo>
                  <a:pt x="18549" y="10928"/>
                </a:moveTo>
                <a:lnTo>
                  <a:pt x="18549" y="10928"/>
                </a:lnTo>
                <a:cubicBezTo>
                  <a:pt x="18201" y="11517"/>
                  <a:pt x="18014" y="12213"/>
                  <a:pt x="17693" y="12856"/>
                </a:cubicBezTo>
                <a:cubicBezTo>
                  <a:pt x="17184" y="13899"/>
                  <a:pt x="16488" y="14863"/>
                  <a:pt x="15712" y="15719"/>
                </a:cubicBezTo>
                <a:cubicBezTo>
                  <a:pt x="15016" y="16469"/>
                  <a:pt x="13919" y="16844"/>
                  <a:pt x="13062" y="17379"/>
                </a:cubicBezTo>
                <a:cubicBezTo>
                  <a:pt x="12313" y="17861"/>
                  <a:pt x="11911" y="18798"/>
                  <a:pt x="11510" y="19547"/>
                </a:cubicBezTo>
                <a:cubicBezTo>
                  <a:pt x="11485" y="19571"/>
                  <a:pt x="11461" y="19573"/>
                  <a:pt x="11457" y="19594"/>
                </a:cubicBezTo>
                <a:lnTo>
                  <a:pt x="11457" y="19594"/>
                </a:lnTo>
                <a:cubicBezTo>
                  <a:pt x="11836" y="15557"/>
                  <a:pt x="16249" y="13818"/>
                  <a:pt x="18549" y="10928"/>
                </a:cubicBezTo>
                <a:close/>
                <a:moveTo>
                  <a:pt x="6505" y="16683"/>
                </a:moveTo>
                <a:lnTo>
                  <a:pt x="6505" y="16683"/>
                </a:lnTo>
                <a:cubicBezTo>
                  <a:pt x="7763" y="16844"/>
                  <a:pt x="8994" y="17245"/>
                  <a:pt x="10145" y="17914"/>
                </a:cubicBezTo>
                <a:cubicBezTo>
                  <a:pt x="10573" y="18450"/>
                  <a:pt x="10921" y="19065"/>
                  <a:pt x="11135" y="19788"/>
                </a:cubicBezTo>
                <a:cubicBezTo>
                  <a:pt x="9315" y="19172"/>
                  <a:pt x="8191" y="17432"/>
                  <a:pt x="6505" y="16683"/>
                </a:cubicBezTo>
                <a:close/>
                <a:moveTo>
                  <a:pt x="6772" y="20270"/>
                </a:moveTo>
                <a:cubicBezTo>
                  <a:pt x="7736" y="21581"/>
                  <a:pt x="9342" y="22384"/>
                  <a:pt x="10466" y="23535"/>
                </a:cubicBezTo>
                <a:cubicBezTo>
                  <a:pt x="9074" y="22598"/>
                  <a:pt x="7120" y="22331"/>
                  <a:pt x="6826" y="20350"/>
                </a:cubicBezTo>
                <a:cubicBezTo>
                  <a:pt x="6799" y="20323"/>
                  <a:pt x="6772" y="20296"/>
                  <a:pt x="6746" y="20270"/>
                </a:cubicBezTo>
                <a:close/>
                <a:moveTo>
                  <a:pt x="16221" y="20698"/>
                </a:moveTo>
                <a:cubicBezTo>
                  <a:pt x="15685" y="21635"/>
                  <a:pt x="14267" y="22304"/>
                  <a:pt x="13464" y="22812"/>
                </a:cubicBezTo>
                <a:cubicBezTo>
                  <a:pt x="12955" y="23187"/>
                  <a:pt x="12233" y="23615"/>
                  <a:pt x="11831" y="24177"/>
                </a:cubicBezTo>
                <a:cubicBezTo>
                  <a:pt x="12286" y="22357"/>
                  <a:pt x="14722" y="21768"/>
                  <a:pt x="16221" y="20698"/>
                </a:cubicBezTo>
                <a:close/>
                <a:moveTo>
                  <a:pt x="6692" y="20939"/>
                </a:moveTo>
                <a:cubicBezTo>
                  <a:pt x="7388" y="22893"/>
                  <a:pt x="9957" y="22866"/>
                  <a:pt x="11135" y="24445"/>
                </a:cubicBezTo>
                <a:cubicBezTo>
                  <a:pt x="9395" y="23481"/>
                  <a:pt x="6772" y="23080"/>
                  <a:pt x="6692" y="20939"/>
                </a:cubicBezTo>
                <a:close/>
                <a:moveTo>
                  <a:pt x="16194" y="21126"/>
                </a:moveTo>
                <a:cubicBezTo>
                  <a:pt x="15766" y="22304"/>
                  <a:pt x="14749" y="22919"/>
                  <a:pt x="13571" y="23455"/>
                </a:cubicBezTo>
                <a:cubicBezTo>
                  <a:pt x="12982" y="23722"/>
                  <a:pt x="12393" y="24017"/>
                  <a:pt x="11938" y="24445"/>
                </a:cubicBezTo>
                <a:cubicBezTo>
                  <a:pt x="12447" y="23562"/>
                  <a:pt x="13785" y="22919"/>
                  <a:pt x="14534" y="22411"/>
                </a:cubicBezTo>
                <a:cubicBezTo>
                  <a:pt x="15070" y="22063"/>
                  <a:pt x="15739" y="21661"/>
                  <a:pt x="16194" y="21126"/>
                </a:cubicBezTo>
                <a:close/>
                <a:moveTo>
                  <a:pt x="14048" y="0"/>
                </a:moveTo>
                <a:cubicBezTo>
                  <a:pt x="14002" y="0"/>
                  <a:pt x="13958" y="28"/>
                  <a:pt x="13946" y="88"/>
                </a:cubicBezTo>
                <a:cubicBezTo>
                  <a:pt x="13196" y="2390"/>
                  <a:pt x="11751" y="4183"/>
                  <a:pt x="10680" y="6298"/>
                </a:cubicBezTo>
                <a:cubicBezTo>
                  <a:pt x="9610" y="8466"/>
                  <a:pt x="9877" y="10795"/>
                  <a:pt x="10225" y="13096"/>
                </a:cubicBezTo>
                <a:cubicBezTo>
                  <a:pt x="10305" y="13766"/>
                  <a:pt x="10413" y="14435"/>
                  <a:pt x="10520" y="15104"/>
                </a:cubicBezTo>
                <a:cubicBezTo>
                  <a:pt x="10520" y="15131"/>
                  <a:pt x="10520" y="15157"/>
                  <a:pt x="10520" y="15157"/>
                </a:cubicBezTo>
                <a:cubicBezTo>
                  <a:pt x="10520" y="15184"/>
                  <a:pt x="10520" y="15211"/>
                  <a:pt x="10546" y="15211"/>
                </a:cubicBezTo>
                <a:cubicBezTo>
                  <a:pt x="10734" y="16469"/>
                  <a:pt x="10921" y="17727"/>
                  <a:pt x="11082" y="18985"/>
                </a:cubicBezTo>
                <a:cubicBezTo>
                  <a:pt x="10520" y="17700"/>
                  <a:pt x="9502" y="16737"/>
                  <a:pt x="8352" y="15907"/>
                </a:cubicBezTo>
                <a:cubicBezTo>
                  <a:pt x="8352" y="15880"/>
                  <a:pt x="8352" y="15853"/>
                  <a:pt x="8325" y="15853"/>
                </a:cubicBezTo>
                <a:cubicBezTo>
                  <a:pt x="8298" y="15853"/>
                  <a:pt x="8271" y="15827"/>
                  <a:pt x="8271" y="15827"/>
                </a:cubicBezTo>
                <a:cubicBezTo>
                  <a:pt x="7602" y="15345"/>
                  <a:pt x="6906" y="14890"/>
                  <a:pt x="6237" y="14461"/>
                </a:cubicBezTo>
                <a:cubicBezTo>
                  <a:pt x="5829" y="14193"/>
                  <a:pt x="5417" y="14081"/>
                  <a:pt x="5004" y="14081"/>
                </a:cubicBezTo>
                <a:cubicBezTo>
                  <a:pt x="3280" y="14081"/>
                  <a:pt x="1550" y="16040"/>
                  <a:pt x="81" y="16710"/>
                </a:cubicBezTo>
                <a:cubicBezTo>
                  <a:pt x="27" y="16737"/>
                  <a:pt x="1" y="16790"/>
                  <a:pt x="27" y="16844"/>
                </a:cubicBezTo>
                <a:cubicBezTo>
                  <a:pt x="27" y="16870"/>
                  <a:pt x="54" y="16870"/>
                  <a:pt x="54" y="16870"/>
                </a:cubicBezTo>
                <a:cubicBezTo>
                  <a:pt x="54" y="16870"/>
                  <a:pt x="54" y="16897"/>
                  <a:pt x="81" y="16897"/>
                </a:cubicBezTo>
                <a:cubicBezTo>
                  <a:pt x="81" y="16924"/>
                  <a:pt x="108" y="16924"/>
                  <a:pt x="108" y="16924"/>
                </a:cubicBezTo>
                <a:lnTo>
                  <a:pt x="135" y="16924"/>
                </a:lnTo>
                <a:cubicBezTo>
                  <a:pt x="1580" y="16924"/>
                  <a:pt x="2972" y="16656"/>
                  <a:pt x="4390" y="16576"/>
                </a:cubicBezTo>
                <a:lnTo>
                  <a:pt x="5354" y="16576"/>
                </a:lnTo>
                <a:cubicBezTo>
                  <a:pt x="7736" y="16870"/>
                  <a:pt x="8967" y="19413"/>
                  <a:pt x="11242" y="20082"/>
                </a:cubicBezTo>
                <a:cubicBezTo>
                  <a:pt x="11376" y="21367"/>
                  <a:pt x="11483" y="22679"/>
                  <a:pt x="11483" y="23990"/>
                </a:cubicBezTo>
                <a:cubicBezTo>
                  <a:pt x="11483" y="24124"/>
                  <a:pt x="11483" y="24284"/>
                  <a:pt x="11483" y="24445"/>
                </a:cubicBezTo>
                <a:cubicBezTo>
                  <a:pt x="10413" y="22545"/>
                  <a:pt x="7977" y="21715"/>
                  <a:pt x="6799" y="19895"/>
                </a:cubicBezTo>
                <a:cubicBezTo>
                  <a:pt x="6778" y="19863"/>
                  <a:pt x="6740" y="19848"/>
                  <a:pt x="6701" y="19848"/>
                </a:cubicBezTo>
                <a:cubicBezTo>
                  <a:pt x="6640" y="19848"/>
                  <a:pt x="6574" y="19884"/>
                  <a:pt x="6558" y="19948"/>
                </a:cubicBezTo>
                <a:cubicBezTo>
                  <a:pt x="6237" y="21340"/>
                  <a:pt x="6719" y="22411"/>
                  <a:pt x="7897" y="23241"/>
                </a:cubicBezTo>
                <a:cubicBezTo>
                  <a:pt x="8967" y="23990"/>
                  <a:pt x="10386" y="24177"/>
                  <a:pt x="11456" y="24954"/>
                </a:cubicBezTo>
                <a:cubicBezTo>
                  <a:pt x="11349" y="27523"/>
                  <a:pt x="10734" y="30093"/>
                  <a:pt x="10145" y="32609"/>
                </a:cubicBezTo>
                <a:cubicBezTo>
                  <a:pt x="10112" y="32690"/>
                  <a:pt x="10188" y="32751"/>
                  <a:pt x="10265" y="32751"/>
                </a:cubicBezTo>
                <a:cubicBezTo>
                  <a:pt x="10315" y="32751"/>
                  <a:pt x="10365" y="32725"/>
                  <a:pt x="10386" y="32662"/>
                </a:cubicBezTo>
                <a:cubicBezTo>
                  <a:pt x="10760" y="31003"/>
                  <a:pt x="11108" y="29343"/>
                  <a:pt x="11430" y="27684"/>
                </a:cubicBezTo>
                <a:cubicBezTo>
                  <a:pt x="11563" y="26854"/>
                  <a:pt x="11670" y="26024"/>
                  <a:pt x="11697" y="25194"/>
                </a:cubicBezTo>
                <a:cubicBezTo>
                  <a:pt x="12179" y="24017"/>
                  <a:pt x="13839" y="23669"/>
                  <a:pt x="14829" y="23080"/>
                </a:cubicBezTo>
                <a:cubicBezTo>
                  <a:pt x="15899" y="22491"/>
                  <a:pt x="16488" y="21581"/>
                  <a:pt x="16595" y="20377"/>
                </a:cubicBezTo>
                <a:cubicBezTo>
                  <a:pt x="16595" y="20350"/>
                  <a:pt x="16595" y="20350"/>
                  <a:pt x="16595" y="20323"/>
                </a:cubicBezTo>
                <a:cubicBezTo>
                  <a:pt x="16622" y="20270"/>
                  <a:pt x="16569" y="20243"/>
                  <a:pt x="16515" y="20216"/>
                </a:cubicBezTo>
                <a:lnTo>
                  <a:pt x="16462" y="20216"/>
                </a:lnTo>
                <a:cubicBezTo>
                  <a:pt x="16435" y="20216"/>
                  <a:pt x="16435" y="20243"/>
                  <a:pt x="16408" y="20243"/>
                </a:cubicBezTo>
                <a:cubicBezTo>
                  <a:pt x="15043" y="21474"/>
                  <a:pt x="12473" y="21983"/>
                  <a:pt x="11724" y="23722"/>
                </a:cubicBezTo>
                <a:cubicBezTo>
                  <a:pt x="11724" y="22571"/>
                  <a:pt x="11644" y="21447"/>
                  <a:pt x="11510" y="20323"/>
                </a:cubicBezTo>
                <a:cubicBezTo>
                  <a:pt x="11510" y="20189"/>
                  <a:pt x="11483" y="20082"/>
                  <a:pt x="11483" y="19948"/>
                </a:cubicBezTo>
                <a:cubicBezTo>
                  <a:pt x="12072" y="19172"/>
                  <a:pt x="13250" y="18824"/>
                  <a:pt x="14106" y="18450"/>
                </a:cubicBezTo>
                <a:cubicBezTo>
                  <a:pt x="15070" y="18021"/>
                  <a:pt x="16060" y="17593"/>
                  <a:pt x="16809" y="16844"/>
                </a:cubicBezTo>
                <a:cubicBezTo>
                  <a:pt x="18522" y="15157"/>
                  <a:pt x="18790" y="12160"/>
                  <a:pt x="19192" y="9938"/>
                </a:cubicBezTo>
                <a:cubicBezTo>
                  <a:pt x="19210" y="9848"/>
                  <a:pt x="19130" y="9770"/>
                  <a:pt x="19060" y="9770"/>
                </a:cubicBezTo>
                <a:cubicBezTo>
                  <a:pt x="19026" y="9770"/>
                  <a:pt x="18995" y="9788"/>
                  <a:pt x="18978" y="9831"/>
                </a:cubicBezTo>
                <a:cubicBezTo>
                  <a:pt x="18014" y="11758"/>
                  <a:pt x="15846" y="13070"/>
                  <a:pt x="14294" y="14488"/>
                </a:cubicBezTo>
                <a:cubicBezTo>
                  <a:pt x="12982" y="15693"/>
                  <a:pt x="11751" y="17138"/>
                  <a:pt x="11349" y="18851"/>
                </a:cubicBezTo>
                <a:cubicBezTo>
                  <a:pt x="11162" y="17593"/>
                  <a:pt x="10975" y="16335"/>
                  <a:pt x="10760" y="15104"/>
                </a:cubicBezTo>
                <a:cubicBezTo>
                  <a:pt x="11028" y="12534"/>
                  <a:pt x="11911" y="10233"/>
                  <a:pt x="12821" y="7877"/>
                </a:cubicBezTo>
                <a:cubicBezTo>
                  <a:pt x="13758" y="5334"/>
                  <a:pt x="14267" y="2818"/>
                  <a:pt x="14160" y="115"/>
                </a:cubicBezTo>
                <a:cubicBezTo>
                  <a:pt x="14160" y="42"/>
                  <a:pt x="14103" y="0"/>
                  <a:pt x="14048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44"/>
          <p:cNvSpPr/>
          <p:nvPr/>
        </p:nvSpPr>
        <p:spPr>
          <a:xfrm>
            <a:off x="641525" y="2945026"/>
            <a:ext cx="1460036" cy="1906827"/>
          </a:xfrm>
          <a:custGeom>
            <a:avLst/>
            <a:gdLst/>
            <a:ahLst/>
            <a:cxnLst/>
            <a:rect l="l" t="t" r="r" b="b"/>
            <a:pathLst>
              <a:path w="17277" h="22564" extrusionOk="0">
                <a:moveTo>
                  <a:pt x="9074" y="0"/>
                </a:moveTo>
                <a:cubicBezTo>
                  <a:pt x="8555" y="0"/>
                  <a:pt x="8010" y="60"/>
                  <a:pt x="7441" y="188"/>
                </a:cubicBezTo>
                <a:cubicBezTo>
                  <a:pt x="2543" y="1285"/>
                  <a:pt x="1" y="6692"/>
                  <a:pt x="54" y="12607"/>
                </a:cubicBezTo>
                <a:cubicBezTo>
                  <a:pt x="134" y="18683"/>
                  <a:pt x="3989" y="22189"/>
                  <a:pt x="8592" y="22564"/>
                </a:cubicBezTo>
                <a:cubicBezTo>
                  <a:pt x="14641" y="22082"/>
                  <a:pt x="16354" y="18388"/>
                  <a:pt x="16836" y="12312"/>
                </a:cubicBezTo>
                <a:cubicBezTo>
                  <a:pt x="17276" y="6737"/>
                  <a:pt x="14567" y="0"/>
                  <a:pt x="9074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9" name="Google Shape;289;p44">
            <a:hlinkClick r:id="" action="ppaction://noaction"/>
          </p:cNvPr>
          <p:cNvSpPr txBox="1">
            <a:spLocks noGrp="1"/>
          </p:cNvSpPr>
          <p:nvPr>
            <p:ph type="title"/>
          </p:nvPr>
        </p:nvSpPr>
        <p:spPr>
          <a:xfrm>
            <a:off x="2019300" y="1960425"/>
            <a:ext cx="5105400" cy="1213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5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290" name="Google Shape;290;p44"/>
          <p:cNvSpPr txBox="1">
            <a:spLocks noGrp="1"/>
          </p:cNvSpPr>
          <p:nvPr>
            <p:ph type="title" idx="2" hasCustomPrompt="1"/>
          </p:nvPr>
        </p:nvSpPr>
        <p:spPr>
          <a:xfrm>
            <a:off x="2019300" y="914400"/>
            <a:ext cx="5105400" cy="1213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750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p45"/>
          <p:cNvSpPr/>
          <p:nvPr/>
        </p:nvSpPr>
        <p:spPr>
          <a:xfrm rot="-1762095" flipH="1">
            <a:off x="-645480" y="2383695"/>
            <a:ext cx="2540453" cy="3781447"/>
          </a:xfrm>
          <a:custGeom>
            <a:avLst/>
            <a:gdLst/>
            <a:ahLst/>
            <a:cxnLst/>
            <a:rect l="l" t="t" r="r" b="b"/>
            <a:pathLst>
              <a:path w="142469" h="136664" extrusionOk="0">
                <a:moveTo>
                  <a:pt x="97052" y="0"/>
                </a:moveTo>
                <a:cubicBezTo>
                  <a:pt x="94985" y="0"/>
                  <a:pt x="92658" y="685"/>
                  <a:pt x="89955" y="2065"/>
                </a:cubicBezTo>
                <a:cubicBezTo>
                  <a:pt x="76197" y="9104"/>
                  <a:pt x="81149" y="14564"/>
                  <a:pt x="82755" y="40634"/>
                </a:cubicBezTo>
                <a:cubicBezTo>
                  <a:pt x="85458" y="83646"/>
                  <a:pt x="12896" y="58112"/>
                  <a:pt x="4519" y="103881"/>
                </a:cubicBezTo>
                <a:cubicBezTo>
                  <a:pt x="0" y="128495"/>
                  <a:pt x="10558" y="136664"/>
                  <a:pt x="39417" y="136664"/>
                </a:cubicBezTo>
                <a:cubicBezTo>
                  <a:pt x="47997" y="136664"/>
                  <a:pt x="58195" y="135942"/>
                  <a:pt x="70095" y="134715"/>
                </a:cubicBezTo>
                <a:cubicBezTo>
                  <a:pt x="122047" y="129389"/>
                  <a:pt x="142469" y="101392"/>
                  <a:pt x="125767" y="56907"/>
                </a:cubicBezTo>
                <a:cubicBezTo>
                  <a:pt x="111706" y="19432"/>
                  <a:pt x="108060" y="0"/>
                  <a:pt x="97052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3" name="Google Shape;293;p45"/>
          <p:cNvSpPr/>
          <p:nvPr/>
        </p:nvSpPr>
        <p:spPr>
          <a:xfrm>
            <a:off x="8139625" y="1901675"/>
            <a:ext cx="1844545" cy="1627040"/>
          </a:xfrm>
          <a:custGeom>
            <a:avLst/>
            <a:gdLst/>
            <a:ahLst/>
            <a:cxnLst/>
            <a:rect l="l" t="t" r="r" b="b"/>
            <a:pathLst>
              <a:path w="13679" h="12066" extrusionOk="0">
                <a:moveTo>
                  <a:pt x="7541" y="1"/>
                </a:moveTo>
                <a:cubicBezTo>
                  <a:pt x="7109" y="1"/>
                  <a:pt x="6648" y="24"/>
                  <a:pt x="6157" y="68"/>
                </a:cubicBezTo>
                <a:cubicBezTo>
                  <a:pt x="1981" y="443"/>
                  <a:pt x="28" y="3173"/>
                  <a:pt x="1" y="6385"/>
                </a:cubicBezTo>
                <a:cubicBezTo>
                  <a:pt x="598" y="10109"/>
                  <a:pt x="2003" y="12066"/>
                  <a:pt x="5300" y="12066"/>
                </a:cubicBezTo>
                <a:cubicBezTo>
                  <a:pt x="5700" y="12066"/>
                  <a:pt x="6128" y="12037"/>
                  <a:pt x="6585" y="11979"/>
                </a:cubicBezTo>
                <a:cubicBezTo>
                  <a:pt x="10680" y="11470"/>
                  <a:pt x="13678" y="9516"/>
                  <a:pt x="12822" y="4297"/>
                </a:cubicBezTo>
                <a:cubicBezTo>
                  <a:pt x="12326" y="1256"/>
                  <a:pt x="10731" y="1"/>
                  <a:pt x="7541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4" name="Google Shape;294;p45"/>
          <p:cNvSpPr txBox="1">
            <a:spLocks noGrp="1"/>
          </p:cNvSpPr>
          <p:nvPr>
            <p:ph type="body" idx="1"/>
          </p:nvPr>
        </p:nvSpPr>
        <p:spPr>
          <a:xfrm>
            <a:off x="713250" y="1152475"/>
            <a:ext cx="77175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AutoNum type="arabicPeriod"/>
              <a:defRPr sz="1200"/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alphaLcPeriod"/>
              <a:defRPr/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romanLcPeriod"/>
              <a:defRPr/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arabicPeriod"/>
              <a:defRPr/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alphaLcPeriod"/>
              <a:defRPr/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romanLcPeriod"/>
              <a:defRPr/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arabicPeriod"/>
              <a:defRPr/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alphaLcPeriod"/>
              <a:defRPr/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romanLcPeriod"/>
              <a:defRPr/>
            </a:lvl9pPr>
          </a:lstStyle>
          <a:p>
            <a:endParaRPr/>
          </a:p>
        </p:txBody>
      </p:sp>
      <p:sp>
        <p:nvSpPr>
          <p:cNvPr id="295" name="Google Shape;295;p45"/>
          <p:cNvSpPr txBox="1">
            <a:spLocks noGrp="1"/>
          </p:cNvSpPr>
          <p:nvPr>
            <p:ph type="title"/>
          </p:nvPr>
        </p:nvSpPr>
        <p:spPr>
          <a:xfrm>
            <a:off x="713250" y="523025"/>
            <a:ext cx="7717500" cy="541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>
                <a:solidFill>
                  <a:schemeClr val="accen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6"/>
          <p:cNvSpPr/>
          <p:nvPr/>
        </p:nvSpPr>
        <p:spPr>
          <a:xfrm flipH="1">
            <a:off x="75" y="1620000"/>
            <a:ext cx="9143837" cy="2281200"/>
          </a:xfrm>
          <a:custGeom>
            <a:avLst/>
            <a:gdLst/>
            <a:ahLst/>
            <a:cxnLst/>
            <a:rect l="l" t="t" r="r" b="b"/>
            <a:pathLst>
              <a:path w="305584" h="121664" extrusionOk="0">
                <a:moveTo>
                  <a:pt x="219307" y="0"/>
                </a:moveTo>
                <a:cubicBezTo>
                  <a:pt x="203338" y="0"/>
                  <a:pt x="187335" y="4914"/>
                  <a:pt x="174406" y="14271"/>
                </a:cubicBezTo>
                <a:cubicBezTo>
                  <a:pt x="167072" y="19544"/>
                  <a:pt x="160755" y="26102"/>
                  <a:pt x="153475" y="31428"/>
                </a:cubicBezTo>
                <a:cubicBezTo>
                  <a:pt x="146652" y="36401"/>
                  <a:pt x="138616" y="40348"/>
                  <a:pt x="130237" y="40348"/>
                </a:cubicBezTo>
                <a:cubicBezTo>
                  <a:pt x="129643" y="40348"/>
                  <a:pt x="129047" y="40328"/>
                  <a:pt x="128449" y="40287"/>
                </a:cubicBezTo>
                <a:cubicBezTo>
                  <a:pt x="122935" y="39913"/>
                  <a:pt x="117662" y="37771"/>
                  <a:pt x="112175" y="37076"/>
                </a:cubicBezTo>
                <a:cubicBezTo>
                  <a:pt x="110880" y="36911"/>
                  <a:pt x="109574" y="36830"/>
                  <a:pt x="108268" y="36830"/>
                </a:cubicBezTo>
                <a:cubicBezTo>
                  <a:pt x="102130" y="36830"/>
                  <a:pt x="95990" y="38624"/>
                  <a:pt x="90870" y="42000"/>
                </a:cubicBezTo>
                <a:cubicBezTo>
                  <a:pt x="84982" y="45881"/>
                  <a:pt x="80351" y="51743"/>
                  <a:pt x="73794" y="54339"/>
                </a:cubicBezTo>
                <a:cubicBezTo>
                  <a:pt x="70523" y="55637"/>
                  <a:pt x="67081" y="56009"/>
                  <a:pt x="63565" y="56009"/>
                </a:cubicBezTo>
                <a:cubicBezTo>
                  <a:pt x="58850" y="56009"/>
                  <a:pt x="54001" y="55340"/>
                  <a:pt x="49253" y="55340"/>
                </a:cubicBezTo>
                <a:cubicBezTo>
                  <a:pt x="46444" y="55340"/>
                  <a:pt x="43669" y="55575"/>
                  <a:pt x="40979" y="56320"/>
                </a:cubicBezTo>
                <a:cubicBezTo>
                  <a:pt x="25348" y="60629"/>
                  <a:pt x="16515" y="80811"/>
                  <a:pt x="322" y="81212"/>
                </a:cubicBezTo>
                <a:lnTo>
                  <a:pt x="1" y="105140"/>
                </a:lnTo>
                <a:cubicBezTo>
                  <a:pt x="1" y="105140"/>
                  <a:pt x="15474" y="110471"/>
                  <a:pt x="34154" y="110471"/>
                </a:cubicBezTo>
                <a:cubicBezTo>
                  <a:pt x="45744" y="110471"/>
                  <a:pt x="58569" y="108419"/>
                  <a:pt x="69698" y="101768"/>
                </a:cubicBezTo>
                <a:cubicBezTo>
                  <a:pt x="77727" y="96977"/>
                  <a:pt x="84000" y="95050"/>
                  <a:pt x="89631" y="95050"/>
                </a:cubicBezTo>
                <a:cubicBezTo>
                  <a:pt x="104388" y="95050"/>
                  <a:pt x="114744" y="108287"/>
                  <a:pt x="140761" y="117934"/>
                </a:cubicBezTo>
                <a:cubicBezTo>
                  <a:pt x="147990" y="120617"/>
                  <a:pt x="154305" y="121664"/>
                  <a:pt x="160177" y="121664"/>
                </a:cubicBezTo>
                <a:cubicBezTo>
                  <a:pt x="181037" y="121664"/>
                  <a:pt x="196328" y="108460"/>
                  <a:pt x="227278" y="108460"/>
                </a:cubicBezTo>
                <a:cubicBezTo>
                  <a:pt x="230911" y="108460"/>
                  <a:pt x="234759" y="108642"/>
                  <a:pt x="238857" y="109048"/>
                </a:cubicBezTo>
                <a:cubicBezTo>
                  <a:pt x="240758" y="109237"/>
                  <a:pt x="242612" y="109327"/>
                  <a:pt x="244420" y="109327"/>
                </a:cubicBezTo>
                <a:cubicBezTo>
                  <a:pt x="289069" y="109327"/>
                  <a:pt x="305584" y="54072"/>
                  <a:pt x="305584" y="54072"/>
                </a:cubicBezTo>
                <a:lnTo>
                  <a:pt x="305584" y="33917"/>
                </a:lnTo>
                <a:cubicBezTo>
                  <a:pt x="282994" y="28243"/>
                  <a:pt x="264927" y="11033"/>
                  <a:pt x="242792" y="3726"/>
                </a:cubicBezTo>
                <a:cubicBezTo>
                  <a:pt x="235229" y="1223"/>
                  <a:pt x="227273" y="0"/>
                  <a:pt x="219307" y="0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8" name="Google Shape;298;p46"/>
          <p:cNvSpPr/>
          <p:nvPr/>
        </p:nvSpPr>
        <p:spPr>
          <a:xfrm rot="5400000">
            <a:off x="-1596150" y="-854219"/>
            <a:ext cx="3561783" cy="3029652"/>
          </a:xfrm>
          <a:custGeom>
            <a:avLst/>
            <a:gdLst/>
            <a:ahLst/>
            <a:cxnLst/>
            <a:rect l="l" t="t" r="r" b="b"/>
            <a:pathLst>
              <a:path w="61178" h="52038" extrusionOk="0">
                <a:moveTo>
                  <a:pt x="4170" y="12043"/>
                </a:moveTo>
                <a:cubicBezTo>
                  <a:pt x="7339" y="7239"/>
                  <a:pt x="14177" y="1"/>
                  <a:pt x="24184" y="5571"/>
                </a:cubicBezTo>
                <a:cubicBezTo>
                  <a:pt x="34191" y="11142"/>
                  <a:pt x="29988" y="17146"/>
                  <a:pt x="34024" y="21249"/>
                </a:cubicBezTo>
                <a:cubicBezTo>
                  <a:pt x="38061" y="25319"/>
                  <a:pt x="43198" y="25586"/>
                  <a:pt x="51103" y="27253"/>
                </a:cubicBezTo>
                <a:cubicBezTo>
                  <a:pt x="58976" y="28921"/>
                  <a:pt x="61177" y="36093"/>
                  <a:pt x="54472" y="41664"/>
                </a:cubicBezTo>
                <a:cubicBezTo>
                  <a:pt x="47801" y="47268"/>
                  <a:pt x="33758" y="52038"/>
                  <a:pt x="26819" y="46467"/>
                </a:cubicBezTo>
                <a:cubicBezTo>
                  <a:pt x="19848" y="40930"/>
                  <a:pt x="11108" y="34826"/>
                  <a:pt x="5537" y="31590"/>
                </a:cubicBezTo>
                <a:cubicBezTo>
                  <a:pt x="0" y="28388"/>
                  <a:pt x="967" y="16879"/>
                  <a:pt x="4170" y="12043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9" name="Google Shape;299;p46"/>
          <p:cNvSpPr/>
          <p:nvPr/>
        </p:nvSpPr>
        <p:spPr>
          <a:xfrm>
            <a:off x="7699300" y="2874875"/>
            <a:ext cx="1176089" cy="1535988"/>
          </a:xfrm>
          <a:custGeom>
            <a:avLst/>
            <a:gdLst/>
            <a:ahLst/>
            <a:cxnLst/>
            <a:rect l="l" t="t" r="r" b="b"/>
            <a:pathLst>
              <a:path w="17277" h="22564" extrusionOk="0">
                <a:moveTo>
                  <a:pt x="9074" y="0"/>
                </a:moveTo>
                <a:cubicBezTo>
                  <a:pt x="8555" y="0"/>
                  <a:pt x="8010" y="60"/>
                  <a:pt x="7441" y="188"/>
                </a:cubicBezTo>
                <a:cubicBezTo>
                  <a:pt x="2543" y="1285"/>
                  <a:pt x="1" y="6692"/>
                  <a:pt x="54" y="12607"/>
                </a:cubicBezTo>
                <a:cubicBezTo>
                  <a:pt x="134" y="18683"/>
                  <a:pt x="3989" y="22189"/>
                  <a:pt x="8592" y="22564"/>
                </a:cubicBezTo>
                <a:cubicBezTo>
                  <a:pt x="14641" y="22082"/>
                  <a:pt x="16354" y="18388"/>
                  <a:pt x="16836" y="12312"/>
                </a:cubicBezTo>
                <a:cubicBezTo>
                  <a:pt x="17276" y="6737"/>
                  <a:pt x="14567" y="0"/>
                  <a:pt x="9074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0" name="Google Shape;300;p46"/>
          <p:cNvSpPr txBox="1">
            <a:spLocks noGrp="1"/>
          </p:cNvSpPr>
          <p:nvPr>
            <p:ph type="body" idx="1"/>
          </p:nvPr>
        </p:nvSpPr>
        <p:spPr>
          <a:xfrm>
            <a:off x="1101975" y="2260925"/>
            <a:ext cx="2954400" cy="153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sz="1600"/>
            </a:lvl1pPr>
            <a:lvl2pPr marL="914400" lvl="1" indent="-31750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sz="1200"/>
            </a:lvl2pPr>
            <a:lvl3pPr marL="1371600" lvl="2" indent="-31750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sz="1200"/>
            </a:lvl3pPr>
            <a:lvl4pPr marL="1828800" lvl="3" indent="-31750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sz="1200"/>
            </a:lvl4pPr>
            <a:lvl5pPr marL="2286000" lvl="4" indent="-31750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sz="1200"/>
            </a:lvl5pPr>
            <a:lvl6pPr marL="2743200" lvl="5" indent="-31750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sz="1200"/>
            </a:lvl6pPr>
            <a:lvl7pPr marL="3200400" lvl="6" indent="-31750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sz="1200"/>
            </a:lvl7pPr>
            <a:lvl8pPr marL="3657600" lvl="7" indent="-31750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sz="1200"/>
            </a:lvl8pPr>
            <a:lvl9pPr marL="4114800" lvl="8" indent="-31750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sz="1200"/>
            </a:lvl9pPr>
          </a:lstStyle>
          <a:p>
            <a:endParaRPr/>
          </a:p>
        </p:txBody>
      </p:sp>
      <p:sp>
        <p:nvSpPr>
          <p:cNvPr id="301" name="Google Shape;301;p46"/>
          <p:cNvSpPr txBox="1">
            <a:spLocks noGrp="1"/>
          </p:cNvSpPr>
          <p:nvPr>
            <p:ph type="body" idx="2"/>
          </p:nvPr>
        </p:nvSpPr>
        <p:spPr>
          <a:xfrm>
            <a:off x="5071000" y="2260925"/>
            <a:ext cx="2954400" cy="153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sz="1600"/>
            </a:lvl1pPr>
            <a:lvl2pPr marL="914400" lvl="1" indent="-31750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sz="1200"/>
            </a:lvl2pPr>
            <a:lvl3pPr marL="1371600" lvl="2" indent="-31750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sz="1200"/>
            </a:lvl3pPr>
            <a:lvl4pPr marL="1828800" lvl="3" indent="-31750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sz="1200"/>
            </a:lvl4pPr>
            <a:lvl5pPr marL="2286000" lvl="4" indent="-31750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sz="1200"/>
            </a:lvl5pPr>
            <a:lvl6pPr marL="2743200" lvl="5" indent="-31750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sz="1200"/>
            </a:lvl6pPr>
            <a:lvl7pPr marL="3200400" lvl="6" indent="-31750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sz="1200"/>
            </a:lvl7pPr>
            <a:lvl8pPr marL="3657600" lvl="7" indent="-31750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sz="1200"/>
            </a:lvl8pPr>
            <a:lvl9pPr marL="4114800" lvl="8" indent="-31750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sz="1200"/>
            </a:lvl9pPr>
          </a:lstStyle>
          <a:p>
            <a:endParaRPr/>
          </a:p>
        </p:txBody>
      </p:sp>
      <p:sp>
        <p:nvSpPr>
          <p:cNvPr id="302" name="Google Shape;302;p46"/>
          <p:cNvSpPr txBox="1">
            <a:spLocks noGrp="1"/>
          </p:cNvSpPr>
          <p:nvPr>
            <p:ph type="title"/>
          </p:nvPr>
        </p:nvSpPr>
        <p:spPr>
          <a:xfrm>
            <a:off x="713250" y="523025"/>
            <a:ext cx="7717500" cy="541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>
                <a:solidFill>
                  <a:schemeClr val="accen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3" name="Google Shape;303;p46"/>
          <p:cNvSpPr txBox="1">
            <a:spLocks noGrp="1"/>
          </p:cNvSpPr>
          <p:nvPr>
            <p:ph type="subTitle" idx="3"/>
          </p:nvPr>
        </p:nvSpPr>
        <p:spPr>
          <a:xfrm>
            <a:off x="1118600" y="1666100"/>
            <a:ext cx="2954400" cy="46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200"/>
              <a:buFont typeface="Hammersmith One"/>
              <a:buNone/>
              <a:defRPr sz="2200" b="1">
                <a:solidFill>
                  <a:schemeClr val="dk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4" name="Google Shape;304;p46"/>
          <p:cNvSpPr txBox="1">
            <a:spLocks noGrp="1"/>
          </p:cNvSpPr>
          <p:nvPr>
            <p:ph type="subTitle" idx="4"/>
          </p:nvPr>
        </p:nvSpPr>
        <p:spPr>
          <a:xfrm>
            <a:off x="5071000" y="1666100"/>
            <a:ext cx="2954400" cy="46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200"/>
              <a:buFont typeface="Hammersmith One"/>
              <a:buNone/>
              <a:defRPr sz="2200" b="1">
                <a:solidFill>
                  <a:schemeClr val="dk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5" name="Google Shape;305;p46"/>
          <p:cNvSpPr/>
          <p:nvPr/>
        </p:nvSpPr>
        <p:spPr>
          <a:xfrm rot="-1390808" flipH="1">
            <a:off x="4052075" y="2819900"/>
            <a:ext cx="1938821" cy="3305584"/>
          </a:xfrm>
          <a:custGeom>
            <a:avLst/>
            <a:gdLst/>
            <a:ahLst/>
            <a:cxnLst/>
            <a:rect l="l" t="t" r="r" b="b"/>
            <a:pathLst>
              <a:path w="19210" h="32752" extrusionOk="0">
                <a:moveTo>
                  <a:pt x="14053" y="490"/>
                </a:moveTo>
                <a:lnTo>
                  <a:pt x="14053" y="490"/>
                </a:lnTo>
                <a:cubicBezTo>
                  <a:pt x="14026" y="597"/>
                  <a:pt x="13999" y="758"/>
                  <a:pt x="13972" y="918"/>
                </a:cubicBezTo>
                <a:cubicBezTo>
                  <a:pt x="13972" y="865"/>
                  <a:pt x="13972" y="838"/>
                  <a:pt x="13946" y="838"/>
                </a:cubicBezTo>
                <a:cubicBezTo>
                  <a:pt x="13972" y="731"/>
                  <a:pt x="14026" y="597"/>
                  <a:pt x="14053" y="490"/>
                </a:cubicBezTo>
                <a:close/>
                <a:moveTo>
                  <a:pt x="13651" y="1560"/>
                </a:moveTo>
                <a:lnTo>
                  <a:pt x="13651" y="1560"/>
                </a:lnTo>
                <a:cubicBezTo>
                  <a:pt x="13276" y="3862"/>
                  <a:pt x="12045" y="5923"/>
                  <a:pt x="11189" y="8038"/>
                </a:cubicBezTo>
                <a:cubicBezTo>
                  <a:pt x="10522" y="9665"/>
                  <a:pt x="10466" y="11531"/>
                  <a:pt x="10493" y="13318"/>
                </a:cubicBezTo>
                <a:lnTo>
                  <a:pt x="10493" y="13318"/>
                </a:lnTo>
                <a:cubicBezTo>
                  <a:pt x="10490" y="13217"/>
                  <a:pt x="10464" y="13118"/>
                  <a:pt x="10439" y="13043"/>
                </a:cubicBezTo>
                <a:cubicBezTo>
                  <a:pt x="10091" y="10634"/>
                  <a:pt x="9904" y="8412"/>
                  <a:pt x="11001" y="6191"/>
                </a:cubicBezTo>
                <a:cubicBezTo>
                  <a:pt x="11724" y="4772"/>
                  <a:pt x="12714" y="3541"/>
                  <a:pt x="13410" y="2123"/>
                </a:cubicBezTo>
                <a:cubicBezTo>
                  <a:pt x="13491" y="1935"/>
                  <a:pt x="13571" y="1748"/>
                  <a:pt x="13651" y="1560"/>
                </a:cubicBezTo>
                <a:close/>
                <a:moveTo>
                  <a:pt x="13972" y="945"/>
                </a:moveTo>
                <a:lnTo>
                  <a:pt x="13972" y="945"/>
                </a:lnTo>
                <a:cubicBezTo>
                  <a:pt x="13972" y="1079"/>
                  <a:pt x="13946" y="1212"/>
                  <a:pt x="13946" y="1346"/>
                </a:cubicBezTo>
                <a:cubicBezTo>
                  <a:pt x="13946" y="2524"/>
                  <a:pt x="13758" y="3702"/>
                  <a:pt x="13517" y="4853"/>
                </a:cubicBezTo>
                <a:cubicBezTo>
                  <a:pt x="12821" y="7877"/>
                  <a:pt x="11376" y="10580"/>
                  <a:pt x="10760" y="13605"/>
                </a:cubicBezTo>
                <a:cubicBezTo>
                  <a:pt x="10787" y="11357"/>
                  <a:pt x="10921" y="9189"/>
                  <a:pt x="11858" y="7074"/>
                </a:cubicBezTo>
                <a:cubicBezTo>
                  <a:pt x="12741" y="5094"/>
                  <a:pt x="13785" y="3140"/>
                  <a:pt x="13972" y="945"/>
                </a:cubicBezTo>
                <a:close/>
                <a:moveTo>
                  <a:pt x="5002" y="14350"/>
                </a:moveTo>
                <a:cubicBezTo>
                  <a:pt x="5585" y="14350"/>
                  <a:pt x="6085" y="14646"/>
                  <a:pt x="6746" y="15104"/>
                </a:cubicBezTo>
                <a:cubicBezTo>
                  <a:pt x="6879" y="15184"/>
                  <a:pt x="7013" y="15264"/>
                  <a:pt x="7147" y="15372"/>
                </a:cubicBezTo>
                <a:cubicBezTo>
                  <a:pt x="6694" y="15252"/>
                  <a:pt x="6232" y="15200"/>
                  <a:pt x="5767" y="15200"/>
                </a:cubicBezTo>
                <a:cubicBezTo>
                  <a:pt x="4364" y="15200"/>
                  <a:pt x="2927" y="15672"/>
                  <a:pt x="1580" y="16174"/>
                </a:cubicBezTo>
                <a:cubicBezTo>
                  <a:pt x="2329" y="15666"/>
                  <a:pt x="3025" y="15077"/>
                  <a:pt x="3855" y="14676"/>
                </a:cubicBezTo>
                <a:cubicBezTo>
                  <a:pt x="4297" y="14450"/>
                  <a:pt x="4663" y="14350"/>
                  <a:pt x="5002" y="14350"/>
                </a:cubicBezTo>
                <a:close/>
                <a:moveTo>
                  <a:pt x="5753" y="15432"/>
                </a:moveTo>
                <a:cubicBezTo>
                  <a:pt x="6514" y="15432"/>
                  <a:pt x="7262" y="15581"/>
                  <a:pt x="7977" y="15960"/>
                </a:cubicBezTo>
                <a:cubicBezTo>
                  <a:pt x="8619" y="16389"/>
                  <a:pt x="9208" y="16870"/>
                  <a:pt x="9743" y="17406"/>
                </a:cubicBezTo>
                <a:cubicBezTo>
                  <a:pt x="8352" y="16737"/>
                  <a:pt x="6906" y="16389"/>
                  <a:pt x="5381" y="16335"/>
                </a:cubicBezTo>
                <a:lnTo>
                  <a:pt x="4765" y="16335"/>
                </a:lnTo>
                <a:cubicBezTo>
                  <a:pt x="3828" y="16335"/>
                  <a:pt x="2918" y="16469"/>
                  <a:pt x="1981" y="16576"/>
                </a:cubicBezTo>
                <a:cubicBezTo>
                  <a:pt x="1633" y="16603"/>
                  <a:pt x="1312" y="16629"/>
                  <a:pt x="964" y="16656"/>
                </a:cubicBezTo>
                <a:cubicBezTo>
                  <a:pt x="2489" y="16094"/>
                  <a:pt x="4149" y="15432"/>
                  <a:pt x="5753" y="15432"/>
                </a:cubicBezTo>
                <a:close/>
                <a:moveTo>
                  <a:pt x="18748" y="11060"/>
                </a:moveTo>
                <a:cubicBezTo>
                  <a:pt x="18737" y="11089"/>
                  <a:pt x="18737" y="11129"/>
                  <a:pt x="18737" y="11169"/>
                </a:cubicBezTo>
                <a:cubicBezTo>
                  <a:pt x="18603" y="11892"/>
                  <a:pt x="18442" y="12588"/>
                  <a:pt x="18282" y="13284"/>
                </a:cubicBezTo>
                <a:cubicBezTo>
                  <a:pt x="17907" y="14729"/>
                  <a:pt x="17291" y="16255"/>
                  <a:pt x="16087" y="17165"/>
                </a:cubicBezTo>
                <a:cubicBezTo>
                  <a:pt x="14963" y="17995"/>
                  <a:pt x="13223" y="18289"/>
                  <a:pt x="12045" y="19119"/>
                </a:cubicBezTo>
                <a:cubicBezTo>
                  <a:pt x="12473" y="18342"/>
                  <a:pt x="12955" y="17700"/>
                  <a:pt x="13785" y="17218"/>
                </a:cubicBezTo>
                <a:cubicBezTo>
                  <a:pt x="14508" y="16790"/>
                  <a:pt x="15257" y="16469"/>
                  <a:pt x="15873" y="15907"/>
                </a:cubicBezTo>
                <a:cubicBezTo>
                  <a:pt x="16542" y="15291"/>
                  <a:pt x="17077" y="14408"/>
                  <a:pt x="17532" y="13659"/>
                </a:cubicBezTo>
                <a:cubicBezTo>
                  <a:pt x="18036" y="12864"/>
                  <a:pt x="18250" y="11859"/>
                  <a:pt x="18748" y="11060"/>
                </a:cubicBezTo>
                <a:close/>
                <a:moveTo>
                  <a:pt x="18549" y="10928"/>
                </a:moveTo>
                <a:lnTo>
                  <a:pt x="18549" y="10928"/>
                </a:lnTo>
                <a:cubicBezTo>
                  <a:pt x="18201" y="11517"/>
                  <a:pt x="18014" y="12213"/>
                  <a:pt x="17693" y="12856"/>
                </a:cubicBezTo>
                <a:cubicBezTo>
                  <a:pt x="17184" y="13899"/>
                  <a:pt x="16488" y="14863"/>
                  <a:pt x="15712" y="15719"/>
                </a:cubicBezTo>
                <a:cubicBezTo>
                  <a:pt x="15016" y="16469"/>
                  <a:pt x="13919" y="16844"/>
                  <a:pt x="13062" y="17379"/>
                </a:cubicBezTo>
                <a:cubicBezTo>
                  <a:pt x="12313" y="17861"/>
                  <a:pt x="11911" y="18798"/>
                  <a:pt x="11510" y="19547"/>
                </a:cubicBezTo>
                <a:cubicBezTo>
                  <a:pt x="11485" y="19571"/>
                  <a:pt x="11461" y="19573"/>
                  <a:pt x="11457" y="19594"/>
                </a:cubicBezTo>
                <a:lnTo>
                  <a:pt x="11457" y="19594"/>
                </a:lnTo>
                <a:cubicBezTo>
                  <a:pt x="11836" y="15557"/>
                  <a:pt x="16249" y="13818"/>
                  <a:pt x="18549" y="10928"/>
                </a:cubicBezTo>
                <a:close/>
                <a:moveTo>
                  <a:pt x="6505" y="16683"/>
                </a:moveTo>
                <a:lnTo>
                  <a:pt x="6505" y="16683"/>
                </a:lnTo>
                <a:cubicBezTo>
                  <a:pt x="7763" y="16844"/>
                  <a:pt x="8994" y="17245"/>
                  <a:pt x="10145" y="17914"/>
                </a:cubicBezTo>
                <a:cubicBezTo>
                  <a:pt x="10573" y="18450"/>
                  <a:pt x="10921" y="19065"/>
                  <a:pt x="11135" y="19788"/>
                </a:cubicBezTo>
                <a:cubicBezTo>
                  <a:pt x="9315" y="19172"/>
                  <a:pt x="8191" y="17432"/>
                  <a:pt x="6505" y="16683"/>
                </a:cubicBezTo>
                <a:close/>
                <a:moveTo>
                  <a:pt x="6772" y="20270"/>
                </a:moveTo>
                <a:cubicBezTo>
                  <a:pt x="7736" y="21581"/>
                  <a:pt x="9342" y="22384"/>
                  <a:pt x="10466" y="23535"/>
                </a:cubicBezTo>
                <a:cubicBezTo>
                  <a:pt x="9074" y="22598"/>
                  <a:pt x="7120" y="22331"/>
                  <a:pt x="6826" y="20350"/>
                </a:cubicBezTo>
                <a:cubicBezTo>
                  <a:pt x="6799" y="20323"/>
                  <a:pt x="6772" y="20296"/>
                  <a:pt x="6746" y="20270"/>
                </a:cubicBezTo>
                <a:close/>
                <a:moveTo>
                  <a:pt x="16221" y="20698"/>
                </a:moveTo>
                <a:cubicBezTo>
                  <a:pt x="15685" y="21635"/>
                  <a:pt x="14267" y="22304"/>
                  <a:pt x="13464" y="22812"/>
                </a:cubicBezTo>
                <a:cubicBezTo>
                  <a:pt x="12955" y="23187"/>
                  <a:pt x="12233" y="23615"/>
                  <a:pt x="11831" y="24177"/>
                </a:cubicBezTo>
                <a:cubicBezTo>
                  <a:pt x="12286" y="22357"/>
                  <a:pt x="14722" y="21768"/>
                  <a:pt x="16221" y="20698"/>
                </a:cubicBezTo>
                <a:close/>
                <a:moveTo>
                  <a:pt x="6692" y="20939"/>
                </a:moveTo>
                <a:cubicBezTo>
                  <a:pt x="7388" y="22893"/>
                  <a:pt x="9957" y="22866"/>
                  <a:pt x="11135" y="24445"/>
                </a:cubicBezTo>
                <a:cubicBezTo>
                  <a:pt x="9395" y="23481"/>
                  <a:pt x="6772" y="23080"/>
                  <a:pt x="6692" y="20939"/>
                </a:cubicBezTo>
                <a:close/>
                <a:moveTo>
                  <a:pt x="16194" y="21126"/>
                </a:moveTo>
                <a:cubicBezTo>
                  <a:pt x="15766" y="22304"/>
                  <a:pt x="14749" y="22919"/>
                  <a:pt x="13571" y="23455"/>
                </a:cubicBezTo>
                <a:cubicBezTo>
                  <a:pt x="12982" y="23722"/>
                  <a:pt x="12393" y="24017"/>
                  <a:pt x="11938" y="24445"/>
                </a:cubicBezTo>
                <a:cubicBezTo>
                  <a:pt x="12447" y="23562"/>
                  <a:pt x="13785" y="22919"/>
                  <a:pt x="14534" y="22411"/>
                </a:cubicBezTo>
                <a:cubicBezTo>
                  <a:pt x="15070" y="22063"/>
                  <a:pt x="15739" y="21661"/>
                  <a:pt x="16194" y="21126"/>
                </a:cubicBezTo>
                <a:close/>
                <a:moveTo>
                  <a:pt x="14048" y="0"/>
                </a:moveTo>
                <a:cubicBezTo>
                  <a:pt x="14002" y="0"/>
                  <a:pt x="13958" y="28"/>
                  <a:pt x="13946" y="88"/>
                </a:cubicBezTo>
                <a:cubicBezTo>
                  <a:pt x="13196" y="2390"/>
                  <a:pt x="11751" y="4183"/>
                  <a:pt x="10680" y="6298"/>
                </a:cubicBezTo>
                <a:cubicBezTo>
                  <a:pt x="9610" y="8466"/>
                  <a:pt x="9877" y="10795"/>
                  <a:pt x="10225" y="13096"/>
                </a:cubicBezTo>
                <a:cubicBezTo>
                  <a:pt x="10305" y="13766"/>
                  <a:pt x="10413" y="14435"/>
                  <a:pt x="10520" y="15104"/>
                </a:cubicBezTo>
                <a:cubicBezTo>
                  <a:pt x="10520" y="15131"/>
                  <a:pt x="10520" y="15157"/>
                  <a:pt x="10520" y="15157"/>
                </a:cubicBezTo>
                <a:cubicBezTo>
                  <a:pt x="10520" y="15184"/>
                  <a:pt x="10520" y="15211"/>
                  <a:pt x="10546" y="15211"/>
                </a:cubicBezTo>
                <a:cubicBezTo>
                  <a:pt x="10734" y="16469"/>
                  <a:pt x="10921" y="17727"/>
                  <a:pt x="11082" y="18985"/>
                </a:cubicBezTo>
                <a:cubicBezTo>
                  <a:pt x="10520" y="17700"/>
                  <a:pt x="9502" y="16737"/>
                  <a:pt x="8352" y="15907"/>
                </a:cubicBezTo>
                <a:cubicBezTo>
                  <a:pt x="8352" y="15880"/>
                  <a:pt x="8352" y="15853"/>
                  <a:pt x="8325" y="15853"/>
                </a:cubicBezTo>
                <a:cubicBezTo>
                  <a:pt x="8298" y="15853"/>
                  <a:pt x="8271" y="15827"/>
                  <a:pt x="8271" y="15827"/>
                </a:cubicBezTo>
                <a:cubicBezTo>
                  <a:pt x="7602" y="15345"/>
                  <a:pt x="6906" y="14890"/>
                  <a:pt x="6237" y="14461"/>
                </a:cubicBezTo>
                <a:cubicBezTo>
                  <a:pt x="5829" y="14193"/>
                  <a:pt x="5417" y="14081"/>
                  <a:pt x="5004" y="14081"/>
                </a:cubicBezTo>
                <a:cubicBezTo>
                  <a:pt x="3280" y="14081"/>
                  <a:pt x="1550" y="16040"/>
                  <a:pt x="81" y="16710"/>
                </a:cubicBezTo>
                <a:cubicBezTo>
                  <a:pt x="27" y="16737"/>
                  <a:pt x="1" y="16790"/>
                  <a:pt x="27" y="16844"/>
                </a:cubicBezTo>
                <a:cubicBezTo>
                  <a:pt x="27" y="16870"/>
                  <a:pt x="54" y="16870"/>
                  <a:pt x="54" y="16870"/>
                </a:cubicBezTo>
                <a:cubicBezTo>
                  <a:pt x="54" y="16870"/>
                  <a:pt x="54" y="16897"/>
                  <a:pt x="81" y="16897"/>
                </a:cubicBezTo>
                <a:cubicBezTo>
                  <a:pt x="81" y="16924"/>
                  <a:pt x="108" y="16924"/>
                  <a:pt x="108" y="16924"/>
                </a:cubicBezTo>
                <a:lnTo>
                  <a:pt x="135" y="16924"/>
                </a:lnTo>
                <a:cubicBezTo>
                  <a:pt x="1580" y="16924"/>
                  <a:pt x="2972" y="16656"/>
                  <a:pt x="4390" y="16576"/>
                </a:cubicBezTo>
                <a:lnTo>
                  <a:pt x="5354" y="16576"/>
                </a:lnTo>
                <a:cubicBezTo>
                  <a:pt x="7736" y="16870"/>
                  <a:pt x="8967" y="19413"/>
                  <a:pt x="11242" y="20082"/>
                </a:cubicBezTo>
                <a:cubicBezTo>
                  <a:pt x="11376" y="21367"/>
                  <a:pt x="11483" y="22679"/>
                  <a:pt x="11483" y="23990"/>
                </a:cubicBezTo>
                <a:cubicBezTo>
                  <a:pt x="11483" y="24124"/>
                  <a:pt x="11483" y="24284"/>
                  <a:pt x="11483" y="24445"/>
                </a:cubicBezTo>
                <a:cubicBezTo>
                  <a:pt x="10413" y="22545"/>
                  <a:pt x="7977" y="21715"/>
                  <a:pt x="6799" y="19895"/>
                </a:cubicBezTo>
                <a:cubicBezTo>
                  <a:pt x="6778" y="19863"/>
                  <a:pt x="6740" y="19848"/>
                  <a:pt x="6701" y="19848"/>
                </a:cubicBezTo>
                <a:cubicBezTo>
                  <a:pt x="6640" y="19848"/>
                  <a:pt x="6574" y="19884"/>
                  <a:pt x="6558" y="19948"/>
                </a:cubicBezTo>
                <a:cubicBezTo>
                  <a:pt x="6237" y="21340"/>
                  <a:pt x="6719" y="22411"/>
                  <a:pt x="7897" y="23241"/>
                </a:cubicBezTo>
                <a:cubicBezTo>
                  <a:pt x="8967" y="23990"/>
                  <a:pt x="10386" y="24177"/>
                  <a:pt x="11456" y="24954"/>
                </a:cubicBezTo>
                <a:cubicBezTo>
                  <a:pt x="11349" y="27523"/>
                  <a:pt x="10734" y="30093"/>
                  <a:pt x="10145" y="32609"/>
                </a:cubicBezTo>
                <a:cubicBezTo>
                  <a:pt x="10112" y="32690"/>
                  <a:pt x="10188" y="32751"/>
                  <a:pt x="10265" y="32751"/>
                </a:cubicBezTo>
                <a:cubicBezTo>
                  <a:pt x="10315" y="32751"/>
                  <a:pt x="10365" y="32725"/>
                  <a:pt x="10386" y="32662"/>
                </a:cubicBezTo>
                <a:cubicBezTo>
                  <a:pt x="10760" y="31003"/>
                  <a:pt x="11108" y="29343"/>
                  <a:pt x="11430" y="27684"/>
                </a:cubicBezTo>
                <a:cubicBezTo>
                  <a:pt x="11563" y="26854"/>
                  <a:pt x="11670" y="26024"/>
                  <a:pt x="11697" y="25194"/>
                </a:cubicBezTo>
                <a:cubicBezTo>
                  <a:pt x="12179" y="24017"/>
                  <a:pt x="13839" y="23669"/>
                  <a:pt x="14829" y="23080"/>
                </a:cubicBezTo>
                <a:cubicBezTo>
                  <a:pt x="15899" y="22491"/>
                  <a:pt x="16488" y="21581"/>
                  <a:pt x="16595" y="20377"/>
                </a:cubicBezTo>
                <a:cubicBezTo>
                  <a:pt x="16595" y="20350"/>
                  <a:pt x="16595" y="20350"/>
                  <a:pt x="16595" y="20323"/>
                </a:cubicBezTo>
                <a:cubicBezTo>
                  <a:pt x="16622" y="20270"/>
                  <a:pt x="16569" y="20243"/>
                  <a:pt x="16515" y="20216"/>
                </a:cubicBezTo>
                <a:lnTo>
                  <a:pt x="16462" y="20216"/>
                </a:lnTo>
                <a:cubicBezTo>
                  <a:pt x="16435" y="20216"/>
                  <a:pt x="16435" y="20243"/>
                  <a:pt x="16408" y="20243"/>
                </a:cubicBezTo>
                <a:cubicBezTo>
                  <a:pt x="15043" y="21474"/>
                  <a:pt x="12473" y="21983"/>
                  <a:pt x="11724" y="23722"/>
                </a:cubicBezTo>
                <a:cubicBezTo>
                  <a:pt x="11724" y="22571"/>
                  <a:pt x="11644" y="21447"/>
                  <a:pt x="11510" y="20323"/>
                </a:cubicBezTo>
                <a:cubicBezTo>
                  <a:pt x="11510" y="20189"/>
                  <a:pt x="11483" y="20082"/>
                  <a:pt x="11483" y="19948"/>
                </a:cubicBezTo>
                <a:cubicBezTo>
                  <a:pt x="12072" y="19172"/>
                  <a:pt x="13250" y="18824"/>
                  <a:pt x="14106" y="18450"/>
                </a:cubicBezTo>
                <a:cubicBezTo>
                  <a:pt x="15070" y="18021"/>
                  <a:pt x="16060" y="17593"/>
                  <a:pt x="16809" y="16844"/>
                </a:cubicBezTo>
                <a:cubicBezTo>
                  <a:pt x="18522" y="15157"/>
                  <a:pt x="18790" y="12160"/>
                  <a:pt x="19192" y="9938"/>
                </a:cubicBezTo>
                <a:cubicBezTo>
                  <a:pt x="19210" y="9848"/>
                  <a:pt x="19130" y="9770"/>
                  <a:pt x="19060" y="9770"/>
                </a:cubicBezTo>
                <a:cubicBezTo>
                  <a:pt x="19026" y="9770"/>
                  <a:pt x="18995" y="9788"/>
                  <a:pt x="18978" y="9831"/>
                </a:cubicBezTo>
                <a:cubicBezTo>
                  <a:pt x="18014" y="11758"/>
                  <a:pt x="15846" y="13070"/>
                  <a:pt x="14294" y="14488"/>
                </a:cubicBezTo>
                <a:cubicBezTo>
                  <a:pt x="12982" y="15693"/>
                  <a:pt x="11751" y="17138"/>
                  <a:pt x="11349" y="18851"/>
                </a:cubicBezTo>
                <a:cubicBezTo>
                  <a:pt x="11162" y="17593"/>
                  <a:pt x="10975" y="16335"/>
                  <a:pt x="10760" y="15104"/>
                </a:cubicBezTo>
                <a:cubicBezTo>
                  <a:pt x="11028" y="12534"/>
                  <a:pt x="11911" y="10233"/>
                  <a:pt x="12821" y="7877"/>
                </a:cubicBezTo>
                <a:cubicBezTo>
                  <a:pt x="13758" y="5334"/>
                  <a:pt x="14267" y="2818"/>
                  <a:pt x="14160" y="115"/>
                </a:cubicBezTo>
                <a:cubicBezTo>
                  <a:pt x="14160" y="42"/>
                  <a:pt x="14103" y="0"/>
                  <a:pt x="14048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47"/>
          <p:cNvSpPr/>
          <p:nvPr/>
        </p:nvSpPr>
        <p:spPr>
          <a:xfrm rot="-996204" flipH="1">
            <a:off x="-917706" y="-448408"/>
            <a:ext cx="3403937" cy="3389824"/>
          </a:xfrm>
          <a:custGeom>
            <a:avLst/>
            <a:gdLst/>
            <a:ahLst/>
            <a:cxnLst/>
            <a:rect l="l" t="t" r="r" b="b"/>
            <a:pathLst>
              <a:path w="48235" h="48035" extrusionOk="0">
                <a:moveTo>
                  <a:pt x="3770" y="17379"/>
                </a:moveTo>
                <a:cubicBezTo>
                  <a:pt x="7573" y="20948"/>
                  <a:pt x="10108" y="20948"/>
                  <a:pt x="20515" y="21349"/>
                </a:cubicBezTo>
                <a:cubicBezTo>
                  <a:pt x="30956" y="21782"/>
                  <a:pt x="19314" y="35525"/>
                  <a:pt x="27520" y="41797"/>
                </a:cubicBezTo>
                <a:cubicBezTo>
                  <a:pt x="35726" y="48034"/>
                  <a:pt x="48235" y="37827"/>
                  <a:pt x="48235" y="26986"/>
                </a:cubicBezTo>
                <a:cubicBezTo>
                  <a:pt x="48235" y="16145"/>
                  <a:pt x="35026" y="0"/>
                  <a:pt x="18080" y="867"/>
                </a:cubicBezTo>
                <a:cubicBezTo>
                  <a:pt x="1135" y="1768"/>
                  <a:pt x="1" y="13843"/>
                  <a:pt x="3770" y="17379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8" name="Google Shape;308;p47"/>
          <p:cNvSpPr txBox="1">
            <a:spLocks noGrp="1"/>
          </p:cNvSpPr>
          <p:nvPr>
            <p:ph type="title"/>
          </p:nvPr>
        </p:nvSpPr>
        <p:spPr>
          <a:xfrm>
            <a:off x="713250" y="523025"/>
            <a:ext cx="7717500" cy="541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>
                <a:solidFill>
                  <a:schemeClr val="accen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9" name="Google Shape;309;p47"/>
          <p:cNvSpPr/>
          <p:nvPr/>
        </p:nvSpPr>
        <p:spPr>
          <a:xfrm rot="7619243">
            <a:off x="7150868" y="2766901"/>
            <a:ext cx="3210914" cy="3197601"/>
          </a:xfrm>
          <a:custGeom>
            <a:avLst/>
            <a:gdLst/>
            <a:ahLst/>
            <a:cxnLst/>
            <a:rect l="l" t="t" r="r" b="b"/>
            <a:pathLst>
              <a:path w="48235" h="48035" extrusionOk="0">
                <a:moveTo>
                  <a:pt x="3770" y="17379"/>
                </a:moveTo>
                <a:cubicBezTo>
                  <a:pt x="7573" y="20948"/>
                  <a:pt x="10108" y="20948"/>
                  <a:pt x="20515" y="21349"/>
                </a:cubicBezTo>
                <a:cubicBezTo>
                  <a:pt x="30956" y="21782"/>
                  <a:pt x="19314" y="35525"/>
                  <a:pt x="27520" y="41797"/>
                </a:cubicBezTo>
                <a:cubicBezTo>
                  <a:pt x="35726" y="48034"/>
                  <a:pt x="48235" y="37827"/>
                  <a:pt x="48235" y="26986"/>
                </a:cubicBezTo>
                <a:cubicBezTo>
                  <a:pt x="48235" y="16145"/>
                  <a:pt x="35026" y="0"/>
                  <a:pt x="18080" y="867"/>
                </a:cubicBezTo>
                <a:cubicBezTo>
                  <a:pt x="1135" y="1768"/>
                  <a:pt x="1" y="13843"/>
                  <a:pt x="3770" y="17379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48"/>
          <p:cNvSpPr txBox="1">
            <a:spLocks noGrp="1"/>
          </p:cNvSpPr>
          <p:nvPr>
            <p:ph type="title"/>
          </p:nvPr>
        </p:nvSpPr>
        <p:spPr>
          <a:xfrm>
            <a:off x="713250" y="523025"/>
            <a:ext cx="7717500" cy="541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>
                <a:solidFill>
                  <a:schemeClr val="accen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12" name="Google Shape;312;p48"/>
          <p:cNvSpPr txBox="1">
            <a:spLocks noGrp="1"/>
          </p:cNvSpPr>
          <p:nvPr>
            <p:ph type="body" idx="1"/>
          </p:nvPr>
        </p:nvSpPr>
        <p:spPr>
          <a:xfrm>
            <a:off x="713225" y="1122325"/>
            <a:ext cx="7717500" cy="3580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Hammersmith One"/>
              <a:buAutoNum type="arabicPeriod"/>
              <a:defRPr sz="1600">
                <a:solidFill>
                  <a:srgbClr val="806860"/>
                </a:solidFill>
              </a:defRPr>
            </a:lvl1pPr>
            <a:lvl2pPr marL="914400" lvl="1" indent="-31750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Hammersmith One"/>
              <a:buAutoNum type="alphaLcPeriod"/>
              <a:defRPr sz="1600"/>
            </a:lvl2pPr>
            <a:lvl3pPr marL="1371600" lvl="2" indent="-317500" rtl="0">
              <a:spcBef>
                <a:spcPts val="0"/>
              </a:spcBef>
              <a:spcAft>
                <a:spcPts val="0"/>
              </a:spcAft>
              <a:buClr>
                <a:srgbClr val="FEDD4F"/>
              </a:buClr>
              <a:buSzPts val="1400"/>
              <a:buFont typeface="Hammersmith One"/>
              <a:buAutoNum type="romanLcPeriod"/>
              <a:defRPr sz="1200"/>
            </a:lvl3pPr>
            <a:lvl4pPr marL="1828800" lvl="3" indent="-317500" rtl="0">
              <a:spcBef>
                <a:spcPts val="0"/>
              </a:spcBef>
              <a:spcAft>
                <a:spcPts val="0"/>
              </a:spcAft>
              <a:buClr>
                <a:srgbClr val="FEDD4F"/>
              </a:buClr>
              <a:buSzPts val="1400"/>
              <a:buFont typeface="Hammersmith One"/>
              <a:buAutoNum type="arabicPeriod"/>
              <a:defRPr sz="1200"/>
            </a:lvl4pPr>
            <a:lvl5pPr marL="2286000" lvl="4" indent="-317500" rtl="0">
              <a:spcBef>
                <a:spcPts val="0"/>
              </a:spcBef>
              <a:spcAft>
                <a:spcPts val="0"/>
              </a:spcAft>
              <a:buClr>
                <a:srgbClr val="FEDD4F"/>
              </a:buClr>
              <a:buSzPts val="1400"/>
              <a:buFont typeface="Hammersmith One"/>
              <a:buAutoNum type="alphaLcPeriod"/>
              <a:defRPr sz="1200"/>
            </a:lvl5pPr>
            <a:lvl6pPr marL="2743200" lvl="5" indent="-317500" rtl="0">
              <a:spcBef>
                <a:spcPts val="0"/>
              </a:spcBef>
              <a:spcAft>
                <a:spcPts val="0"/>
              </a:spcAft>
              <a:buClr>
                <a:srgbClr val="FEDD4F"/>
              </a:buClr>
              <a:buSzPts val="1400"/>
              <a:buFont typeface="Hammersmith One"/>
              <a:buAutoNum type="romanLcPeriod"/>
              <a:defRPr sz="1200"/>
            </a:lvl6pPr>
            <a:lvl7pPr marL="3200400" lvl="6" indent="-317500" rtl="0">
              <a:spcBef>
                <a:spcPts val="0"/>
              </a:spcBef>
              <a:spcAft>
                <a:spcPts val="0"/>
              </a:spcAft>
              <a:buClr>
                <a:srgbClr val="FEDD4F"/>
              </a:buClr>
              <a:buSzPts val="1400"/>
              <a:buFont typeface="Hammersmith One"/>
              <a:buAutoNum type="arabicPeriod"/>
              <a:defRPr sz="1200"/>
            </a:lvl7pPr>
            <a:lvl8pPr marL="3657600" lvl="7" indent="-317500" rtl="0">
              <a:spcBef>
                <a:spcPts val="0"/>
              </a:spcBef>
              <a:spcAft>
                <a:spcPts val="0"/>
              </a:spcAft>
              <a:buClr>
                <a:srgbClr val="FEDD4F"/>
              </a:buClr>
              <a:buSzPts val="1400"/>
              <a:buFont typeface="Hammersmith One"/>
              <a:buAutoNum type="alphaLcPeriod"/>
              <a:defRPr sz="1200"/>
            </a:lvl8pPr>
            <a:lvl9pPr marL="4114800" lvl="8" indent="-317500" rtl="0">
              <a:spcBef>
                <a:spcPts val="0"/>
              </a:spcBef>
              <a:spcAft>
                <a:spcPts val="0"/>
              </a:spcAft>
              <a:buClr>
                <a:srgbClr val="FEDD4F"/>
              </a:buClr>
              <a:buSzPts val="1400"/>
              <a:buFont typeface="Hammersmith One"/>
              <a:buAutoNum type="romanLcPeriod"/>
              <a:defRPr sz="1200"/>
            </a:lvl9pPr>
          </a:lstStyle>
          <a:p>
            <a:endParaRPr/>
          </a:p>
        </p:txBody>
      </p:sp>
      <p:grpSp>
        <p:nvGrpSpPr>
          <p:cNvPr id="313" name="Google Shape;313;p48"/>
          <p:cNvGrpSpPr/>
          <p:nvPr/>
        </p:nvGrpSpPr>
        <p:grpSpPr>
          <a:xfrm>
            <a:off x="8039875" y="1772525"/>
            <a:ext cx="2052600" cy="2052600"/>
            <a:chOff x="-1185375" y="1414000"/>
            <a:chExt cx="2052600" cy="2052600"/>
          </a:xfrm>
        </p:grpSpPr>
        <p:sp>
          <p:nvSpPr>
            <p:cNvPr id="314" name="Google Shape;314;p48"/>
            <p:cNvSpPr/>
            <p:nvPr/>
          </p:nvSpPr>
          <p:spPr>
            <a:xfrm>
              <a:off x="-1185375" y="1414000"/>
              <a:ext cx="2052600" cy="20526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5" name="Google Shape;315;p48"/>
            <p:cNvSpPr/>
            <p:nvPr/>
          </p:nvSpPr>
          <p:spPr>
            <a:xfrm>
              <a:off x="-1140322" y="1463656"/>
              <a:ext cx="1962482" cy="1953284"/>
            </a:xfrm>
            <a:custGeom>
              <a:avLst/>
              <a:gdLst/>
              <a:ahLst/>
              <a:cxnLst/>
              <a:rect l="l" t="t" r="r" b="b"/>
              <a:pathLst>
                <a:path w="45663" h="45449" extrusionOk="0">
                  <a:moveTo>
                    <a:pt x="10947" y="4979"/>
                  </a:moveTo>
                  <a:lnTo>
                    <a:pt x="15605" y="7656"/>
                  </a:lnTo>
                  <a:lnTo>
                    <a:pt x="15605" y="13062"/>
                  </a:lnTo>
                  <a:lnTo>
                    <a:pt x="10947" y="15766"/>
                  </a:lnTo>
                  <a:lnTo>
                    <a:pt x="6263" y="13062"/>
                  </a:lnTo>
                  <a:lnTo>
                    <a:pt x="6263" y="7656"/>
                  </a:lnTo>
                  <a:lnTo>
                    <a:pt x="10947" y="4979"/>
                  </a:lnTo>
                  <a:close/>
                  <a:moveTo>
                    <a:pt x="20449" y="4979"/>
                  </a:moveTo>
                  <a:lnTo>
                    <a:pt x="25133" y="7656"/>
                  </a:lnTo>
                  <a:lnTo>
                    <a:pt x="25133" y="13062"/>
                  </a:lnTo>
                  <a:lnTo>
                    <a:pt x="20449" y="15766"/>
                  </a:lnTo>
                  <a:lnTo>
                    <a:pt x="15792" y="13062"/>
                  </a:lnTo>
                  <a:lnTo>
                    <a:pt x="15792" y="7656"/>
                  </a:lnTo>
                  <a:lnTo>
                    <a:pt x="20449" y="4979"/>
                  </a:lnTo>
                  <a:close/>
                  <a:moveTo>
                    <a:pt x="29978" y="4979"/>
                  </a:moveTo>
                  <a:lnTo>
                    <a:pt x="34635" y="7656"/>
                  </a:lnTo>
                  <a:lnTo>
                    <a:pt x="34635" y="13062"/>
                  </a:lnTo>
                  <a:lnTo>
                    <a:pt x="29978" y="15766"/>
                  </a:lnTo>
                  <a:lnTo>
                    <a:pt x="25294" y="13062"/>
                  </a:lnTo>
                  <a:lnTo>
                    <a:pt x="25294" y="7656"/>
                  </a:lnTo>
                  <a:lnTo>
                    <a:pt x="29978" y="4979"/>
                  </a:lnTo>
                  <a:close/>
                  <a:moveTo>
                    <a:pt x="6183" y="13196"/>
                  </a:moveTo>
                  <a:lnTo>
                    <a:pt x="10867" y="15899"/>
                  </a:lnTo>
                  <a:lnTo>
                    <a:pt x="10867" y="21306"/>
                  </a:lnTo>
                  <a:lnTo>
                    <a:pt x="6183" y="23983"/>
                  </a:lnTo>
                  <a:lnTo>
                    <a:pt x="1526" y="21306"/>
                  </a:lnTo>
                  <a:lnTo>
                    <a:pt x="1526" y="15899"/>
                  </a:lnTo>
                  <a:lnTo>
                    <a:pt x="6183" y="13196"/>
                  </a:lnTo>
                  <a:close/>
                  <a:moveTo>
                    <a:pt x="15712" y="13196"/>
                  </a:moveTo>
                  <a:lnTo>
                    <a:pt x="20369" y="15899"/>
                  </a:lnTo>
                  <a:lnTo>
                    <a:pt x="20369" y="21306"/>
                  </a:lnTo>
                  <a:lnTo>
                    <a:pt x="15712" y="23983"/>
                  </a:lnTo>
                  <a:lnTo>
                    <a:pt x="11028" y="21306"/>
                  </a:lnTo>
                  <a:lnTo>
                    <a:pt x="11028" y="15899"/>
                  </a:lnTo>
                  <a:lnTo>
                    <a:pt x="15712" y="13196"/>
                  </a:lnTo>
                  <a:close/>
                  <a:moveTo>
                    <a:pt x="25213" y="13196"/>
                  </a:moveTo>
                  <a:lnTo>
                    <a:pt x="29871" y="15899"/>
                  </a:lnTo>
                  <a:lnTo>
                    <a:pt x="29871" y="21306"/>
                  </a:lnTo>
                  <a:lnTo>
                    <a:pt x="25213" y="23983"/>
                  </a:lnTo>
                  <a:lnTo>
                    <a:pt x="20529" y="21306"/>
                  </a:lnTo>
                  <a:lnTo>
                    <a:pt x="20529" y="15899"/>
                  </a:lnTo>
                  <a:lnTo>
                    <a:pt x="25213" y="13196"/>
                  </a:lnTo>
                  <a:close/>
                  <a:moveTo>
                    <a:pt x="34715" y="13196"/>
                  </a:moveTo>
                  <a:lnTo>
                    <a:pt x="39399" y="15899"/>
                  </a:lnTo>
                  <a:lnTo>
                    <a:pt x="39399" y="21306"/>
                  </a:lnTo>
                  <a:lnTo>
                    <a:pt x="34715" y="23983"/>
                  </a:lnTo>
                  <a:lnTo>
                    <a:pt x="30058" y="21306"/>
                  </a:lnTo>
                  <a:lnTo>
                    <a:pt x="30058" y="15899"/>
                  </a:lnTo>
                  <a:lnTo>
                    <a:pt x="34715" y="13196"/>
                  </a:lnTo>
                  <a:close/>
                  <a:moveTo>
                    <a:pt x="10947" y="21440"/>
                  </a:moveTo>
                  <a:lnTo>
                    <a:pt x="15605" y="24143"/>
                  </a:lnTo>
                  <a:lnTo>
                    <a:pt x="15605" y="29523"/>
                  </a:lnTo>
                  <a:lnTo>
                    <a:pt x="10947" y="32226"/>
                  </a:lnTo>
                  <a:lnTo>
                    <a:pt x="6263" y="29523"/>
                  </a:lnTo>
                  <a:lnTo>
                    <a:pt x="6263" y="24143"/>
                  </a:lnTo>
                  <a:lnTo>
                    <a:pt x="10947" y="21440"/>
                  </a:lnTo>
                  <a:close/>
                  <a:moveTo>
                    <a:pt x="20449" y="21440"/>
                  </a:moveTo>
                  <a:lnTo>
                    <a:pt x="25133" y="24143"/>
                  </a:lnTo>
                  <a:lnTo>
                    <a:pt x="25133" y="29523"/>
                  </a:lnTo>
                  <a:lnTo>
                    <a:pt x="20449" y="32226"/>
                  </a:lnTo>
                  <a:lnTo>
                    <a:pt x="15792" y="29523"/>
                  </a:lnTo>
                  <a:lnTo>
                    <a:pt x="15792" y="24143"/>
                  </a:lnTo>
                  <a:lnTo>
                    <a:pt x="20449" y="21440"/>
                  </a:lnTo>
                  <a:close/>
                  <a:moveTo>
                    <a:pt x="29978" y="21440"/>
                  </a:moveTo>
                  <a:lnTo>
                    <a:pt x="34635" y="24143"/>
                  </a:lnTo>
                  <a:lnTo>
                    <a:pt x="34635" y="29523"/>
                  </a:lnTo>
                  <a:lnTo>
                    <a:pt x="29978" y="32226"/>
                  </a:lnTo>
                  <a:lnTo>
                    <a:pt x="25294" y="29523"/>
                  </a:lnTo>
                  <a:lnTo>
                    <a:pt x="25294" y="24143"/>
                  </a:lnTo>
                  <a:lnTo>
                    <a:pt x="29978" y="21440"/>
                  </a:lnTo>
                  <a:close/>
                  <a:moveTo>
                    <a:pt x="39480" y="21440"/>
                  </a:moveTo>
                  <a:lnTo>
                    <a:pt x="44137" y="24143"/>
                  </a:lnTo>
                  <a:lnTo>
                    <a:pt x="44137" y="29523"/>
                  </a:lnTo>
                  <a:lnTo>
                    <a:pt x="39480" y="32226"/>
                  </a:lnTo>
                  <a:lnTo>
                    <a:pt x="34796" y="29523"/>
                  </a:lnTo>
                  <a:lnTo>
                    <a:pt x="34796" y="24143"/>
                  </a:lnTo>
                  <a:lnTo>
                    <a:pt x="39480" y="21440"/>
                  </a:lnTo>
                  <a:close/>
                  <a:moveTo>
                    <a:pt x="15712" y="29684"/>
                  </a:moveTo>
                  <a:lnTo>
                    <a:pt x="20369" y="32387"/>
                  </a:lnTo>
                  <a:lnTo>
                    <a:pt x="20369" y="37767"/>
                  </a:lnTo>
                  <a:lnTo>
                    <a:pt x="15712" y="40470"/>
                  </a:lnTo>
                  <a:lnTo>
                    <a:pt x="11028" y="37767"/>
                  </a:lnTo>
                  <a:lnTo>
                    <a:pt x="11028" y="32387"/>
                  </a:lnTo>
                  <a:lnTo>
                    <a:pt x="15712" y="29684"/>
                  </a:lnTo>
                  <a:close/>
                  <a:moveTo>
                    <a:pt x="25213" y="29684"/>
                  </a:moveTo>
                  <a:lnTo>
                    <a:pt x="29871" y="32387"/>
                  </a:lnTo>
                  <a:lnTo>
                    <a:pt x="29871" y="37767"/>
                  </a:lnTo>
                  <a:lnTo>
                    <a:pt x="25213" y="40470"/>
                  </a:lnTo>
                  <a:lnTo>
                    <a:pt x="20529" y="37767"/>
                  </a:lnTo>
                  <a:lnTo>
                    <a:pt x="20529" y="32387"/>
                  </a:lnTo>
                  <a:lnTo>
                    <a:pt x="25213" y="29684"/>
                  </a:lnTo>
                  <a:close/>
                  <a:moveTo>
                    <a:pt x="34715" y="29684"/>
                  </a:moveTo>
                  <a:lnTo>
                    <a:pt x="39399" y="32387"/>
                  </a:lnTo>
                  <a:lnTo>
                    <a:pt x="39399" y="37767"/>
                  </a:lnTo>
                  <a:lnTo>
                    <a:pt x="34715" y="40470"/>
                  </a:lnTo>
                  <a:lnTo>
                    <a:pt x="30058" y="37767"/>
                  </a:lnTo>
                  <a:lnTo>
                    <a:pt x="30058" y="32387"/>
                  </a:lnTo>
                  <a:lnTo>
                    <a:pt x="34715" y="29684"/>
                  </a:lnTo>
                  <a:close/>
                  <a:moveTo>
                    <a:pt x="20369" y="1"/>
                  </a:moveTo>
                  <a:lnTo>
                    <a:pt x="20369" y="4818"/>
                  </a:lnTo>
                  <a:lnTo>
                    <a:pt x="15712" y="7522"/>
                  </a:lnTo>
                  <a:lnTo>
                    <a:pt x="11028" y="4818"/>
                  </a:lnTo>
                  <a:lnTo>
                    <a:pt x="11028" y="3159"/>
                  </a:lnTo>
                  <a:cubicBezTo>
                    <a:pt x="10974" y="3186"/>
                    <a:pt x="10921" y="3239"/>
                    <a:pt x="10867" y="3266"/>
                  </a:cubicBezTo>
                  <a:lnTo>
                    <a:pt x="10867" y="4818"/>
                  </a:lnTo>
                  <a:lnTo>
                    <a:pt x="6183" y="7522"/>
                  </a:lnTo>
                  <a:lnTo>
                    <a:pt x="5915" y="7361"/>
                  </a:lnTo>
                  <a:cubicBezTo>
                    <a:pt x="5889" y="7415"/>
                    <a:pt x="5835" y="7442"/>
                    <a:pt x="5808" y="7495"/>
                  </a:cubicBezTo>
                  <a:lnTo>
                    <a:pt x="6103" y="7656"/>
                  </a:lnTo>
                  <a:lnTo>
                    <a:pt x="6103" y="13062"/>
                  </a:lnTo>
                  <a:lnTo>
                    <a:pt x="1419" y="15766"/>
                  </a:lnTo>
                  <a:lnTo>
                    <a:pt x="1124" y="15578"/>
                  </a:lnTo>
                  <a:cubicBezTo>
                    <a:pt x="1124" y="15632"/>
                    <a:pt x="1098" y="15685"/>
                    <a:pt x="1071" y="15739"/>
                  </a:cubicBezTo>
                  <a:lnTo>
                    <a:pt x="1338" y="15899"/>
                  </a:lnTo>
                  <a:lnTo>
                    <a:pt x="1338" y="21306"/>
                  </a:lnTo>
                  <a:lnTo>
                    <a:pt x="0" y="22082"/>
                  </a:lnTo>
                  <a:cubicBezTo>
                    <a:pt x="0" y="22136"/>
                    <a:pt x="0" y="22216"/>
                    <a:pt x="0" y="22270"/>
                  </a:cubicBezTo>
                  <a:lnTo>
                    <a:pt x="1419" y="21440"/>
                  </a:lnTo>
                  <a:lnTo>
                    <a:pt x="6103" y="24143"/>
                  </a:lnTo>
                  <a:lnTo>
                    <a:pt x="6103" y="29523"/>
                  </a:lnTo>
                  <a:lnTo>
                    <a:pt x="1927" y="31932"/>
                  </a:lnTo>
                  <a:cubicBezTo>
                    <a:pt x="1954" y="31986"/>
                    <a:pt x="1981" y="32039"/>
                    <a:pt x="2008" y="32093"/>
                  </a:cubicBezTo>
                  <a:lnTo>
                    <a:pt x="6183" y="29684"/>
                  </a:lnTo>
                  <a:lnTo>
                    <a:pt x="10867" y="32387"/>
                  </a:lnTo>
                  <a:lnTo>
                    <a:pt x="10867" y="37767"/>
                  </a:lnTo>
                  <a:lnTo>
                    <a:pt x="7548" y="39694"/>
                  </a:lnTo>
                  <a:cubicBezTo>
                    <a:pt x="7575" y="39721"/>
                    <a:pt x="7628" y="39774"/>
                    <a:pt x="7682" y="39801"/>
                  </a:cubicBezTo>
                  <a:lnTo>
                    <a:pt x="10947" y="37928"/>
                  </a:lnTo>
                  <a:lnTo>
                    <a:pt x="15605" y="40631"/>
                  </a:lnTo>
                  <a:lnTo>
                    <a:pt x="15605" y="44405"/>
                  </a:lnTo>
                  <a:cubicBezTo>
                    <a:pt x="15658" y="44405"/>
                    <a:pt x="15738" y="44432"/>
                    <a:pt x="15792" y="44458"/>
                  </a:cubicBezTo>
                  <a:lnTo>
                    <a:pt x="15792" y="40631"/>
                  </a:lnTo>
                  <a:lnTo>
                    <a:pt x="20449" y="37928"/>
                  </a:lnTo>
                  <a:lnTo>
                    <a:pt x="25133" y="40631"/>
                  </a:lnTo>
                  <a:lnTo>
                    <a:pt x="25133" y="45449"/>
                  </a:lnTo>
                  <a:cubicBezTo>
                    <a:pt x="25187" y="45449"/>
                    <a:pt x="25240" y="45449"/>
                    <a:pt x="25294" y="45422"/>
                  </a:cubicBezTo>
                  <a:lnTo>
                    <a:pt x="25294" y="40631"/>
                  </a:lnTo>
                  <a:lnTo>
                    <a:pt x="29978" y="37928"/>
                  </a:lnTo>
                  <a:lnTo>
                    <a:pt x="34635" y="40631"/>
                  </a:lnTo>
                  <a:lnTo>
                    <a:pt x="34635" y="42290"/>
                  </a:lnTo>
                  <a:cubicBezTo>
                    <a:pt x="34688" y="42237"/>
                    <a:pt x="34742" y="42210"/>
                    <a:pt x="34796" y="42183"/>
                  </a:cubicBezTo>
                  <a:lnTo>
                    <a:pt x="34796" y="40631"/>
                  </a:lnTo>
                  <a:lnTo>
                    <a:pt x="39480" y="37928"/>
                  </a:lnTo>
                  <a:lnTo>
                    <a:pt x="39747" y="38088"/>
                  </a:lnTo>
                  <a:cubicBezTo>
                    <a:pt x="39774" y="38035"/>
                    <a:pt x="39827" y="37981"/>
                    <a:pt x="39854" y="37954"/>
                  </a:cubicBezTo>
                  <a:lnTo>
                    <a:pt x="39560" y="37767"/>
                  </a:lnTo>
                  <a:lnTo>
                    <a:pt x="39560" y="32387"/>
                  </a:lnTo>
                  <a:lnTo>
                    <a:pt x="44244" y="29684"/>
                  </a:lnTo>
                  <a:lnTo>
                    <a:pt x="44538" y="29871"/>
                  </a:lnTo>
                  <a:cubicBezTo>
                    <a:pt x="44565" y="29791"/>
                    <a:pt x="44565" y="29737"/>
                    <a:pt x="44592" y="29684"/>
                  </a:cubicBezTo>
                  <a:lnTo>
                    <a:pt x="44324" y="29523"/>
                  </a:lnTo>
                  <a:lnTo>
                    <a:pt x="44324" y="24143"/>
                  </a:lnTo>
                  <a:lnTo>
                    <a:pt x="45662" y="23367"/>
                  </a:lnTo>
                  <a:cubicBezTo>
                    <a:pt x="45662" y="23314"/>
                    <a:pt x="45662" y="23233"/>
                    <a:pt x="45662" y="23153"/>
                  </a:cubicBezTo>
                  <a:lnTo>
                    <a:pt x="44244" y="23983"/>
                  </a:lnTo>
                  <a:lnTo>
                    <a:pt x="39560" y="21306"/>
                  </a:lnTo>
                  <a:lnTo>
                    <a:pt x="39560" y="15899"/>
                  </a:lnTo>
                  <a:lnTo>
                    <a:pt x="43735" y="13491"/>
                  </a:lnTo>
                  <a:cubicBezTo>
                    <a:pt x="43709" y="13437"/>
                    <a:pt x="43682" y="13383"/>
                    <a:pt x="43655" y="13330"/>
                  </a:cubicBezTo>
                  <a:lnTo>
                    <a:pt x="39480" y="15766"/>
                  </a:lnTo>
                  <a:lnTo>
                    <a:pt x="34796" y="13062"/>
                  </a:lnTo>
                  <a:lnTo>
                    <a:pt x="34796" y="7656"/>
                  </a:lnTo>
                  <a:lnTo>
                    <a:pt x="38114" y="5755"/>
                  </a:lnTo>
                  <a:cubicBezTo>
                    <a:pt x="38088" y="5702"/>
                    <a:pt x="38034" y="5675"/>
                    <a:pt x="37981" y="5621"/>
                  </a:cubicBezTo>
                  <a:lnTo>
                    <a:pt x="34715" y="7522"/>
                  </a:lnTo>
                  <a:lnTo>
                    <a:pt x="30058" y="4818"/>
                  </a:lnTo>
                  <a:lnTo>
                    <a:pt x="30058" y="1045"/>
                  </a:lnTo>
                  <a:cubicBezTo>
                    <a:pt x="30004" y="1018"/>
                    <a:pt x="29951" y="1018"/>
                    <a:pt x="29871" y="991"/>
                  </a:cubicBezTo>
                  <a:lnTo>
                    <a:pt x="29871" y="4818"/>
                  </a:lnTo>
                  <a:lnTo>
                    <a:pt x="25213" y="7522"/>
                  </a:lnTo>
                  <a:lnTo>
                    <a:pt x="20529" y="4818"/>
                  </a:lnTo>
                  <a:lnTo>
                    <a:pt x="20529" y="1"/>
                  </a:lnTo>
                  <a:close/>
                </a:path>
              </a:pathLst>
            </a:custGeom>
            <a:solidFill>
              <a:srgbClr val="80686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6" name="Google Shape;316;p48"/>
            <p:cNvSpPr/>
            <p:nvPr/>
          </p:nvSpPr>
          <p:spPr>
            <a:xfrm>
              <a:off x="-730833" y="1637371"/>
              <a:ext cx="10401" cy="8080"/>
            </a:xfrm>
            <a:custGeom>
              <a:avLst/>
              <a:gdLst/>
              <a:ahLst/>
              <a:cxnLst/>
              <a:rect l="l" t="t" r="r" b="b"/>
              <a:pathLst>
                <a:path w="242" h="188" extrusionOk="0">
                  <a:moveTo>
                    <a:pt x="161" y="0"/>
                  </a:moveTo>
                  <a:cubicBezTo>
                    <a:pt x="108" y="27"/>
                    <a:pt x="54" y="81"/>
                    <a:pt x="1" y="107"/>
                  </a:cubicBezTo>
                  <a:lnTo>
                    <a:pt x="161" y="188"/>
                  </a:lnTo>
                  <a:lnTo>
                    <a:pt x="242" y="54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rgbClr val="80686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7" name="Google Shape;317;p48"/>
            <p:cNvSpPr/>
            <p:nvPr/>
          </p:nvSpPr>
          <p:spPr>
            <a:xfrm>
              <a:off x="-620381" y="1470575"/>
              <a:ext cx="308321" cy="260014"/>
            </a:xfrm>
            <a:custGeom>
              <a:avLst/>
              <a:gdLst/>
              <a:ahLst/>
              <a:cxnLst/>
              <a:rect l="l" t="t" r="r" b="b"/>
              <a:pathLst>
                <a:path w="7174" h="6050" extrusionOk="0">
                  <a:moveTo>
                    <a:pt x="7173" y="0"/>
                  </a:moveTo>
                  <a:lnTo>
                    <a:pt x="7173" y="0"/>
                  </a:lnTo>
                  <a:cubicBezTo>
                    <a:pt x="7013" y="27"/>
                    <a:pt x="6852" y="54"/>
                    <a:pt x="6692" y="81"/>
                  </a:cubicBezTo>
                  <a:lnTo>
                    <a:pt x="3667" y="1794"/>
                  </a:lnTo>
                  <a:lnTo>
                    <a:pt x="3667" y="830"/>
                  </a:lnTo>
                  <a:cubicBezTo>
                    <a:pt x="3614" y="857"/>
                    <a:pt x="3560" y="857"/>
                    <a:pt x="3507" y="884"/>
                  </a:cubicBezTo>
                  <a:lnTo>
                    <a:pt x="3507" y="1794"/>
                  </a:lnTo>
                  <a:lnTo>
                    <a:pt x="2516" y="1231"/>
                  </a:lnTo>
                  <a:cubicBezTo>
                    <a:pt x="2463" y="1258"/>
                    <a:pt x="2382" y="1285"/>
                    <a:pt x="2329" y="1312"/>
                  </a:cubicBezTo>
                  <a:lnTo>
                    <a:pt x="3426" y="1954"/>
                  </a:lnTo>
                  <a:lnTo>
                    <a:pt x="0" y="3935"/>
                  </a:lnTo>
                  <a:lnTo>
                    <a:pt x="81" y="4069"/>
                  </a:lnTo>
                  <a:lnTo>
                    <a:pt x="3507" y="2115"/>
                  </a:lnTo>
                  <a:lnTo>
                    <a:pt x="3507" y="6049"/>
                  </a:lnTo>
                  <a:lnTo>
                    <a:pt x="3667" y="6049"/>
                  </a:lnTo>
                  <a:lnTo>
                    <a:pt x="3667" y="2115"/>
                  </a:lnTo>
                  <a:lnTo>
                    <a:pt x="7093" y="4069"/>
                  </a:lnTo>
                  <a:lnTo>
                    <a:pt x="7173" y="3935"/>
                  </a:lnTo>
                  <a:lnTo>
                    <a:pt x="3774" y="1954"/>
                  </a:lnTo>
                  <a:lnTo>
                    <a:pt x="7173" y="0"/>
                  </a:lnTo>
                  <a:close/>
                </a:path>
              </a:pathLst>
            </a:custGeom>
            <a:solidFill>
              <a:srgbClr val="80686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8" name="Google Shape;318;p48"/>
            <p:cNvSpPr/>
            <p:nvPr/>
          </p:nvSpPr>
          <p:spPr>
            <a:xfrm>
              <a:off x="-212008" y="1463656"/>
              <a:ext cx="309481" cy="266933"/>
            </a:xfrm>
            <a:custGeom>
              <a:avLst/>
              <a:gdLst/>
              <a:ahLst/>
              <a:cxnLst/>
              <a:rect l="l" t="t" r="r" b="b"/>
              <a:pathLst>
                <a:path w="7201" h="6211" extrusionOk="0">
                  <a:moveTo>
                    <a:pt x="107" y="1"/>
                  </a:moveTo>
                  <a:lnTo>
                    <a:pt x="0" y="134"/>
                  </a:lnTo>
                  <a:lnTo>
                    <a:pt x="3426" y="2115"/>
                  </a:lnTo>
                  <a:lnTo>
                    <a:pt x="0" y="4096"/>
                  </a:lnTo>
                  <a:lnTo>
                    <a:pt x="107" y="4230"/>
                  </a:lnTo>
                  <a:lnTo>
                    <a:pt x="3506" y="2276"/>
                  </a:lnTo>
                  <a:lnTo>
                    <a:pt x="3506" y="6210"/>
                  </a:lnTo>
                  <a:lnTo>
                    <a:pt x="3694" y="6210"/>
                  </a:lnTo>
                  <a:lnTo>
                    <a:pt x="3694" y="2276"/>
                  </a:lnTo>
                  <a:lnTo>
                    <a:pt x="7093" y="4230"/>
                  </a:lnTo>
                  <a:lnTo>
                    <a:pt x="7200" y="4096"/>
                  </a:lnTo>
                  <a:lnTo>
                    <a:pt x="3774" y="2115"/>
                  </a:lnTo>
                  <a:lnTo>
                    <a:pt x="6558" y="509"/>
                  </a:lnTo>
                  <a:cubicBezTo>
                    <a:pt x="6477" y="482"/>
                    <a:pt x="6397" y="456"/>
                    <a:pt x="6317" y="456"/>
                  </a:cubicBezTo>
                  <a:lnTo>
                    <a:pt x="3694" y="1955"/>
                  </a:lnTo>
                  <a:lnTo>
                    <a:pt x="3694" y="1"/>
                  </a:lnTo>
                  <a:lnTo>
                    <a:pt x="3506" y="1"/>
                  </a:lnTo>
                  <a:lnTo>
                    <a:pt x="3506" y="1955"/>
                  </a:lnTo>
                  <a:lnTo>
                    <a:pt x="107" y="1"/>
                  </a:lnTo>
                  <a:close/>
                </a:path>
              </a:pathLst>
            </a:custGeom>
            <a:solidFill>
              <a:srgbClr val="80686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9" name="Google Shape;319;p48"/>
            <p:cNvSpPr/>
            <p:nvPr/>
          </p:nvSpPr>
          <p:spPr>
            <a:xfrm>
              <a:off x="197481" y="1576386"/>
              <a:ext cx="117372" cy="69065"/>
            </a:xfrm>
            <a:custGeom>
              <a:avLst/>
              <a:gdLst/>
              <a:ahLst/>
              <a:cxnLst/>
              <a:rect l="l" t="t" r="r" b="b"/>
              <a:pathLst>
                <a:path w="2731" h="1607" extrusionOk="0">
                  <a:moveTo>
                    <a:pt x="2543" y="1"/>
                  </a:moveTo>
                  <a:lnTo>
                    <a:pt x="1" y="1473"/>
                  </a:lnTo>
                  <a:lnTo>
                    <a:pt x="81" y="1607"/>
                  </a:lnTo>
                  <a:lnTo>
                    <a:pt x="2731" y="81"/>
                  </a:lnTo>
                  <a:cubicBezTo>
                    <a:pt x="2677" y="54"/>
                    <a:pt x="2597" y="27"/>
                    <a:pt x="2543" y="1"/>
                  </a:cubicBezTo>
                  <a:close/>
                </a:path>
              </a:pathLst>
            </a:custGeom>
            <a:solidFill>
              <a:srgbClr val="80686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0" name="Google Shape;320;p48"/>
            <p:cNvSpPr/>
            <p:nvPr/>
          </p:nvSpPr>
          <p:spPr>
            <a:xfrm>
              <a:off x="348160" y="1599422"/>
              <a:ext cx="6962" cy="131167"/>
            </a:xfrm>
            <a:custGeom>
              <a:avLst/>
              <a:gdLst/>
              <a:ahLst/>
              <a:cxnLst/>
              <a:rect l="l" t="t" r="r" b="b"/>
              <a:pathLst>
                <a:path w="162" h="3052" extrusionOk="0">
                  <a:moveTo>
                    <a:pt x="1" y="0"/>
                  </a:moveTo>
                  <a:lnTo>
                    <a:pt x="1" y="3051"/>
                  </a:lnTo>
                  <a:lnTo>
                    <a:pt x="162" y="3051"/>
                  </a:lnTo>
                  <a:lnTo>
                    <a:pt x="162" y="107"/>
                  </a:lnTo>
                  <a:cubicBezTo>
                    <a:pt x="108" y="54"/>
                    <a:pt x="54" y="27"/>
                    <a:pt x="1" y="0"/>
                  </a:cubicBezTo>
                  <a:close/>
                </a:path>
              </a:pathLst>
            </a:custGeom>
            <a:solidFill>
              <a:srgbClr val="80686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1" name="Google Shape;321;p48"/>
            <p:cNvSpPr/>
            <p:nvPr/>
          </p:nvSpPr>
          <p:spPr>
            <a:xfrm>
              <a:off x="-1074782" y="2080254"/>
              <a:ext cx="2364" cy="4642"/>
            </a:xfrm>
            <a:custGeom>
              <a:avLst/>
              <a:gdLst/>
              <a:ahLst/>
              <a:cxnLst/>
              <a:rect l="l" t="t" r="r" b="b"/>
              <a:pathLst>
                <a:path w="55" h="108" extrusionOk="0">
                  <a:moveTo>
                    <a:pt x="54" y="0"/>
                  </a:moveTo>
                  <a:cubicBezTo>
                    <a:pt x="28" y="27"/>
                    <a:pt x="28" y="54"/>
                    <a:pt x="1" y="107"/>
                  </a:cubicBezTo>
                  <a:lnTo>
                    <a:pt x="54" y="107"/>
                  </a:lnTo>
                  <a:lnTo>
                    <a:pt x="54" y="0"/>
                  </a:lnTo>
                  <a:close/>
                </a:path>
              </a:pathLst>
            </a:custGeom>
            <a:solidFill>
              <a:srgbClr val="80686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2" name="Google Shape;322;p48"/>
            <p:cNvSpPr/>
            <p:nvPr/>
          </p:nvSpPr>
          <p:spPr>
            <a:xfrm>
              <a:off x="-924060" y="1822561"/>
              <a:ext cx="2321" cy="2364"/>
            </a:xfrm>
            <a:custGeom>
              <a:avLst/>
              <a:gdLst/>
              <a:ahLst/>
              <a:cxnLst/>
              <a:rect l="l" t="t" r="r" b="b"/>
              <a:pathLst>
                <a:path w="54" h="55" extrusionOk="0">
                  <a:moveTo>
                    <a:pt x="54" y="1"/>
                  </a:moveTo>
                  <a:cubicBezTo>
                    <a:pt x="27" y="27"/>
                    <a:pt x="27" y="27"/>
                    <a:pt x="0" y="54"/>
                  </a:cubicBezTo>
                  <a:lnTo>
                    <a:pt x="54" y="27"/>
                  </a:lnTo>
                  <a:lnTo>
                    <a:pt x="54" y="1"/>
                  </a:lnTo>
                  <a:close/>
                </a:path>
              </a:pathLst>
            </a:custGeom>
            <a:solidFill>
              <a:srgbClr val="80686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3" name="Google Shape;323;p48"/>
            <p:cNvSpPr/>
            <p:nvPr/>
          </p:nvSpPr>
          <p:spPr>
            <a:xfrm>
              <a:off x="-1010358" y="1944488"/>
              <a:ext cx="88620" cy="55269"/>
            </a:xfrm>
            <a:custGeom>
              <a:avLst/>
              <a:gdLst/>
              <a:ahLst/>
              <a:cxnLst/>
              <a:rect l="l" t="t" r="r" b="b"/>
              <a:pathLst>
                <a:path w="2062" h="1286" extrusionOk="0">
                  <a:moveTo>
                    <a:pt x="81" y="1"/>
                  </a:moveTo>
                  <a:cubicBezTo>
                    <a:pt x="54" y="54"/>
                    <a:pt x="27" y="108"/>
                    <a:pt x="1" y="135"/>
                  </a:cubicBezTo>
                  <a:lnTo>
                    <a:pt x="1981" y="1285"/>
                  </a:lnTo>
                  <a:lnTo>
                    <a:pt x="2062" y="1125"/>
                  </a:lnTo>
                  <a:lnTo>
                    <a:pt x="81" y="1"/>
                  </a:lnTo>
                  <a:close/>
                </a:path>
              </a:pathLst>
            </a:custGeom>
            <a:solidFill>
              <a:srgbClr val="80686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4" name="Google Shape;324;p48"/>
            <p:cNvSpPr/>
            <p:nvPr/>
          </p:nvSpPr>
          <p:spPr>
            <a:xfrm>
              <a:off x="-821687" y="1731707"/>
              <a:ext cx="308321" cy="353189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217"/>
                  </a:lnTo>
                  <a:lnTo>
                    <a:pt x="3667" y="8217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rgbClr val="80686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5" name="Google Shape;325;p48"/>
            <p:cNvSpPr/>
            <p:nvPr/>
          </p:nvSpPr>
          <p:spPr>
            <a:xfrm>
              <a:off x="-413315" y="1731707"/>
              <a:ext cx="309481" cy="35202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80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0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41"/>
                  </a:lnTo>
                  <a:lnTo>
                    <a:pt x="7093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rgbClr val="80686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6" name="Google Shape;326;p48"/>
            <p:cNvSpPr/>
            <p:nvPr/>
          </p:nvSpPr>
          <p:spPr>
            <a:xfrm>
              <a:off x="-3825" y="1731707"/>
              <a:ext cx="308321" cy="35202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480" y="3961"/>
                  </a:lnTo>
                  <a:lnTo>
                    <a:pt x="81" y="1981"/>
                  </a:lnTo>
                  <a:lnTo>
                    <a:pt x="1" y="2141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36"/>
                  </a:lnTo>
                  <a:lnTo>
                    <a:pt x="3480" y="4256"/>
                  </a:lnTo>
                  <a:lnTo>
                    <a:pt x="3480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rgbClr val="80686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7" name="Google Shape;327;p48"/>
            <p:cNvSpPr/>
            <p:nvPr/>
          </p:nvSpPr>
          <p:spPr>
            <a:xfrm>
              <a:off x="404547" y="1766218"/>
              <a:ext cx="308321" cy="317518"/>
            </a:xfrm>
            <a:custGeom>
              <a:avLst/>
              <a:gdLst/>
              <a:ahLst/>
              <a:cxnLst/>
              <a:rect l="l" t="t" r="r" b="b"/>
              <a:pathLst>
                <a:path w="7174" h="7388" extrusionOk="0">
                  <a:moveTo>
                    <a:pt x="3507" y="0"/>
                  </a:moveTo>
                  <a:lnTo>
                    <a:pt x="3507" y="3158"/>
                  </a:lnTo>
                  <a:lnTo>
                    <a:pt x="81" y="1178"/>
                  </a:lnTo>
                  <a:lnTo>
                    <a:pt x="0" y="1312"/>
                  </a:lnTo>
                  <a:lnTo>
                    <a:pt x="3426" y="3292"/>
                  </a:lnTo>
                  <a:lnTo>
                    <a:pt x="0" y="5273"/>
                  </a:lnTo>
                  <a:lnTo>
                    <a:pt x="81" y="5433"/>
                  </a:lnTo>
                  <a:lnTo>
                    <a:pt x="3507" y="3453"/>
                  </a:lnTo>
                  <a:lnTo>
                    <a:pt x="3507" y="7387"/>
                  </a:lnTo>
                  <a:lnTo>
                    <a:pt x="3667" y="7387"/>
                  </a:lnTo>
                  <a:lnTo>
                    <a:pt x="3667" y="3453"/>
                  </a:lnTo>
                  <a:lnTo>
                    <a:pt x="7093" y="5407"/>
                  </a:lnTo>
                  <a:lnTo>
                    <a:pt x="7174" y="5273"/>
                  </a:lnTo>
                  <a:lnTo>
                    <a:pt x="3748" y="3292"/>
                  </a:lnTo>
                  <a:lnTo>
                    <a:pt x="5434" y="2329"/>
                  </a:lnTo>
                  <a:cubicBezTo>
                    <a:pt x="5380" y="2302"/>
                    <a:pt x="5354" y="2248"/>
                    <a:pt x="5327" y="2195"/>
                  </a:cubicBezTo>
                  <a:lnTo>
                    <a:pt x="3667" y="3158"/>
                  </a:lnTo>
                  <a:lnTo>
                    <a:pt x="3667" y="187"/>
                  </a:lnTo>
                  <a:cubicBezTo>
                    <a:pt x="3614" y="134"/>
                    <a:pt x="3560" y="80"/>
                    <a:pt x="3507" y="0"/>
                  </a:cubicBezTo>
                  <a:close/>
                </a:path>
              </a:pathLst>
            </a:custGeom>
            <a:solidFill>
              <a:srgbClr val="80686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8" name="Google Shape;328;p48"/>
            <p:cNvSpPr/>
            <p:nvPr/>
          </p:nvSpPr>
          <p:spPr>
            <a:xfrm>
              <a:off x="-1136884" y="2350540"/>
              <a:ext cx="8080" cy="10401"/>
            </a:xfrm>
            <a:custGeom>
              <a:avLst/>
              <a:gdLst/>
              <a:ahLst/>
              <a:cxnLst/>
              <a:rect l="l" t="t" r="r" b="b"/>
              <a:pathLst>
                <a:path w="188" h="242" extrusionOk="0">
                  <a:moveTo>
                    <a:pt x="1" y="1"/>
                  </a:moveTo>
                  <a:cubicBezTo>
                    <a:pt x="1" y="54"/>
                    <a:pt x="1" y="135"/>
                    <a:pt x="1" y="188"/>
                  </a:cubicBezTo>
                  <a:lnTo>
                    <a:pt x="108" y="242"/>
                  </a:lnTo>
                  <a:lnTo>
                    <a:pt x="188" y="108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80686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9" name="Google Shape;329;p48"/>
            <p:cNvSpPr/>
            <p:nvPr/>
          </p:nvSpPr>
          <p:spPr>
            <a:xfrm>
              <a:off x="-1028753" y="2094050"/>
              <a:ext cx="308321" cy="35202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rgbClr val="80686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0" name="Google Shape;330;p48"/>
            <p:cNvSpPr/>
            <p:nvPr/>
          </p:nvSpPr>
          <p:spPr>
            <a:xfrm>
              <a:off x="-620381" y="2094050"/>
              <a:ext cx="308321" cy="35202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3" y="6049"/>
                  </a:lnTo>
                  <a:lnTo>
                    <a:pt x="3774" y="4095"/>
                  </a:lnTo>
                  <a:lnTo>
                    <a:pt x="7173" y="2115"/>
                  </a:lnTo>
                  <a:lnTo>
                    <a:pt x="7093" y="1954"/>
                  </a:lnTo>
                  <a:lnTo>
                    <a:pt x="3667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rgbClr val="80686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1" name="Google Shape;331;p48"/>
            <p:cNvSpPr/>
            <p:nvPr/>
          </p:nvSpPr>
          <p:spPr>
            <a:xfrm>
              <a:off x="-212008" y="2094050"/>
              <a:ext cx="309481" cy="35202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35"/>
                  </a:lnTo>
                  <a:lnTo>
                    <a:pt x="107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107" y="6210"/>
                  </a:lnTo>
                  <a:lnTo>
                    <a:pt x="3506" y="4229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29"/>
                  </a:lnTo>
                  <a:lnTo>
                    <a:pt x="7093" y="6210"/>
                  </a:lnTo>
                  <a:lnTo>
                    <a:pt x="7200" y="6049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54"/>
                  </a:lnTo>
                  <a:lnTo>
                    <a:pt x="3694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rgbClr val="80686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" name="Google Shape;332;p48"/>
            <p:cNvSpPr/>
            <p:nvPr/>
          </p:nvSpPr>
          <p:spPr>
            <a:xfrm>
              <a:off x="197481" y="2092890"/>
              <a:ext cx="308321" cy="353189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122"/>
                  </a:lnTo>
                  <a:lnTo>
                    <a:pt x="1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8" y="8218"/>
                  </a:lnTo>
                  <a:lnTo>
                    <a:pt x="3668" y="4256"/>
                  </a:lnTo>
                  <a:lnTo>
                    <a:pt x="7094" y="6237"/>
                  </a:lnTo>
                  <a:lnTo>
                    <a:pt x="7174" y="6076"/>
                  </a:lnTo>
                  <a:lnTo>
                    <a:pt x="3748" y="4122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rgbClr val="80686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3" name="Google Shape;333;p48"/>
            <p:cNvSpPr/>
            <p:nvPr/>
          </p:nvSpPr>
          <p:spPr>
            <a:xfrm>
              <a:off x="605853" y="2092890"/>
              <a:ext cx="207109" cy="353189"/>
            </a:xfrm>
            <a:custGeom>
              <a:avLst/>
              <a:gdLst/>
              <a:ahLst/>
              <a:cxnLst/>
              <a:rect l="l" t="t" r="r" b="b"/>
              <a:pathLst>
                <a:path w="4819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7" y="8218"/>
                  </a:lnTo>
                  <a:lnTo>
                    <a:pt x="3667" y="4256"/>
                  </a:lnTo>
                  <a:lnTo>
                    <a:pt x="4818" y="4925"/>
                  </a:lnTo>
                  <a:cubicBezTo>
                    <a:pt x="4818" y="4845"/>
                    <a:pt x="4818" y="4765"/>
                    <a:pt x="4792" y="4711"/>
                  </a:cubicBezTo>
                  <a:lnTo>
                    <a:pt x="3774" y="4096"/>
                  </a:lnTo>
                  <a:lnTo>
                    <a:pt x="4604" y="3614"/>
                  </a:lnTo>
                  <a:cubicBezTo>
                    <a:pt x="4604" y="3560"/>
                    <a:pt x="4577" y="3507"/>
                    <a:pt x="4577" y="3453"/>
                  </a:cubicBezTo>
                  <a:lnTo>
                    <a:pt x="3667" y="3962"/>
                  </a:lnTo>
                  <a:lnTo>
                    <a:pt x="3667" y="295"/>
                  </a:lnTo>
                  <a:cubicBezTo>
                    <a:pt x="3641" y="188"/>
                    <a:pt x="3614" y="108"/>
                    <a:pt x="3587" y="0"/>
                  </a:cubicBezTo>
                  <a:close/>
                </a:path>
              </a:pathLst>
            </a:custGeom>
            <a:solidFill>
              <a:srgbClr val="80686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4" name="Google Shape;334;p48"/>
            <p:cNvSpPr/>
            <p:nvPr/>
          </p:nvSpPr>
          <p:spPr>
            <a:xfrm>
              <a:off x="-1131125" y="2435678"/>
              <a:ext cx="209386" cy="352029"/>
            </a:xfrm>
            <a:custGeom>
              <a:avLst/>
              <a:gdLst/>
              <a:ahLst/>
              <a:cxnLst/>
              <a:rect l="l" t="t" r="r" b="b"/>
              <a:pathLst>
                <a:path w="4872" h="8191" extrusionOk="0">
                  <a:moveTo>
                    <a:pt x="1205" y="1"/>
                  </a:moveTo>
                  <a:lnTo>
                    <a:pt x="1205" y="3935"/>
                  </a:lnTo>
                  <a:lnTo>
                    <a:pt x="0" y="3266"/>
                  </a:lnTo>
                  <a:lnTo>
                    <a:pt x="0" y="3266"/>
                  </a:lnTo>
                  <a:cubicBezTo>
                    <a:pt x="0" y="3320"/>
                    <a:pt x="27" y="3400"/>
                    <a:pt x="27" y="3480"/>
                  </a:cubicBezTo>
                  <a:lnTo>
                    <a:pt x="1098" y="4096"/>
                  </a:lnTo>
                  <a:lnTo>
                    <a:pt x="214" y="4604"/>
                  </a:lnTo>
                  <a:cubicBezTo>
                    <a:pt x="241" y="4658"/>
                    <a:pt x="241" y="4738"/>
                    <a:pt x="268" y="4792"/>
                  </a:cubicBezTo>
                  <a:lnTo>
                    <a:pt x="1205" y="4256"/>
                  </a:lnTo>
                  <a:lnTo>
                    <a:pt x="1205" y="8030"/>
                  </a:lnTo>
                  <a:cubicBezTo>
                    <a:pt x="1205" y="8084"/>
                    <a:pt x="1232" y="8137"/>
                    <a:pt x="1258" y="8191"/>
                  </a:cubicBezTo>
                  <a:lnTo>
                    <a:pt x="1365" y="8191"/>
                  </a:lnTo>
                  <a:lnTo>
                    <a:pt x="1365" y="4256"/>
                  </a:lnTo>
                  <a:lnTo>
                    <a:pt x="4791" y="6210"/>
                  </a:lnTo>
                  <a:lnTo>
                    <a:pt x="4872" y="6076"/>
                  </a:lnTo>
                  <a:lnTo>
                    <a:pt x="1446" y="4096"/>
                  </a:lnTo>
                  <a:lnTo>
                    <a:pt x="4872" y="2115"/>
                  </a:lnTo>
                  <a:lnTo>
                    <a:pt x="4791" y="1981"/>
                  </a:lnTo>
                  <a:lnTo>
                    <a:pt x="1365" y="3935"/>
                  </a:lnTo>
                  <a:lnTo>
                    <a:pt x="1365" y="1"/>
                  </a:lnTo>
                  <a:close/>
                </a:path>
              </a:pathLst>
            </a:custGeom>
            <a:solidFill>
              <a:srgbClr val="80686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5" name="Google Shape;335;p48"/>
            <p:cNvSpPr/>
            <p:nvPr/>
          </p:nvSpPr>
          <p:spPr>
            <a:xfrm>
              <a:off x="-821687" y="2435678"/>
              <a:ext cx="308321" cy="35202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56"/>
                  </a:lnTo>
                  <a:lnTo>
                    <a:pt x="7093" y="6210"/>
                  </a:lnTo>
                  <a:lnTo>
                    <a:pt x="7173" y="6076"/>
                  </a:lnTo>
                  <a:lnTo>
                    <a:pt x="3774" y="4096"/>
                  </a:lnTo>
                  <a:lnTo>
                    <a:pt x="7173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rgbClr val="80686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" name="Google Shape;336;p48"/>
            <p:cNvSpPr/>
            <p:nvPr/>
          </p:nvSpPr>
          <p:spPr>
            <a:xfrm>
              <a:off x="-413315" y="2435678"/>
              <a:ext cx="309481" cy="35202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1"/>
                  </a:moveTo>
                  <a:lnTo>
                    <a:pt x="3506" y="3935"/>
                  </a:lnTo>
                  <a:lnTo>
                    <a:pt x="80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0" y="6210"/>
                  </a:lnTo>
                  <a:lnTo>
                    <a:pt x="3506" y="4230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30"/>
                  </a:lnTo>
                  <a:lnTo>
                    <a:pt x="7093" y="6210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15"/>
                  </a:lnTo>
                  <a:lnTo>
                    <a:pt x="7093" y="1981"/>
                  </a:lnTo>
                  <a:lnTo>
                    <a:pt x="3694" y="3935"/>
                  </a:lnTo>
                  <a:lnTo>
                    <a:pt x="3694" y="1"/>
                  </a:lnTo>
                  <a:close/>
                </a:path>
              </a:pathLst>
            </a:custGeom>
            <a:solidFill>
              <a:srgbClr val="80686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7" name="Google Shape;337;p48"/>
            <p:cNvSpPr/>
            <p:nvPr/>
          </p:nvSpPr>
          <p:spPr>
            <a:xfrm>
              <a:off x="-3825" y="2435678"/>
              <a:ext cx="308321" cy="35202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1" y="2115"/>
                  </a:lnTo>
                  <a:lnTo>
                    <a:pt x="3400" y="4096"/>
                  </a:lnTo>
                  <a:lnTo>
                    <a:pt x="1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480" y="8191"/>
                  </a:lnTo>
                  <a:lnTo>
                    <a:pt x="3668" y="8191"/>
                  </a:lnTo>
                  <a:lnTo>
                    <a:pt x="3668" y="4230"/>
                  </a:lnTo>
                  <a:lnTo>
                    <a:pt x="7094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4" y="1955"/>
                  </a:lnTo>
                  <a:lnTo>
                    <a:pt x="3668" y="3935"/>
                  </a:lnTo>
                  <a:lnTo>
                    <a:pt x="3668" y="1"/>
                  </a:lnTo>
                  <a:close/>
                </a:path>
              </a:pathLst>
            </a:custGeom>
            <a:solidFill>
              <a:srgbClr val="80686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8" name="Google Shape;338;p48"/>
            <p:cNvSpPr/>
            <p:nvPr/>
          </p:nvSpPr>
          <p:spPr>
            <a:xfrm>
              <a:off x="404547" y="2435678"/>
              <a:ext cx="308321" cy="35202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30"/>
                  </a:lnTo>
                  <a:lnTo>
                    <a:pt x="7093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3" y="1955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rgbClr val="80686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9" name="Google Shape;339;p48"/>
            <p:cNvSpPr/>
            <p:nvPr/>
          </p:nvSpPr>
          <p:spPr>
            <a:xfrm>
              <a:off x="-1028753" y="2801503"/>
              <a:ext cx="308321" cy="314080"/>
            </a:xfrm>
            <a:custGeom>
              <a:avLst/>
              <a:gdLst/>
              <a:ahLst/>
              <a:cxnLst/>
              <a:rect l="l" t="t" r="r" b="b"/>
              <a:pathLst>
                <a:path w="7174" h="730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1767" y="5059"/>
                  </a:lnTo>
                  <a:cubicBezTo>
                    <a:pt x="1821" y="5086"/>
                    <a:pt x="1847" y="5139"/>
                    <a:pt x="1874" y="5193"/>
                  </a:cubicBezTo>
                  <a:lnTo>
                    <a:pt x="3507" y="4256"/>
                  </a:lnTo>
                  <a:lnTo>
                    <a:pt x="3507" y="7120"/>
                  </a:lnTo>
                  <a:cubicBezTo>
                    <a:pt x="3560" y="7200"/>
                    <a:pt x="3614" y="7254"/>
                    <a:pt x="3667" y="7307"/>
                  </a:cubicBezTo>
                  <a:lnTo>
                    <a:pt x="3667" y="4256"/>
                  </a:lnTo>
                  <a:lnTo>
                    <a:pt x="7093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rgbClr val="80686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" name="Google Shape;340;p48"/>
            <p:cNvSpPr/>
            <p:nvPr/>
          </p:nvSpPr>
          <p:spPr>
            <a:xfrm>
              <a:off x="-620381" y="2801503"/>
              <a:ext cx="308321" cy="35202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7" y="8190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rgbClr val="80686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1" name="Google Shape;341;p48"/>
            <p:cNvSpPr/>
            <p:nvPr/>
          </p:nvSpPr>
          <p:spPr>
            <a:xfrm>
              <a:off x="-212008" y="2801503"/>
              <a:ext cx="309481" cy="35202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107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107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rgbClr val="80686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2" name="Google Shape;342;p48"/>
            <p:cNvSpPr/>
            <p:nvPr/>
          </p:nvSpPr>
          <p:spPr>
            <a:xfrm>
              <a:off x="197481" y="2801503"/>
              <a:ext cx="308321" cy="35202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1" y="2115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rgbClr val="80686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3" name="Google Shape;343;p48"/>
            <p:cNvSpPr/>
            <p:nvPr/>
          </p:nvSpPr>
          <p:spPr>
            <a:xfrm>
              <a:off x="605853" y="2886598"/>
              <a:ext cx="84021" cy="52948"/>
            </a:xfrm>
            <a:custGeom>
              <a:avLst/>
              <a:gdLst/>
              <a:ahLst/>
              <a:cxnLst/>
              <a:rect l="l" t="t" r="r" b="b"/>
              <a:pathLst>
                <a:path w="1955" h="1232" extrusionOk="0">
                  <a:moveTo>
                    <a:pt x="81" y="1"/>
                  </a:moveTo>
                  <a:lnTo>
                    <a:pt x="0" y="135"/>
                  </a:lnTo>
                  <a:lnTo>
                    <a:pt x="1874" y="1232"/>
                  </a:lnTo>
                  <a:cubicBezTo>
                    <a:pt x="1901" y="1178"/>
                    <a:pt x="1928" y="1125"/>
                    <a:pt x="1954" y="1071"/>
                  </a:cubicBezTo>
                  <a:lnTo>
                    <a:pt x="81" y="1"/>
                  </a:lnTo>
                  <a:close/>
                </a:path>
              </a:pathLst>
            </a:custGeom>
            <a:solidFill>
              <a:srgbClr val="80686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4" name="Google Shape;344;p48"/>
            <p:cNvSpPr/>
            <p:nvPr/>
          </p:nvSpPr>
          <p:spPr>
            <a:xfrm>
              <a:off x="-636497" y="3228269"/>
              <a:ext cx="123131" cy="73663"/>
            </a:xfrm>
            <a:custGeom>
              <a:avLst/>
              <a:gdLst/>
              <a:ahLst/>
              <a:cxnLst/>
              <a:rect l="l" t="t" r="r" b="b"/>
              <a:pathLst>
                <a:path w="2865" h="1714" extrusionOk="0">
                  <a:moveTo>
                    <a:pt x="2784" y="0"/>
                  </a:moveTo>
                  <a:lnTo>
                    <a:pt x="1" y="1606"/>
                  </a:lnTo>
                  <a:cubicBezTo>
                    <a:pt x="54" y="1660"/>
                    <a:pt x="108" y="1686"/>
                    <a:pt x="161" y="1713"/>
                  </a:cubicBezTo>
                  <a:lnTo>
                    <a:pt x="2864" y="161"/>
                  </a:lnTo>
                  <a:lnTo>
                    <a:pt x="2784" y="0"/>
                  </a:lnTo>
                  <a:close/>
                </a:path>
              </a:pathLst>
            </a:custGeom>
            <a:solidFill>
              <a:srgbClr val="80686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" name="Google Shape;345;p48"/>
            <p:cNvSpPr/>
            <p:nvPr/>
          </p:nvSpPr>
          <p:spPr>
            <a:xfrm>
              <a:off x="-671008" y="3143131"/>
              <a:ext cx="6962" cy="139247"/>
            </a:xfrm>
            <a:custGeom>
              <a:avLst/>
              <a:gdLst/>
              <a:ahLst/>
              <a:cxnLst/>
              <a:rect l="l" t="t" r="r" b="b"/>
              <a:pathLst>
                <a:path w="162" h="3240" extrusionOk="0">
                  <a:moveTo>
                    <a:pt x="1" y="0"/>
                  </a:moveTo>
                  <a:lnTo>
                    <a:pt x="1" y="3132"/>
                  </a:lnTo>
                  <a:cubicBezTo>
                    <a:pt x="54" y="3159"/>
                    <a:pt x="108" y="3212"/>
                    <a:pt x="161" y="3239"/>
                  </a:cubicBezTo>
                  <a:lnTo>
                    <a:pt x="161" y="0"/>
                  </a:lnTo>
                  <a:close/>
                </a:path>
              </a:pathLst>
            </a:custGeom>
            <a:solidFill>
              <a:srgbClr val="80686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6" name="Google Shape;346;p48"/>
            <p:cNvSpPr/>
            <p:nvPr/>
          </p:nvSpPr>
          <p:spPr>
            <a:xfrm>
              <a:off x="-413315" y="3143131"/>
              <a:ext cx="309481" cy="273810"/>
            </a:xfrm>
            <a:custGeom>
              <a:avLst/>
              <a:gdLst/>
              <a:ahLst/>
              <a:cxnLst/>
              <a:rect l="l" t="t" r="r" b="b"/>
              <a:pathLst>
                <a:path w="7201" h="6371" extrusionOk="0">
                  <a:moveTo>
                    <a:pt x="3506" y="0"/>
                  </a:moveTo>
                  <a:lnTo>
                    <a:pt x="3506" y="3962"/>
                  </a:lnTo>
                  <a:lnTo>
                    <a:pt x="80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455" y="5835"/>
                  </a:lnTo>
                  <a:cubicBezTo>
                    <a:pt x="535" y="5835"/>
                    <a:pt x="616" y="5862"/>
                    <a:pt x="696" y="5889"/>
                  </a:cubicBezTo>
                  <a:lnTo>
                    <a:pt x="3506" y="4256"/>
                  </a:lnTo>
                  <a:lnTo>
                    <a:pt x="3506" y="6371"/>
                  </a:lnTo>
                  <a:lnTo>
                    <a:pt x="3694" y="6371"/>
                  </a:lnTo>
                  <a:lnTo>
                    <a:pt x="3694" y="4256"/>
                  </a:lnTo>
                  <a:lnTo>
                    <a:pt x="7093" y="6237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42"/>
                  </a:lnTo>
                  <a:lnTo>
                    <a:pt x="7093" y="1981"/>
                  </a:lnTo>
                  <a:lnTo>
                    <a:pt x="3694" y="3962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rgbClr val="80686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7" name="Google Shape;347;p48"/>
            <p:cNvSpPr/>
            <p:nvPr/>
          </p:nvSpPr>
          <p:spPr>
            <a:xfrm>
              <a:off x="-3825" y="3143131"/>
              <a:ext cx="308321" cy="265773"/>
            </a:xfrm>
            <a:custGeom>
              <a:avLst/>
              <a:gdLst/>
              <a:ahLst/>
              <a:cxnLst/>
              <a:rect l="l" t="t" r="r" b="b"/>
              <a:pathLst>
                <a:path w="7174" h="6184" extrusionOk="0">
                  <a:moveTo>
                    <a:pt x="3507" y="0"/>
                  </a:moveTo>
                  <a:lnTo>
                    <a:pt x="3480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096"/>
                  </a:lnTo>
                  <a:lnTo>
                    <a:pt x="1" y="6076"/>
                  </a:lnTo>
                  <a:lnTo>
                    <a:pt x="54" y="6183"/>
                  </a:lnTo>
                  <a:lnTo>
                    <a:pt x="161" y="6183"/>
                  </a:lnTo>
                  <a:lnTo>
                    <a:pt x="3480" y="4256"/>
                  </a:lnTo>
                  <a:lnTo>
                    <a:pt x="3480" y="5354"/>
                  </a:lnTo>
                  <a:cubicBezTo>
                    <a:pt x="3560" y="5327"/>
                    <a:pt x="3614" y="5327"/>
                    <a:pt x="3668" y="5300"/>
                  </a:cubicBezTo>
                  <a:lnTo>
                    <a:pt x="3668" y="4256"/>
                  </a:lnTo>
                  <a:lnTo>
                    <a:pt x="4765" y="4899"/>
                  </a:lnTo>
                  <a:cubicBezTo>
                    <a:pt x="4845" y="4872"/>
                    <a:pt x="4899" y="4845"/>
                    <a:pt x="4979" y="4818"/>
                  </a:cubicBezTo>
                  <a:lnTo>
                    <a:pt x="3748" y="4096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rgbClr val="80686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8" name="Google Shape;348;p48"/>
            <p:cNvSpPr/>
            <p:nvPr/>
          </p:nvSpPr>
          <p:spPr>
            <a:xfrm>
              <a:off x="404547" y="3228269"/>
              <a:ext cx="13839" cy="10401"/>
            </a:xfrm>
            <a:custGeom>
              <a:avLst/>
              <a:gdLst/>
              <a:ahLst/>
              <a:cxnLst/>
              <a:rect l="l" t="t" r="r" b="b"/>
              <a:pathLst>
                <a:path w="322" h="242" extrusionOk="0">
                  <a:moveTo>
                    <a:pt x="81" y="0"/>
                  </a:moveTo>
                  <a:lnTo>
                    <a:pt x="0" y="134"/>
                  </a:lnTo>
                  <a:lnTo>
                    <a:pt x="161" y="241"/>
                  </a:lnTo>
                  <a:cubicBezTo>
                    <a:pt x="215" y="214"/>
                    <a:pt x="268" y="161"/>
                    <a:pt x="322" y="134"/>
                  </a:cubicBezTo>
                  <a:lnTo>
                    <a:pt x="81" y="0"/>
                  </a:lnTo>
                  <a:close/>
                </a:path>
              </a:pathLst>
            </a:custGeom>
            <a:solidFill>
              <a:srgbClr val="80686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49" name="Google Shape;349;p48"/>
          <p:cNvSpPr/>
          <p:nvPr/>
        </p:nvSpPr>
        <p:spPr>
          <a:xfrm flipH="1">
            <a:off x="-817503" y="2575150"/>
            <a:ext cx="2540578" cy="3781493"/>
          </a:xfrm>
          <a:custGeom>
            <a:avLst/>
            <a:gdLst/>
            <a:ahLst/>
            <a:cxnLst/>
            <a:rect l="l" t="t" r="r" b="b"/>
            <a:pathLst>
              <a:path w="142469" h="136664" extrusionOk="0">
                <a:moveTo>
                  <a:pt x="97052" y="0"/>
                </a:moveTo>
                <a:cubicBezTo>
                  <a:pt x="94985" y="0"/>
                  <a:pt x="92658" y="685"/>
                  <a:pt x="89955" y="2065"/>
                </a:cubicBezTo>
                <a:cubicBezTo>
                  <a:pt x="76197" y="9104"/>
                  <a:pt x="81149" y="14564"/>
                  <a:pt x="82755" y="40634"/>
                </a:cubicBezTo>
                <a:cubicBezTo>
                  <a:pt x="85458" y="83646"/>
                  <a:pt x="12896" y="58112"/>
                  <a:pt x="4519" y="103881"/>
                </a:cubicBezTo>
                <a:cubicBezTo>
                  <a:pt x="0" y="128495"/>
                  <a:pt x="10558" y="136664"/>
                  <a:pt x="39417" y="136664"/>
                </a:cubicBezTo>
                <a:cubicBezTo>
                  <a:pt x="47997" y="136664"/>
                  <a:pt x="58195" y="135942"/>
                  <a:pt x="70095" y="134715"/>
                </a:cubicBezTo>
                <a:cubicBezTo>
                  <a:pt x="122047" y="129389"/>
                  <a:pt x="142469" y="101392"/>
                  <a:pt x="125767" y="56907"/>
                </a:cubicBezTo>
                <a:cubicBezTo>
                  <a:pt x="111706" y="19432"/>
                  <a:pt x="108060" y="0"/>
                  <a:pt x="97052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49"/>
          <p:cNvSpPr/>
          <p:nvPr/>
        </p:nvSpPr>
        <p:spPr>
          <a:xfrm rot="-1855510" flipH="1">
            <a:off x="2277590" y="326956"/>
            <a:ext cx="4979106" cy="4104445"/>
          </a:xfrm>
          <a:custGeom>
            <a:avLst/>
            <a:gdLst/>
            <a:ahLst/>
            <a:cxnLst/>
            <a:rect l="l" t="t" r="r" b="b"/>
            <a:pathLst>
              <a:path w="59243" h="48836" extrusionOk="0">
                <a:moveTo>
                  <a:pt x="27153" y="9007"/>
                </a:moveTo>
                <a:cubicBezTo>
                  <a:pt x="33591" y="9007"/>
                  <a:pt x="31990" y="9240"/>
                  <a:pt x="38094" y="5071"/>
                </a:cubicBezTo>
                <a:cubicBezTo>
                  <a:pt x="44232" y="901"/>
                  <a:pt x="51737" y="0"/>
                  <a:pt x="55473" y="5071"/>
                </a:cubicBezTo>
                <a:cubicBezTo>
                  <a:pt x="59243" y="10108"/>
                  <a:pt x="46800" y="16346"/>
                  <a:pt x="46767" y="22483"/>
                </a:cubicBezTo>
                <a:cubicBezTo>
                  <a:pt x="46734" y="28621"/>
                  <a:pt x="48768" y="48835"/>
                  <a:pt x="28354" y="48835"/>
                </a:cubicBezTo>
                <a:cubicBezTo>
                  <a:pt x="7939" y="48835"/>
                  <a:pt x="0" y="22583"/>
                  <a:pt x="8973" y="14011"/>
                </a:cubicBezTo>
                <a:cubicBezTo>
                  <a:pt x="17946" y="5471"/>
                  <a:pt x="20715" y="9007"/>
                  <a:pt x="27153" y="9007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2" name="Google Shape;352;p49"/>
          <p:cNvSpPr/>
          <p:nvPr/>
        </p:nvSpPr>
        <p:spPr>
          <a:xfrm rot="-458900">
            <a:off x="-1050010" y="1201201"/>
            <a:ext cx="3369322" cy="3877052"/>
          </a:xfrm>
          <a:custGeom>
            <a:avLst/>
            <a:gdLst/>
            <a:ahLst/>
            <a:cxnLst/>
            <a:rect l="l" t="t" r="r" b="b"/>
            <a:pathLst>
              <a:path w="72386" h="83294" extrusionOk="0">
                <a:moveTo>
                  <a:pt x="50403" y="3137"/>
                </a:moveTo>
                <a:cubicBezTo>
                  <a:pt x="56941" y="6272"/>
                  <a:pt x="64246" y="10108"/>
                  <a:pt x="60711" y="17614"/>
                </a:cubicBezTo>
                <a:cubicBezTo>
                  <a:pt x="57175" y="25119"/>
                  <a:pt x="44632" y="42031"/>
                  <a:pt x="52938" y="45433"/>
                </a:cubicBezTo>
                <a:cubicBezTo>
                  <a:pt x="61211" y="48803"/>
                  <a:pt x="72386" y="48302"/>
                  <a:pt x="71885" y="57942"/>
                </a:cubicBezTo>
                <a:cubicBezTo>
                  <a:pt x="71351" y="67583"/>
                  <a:pt x="54640" y="83294"/>
                  <a:pt x="40096" y="76189"/>
                </a:cubicBezTo>
                <a:cubicBezTo>
                  <a:pt x="25552" y="69084"/>
                  <a:pt x="35359" y="53839"/>
                  <a:pt x="20982" y="50137"/>
                </a:cubicBezTo>
                <a:cubicBezTo>
                  <a:pt x="6605" y="46434"/>
                  <a:pt x="1" y="20916"/>
                  <a:pt x="6939" y="13477"/>
                </a:cubicBezTo>
                <a:cubicBezTo>
                  <a:pt x="13877" y="6039"/>
                  <a:pt x="43865" y="1"/>
                  <a:pt x="50403" y="3137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3" name="Google Shape;353;p49"/>
          <p:cNvSpPr/>
          <p:nvPr/>
        </p:nvSpPr>
        <p:spPr>
          <a:xfrm rot="-5776221" flipH="1">
            <a:off x="5743624" y="-1186688"/>
            <a:ext cx="4752751" cy="4346457"/>
          </a:xfrm>
          <a:custGeom>
            <a:avLst/>
            <a:gdLst/>
            <a:ahLst/>
            <a:cxnLst/>
            <a:rect l="l" t="t" r="r" b="b"/>
            <a:pathLst>
              <a:path w="61178" h="52038" extrusionOk="0">
                <a:moveTo>
                  <a:pt x="4170" y="12043"/>
                </a:moveTo>
                <a:cubicBezTo>
                  <a:pt x="7339" y="7239"/>
                  <a:pt x="14177" y="1"/>
                  <a:pt x="24184" y="5571"/>
                </a:cubicBezTo>
                <a:cubicBezTo>
                  <a:pt x="34191" y="11142"/>
                  <a:pt x="29988" y="17146"/>
                  <a:pt x="34024" y="21249"/>
                </a:cubicBezTo>
                <a:cubicBezTo>
                  <a:pt x="38061" y="25319"/>
                  <a:pt x="43198" y="25586"/>
                  <a:pt x="51103" y="27253"/>
                </a:cubicBezTo>
                <a:cubicBezTo>
                  <a:pt x="58976" y="28921"/>
                  <a:pt x="61177" y="36093"/>
                  <a:pt x="54472" y="41664"/>
                </a:cubicBezTo>
                <a:cubicBezTo>
                  <a:pt x="47801" y="47268"/>
                  <a:pt x="33758" y="52038"/>
                  <a:pt x="26819" y="46467"/>
                </a:cubicBezTo>
                <a:cubicBezTo>
                  <a:pt x="19848" y="40930"/>
                  <a:pt x="11108" y="34826"/>
                  <a:pt x="5537" y="31590"/>
                </a:cubicBezTo>
                <a:cubicBezTo>
                  <a:pt x="0" y="28388"/>
                  <a:pt x="967" y="16879"/>
                  <a:pt x="4170" y="12043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4" name="Google Shape;354;p49"/>
          <p:cNvSpPr/>
          <p:nvPr/>
        </p:nvSpPr>
        <p:spPr>
          <a:xfrm rot="8329862" flipH="1">
            <a:off x="3226188" y="-1327516"/>
            <a:ext cx="2044712" cy="3486061"/>
          </a:xfrm>
          <a:custGeom>
            <a:avLst/>
            <a:gdLst/>
            <a:ahLst/>
            <a:cxnLst/>
            <a:rect l="l" t="t" r="r" b="b"/>
            <a:pathLst>
              <a:path w="19210" h="32752" extrusionOk="0">
                <a:moveTo>
                  <a:pt x="14053" y="490"/>
                </a:moveTo>
                <a:lnTo>
                  <a:pt x="14053" y="490"/>
                </a:lnTo>
                <a:cubicBezTo>
                  <a:pt x="14026" y="597"/>
                  <a:pt x="13999" y="758"/>
                  <a:pt x="13972" y="918"/>
                </a:cubicBezTo>
                <a:cubicBezTo>
                  <a:pt x="13972" y="865"/>
                  <a:pt x="13972" y="838"/>
                  <a:pt x="13946" y="838"/>
                </a:cubicBezTo>
                <a:cubicBezTo>
                  <a:pt x="13972" y="731"/>
                  <a:pt x="14026" y="597"/>
                  <a:pt x="14053" y="490"/>
                </a:cubicBezTo>
                <a:close/>
                <a:moveTo>
                  <a:pt x="13651" y="1560"/>
                </a:moveTo>
                <a:lnTo>
                  <a:pt x="13651" y="1560"/>
                </a:lnTo>
                <a:cubicBezTo>
                  <a:pt x="13276" y="3862"/>
                  <a:pt x="12045" y="5923"/>
                  <a:pt x="11189" y="8038"/>
                </a:cubicBezTo>
                <a:cubicBezTo>
                  <a:pt x="10522" y="9665"/>
                  <a:pt x="10466" y="11531"/>
                  <a:pt x="10493" y="13318"/>
                </a:cubicBezTo>
                <a:lnTo>
                  <a:pt x="10493" y="13318"/>
                </a:lnTo>
                <a:cubicBezTo>
                  <a:pt x="10490" y="13217"/>
                  <a:pt x="10464" y="13118"/>
                  <a:pt x="10439" y="13043"/>
                </a:cubicBezTo>
                <a:cubicBezTo>
                  <a:pt x="10091" y="10634"/>
                  <a:pt x="9904" y="8412"/>
                  <a:pt x="11001" y="6191"/>
                </a:cubicBezTo>
                <a:cubicBezTo>
                  <a:pt x="11724" y="4772"/>
                  <a:pt x="12714" y="3541"/>
                  <a:pt x="13410" y="2123"/>
                </a:cubicBezTo>
                <a:cubicBezTo>
                  <a:pt x="13491" y="1935"/>
                  <a:pt x="13571" y="1748"/>
                  <a:pt x="13651" y="1560"/>
                </a:cubicBezTo>
                <a:close/>
                <a:moveTo>
                  <a:pt x="13972" y="945"/>
                </a:moveTo>
                <a:lnTo>
                  <a:pt x="13972" y="945"/>
                </a:lnTo>
                <a:cubicBezTo>
                  <a:pt x="13972" y="1079"/>
                  <a:pt x="13946" y="1212"/>
                  <a:pt x="13946" y="1346"/>
                </a:cubicBezTo>
                <a:cubicBezTo>
                  <a:pt x="13946" y="2524"/>
                  <a:pt x="13758" y="3702"/>
                  <a:pt x="13517" y="4853"/>
                </a:cubicBezTo>
                <a:cubicBezTo>
                  <a:pt x="12821" y="7877"/>
                  <a:pt x="11376" y="10580"/>
                  <a:pt x="10760" y="13605"/>
                </a:cubicBezTo>
                <a:cubicBezTo>
                  <a:pt x="10787" y="11357"/>
                  <a:pt x="10921" y="9189"/>
                  <a:pt x="11858" y="7074"/>
                </a:cubicBezTo>
                <a:cubicBezTo>
                  <a:pt x="12741" y="5094"/>
                  <a:pt x="13785" y="3140"/>
                  <a:pt x="13972" y="945"/>
                </a:cubicBezTo>
                <a:close/>
                <a:moveTo>
                  <a:pt x="5002" y="14350"/>
                </a:moveTo>
                <a:cubicBezTo>
                  <a:pt x="5585" y="14350"/>
                  <a:pt x="6085" y="14646"/>
                  <a:pt x="6746" y="15104"/>
                </a:cubicBezTo>
                <a:cubicBezTo>
                  <a:pt x="6879" y="15184"/>
                  <a:pt x="7013" y="15264"/>
                  <a:pt x="7147" y="15372"/>
                </a:cubicBezTo>
                <a:cubicBezTo>
                  <a:pt x="6694" y="15252"/>
                  <a:pt x="6232" y="15200"/>
                  <a:pt x="5767" y="15200"/>
                </a:cubicBezTo>
                <a:cubicBezTo>
                  <a:pt x="4364" y="15200"/>
                  <a:pt x="2927" y="15672"/>
                  <a:pt x="1580" y="16174"/>
                </a:cubicBezTo>
                <a:cubicBezTo>
                  <a:pt x="2329" y="15666"/>
                  <a:pt x="3025" y="15077"/>
                  <a:pt x="3855" y="14676"/>
                </a:cubicBezTo>
                <a:cubicBezTo>
                  <a:pt x="4297" y="14450"/>
                  <a:pt x="4663" y="14350"/>
                  <a:pt x="5002" y="14350"/>
                </a:cubicBezTo>
                <a:close/>
                <a:moveTo>
                  <a:pt x="5753" y="15432"/>
                </a:moveTo>
                <a:cubicBezTo>
                  <a:pt x="6514" y="15432"/>
                  <a:pt x="7262" y="15581"/>
                  <a:pt x="7977" y="15960"/>
                </a:cubicBezTo>
                <a:cubicBezTo>
                  <a:pt x="8619" y="16389"/>
                  <a:pt x="9208" y="16870"/>
                  <a:pt x="9743" y="17406"/>
                </a:cubicBezTo>
                <a:cubicBezTo>
                  <a:pt x="8352" y="16737"/>
                  <a:pt x="6906" y="16389"/>
                  <a:pt x="5381" y="16335"/>
                </a:cubicBezTo>
                <a:lnTo>
                  <a:pt x="4765" y="16335"/>
                </a:lnTo>
                <a:cubicBezTo>
                  <a:pt x="3828" y="16335"/>
                  <a:pt x="2918" y="16469"/>
                  <a:pt x="1981" y="16576"/>
                </a:cubicBezTo>
                <a:cubicBezTo>
                  <a:pt x="1633" y="16603"/>
                  <a:pt x="1312" y="16629"/>
                  <a:pt x="964" y="16656"/>
                </a:cubicBezTo>
                <a:cubicBezTo>
                  <a:pt x="2489" y="16094"/>
                  <a:pt x="4149" y="15432"/>
                  <a:pt x="5753" y="15432"/>
                </a:cubicBezTo>
                <a:close/>
                <a:moveTo>
                  <a:pt x="18748" y="11060"/>
                </a:moveTo>
                <a:cubicBezTo>
                  <a:pt x="18737" y="11089"/>
                  <a:pt x="18737" y="11129"/>
                  <a:pt x="18737" y="11169"/>
                </a:cubicBezTo>
                <a:cubicBezTo>
                  <a:pt x="18603" y="11892"/>
                  <a:pt x="18442" y="12588"/>
                  <a:pt x="18282" y="13284"/>
                </a:cubicBezTo>
                <a:cubicBezTo>
                  <a:pt x="17907" y="14729"/>
                  <a:pt x="17291" y="16255"/>
                  <a:pt x="16087" y="17165"/>
                </a:cubicBezTo>
                <a:cubicBezTo>
                  <a:pt x="14963" y="17995"/>
                  <a:pt x="13223" y="18289"/>
                  <a:pt x="12045" y="19119"/>
                </a:cubicBezTo>
                <a:cubicBezTo>
                  <a:pt x="12473" y="18342"/>
                  <a:pt x="12955" y="17700"/>
                  <a:pt x="13785" y="17218"/>
                </a:cubicBezTo>
                <a:cubicBezTo>
                  <a:pt x="14508" y="16790"/>
                  <a:pt x="15257" y="16469"/>
                  <a:pt x="15873" y="15907"/>
                </a:cubicBezTo>
                <a:cubicBezTo>
                  <a:pt x="16542" y="15291"/>
                  <a:pt x="17077" y="14408"/>
                  <a:pt x="17532" y="13659"/>
                </a:cubicBezTo>
                <a:cubicBezTo>
                  <a:pt x="18036" y="12864"/>
                  <a:pt x="18250" y="11859"/>
                  <a:pt x="18748" y="11060"/>
                </a:cubicBezTo>
                <a:close/>
                <a:moveTo>
                  <a:pt x="18549" y="10928"/>
                </a:moveTo>
                <a:lnTo>
                  <a:pt x="18549" y="10928"/>
                </a:lnTo>
                <a:cubicBezTo>
                  <a:pt x="18201" y="11517"/>
                  <a:pt x="18014" y="12213"/>
                  <a:pt x="17693" y="12856"/>
                </a:cubicBezTo>
                <a:cubicBezTo>
                  <a:pt x="17184" y="13899"/>
                  <a:pt x="16488" y="14863"/>
                  <a:pt x="15712" y="15719"/>
                </a:cubicBezTo>
                <a:cubicBezTo>
                  <a:pt x="15016" y="16469"/>
                  <a:pt x="13919" y="16844"/>
                  <a:pt x="13062" y="17379"/>
                </a:cubicBezTo>
                <a:cubicBezTo>
                  <a:pt x="12313" y="17861"/>
                  <a:pt x="11911" y="18798"/>
                  <a:pt x="11510" y="19547"/>
                </a:cubicBezTo>
                <a:cubicBezTo>
                  <a:pt x="11485" y="19571"/>
                  <a:pt x="11461" y="19573"/>
                  <a:pt x="11457" y="19594"/>
                </a:cubicBezTo>
                <a:lnTo>
                  <a:pt x="11457" y="19594"/>
                </a:lnTo>
                <a:cubicBezTo>
                  <a:pt x="11836" y="15557"/>
                  <a:pt x="16249" y="13818"/>
                  <a:pt x="18549" y="10928"/>
                </a:cubicBezTo>
                <a:close/>
                <a:moveTo>
                  <a:pt x="6505" y="16683"/>
                </a:moveTo>
                <a:lnTo>
                  <a:pt x="6505" y="16683"/>
                </a:lnTo>
                <a:cubicBezTo>
                  <a:pt x="7763" y="16844"/>
                  <a:pt x="8994" y="17245"/>
                  <a:pt x="10145" y="17914"/>
                </a:cubicBezTo>
                <a:cubicBezTo>
                  <a:pt x="10573" y="18450"/>
                  <a:pt x="10921" y="19065"/>
                  <a:pt x="11135" y="19788"/>
                </a:cubicBezTo>
                <a:cubicBezTo>
                  <a:pt x="9315" y="19172"/>
                  <a:pt x="8191" y="17432"/>
                  <a:pt x="6505" y="16683"/>
                </a:cubicBezTo>
                <a:close/>
                <a:moveTo>
                  <a:pt x="6772" y="20270"/>
                </a:moveTo>
                <a:cubicBezTo>
                  <a:pt x="7736" y="21581"/>
                  <a:pt x="9342" y="22384"/>
                  <a:pt x="10466" y="23535"/>
                </a:cubicBezTo>
                <a:cubicBezTo>
                  <a:pt x="9074" y="22598"/>
                  <a:pt x="7120" y="22331"/>
                  <a:pt x="6826" y="20350"/>
                </a:cubicBezTo>
                <a:cubicBezTo>
                  <a:pt x="6799" y="20323"/>
                  <a:pt x="6772" y="20296"/>
                  <a:pt x="6746" y="20270"/>
                </a:cubicBezTo>
                <a:close/>
                <a:moveTo>
                  <a:pt x="16221" y="20698"/>
                </a:moveTo>
                <a:cubicBezTo>
                  <a:pt x="15685" y="21635"/>
                  <a:pt x="14267" y="22304"/>
                  <a:pt x="13464" y="22812"/>
                </a:cubicBezTo>
                <a:cubicBezTo>
                  <a:pt x="12955" y="23187"/>
                  <a:pt x="12233" y="23615"/>
                  <a:pt x="11831" y="24177"/>
                </a:cubicBezTo>
                <a:cubicBezTo>
                  <a:pt x="12286" y="22357"/>
                  <a:pt x="14722" y="21768"/>
                  <a:pt x="16221" y="20698"/>
                </a:cubicBezTo>
                <a:close/>
                <a:moveTo>
                  <a:pt x="6692" y="20939"/>
                </a:moveTo>
                <a:cubicBezTo>
                  <a:pt x="7388" y="22893"/>
                  <a:pt x="9957" y="22866"/>
                  <a:pt x="11135" y="24445"/>
                </a:cubicBezTo>
                <a:cubicBezTo>
                  <a:pt x="9395" y="23481"/>
                  <a:pt x="6772" y="23080"/>
                  <a:pt x="6692" y="20939"/>
                </a:cubicBezTo>
                <a:close/>
                <a:moveTo>
                  <a:pt x="16194" y="21126"/>
                </a:moveTo>
                <a:cubicBezTo>
                  <a:pt x="15766" y="22304"/>
                  <a:pt x="14749" y="22919"/>
                  <a:pt x="13571" y="23455"/>
                </a:cubicBezTo>
                <a:cubicBezTo>
                  <a:pt x="12982" y="23722"/>
                  <a:pt x="12393" y="24017"/>
                  <a:pt x="11938" y="24445"/>
                </a:cubicBezTo>
                <a:cubicBezTo>
                  <a:pt x="12447" y="23562"/>
                  <a:pt x="13785" y="22919"/>
                  <a:pt x="14534" y="22411"/>
                </a:cubicBezTo>
                <a:cubicBezTo>
                  <a:pt x="15070" y="22063"/>
                  <a:pt x="15739" y="21661"/>
                  <a:pt x="16194" y="21126"/>
                </a:cubicBezTo>
                <a:close/>
                <a:moveTo>
                  <a:pt x="14048" y="0"/>
                </a:moveTo>
                <a:cubicBezTo>
                  <a:pt x="14002" y="0"/>
                  <a:pt x="13958" y="28"/>
                  <a:pt x="13946" y="88"/>
                </a:cubicBezTo>
                <a:cubicBezTo>
                  <a:pt x="13196" y="2390"/>
                  <a:pt x="11751" y="4183"/>
                  <a:pt x="10680" y="6298"/>
                </a:cubicBezTo>
                <a:cubicBezTo>
                  <a:pt x="9610" y="8466"/>
                  <a:pt x="9877" y="10795"/>
                  <a:pt x="10225" y="13096"/>
                </a:cubicBezTo>
                <a:cubicBezTo>
                  <a:pt x="10305" y="13766"/>
                  <a:pt x="10413" y="14435"/>
                  <a:pt x="10520" y="15104"/>
                </a:cubicBezTo>
                <a:cubicBezTo>
                  <a:pt x="10520" y="15131"/>
                  <a:pt x="10520" y="15157"/>
                  <a:pt x="10520" y="15157"/>
                </a:cubicBezTo>
                <a:cubicBezTo>
                  <a:pt x="10520" y="15184"/>
                  <a:pt x="10520" y="15211"/>
                  <a:pt x="10546" y="15211"/>
                </a:cubicBezTo>
                <a:cubicBezTo>
                  <a:pt x="10734" y="16469"/>
                  <a:pt x="10921" y="17727"/>
                  <a:pt x="11082" y="18985"/>
                </a:cubicBezTo>
                <a:cubicBezTo>
                  <a:pt x="10520" y="17700"/>
                  <a:pt x="9502" y="16737"/>
                  <a:pt x="8352" y="15907"/>
                </a:cubicBezTo>
                <a:cubicBezTo>
                  <a:pt x="8352" y="15880"/>
                  <a:pt x="8352" y="15853"/>
                  <a:pt x="8325" y="15853"/>
                </a:cubicBezTo>
                <a:cubicBezTo>
                  <a:pt x="8298" y="15853"/>
                  <a:pt x="8271" y="15827"/>
                  <a:pt x="8271" y="15827"/>
                </a:cubicBezTo>
                <a:cubicBezTo>
                  <a:pt x="7602" y="15345"/>
                  <a:pt x="6906" y="14890"/>
                  <a:pt x="6237" y="14461"/>
                </a:cubicBezTo>
                <a:cubicBezTo>
                  <a:pt x="5829" y="14193"/>
                  <a:pt x="5417" y="14081"/>
                  <a:pt x="5004" y="14081"/>
                </a:cubicBezTo>
                <a:cubicBezTo>
                  <a:pt x="3280" y="14081"/>
                  <a:pt x="1550" y="16040"/>
                  <a:pt x="81" y="16710"/>
                </a:cubicBezTo>
                <a:cubicBezTo>
                  <a:pt x="27" y="16737"/>
                  <a:pt x="1" y="16790"/>
                  <a:pt x="27" y="16844"/>
                </a:cubicBezTo>
                <a:cubicBezTo>
                  <a:pt x="27" y="16870"/>
                  <a:pt x="54" y="16870"/>
                  <a:pt x="54" y="16870"/>
                </a:cubicBezTo>
                <a:cubicBezTo>
                  <a:pt x="54" y="16870"/>
                  <a:pt x="54" y="16897"/>
                  <a:pt x="81" y="16897"/>
                </a:cubicBezTo>
                <a:cubicBezTo>
                  <a:pt x="81" y="16924"/>
                  <a:pt x="108" y="16924"/>
                  <a:pt x="108" y="16924"/>
                </a:cubicBezTo>
                <a:lnTo>
                  <a:pt x="135" y="16924"/>
                </a:lnTo>
                <a:cubicBezTo>
                  <a:pt x="1580" y="16924"/>
                  <a:pt x="2972" y="16656"/>
                  <a:pt x="4390" y="16576"/>
                </a:cubicBezTo>
                <a:lnTo>
                  <a:pt x="5354" y="16576"/>
                </a:lnTo>
                <a:cubicBezTo>
                  <a:pt x="7736" y="16870"/>
                  <a:pt x="8967" y="19413"/>
                  <a:pt x="11242" y="20082"/>
                </a:cubicBezTo>
                <a:cubicBezTo>
                  <a:pt x="11376" y="21367"/>
                  <a:pt x="11483" y="22679"/>
                  <a:pt x="11483" y="23990"/>
                </a:cubicBezTo>
                <a:cubicBezTo>
                  <a:pt x="11483" y="24124"/>
                  <a:pt x="11483" y="24284"/>
                  <a:pt x="11483" y="24445"/>
                </a:cubicBezTo>
                <a:cubicBezTo>
                  <a:pt x="10413" y="22545"/>
                  <a:pt x="7977" y="21715"/>
                  <a:pt x="6799" y="19895"/>
                </a:cubicBezTo>
                <a:cubicBezTo>
                  <a:pt x="6778" y="19863"/>
                  <a:pt x="6740" y="19848"/>
                  <a:pt x="6701" y="19848"/>
                </a:cubicBezTo>
                <a:cubicBezTo>
                  <a:pt x="6640" y="19848"/>
                  <a:pt x="6574" y="19884"/>
                  <a:pt x="6558" y="19948"/>
                </a:cubicBezTo>
                <a:cubicBezTo>
                  <a:pt x="6237" y="21340"/>
                  <a:pt x="6719" y="22411"/>
                  <a:pt x="7897" y="23241"/>
                </a:cubicBezTo>
                <a:cubicBezTo>
                  <a:pt x="8967" y="23990"/>
                  <a:pt x="10386" y="24177"/>
                  <a:pt x="11456" y="24954"/>
                </a:cubicBezTo>
                <a:cubicBezTo>
                  <a:pt x="11349" y="27523"/>
                  <a:pt x="10734" y="30093"/>
                  <a:pt x="10145" y="32609"/>
                </a:cubicBezTo>
                <a:cubicBezTo>
                  <a:pt x="10112" y="32690"/>
                  <a:pt x="10188" y="32751"/>
                  <a:pt x="10265" y="32751"/>
                </a:cubicBezTo>
                <a:cubicBezTo>
                  <a:pt x="10315" y="32751"/>
                  <a:pt x="10365" y="32725"/>
                  <a:pt x="10386" y="32662"/>
                </a:cubicBezTo>
                <a:cubicBezTo>
                  <a:pt x="10760" y="31003"/>
                  <a:pt x="11108" y="29343"/>
                  <a:pt x="11430" y="27684"/>
                </a:cubicBezTo>
                <a:cubicBezTo>
                  <a:pt x="11563" y="26854"/>
                  <a:pt x="11670" y="26024"/>
                  <a:pt x="11697" y="25194"/>
                </a:cubicBezTo>
                <a:cubicBezTo>
                  <a:pt x="12179" y="24017"/>
                  <a:pt x="13839" y="23669"/>
                  <a:pt x="14829" y="23080"/>
                </a:cubicBezTo>
                <a:cubicBezTo>
                  <a:pt x="15899" y="22491"/>
                  <a:pt x="16488" y="21581"/>
                  <a:pt x="16595" y="20377"/>
                </a:cubicBezTo>
                <a:cubicBezTo>
                  <a:pt x="16595" y="20350"/>
                  <a:pt x="16595" y="20350"/>
                  <a:pt x="16595" y="20323"/>
                </a:cubicBezTo>
                <a:cubicBezTo>
                  <a:pt x="16622" y="20270"/>
                  <a:pt x="16569" y="20243"/>
                  <a:pt x="16515" y="20216"/>
                </a:cubicBezTo>
                <a:lnTo>
                  <a:pt x="16462" y="20216"/>
                </a:lnTo>
                <a:cubicBezTo>
                  <a:pt x="16435" y="20216"/>
                  <a:pt x="16435" y="20243"/>
                  <a:pt x="16408" y="20243"/>
                </a:cubicBezTo>
                <a:cubicBezTo>
                  <a:pt x="15043" y="21474"/>
                  <a:pt x="12473" y="21983"/>
                  <a:pt x="11724" y="23722"/>
                </a:cubicBezTo>
                <a:cubicBezTo>
                  <a:pt x="11724" y="22571"/>
                  <a:pt x="11644" y="21447"/>
                  <a:pt x="11510" y="20323"/>
                </a:cubicBezTo>
                <a:cubicBezTo>
                  <a:pt x="11510" y="20189"/>
                  <a:pt x="11483" y="20082"/>
                  <a:pt x="11483" y="19948"/>
                </a:cubicBezTo>
                <a:cubicBezTo>
                  <a:pt x="12072" y="19172"/>
                  <a:pt x="13250" y="18824"/>
                  <a:pt x="14106" y="18450"/>
                </a:cubicBezTo>
                <a:cubicBezTo>
                  <a:pt x="15070" y="18021"/>
                  <a:pt x="16060" y="17593"/>
                  <a:pt x="16809" y="16844"/>
                </a:cubicBezTo>
                <a:cubicBezTo>
                  <a:pt x="18522" y="15157"/>
                  <a:pt x="18790" y="12160"/>
                  <a:pt x="19192" y="9938"/>
                </a:cubicBezTo>
                <a:cubicBezTo>
                  <a:pt x="19210" y="9848"/>
                  <a:pt x="19130" y="9770"/>
                  <a:pt x="19060" y="9770"/>
                </a:cubicBezTo>
                <a:cubicBezTo>
                  <a:pt x="19026" y="9770"/>
                  <a:pt x="18995" y="9788"/>
                  <a:pt x="18978" y="9831"/>
                </a:cubicBezTo>
                <a:cubicBezTo>
                  <a:pt x="18014" y="11758"/>
                  <a:pt x="15846" y="13070"/>
                  <a:pt x="14294" y="14488"/>
                </a:cubicBezTo>
                <a:cubicBezTo>
                  <a:pt x="12982" y="15693"/>
                  <a:pt x="11751" y="17138"/>
                  <a:pt x="11349" y="18851"/>
                </a:cubicBezTo>
                <a:cubicBezTo>
                  <a:pt x="11162" y="17593"/>
                  <a:pt x="10975" y="16335"/>
                  <a:pt x="10760" y="15104"/>
                </a:cubicBezTo>
                <a:cubicBezTo>
                  <a:pt x="11028" y="12534"/>
                  <a:pt x="11911" y="10233"/>
                  <a:pt x="12821" y="7877"/>
                </a:cubicBezTo>
                <a:cubicBezTo>
                  <a:pt x="13758" y="5334"/>
                  <a:pt x="14267" y="2818"/>
                  <a:pt x="14160" y="115"/>
                </a:cubicBezTo>
                <a:cubicBezTo>
                  <a:pt x="14160" y="42"/>
                  <a:pt x="14103" y="0"/>
                  <a:pt x="14048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5" name="Google Shape;355;p49"/>
          <p:cNvSpPr/>
          <p:nvPr/>
        </p:nvSpPr>
        <p:spPr>
          <a:xfrm>
            <a:off x="7018450" y="3331851"/>
            <a:ext cx="1020984" cy="1333420"/>
          </a:xfrm>
          <a:custGeom>
            <a:avLst/>
            <a:gdLst/>
            <a:ahLst/>
            <a:cxnLst/>
            <a:rect l="l" t="t" r="r" b="b"/>
            <a:pathLst>
              <a:path w="17277" h="22564" extrusionOk="0">
                <a:moveTo>
                  <a:pt x="9074" y="0"/>
                </a:moveTo>
                <a:cubicBezTo>
                  <a:pt x="8555" y="0"/>
                  <a:pt x="8010" y="60"/>
                  <a:pt x="7441" y="188"/>
                </a:cubicBezTo>
                <a:cubicBezTo>
                  <a:pt x="2543" y="1285"/>
                  <a:pt x="1" y="6692"/>
                  <a:pt x="54" y="12607"/>
                </a:cubicBezTo>
                <a:cubicBezTo>
                  <a:pt x="134" y="18683"/>
                  <a:pt x="3989" y="22189"/>
                  <a:pt x="8592" y="22564"/>
                </a:cubicBezTo>
                <a:cubicBezTo>
                  <a:pt x="14641" y="22082"/>
                  <a:pt x="16354" y="18388"/>
                  <a:pt x="16836" y="12312"/>
                </a:cubicBezTo>
                <a:cubicBezTo>
                  <a:pt x="17276" y="6737"/>
                  <a:pt x="14567" y="0"/>
                  <a:pt x="9074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6" name="Google Shape;356;p49"/>
          <p:cNvSpPr txBox="1">
            <a:spLocks noGrp="1"/>
          </p:cNvSpPr>
          <p:nvPr>
            <p:ph type="title"/>
          </p:nvPr>
        </p:nvSpPr>
        <p:spPr>
          <a:xfrm>
            <a:off x="1388100" y="1557450"/>
            <a:ext cx="6367800" cy="20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800"/>
              <a:buNone/>
              <a:defRPr sz="7200"/>
            </a:lvl1pPr>
            <a:lvl2pPr lvl="1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50"/>
          <p:cNvSpPr/>
          <p:nvPr/>
        </p:nvSpPr>
        <p:spPr>
          <a:xfrm>
            <a:off x="763275" y="799200"/>
            <a:ext cx="1844545" cy="1627040"/>
          </a:xfrm>
          <a:custGeom>
            <a:avLst/>
            <a:gdLst/>
            <a:ahLst/>
            <a:cxnLst/>
            <a:rect l="l" t="t" r="r" b="b"/>
            <a:pathLst>
              <a:path w="13679" h="12066" extrusionOk="0">
                <a:moveTo>
                  <a:pt x="7541" y="1"/>
                </a:moveTo>
                <a:cubicBezTo>
                  <a:pt x="7109" y="1"/>
                  <a:pt x="6648" y="24"/>
                  <a:pt x="6157" y="68"/>
                </a:cubicBezTo>
                <a:cubicBezTo>
                  <a:pt x="1981" y="443"/>
                  <a:pt x="28" y="3173"/>
                  <a:pt x="1" y="6385"/>
                </a:cubicBezTo>
                <a:cubicBezTo>
                  <a:pt x="598" y="10109"/>
                  <a:pt x="2003" y="12066"/>
                  <a:pt x="5300" y="12066"/>
                </a:cubicBezTo>
                <a:cubicBezTo>
                  <a:pt x="5700" y="12066"/>
                  <a:pt x="6128" y="12037"/>
                  <a:pt x="6585" y="11979"/>
                </a:cubicBezTo>
                <a:cubicBezTo>
                  <a:pt x="10680" y="11470"/>
                  <a:pt x="13678" y="9516"/>
                  <a:pt x="12822" y="4297"/>
                </a:cubicBezTo>
                <a:cubicBezTo>
                  <a:pt x="12326" y="1256"/>
                  <a:pt x="10731" y="1"/>
                  <a:pt x="7541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9" name="Google Shape;359;p50"/>
          <p:cNvSpPr/>
          <p:nvPr/>
        </p:nvSpPr>
        <p:spPr>
          <a:xfrm>
            <a:off x="6926300" y="-86950"/>
            <a:ext cx="4030804" cy="5999550"/>
          </a:xfrm>
          <a:custGeom>
            <a:avLst/>
            <a:gdLst/>
            <a:ahLst/>
            <a:cxnLst/>
            <a:rect l="l" t="t" r="r" b="b"/>
            <a:pathLst>
              <a:path w="142469" h="136664" extrusionOk="0">
                <a:moveTo>
                  <a:pt x="97052" y="0"/>
                </a:moveTo>
                <a:cubicBezTo>
                  <a:pt x="94985" y="0"/>
                  <a:pt x="92658" y="685"/>
                  <a:pt x="89955" y="2065"/>
                </a:cubicBezTo>
                <a:cubicBezTo>
                  <a:pt x="76197" y="9104"/>
                  <a:pt x="81149" y="14564"/>
                  <a:pt x="82755" y="40634"/>
                </a:cubicBezTo>
                <a:cubicBezTo>
                  <a:pt x="85458" y="83646"/>
                  <a:pt x="12896" y="58112"/>
                  <a:pt x="4519" y="103881"/>
                </a:cubicBezTo>
                <a:cubicBezTo>
                  <a:pt x="0" y="128495"/>
                  <a:pt x="10558" y="136664"/>
                  <a:pt x="39417" y="136664"/>
                </a:cubicBezTo>
                <a:cubicBezTo>
                  <a:pt x="47997" y="136664"/>
                  <a:pt x="58195" y="135942"/>
                  <a:pt x="70095" y="134715"/>
                </a:cubicBezTo>
                <a:cubicBezTo>
                  <a:pt x="122047" y="129389"/>
                  <a:pt x="142469" y="101392"/>
                  <a:pt x="125767" y="56907"/>
                </a:cubicBezTo>
                <a:cubicBezTo>
                  <a:pt x="111706" y="19432"/>
                  <a:pt x="108060" y="0"/>
                  <a:pt x="97052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0" name="Google Shape;360;p50"/>
          <p:cNvSpPr/>
          <p:nvPr/>
        </p:nvSpPr>
        <p:spPr>
          <a:xfrm>
            <a:off x="112700" y="3113038"/>
            <a:ext cx="1938817" cy="3305577"/>
          </a:xfrm>
          <a:custGeom>
            <a:avLst/>
            <a:gdLst/>
            <a:ahLst/>
            <a:cxnLst/>
            <a:rect l="l" t="t" r="r" b="b"/>
            <a:pathLst>
              <a:path w="19210" h="32752" extrusionOk="0">
                <a:moveTo>
                  <a:pt x="14053" y="490"/>
                </a:moveTo>
                <a:lnTo>
                  <a:pt x="14053" y="490"/>
                </a:lnTo>
                <a:cubicBezTo>
                  <a:pt x="14026" y="597"/>
                  <a:pt x="13999" y="758"/>
                  <a:pt x="13972" y="918"/>
                </a:cubicBezTo>
                <a:cubicBezTo>
                  <a:pt x="13972" y="865"/>
                  <a:pt x="13972" y="838"/>
                  <a:pt x="13946" y="838"/>
                </a:cubicBezTo>
                <a:cubicBezTo>
                  <a:pt x="13972" y="731"/>
                  <a:pt x="14026" y="597"/>
                  <a:pt x="14053" y="490"/>
                </a:cubicBezTo>
                <a:close/>
                <a:moveTo>
                  <a:pt x="13651" y="1560"/>
                </a:moveTo>
                <a:lnTo>
                  <a:pt x="13651" y="1560"/>
                </a:lnTo>
                <a:cubicBezTo>
                  <a:pt x="13276" y="3862"/>
                  <a:pt x="12045" y="5923"/>
                  <a:pt x="11189" y="8038"/>
                </a:cubicBezTo>
                <a:cubicBezTo>
                  <a:pt x="10522" y="9665"/>
                  <a:pt x="10466" y="11531"/>
                  <a:pt x="10493" y="13318"/>
                </a:cubicBezTo>
                <a:lnTo>
                  <a:pt x="10493" y="13318"/>
                </a:lnTo>
                <a:cubicBezTo>
                  <a:pt x="10490" y="13217"/>
                  <a:pt x="10464" y="13118"/>
                  <a:pt x="10439" y="13043"/>
                </a:cubicBezTo>
                <a:cubicBezTo>
                  <a:pt x="10091" y="10634"/>
                  <a:pt x="9904" y="8412"/>
                  <a:pt x="11001" y="6191"/>
                </a:cubicBezTo>
                <a:cubicBezTo>
                  <a:pt x="11724" y="4772"/>
                  <a:pt x="12714" y="3541"/>
                  <a:pt x="13410" y="2123"/>
                </a:cubicBezTo>
                <a:cubicBezTo>
                  <a:pt x="13491" y="1935"/>
                  <a:pt x="13571" y="1748"/>
                  <a:pt x="13651" y="1560"/>
                </a:cubicBezTo>
                <a:close/>
                <a:moveTo>
                  <a:pt x="13972" y="945"/>
                </a:moveTo>
                <a:lnTo>
                  <a:pt x="13972" y="945"/>
                </a:lnTo>
                <a:cubicBezTo>
                  <a:pt x="13972" y="1079"/>
                  <a:pt x="13946" y="1212"/>
                  <a:pt x="13946" y="1346"/>
                </a:cubicBezTo>
                <a:cubicBezTo>
                  <a:pt x="13946" y="2524"/>
                  <a:pt x="13758" y="3702"/>
                  <a:pt x="13517" y="4853"/>
                </a:cubicBezTo>
                <a:cubicBezTo>
                  <a:pt x="12821" y="7877"/>
                  <a:pt x="11376" y="10580"/>
                  <a:pt x="10760" y="13605"/>
                </a:cubicBezTo>
                <a:cubicBezTo>
                  <a:pt x="10787" y="11357"/>
                  <a:pt x="10921" y="9189"/>
                  <a:pt x="11858" y="7074"/>
                </a:cubicBezTo>
                <a:cubicBezTo>
                  <a:pt x="12741" y="5094"/>
                  <a:pt x="13785" y="3140"/>
                  <a:pt x="13972" y="945"/>
                </a:cubicBezTo>
                <a:close/>
                <a:moveTo>
                  <a:pt x="5002" y="14350"/>
                </a:moveTo>
                <a:cubicBezTo>
                  <a:pt x="5585" y="14350"/>
                  <a:pt x="6085" y="14646"/>
                  <a:pt x="6746" y="15104"/>
                </a:cubicBezTo>
                <a:cubicBezTo>
                  <a:pt x="6879" y="15184"/>
                  <a:pt x="7013" y="15264"/>
                  <a:pt x="7147" y="15372"/>
                </a:cubicBezTo>
                <a:cubicBezTo>
                  <a:pt x="6694" y="15252"/>
                  <a:pt x="6232" y="15200"/>
                  <a:pt x="5767" y="15200"/>
                </a:cubicBezTo>
                <a:cubicBezTo>
                  <a:pt x="4364" y="15200"/>
                  <a:pt x="2927" y="15672"/>
                  <a:pt x="1580" y="16174"/>
                </a:cubicBezTo>
                <a:cubicBezTo>
                  <a:pt x="2329" y="15666"/>
                  <a:pt x="3025" y="15077"/>
                  <a:pt x="3855" y="14676"/>
                </a:cubicBezTo>
                <a:cubicBezTo>
                  <a:pt x="4297" y="14450"/>
                  <a:pt x="4663" y="14350"/>
                  <a:pt x="5002" y="14350"/>
                </a:cubicBezTo>
                <a:close/>
                <a:moveTo>
                  <a:pt x="5753" y="15432"/>
                </a:moveTo>
                <a:cubicBezTo>
                  <a:pt x="6514" y="15432"/>
                  <a:pt x="7262" y="15581"/>
                  <a:pt x="7977" y="15960"/>
                </a:cubicBezTo>
                <a:cubicBezTo>
                  <a:pt x="8619" y="16389"/>
                  <a:pt x="9208" y="16870"/>
                  <a:pt x="9743" y="17406"/>
                </a:cubicBezTo>
                <a:cubicBezTo>
                  <a:pt x="8352" y="16737"/>
                  <a:pt x="6906" y="16389"/>
                  <a:pt x="5381" y="16335"/>
                </a:cubicBezTo>
                <a:lnTo>
                  <a:pt x="4765" y="16335"/>
                </a:lnTo>
                <a:cubicBezTo>
                  <a:pt x="3828" y="16335"/>
                  <a:pt x="2918" y="16469"/>
                  <a:pt x="1981" y="16576"/>
                </a:cubicBezTo>
                <a:cubicBezTo>
                  <a:pt x="1633" y="16603"/>
                  <a:pt x="1312" y="16629"/>
                  <a:pt x="964" y="16656"/>
                </a:cubicBezTo>
                <a:cubicBezTo>
                  <a:pt x="2489" y="16094"/>
                  <a:pt x="4149" y="15432"/>
                  <a:pt x="5753" y="15432"/>
                </a:cubicBezTo>
                <a:close/>
                <a:moveTo>
                  <a:pt x="18748" y="11060"/>
                </a:moveTo>
                <a:cubicBezTo>
                  <a:pt x="18737" y="11089"/>
                  <a:pt x="18737" y="11129"/>
                  <a:pt x="18737" y="11169"/>
                </a:cubicBezTo>
                <a:cubicBezTo>
                  <a:pt x="18603" y="11892"/>
                  <a:pt x="18442" y="12588"/>
                  <a:pt x="18282" y="13284"/>
                </a:cubicBezTo>
                <a:cubicBezTo>
                  <a:pt x="17907" y="14729"/>
                  <a:pt x="17291" y="16255"/>
                  <a:pt x="16087" y="17165"/>
                </a:cubicBezTo>
                <a:cubicBezTo>
                  <a:pt x="14963" y="17995"/>
                  <a:pt x="13223" y="18289"/>
                  <a:pt x="12045" y="19119"/>
                </a:cubicBezTo>
                <a:cubicBezTo>
                  <a:pt x="12473" y="18342"/>
                  <a:pt x="12955" y="17700"/>
                  <a:pt x="13785" y="17218"/>
                </a:cubicBezTo>
                <a:cubicBezTo>
                  <a:pt x="14508" y="16790"/>
                  <a:pt x="15257" y="16469"/>
                  <a:pt x="15873" y="15907"/>
                </a:cubicBezTo>
                <a:cubicBezTo>
                  <a:pt x="16542" y="15291"/>
                  <a:pt x="17077" y="14408"/>
                  <a:pt x="17532" y="13659"/>
                </a:cubicBezTo>
                <a:cubicBezTo>
                  <a:pt x="18036" y="12864"/>
                  <a:pt x="18250" y="11859"/>
                  <a:pt x="18748" y="11060"/>
                </a:cubicBezTo>
                <a:close/>
                <a:moveTo>
                  <a:pt x="18549" y="10928"/>
                </a:moveTo>
                <a:lnTo>
                  <a:pt x="18549" y="10928"/>
                </a:lnTo>
                <a:cubicBezTo>
                  <a:pt x="18201" y="11517"/>
                  <a:pt x="18014" y="12213"/>
                  <a:pt x="17693" y="12856"/>
                </a:cubicBezTo>
                <a:cubicBezTo>
                  <a:pt x="17184" y="13899"/>
                  <a:pt x="16488" y="14863"/>
                  <a:pt x="15712" y="15719"/>
                </a:cubicBezTo>
                <a:cubicBezTo>
                  <a:pt x="15016" y="16469"/>
                  <a:pt x="13919" y="16844"/>
                  <a:pt x="13062" y="17379"/>
                </a:cubicBezTo>
                <a:cubicBezTo>
                  <a:pt x="12313" y="17861"/>
                  <a:pt x="11911" y="18798"/>
                  <a:pt x="11510" y="19547"/>
                </a:cubicBezTo>
                <a:cubicBezTo>
                  <a:pt x="11485" y="19571"/>
                  <a:pt x="11461" y="19573"/>
                  <a:pt x="11457" y="19594"/>
                </a:cubicBezTo>
                <a:lnTo>
                  <a:pt x="11457" y="19594"/>
                </a:lnTo>
                <a:cubicBezTo>
                  <a:pt x="11836" y="15557"/>
                  <a:pt x="16249" y="13818"/>
                  <a:pt x="18549" y="10928"/>
                </a:cubicBezTo>
                <a:close/>
                <a:moveTo>
                  <a:pt x="6505" y="16683"/>
                </a:moveTo>
                <a:lnTo>
                  <a:pt x="6505" y="16683"/>
                </a:lnTo>
                <a:cubicBezTo>
                  <a:pt x="7763" y="16844"/>
                  <a:pt x="8994" y="17245"/>
                  <a:pt x="10145" y="17914"/>
                </a:cubicBezTo>
                <a:cubicBezTo>
                  <a:pt x="10573" y="18450"/>
                  <a:pt x="10921" y="19065"/>
                  <a:pt x="11135" y="19788"/>
                </a:cubicBezTo>
                <a:cubicBezTo>
                  <a:pt x="9315" y="19172"/>
                  <a:pt x="8191" y="17432"/>
                  <a:pt x="6505" y="16683"/>
                </a:cubicBezTo>
                <a:close/>
                <a:moveTo>
                  <a:pt x="6772" y="20270"/>
                </a:moveTo>
                <a:cubicBezTo>
                  <a:pt x="7736" y="21581"/>
                  <a:pt x="9342" y="22384"/>
                  <a:pt x="10466" y="23535"/>
                </a:cubicBezTo>
                <a:cubicBezTo>
                  <a:pt x="9074" y="22598"/>
                  <a:pt x="7120" y="22331"/>
                  <a:pt x="6826" y="20350"/>
                </a:cubicBezTo>
                <a:cubicBezTo>
                  <a:pt x="6799" y="20323"/>
                  <a:pt x="6772" y="20296"/>
                  <a:pt x="6746" y="20270"/>
                </a:cubicBezTo>
                <a:close/>
                <a:moveTo>
                  <a:pt x="16221" y="20698"/>
                </a:moveTo>
                <a:cubicBezTo>
                  <a:pt x="15685" y="21635"/>
                  <a:pt x="14267" y="22304"/>
                  <a:pt x="13464" y="22812"/>
                </a:cubicBezTo>
                <a:cubicBezTo>
                  <a:pt x="12955" y="23187"/>
                  <a:pt x="12233" y="23615"/>
                  <a:pt x="11831" y="24177"/>
                </a:cubicBezTo>
                <a:cubicBezTo>
                  <a:pt x="12286" y="22357"/>
                  <a:pt x="14722" y="21768"/>
                  <a:pt x="16221" y="20698"/>
                </a:cubicBezTo>
                <a:close/>
                <a:moveTo>
                  <a:pt x="6692" y="20939"/>
                </a:moveTo>
                <a:cubicBezTo>
                  <a:pt x="7388" y="22893"/>
                  <a:pt x="9957" y="22866"/>
                  <a:pt x="11135" y="24445"/>
                </a:cubicBezTo>
                <a:cubicBezTo>
                  <a:pt x="9395" y="23481"/>
                  <a:pt x="6772" y="23080"/>
                  <a:pt x="6692" y="20939"/>
                </a:cubicBezTo>
                <a:close/>
                <a:moveTo>
                  <a:pt x="16194" y="21126"/>
                </a:moveTo>
                <a:cubicBezTo>
                  <a:pt x="15766" y="22304"/>
                  <a:pt x="14749" y="22919"/>
                  <a:pt x="13571" y="23455"/>
                </a:cubicBezTo>
                <a:cubicBezTo>
                  <a:pt x="12982" y="23722"/>
                  <a:pt x="12393" y="24017"/>
                  <a:pt x="11938" y="24445"/>
                </a:cubicBezTo>
                <a:cubicBezTo>
                  <a:pt x="12447" y="23562"/>
                  <a:pt x="13785" y="22919"/>
                  <a:pt x="14534" y="22411"/>
                </a:cubicBezTo>
                <a:cubicBezTo>
                  <a:pt x="15070" y="22063"/>
                  <a:pt x="15739" y="21661"/>
                  <a:pt x="16194" y="21126"/>
                </a:cubicBezTo>
                <a:close/>
                <a:moveTo>
                  <a:pt x="14048" y="0"/>
                </a:moveTo>
                <a:cubicBezTo>
                  <a:pt x="14002" y="0"/>
                  <a:pt x="13958" y="28"/>
                  <a:pt x="13946" y="88"/>
                </a:cubicBezTo>
                <a:cubicBezTo>
                  <a:pt x="13196" y="2390"/>
                  <a:pt x="11751" y="4183"/>
                  <a:pt x="10680" y="6298"/>
                </a:cubicBezTo>
                <a:cubicBezTo>
                  <a:pt x="9610" y="8466"/>
                  <a:pt x="9877" y="10795"/>
                  <a:pt x="10225" y="13096"/>
                </a:cubicBezTo>
                <a:cubicBezTo>
                  <a:pt x="10305" y="13766"/>
                  <a:pt x="10413" y="14435"/>
                  <a:pt x="10520" y="15104"/>
                </a:cubicBezTo>
                <a:cubicBezTo>
                  <a:pt x="10520" y="15131"/>
                  <a:pt x="10520" y="15157"/>
                  <a:pt x="10520" y="15157"/>
                </a:cubicBezTo>
                <a:cubicBezTo>
                  <a:pt x="10520" y="15184"/>
                  <a:pt x="10520" y="15211"/>
                  <a:pt x="10546" y="15211"/>
                </a:cubicBezTo>
                <a:cubicBezTo>
                  <a:pt x="10734" y="16469"/>
                  <a:pt x="10921" y="17727"/>
                  <a:pt x="11082" y="18985"/>
                </a:cubicBezTo>
                <a:cubicBezTo>
                  <a:pt x="10520" y="17700"/>
                  <a:pt x="9502" y="16737"/>
                  <a:pt x="8352" y="15907"/>
                </a:cubicBezTo>
                <a:cubicBezTo>
                  <a:pt x="8352" y="15880"/>
                  <a:pt x="8352" y="15853"/>
                  <a:pt x="8325" y="15853"/>
                </a:cubicBezTo>
                <a:cubicBezTo>
                  <a:pt x="8298" y="15853"/>
                  <a:pt x="8271" y="15827"/>
                  <a:pt x="8271" y="15827"/>
                </a:cubicBezTo>
                <a:cubicBezTo>
                  <a:pt x="7602" y="15345"/>
                  <a:pt x="6906" y="14890"/>
                  <a:pt x="6237" y="14461"/>
                </a:cubicBezTo>
                <a:cubicBezTo>
                  <a:pt x="5829" y="14193"/>
                  <a:pt x="5417" y="14081"/>
                  <a:pt x="5004" y="14081"/>
                </a:cubicBezTo>
                <a:cubicBezTo>
                  <a:pt x="3280" y="14081"/>
                  <a:pt x="1550" y="16040"/>
                  <a:pt x="81" y="16710"/>
                </a:cubicBezTo>
                <a:cubicBezTo>
                  <a:pt x="27" y="16737"/>
                  <a:pt x="1" y="16790"/>
                  <a:pt x="27" y="16844"/>
                </a:cubicBezTo>
                <a:cubicBezTo>
                  <a:pt x="27" y="16870"/>
                  <a:pt x="54" y="16870"/>
                  <a:pt x="54" y="16870"/>
                </a:cubicBezTo>
                <a:cubicBezTo>
                  <a:pt x="54" y="16870"/>
                  <a:pt x="54" y="16897"/>
                  <a:pt x="81" y="16897"/>
                </a:cubicBezTo>
                <a:cubicBezTo>
                  <a:pt x="81" y="16924"/>
                  <a:pt x="108" y="16924"/>
                  <a:pt x="108" y="16924"/>
                </a:cubicBezTo>
                <a:lnTo>
                  <a:pt x="135" y="16924"/>
                </a:lnTo>
                <a:cubicBezTo>
                  <a:pt x="1580" y="16924"/>
                  <a:pt x="2972" y="16656"/>
                  <a:pt x="4390" y="16576"/>
                </a:cubicBezTo>
                <a:lnTo>
                  <a:pt x="5354" y="16576"/>
                </a:lnTo>
                <a:cubicBezTo>
                  <a:pt x="7736" y="16870"/>
                  <a:pt x="8967" y="19413"/>
                  <a:pt x="11242" y="20082"/>
                </a:cubicBezTo>
                <a:cubicBezTo>
                  <a:pt x="11376" y="21367"/>
                  <a:pt x="11483" y="22679"/>
                  <a:pt x="11483" y="23990"/>
                </a:cubicBezTo>
                <a:cubicBezTo>
                  <a:pt x="11483" y="24124"/>
                  <a:pt x="11483" y="24284"/>
                  <a:pt x="11483" y="24445"/>
                </a:cubicBezTo>
                <a:cubicBezTo>
                  <a:pt x="10413" y="22545"/>
                  <a:pt x="7977" y="21715"/>
                  <a:pt x="6799" y="19895"/>
                </a:cubicBezTo>
                <a:cubicBezTo>
                  <a:pt x="6778" y="19863"/>
                  <a:pt x="6740" y="19848"/>
                  <a:pt x="6701" y="19848"/>
                </a:cubicBezTo>
                <a:cubicBezTo>
                  <a:pt x="6640" y="19848"/>
                  <a:pt x="6574" y="19884"/>
                  <a:pt x="6558" y="19948"/>
                </a:cubicBezTo>
                <a:cubicBezTo>
                  <a:pt x="6237" y="21340"/>
                  <a:pt x="6719" y="22411"/>
                  <a:pt x="7897" y="23241"/>
                </a:cubicBezTo>
                <a:cubicBezTo>
                  <a:pt x="8967" y="23990"/>
                  <a:pt x="10386" y="24177"/>
                  <a:pt x="11456" y="24954"/>
                </a:cubicBezTo>
                <a:cubicBezTo>
                  <a:pt x="11349" y="27523"/>
                  <a:pt x="10734" y="30093"/>
                  <a:pt x="10145" y="32609"/>
                </a:cubicBezTo>
                <a:cubicBezTo>
                  <a:pt x="10112" y="32690"/>
                  <a:pt x="10188" y="32751"/>
                  <a:pt x="10265" y="32751"/>
                </a:cubicBezTo>
                <a:cubicBezTo>
                  <a:pt x="10315" y="32751"/>
                  <a:pt x="10365" y="32725"/>
                  <a:pt x="10386" y="32662"/>
                </a:cubicBezTo>
                <a:cubicBezTo>
                  <a:pt x="10760" y="31003"/>
                  <a:pt x="11108" y="29343"/>
                  <a:pt x="11430" y="27684"/>
                </a:cubicBezTo>
                <a:cubicBezTo>
                  <a:pt x="11563" y="26854"/>
                  <a:pt x="11670" y="26024"/>
                  <a:pt x="11697" y="25194"/>
                </a:cubicBezTo>
                <a:cubicBezTo>
                  <a:pt x="12179" y="24017"/>
                  <a:pt x="13839" y="23669"/>
                  <a:pt x="14829" y="23080"/>
                </a:cubicBezTo>
                <a:cubicBezTo>
                  <a:pt x="15899" y="22491"/>
                  <a:pt x="16488" y="21581"/>
                  <a:pt x="16595" y="20377"/>
                </a:cubicBezTo>
                <a:cubicBezTo>
                  <a:pt x="16595" y="20350"/>
                  <a:pt x="16595" y="20350"/>
                  <a:pt x="16595" y="20323"/>
                </a:cubicBezTo>
                <a:cubicBezTo>
                  <a:pt x="16622" y="20270"/>
                  <a:pt x="16569" y="20243"/>
                  <a:pt x="16515" y="20216"/>
                </a:cubicBezTo>
                <a:lnTo>
                  <a:pt x="16462" y="20216"/>
                </a:lnTo>
                <a:cubicBezTo>
                  <a:pt x="16435" y="20216"/>
                  <a:pt x="16435" y="20243"/>
                  <a:pt x="16408" y="20243"/>
                </a:cubicBezTo>
                <a:cubicBezTo>
                  <a:pt x="15043" y="21474"/>
                  <a:pt x="12473" y="21983"/>
                  <a:pt x="11724" y="23722"/>
                </a:cubicBezTo>
                <a:cubicBezTo>
                  <a:pt x="11724" y="22571"/>
                  <a:pt x="11644" y="21447"/>
                  <a:pt x="11510" y="20323"/>
                </a:cubicBezTo>
                <a:cubicBezTo>
                  <a:pt x="11510" y="20189"/>
                  <a:pt x="11483" y="20082"/>
                  <a:pt x="11483" y="19948"/>
                </a:cubicBezTo>
                <a:cubicBezTo>
                  <a:pt x="12072" y="19172"/>
                  <a:pt x="13250" y="18824"/>
                  <a:pt x="14106" y="18450"/>
                </a:cubicBezTo>
                <a:cubicBezTo>
                  <a:pt x="15070" y="18021"/>
                  <a:pt x="16060" y="17593"/>
                  <a:pt x="16809" y="16844"/>
                </a:cubicBezTo>
                <a:cubicBezTo>
                  <a:pt x="18522" y="15157"/>
                  <a:pt x="18790" y="12160"/>
                  <a:pt x="19192" y="9938"/>
                </a:cubicBezTo>
                <a:cubicBezTo>
                  <a:pt x="19210" y="9848"/>
                  <a:pt x="19130" y="9770"/>
                  <a:pt x="19060" y="9770"/>
                </a:cubicBezTo>
                <a:cubicBezTo>
                  <a:pt x="19026" y="9770"/>
                  <a:pt x="18995" y="9788"/>
                  <a:pt x="18978" y="9831"/>
                </a:cubicBezTo>
                <a:cubicBezTo>
                  <a:pt x="18014" y="11758"/>
                  <a:pt x="15846" y="13070"/>
                  <a:pt x="14294" y="14488"/>
                </a:cubicBezTo>
                <a:cubicBezTo>
                  <a:pt x="12982" y="15693"/>
                  <a:pt x="11751" y="17138"/>
                  <a:pt x="11349" y="18851"/>
                </a:cubicBezTo>
                <a:cubicBezTo>
                  <a:pt x="11162" y="17593"/>
                  <a:pt x="10975" y="16335"/>
                  <a:pt x="10760" y="15104"/>
                </a:cubicBezTo>
                <a:cubicBezTo>
                  <a:pt x="11028" y="12534"/>
                  <a:pt x="11911" y="10233"/>
                  <a:pt x="12821" y="7877"/>
                </a:cubicBezTo>
                <a:cubicBezTo>
                  <a:pt x="13758" y="5334"/>
                  <a:pt x="14267" y="2818"/>
                  <a:pt x="14160" y="115"/>
                </a:cubicBezTo>
                <a:cubicBezTo>
                  <a:pt x="14160" y="42"/>
                  <a:pt x="14103" y="0"/>
                  <a:pt x="14048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1" name="Google Shape;361;p50"/>
          <p:cNvSpPr txBox="1">
            <a:spLocks noGrp="1"/>
          </p:cNvSpPr>
          <p:nvPr>
            <p:ph type="title"/>
          </p:nvPr>
        </p:nvSpPr>
        <p:spPr>
          <a:xfrm>
            <a:off x="1569450" y="1152050"/>
            <a:ext cx="6005100" cy="1516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3600">
                <a:solidFill>
                  <a:schemeClr val="accen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62" name="Google Shape;362;p50"/>
          <p:cNvSpPr txBox="1">
            <a:spLocks noGrp="1"/>
          </p:cNvSpPr>
          <p:nvPr>
            <p:ph type="subTitle" idx="1"/>
          </p:nvPr>
        </p:nvSpPr>
        <p:spPr>
          <a:xfrm>
            <a:off x="1904250" y="2756350"/>
            <a:ext cx="53355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>
                <a:solidFill>
                  <a:schemeClr val="accent2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p5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accent1">
              <a:alpha val="5536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5" name="Google Shape;365;p51"/>
          <p:cNvSpPr txBox="1">
            <a:spLocks noGrp="1"/>
          </p:cNvSpPr>
          <p:nvPr>
            <p:ph type="title"/>
          </p:nvPr>
        </p:nvSpPr>
        <p:spPr>
          <a:xfrm>
            <a:off x="4184875" y="1473300"/>
            <a:ext cx="4245900" cy="2196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anjari"/>
                <a:ea typeface="Manjari"/>
                <a:cs typeface="Manjari"/>
                <a:sym typeface="Manjari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anjari"/>
                <a:ea typeface="Manjari"/>
                <a:cs typeface="Manjari"/>
                <a:sym typeface="Manjari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anjari"/>
                <a:ea typeface="Manjari"/>
                <a:cs typeface="Manjari"/>
                <a:sym typeface="Manjari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anjari"/>
                <a:ea typeface="Manjari"/>
                <a:cs typeface="Manjari"/>
                <a:sym typeface="Manjari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anjari"/>
                <a:ea typeface="Manjari"/>
                <a:cs typeface="Manjari"/>
                <a:sym typeface="Manjari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anjari"/>
                <a:ea typeface="Manjari"/>
                <a:cs typeface="Manjari"/>
                <a:sym typeface="Manjari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anjari"/>
                <a:ea typeface="Manjari"/>
                <a:cs typeface="Manjari"/>
                <a:sym typeface="Manjari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anjari"/>
                <a:ea typeface="Manjari"/>
                <a:cs typeface="Manjari"/>
                <a:sym typeface="Manjari"/>
              </a:defRPr>
            </a:lvl9pPr>
          </a:lstStyle>
          <a:p>
            <a:endParaRPr/>
          </a:p>
        </p:txBody>
      </p:sp>
      <p:sp>
        <p:nvSpPr>
          <p:cNvPr id="366" name="Google Shape;366;p51"/>
          <p:cNvSpPr/>
          <p:nvPr/>
        </p:nvSpPr>
        <p:spPr>
          <a:xfrm rot="7018826" flipH="1">
            <a:off x="2857318" y="-764238"/>
            <a:ext cx="4267951" cy="2625760"/>
          </a:xfrm>
          <a:custGeom>
            <a:avLst/>
            <a:gdLst/>
            <a:ahLst/>
            <a:cxnLst/>
            <a:rect l="l" t="t" r="r" b="b"/>
            <a:pathLst>
              <a:path w="59643" h="36694" extrusionOk="0">
                <a:moveTo>
                  <a:pt x="6271" y="15779"/>
                </a:moveTo>
                <a:cubicBezTo>
                  <a:pt x="9374" y="14178"/>
                  <a:pt x="17513" y="18347"/>
                  <a:pt x="23150" y="11676"/>
                </a:cubicBezTo>
                <a:cubicBezTo>
                  <a:pt x="28787" y="5004"/>
                  <a:pt x="30455" y="1"/>
                  <a:pt x="37327" y="2302"/>
                </a:cubicBezTo>
                <a:cubicBezTo>
                  <a:pt x="44198" y="4571"/>
                  <a:pt x="43064" y="13410"/>
                  <a:pt x="47601" y="15779"/>
                </a:cubicBezTo>
                <a:cubicBezTo>
                  <a:pt x="52104" y="18147"/>
                  <a:pt x="59643" y="31690"/>
                  <a:pt x="43364" y="34192"/>
                </a:cubicBezTo>
                <a:cubicBezTo>
                  <a:pt x="27120" y="36694"/>
                  <a:pt x="10441" y="33158"/>
                  <a:pt x="5204" y="27520"/>
                </a:cubicBezTo>
                <a:cubicBezTo>
                  <a:pt x="0" y="21883"/>
                  <a:pt x="3136" y="17380"/>
                  <a:pt x="6271" y="15779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7" name="Google Shape;367;p51"/>
          <p:cNvSpPr/>
          <p:nvPr/>
        </p:nvSpPr>
        <p:spPr>
          <a:xfrm rot="-8259636" flipH="1">
            <a:off x="4411264" y="3000624"/>
            <a:ext cx="3210911" cy="3197598"/>
          </a:xfrm>
          <a:custGeom>
            <a:avLst/>
            <a:gdLst/>
            <a:ahLst/>
            <a:cxnLst/>
            <a:rect l="l" t="t" r="r" b="b"/>
            <a:pathLst>
              <a:path w="48235" h="48035" extrusionOk="0">
                <a:moveTo>
                  <a:pt x="3770" y="17379"/>
                </a:moveTo>
                <a:cubicBezTo>
                  <a:pt x="7573" y="20948"/>
                  <a:pt x="10108" y="20948"/>
                  <a:pt x="20515" y="21349"/>
                </a:cubicBezTo>
                <a:cubicBezTo>
                  <a:pt x="30956" y="21782"/>
                  <a:pt x="19314" y="35525"/>
                  <a:pt x="27520" y="41797"/>
                </a:cubicBezTo>
                <a:cubicBezTo>
                  <a:pt x="35726" y="48034"/>
                  <a:pt x="48235" y="37827"/>
                  <a:pt x="48235" y="26986"/>
                </a:cubicBezTo>
                <a:cubicBezTo>
                  <a:pt x="48235" y="16145"/>
                  <a:pt x="35026" y="0"/>
                  <a:pt x="18080" y="867"/>
                </a:cubicBezTo>
                <a:cubicBezTo>
                  <a:pt x="1135" y="1768"/>
                  <a:pt x="1" y="13843"/>
                  <a:pt x="3770" y="17379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8" name="Google Shape;368;p51"/>
          <p:cNvSpPr/>
          <p:nvPr/>
        </p:nvSpPr>
        <p:spPr>
          <a:xfrm>
            <a:off x="2285225" y="3225607"/>
            <a:ext cx="1419128" cy="1251787"/>
          </a:xfrm>
          <a:custGeom>
            <a:avLst/>
            <a:gdLst/>
            <a:ahLst/>
            <a:cxnLst/>
            <a:rect l="l" t="t" r="r" b="b"/>
            <a:pathLst>
              <a:path w="13679" h="12066" extrusionOk="0">
                <a:moveTo>
                  <a:pt x="7541" y="1"/>
                </a:moveTo>
                <a:cubicBezTo>
                  <a:pt x="7109" y="1"/>
                  <a:pt x="6648" y="24"/>
                  <a:pt x="6157" y="68"/>
                </a:cubicBezTo>
                <a:cubicBezTo>
                  <a:pt x="1981" y="443"/>
                  <a:pt x="28" y="3173"/>
                  <a:pt x="1" y="6385"/>
                </a:cubicBezTo>
                <a:cubicBezTo>
                  <a:pt x="598" y="10109"/>
                  <a:pt x="2003" y="12066"/>
                  <a:pt x="5300" y="12066"/>
                </a:cubicBezTo>
                <a:cubicBezTo>
                  <a:pt x="5700" y="12066"/>
                  <a:pt x="6128" y="12037"/>
                  <a:pt x="6585" y="11979"/>
                </a:cubicBezTo>
                <a:cubicBezTo>
                  <a:pt x="10680" y="11470"/>
                  <a:pt x="13678" y="9516"/>
                  <a:pt x="12822" y="4297"/>
                </a:cubicBezTo>
                <a:cubicBezTo>
                  <a:pt x="12326" y="1256"/>
                  <a:pt x="10731" y="1"/>
                  <a:pt x="7541" y="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52"/>
          <p:cNvSpPr/>
          <p:nvPr/>
        </p:nvSpPr>
        <p:spPr>
          <a:xfrm rot="-3415034" flipH="1">
            <a:off x="5360216" y="729047"/>
            <a:ext cx="4814608" cy="4095305"/>
          </a:xfrm>
          <a:custGeom>
            <a:avLst/>
            <a:gdLst/>
            <a:ahLst/>
            <a:cxnLst/>
            <a:rect l="l" t="t" r="r" b="b"/>
            <a:pathLst>
              <a:path w="61178" h="52038" extrusionOk="0">
                <a:moveTo>
                  <a:pt x="4170" y="12043"/>
                </a:moveTo>
                <a:cubicBezTo>
                  <a:pt x="7339" y="7239"/>
                  <a:pt x="14177" y="1"/>
                  <a:pt x="24184" y="5571"/>
                </a:cubicBezTo>
                <a:cubicBezTo>
                  <a:pt x="34191" y="11142"/>
                  <a:pt x="29988" y="17146"/>
                  <a:pt x="34024" y="21249"/>
                </a:cubicBezTo>
                <a:cubicBezTo>
                  <a:pt x="38061" y="25319"/>
                  <a:pt x="43198" y="25586"/>
                  <a:pt x="51103" y="27253"/>
                </a:cubicBezTo>
                <a:cubicBezTo>
                  <a:pt x="58976" y="28921"/>
                  <a:pt x="61177" y="36093"/>
                  <a:pt x="54472" y="41664"/>
                </a:cubicBezTo>
                <a:cubicBezTo>
                  <a:pt x="47801" y="47268"/>
                  <a:pt x="33758" y="52038"/>
                  <a:pt x="26819" y="46467"/>
                </a:cubicBezTo>
                <a:cubicBezTo>
                  <a:pt x="19848" y="40930"/>
                  <a:pt x="11108" y="34826"/>
                  <a:pt x="5537" y="31590"/>
                </a:cubicBezTo>
                <a:cubicBezTo>
                  <a:pt x="0" y="28388"/>
                  <a:pt x="967" y="16879"/>
                  <a:pt x="4170" y="12043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1" name="Google Shape;371;p52"/>
          <p:cNvSpPr/>
          <p:nvPr/>
        </p:nvSpPr>
        <p:spPr>
          <a:xfrm rot="5400000">
            <a:off x="-1253772" y="2378259"/>
            <a:ext cx="4906632" cy="3196913"/>
          </a:xfrm>
          <a:custGeom>
            <a:avLst/>
            <a:gdLst/>
            <a:ahLst/>
            <a:cxnLst/>
            <a:rect l="l" t="t" r="r" b="b"/>
            <a:pathLst>
              <a:path w="142469" h="136664" extrusionOk="0">
                <a:moveTo>
                  <a:pt x="97052" y="0"/>
                </a:moveTo>
                <a:cubicBezTo>
                  <a:pt x="94985" y="0"/>
                  <a:pt x="92658" y="685"/>
                  <a:pt x="89955" y="2065"/>
                </a:cubicBezTo>
                <a:cubicBezTo>
                  <a:pt x="76197" y="9104"/>
                  <a:pt x="81149" y="14564"/>
                  <a:pt x="82755" y="40634"/>
                </a:cubicBezTo>
                <a:cubicBezTo>
                  <a:pt x="85458" y="83646"/>
                  <a:pt x="12896" y="58112"/>
                  <a:pt x="4519" y="103881"/>
                </a:cubicBezTo>
                <a:cubicBezTo>
                  <a:pt x="0" y="128495"/>
                  <a:pt x="10558" y="136664"/>
                  <a:pt x="39417" y="136664"/>
                </a:cubicBezTo>
                <a:cubicBezTo>
                  <a:pt x="47997" y="136664"/>
                  <a:pt x="58195" y="135942"/>
                  <a:pt x="70095" y="134715"/>
                </a:cubicBezTo>
                <a:cubicBezTo>
                  <a:pt x="122047" y="129389"/>
                  <a:pt x="142469" y="101392"/>
                  <a:pt x="125767" y="56907"/>
                </a:cubicBezTo>
                <a:cubicBezTo>
                  <a:pt x="111706" y="19432"/>
                  <a:pt x="108060" y="0"/>
                  <a:pt x="97052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72" name="Google Shape;372;p52"/>
          <p:cNvGrpSpPr/>
          <p:nvPr/>
        </p:nvGrpSpPr>
        <p:grpSpPr>
          <a:xfrm rot="10800000" flipH="1">
            <a:off x="-135159" y="-547193"/>
            <a:ext cx="1696762" cy="1688828"/>
            <a:chOff x="2414491" y="671177"/>
            <a:chExt cx="1830972" cy="1822411"/>
          </a:xfrm>
        </p:grpSpPr>
        <p:sp>
          <p:nvSpPr>
            <p:cNvPr id="373" name="Google Shape;373;p52"/>
            <p:cNvSpPr/>
            <p:nvPr/>
          </p:nvSpPr>
          <p:spPr>
            <a:xfrm>
              <a:off x="2414491" y="671177"/>
              <a:ext cx="1830972" cy="1822391"/>
            </a:xfrm>
            <a:custGeom>
              <a:avLst/>
              <a:gdLst/>
              <a:ahLst/>
              <a:cxnLst/>
              <a:rect l="l" t="t" r="r" b="b"/>
              <a:pathLst>
                <a:path w="45663" h="45449" extrusionOk="0">
                  <a:moveTo>
                    <a:pt x="10947" y="4979"/>
                  </a:moveTo>
                  <a:lnTo>
                    <a:pt x="15605" y="7656"/>
                  </a:lnTo>
                  <a:lnTo>
                    <a:pt x="15605" y="13062"/>
                  </a:lnTo>
                  <a:lnTo>
                    <a:pt x="10947" y="15766"/>
                  </a:lnTo>
                  <a:lnTo>
                    <a:pt x="6263" y="13062"/>
                  </a:lnTo>
                  <a:lnTo>
                    <a:pt x="6263" y="7656"/>
                  </a:lnTo>
                  <a:lnTo>
                    <a:pt x="10947" y="4979"/>
                  </a:lnTo>
                  <a:close/>
                  <a:moveTo>
                    <a:pt x="20449" y="4979"/>
                  </a:moveTo>
                  <a:lnTo>
                    <a:pt x="25133" y="7656"/>
                  </a:lnTo>
                  <a:lnTo>
                    <a:pt x="25133" y="13062"/>
                  </a:lnTo>
                  <a:lnTo>
                    <a:pt x="20449" y="15766"/>
                  </a:lnTo>
                  <a:lnTo>
                    <a:pt x="15792" y="13062"/>
                  </a:lnTo>
                  <a:lnTo>
                    <a:pt x="15792" y="7656"/>
                  </a:lnTo>
                  <a:lnTo>
                    <a:pt x="20449" y="4979"/>
                  </a:lnTo>
                  <a:close/>
                  <a:moveTo>
                    <a:pt x="29978" y="4979"/>
                  </a:moveTo>
                  <a:lnTo>
                    <a:pt x="34635" y="7656"/>
                  </a:lnTo>
                  <a:lnTo>
                    <a:pt x="34635" y="13062"/>
                  </a:lnTo>
                  <a:lnTo>
                    <a:pt x="29978" y="15766"/>
                  </a:lnTo>
                  <a:lnTo>
                    <a:pt x="25294" y="13062"/>
                  </a:lnTo>
                  <a:lnTo>
                    <a:pt x="25294" y="7656"/>
                  </a:lnTo>
                  <a:lnTo>
                    <a:pt x="29978" y="4979"/>
                  </a:lnTo>
                  <a:close/>
                  <a:moveTo>
                    <a:pt x="6183" y="13196"/>
                  </a:moveTo>
                  <a:lnTo>
                    <a:pt x="10867" y="15899"/>
                  </a:lnTo>
                  <a:lnTo>
                    <a:pt x="10867" y="21306"/>
                  </a:lnTo>
                  <a:lnTo>
                    <a:pt x="6183" y="23983"/>
                  </a:lnTo>
                  <a:lnTo>
                    <a:pt x="1526" y="21306"/>
                  </a:lnTo>
                  <a:lnTo>
                    <a:pt x="1526" y="15899"/>
                  </a:lnTo>
                  <a:lnTo>
                    <a:pt x="6183" y="13196"/>
                  </a:lnTo>
                  <a:close/>
                  <a:moveTo>
                    <a:pt x="15712" y="13196"/>
                  </a:moveTo>
                  <a:lnTo>
                    <a:pt x="20369" y="15899"/>
                  </a:lnTo>
                  <a:lnTo>
                    <a:pt x="20369" y="21306"/>
                  </a:lnTo>
                  <a:lnTo>
                    <a:pt x="15712" y="23983"/>
                  </a:lnTo>
                  <a:lnTo>
                    <a:pt x="11028" y="21306"/>
                  </a:lnTo>
                  <a:lnTo>
                    <a:pt x="11028" y="15899"/>
                  </a:lnTo>
                  <a:lnTo>
                    <a:pt x="15712" y="13196"/>
                  </a:lnTo>
                  <a:close/>
                  <a:moveTo>
                    <a:pt x="25213" y="13196"/>
                  </a:moveTo>
                  <a:lnTo>
                    <a:pt x="29871" y="15899"/>
                  </a:lnTo>
                  <a:lnTo>
                    <a:pt x="29871" y="21306"/>
                  </a:lnTo>
                  <a:lnTo>
                    <a:pt x="25213" y="23983"/>
                  </a:lnTo>
                  <a:lnTo>
                    <a:pt x="20529" y="21306"/>
                  </a:lnTo>
                  <a:lnTo>
                    <a:pt x="20529" y="15899"/>
                  </a:lnTo>
                  <a:lnTo>
                    <a:pt x="25213" y="13196"/>
                  </a:lnTo>
                  <a:close/>
                  <a:moveTo>
                    <a:pt x="34715" y="13196"/>
                  </a:moveTo>
                  <a:lnTo>
                    <a:pt x="39399" y="15899"/>
                  </a:lnTo>
                  <a:lnTo>
                    <a:pt x="39399" y="21306"/>
                  </a:lnTo>
                  <a:lnTo>
                    <a:pt x="34715" y="23983"/>
                  </a:lnTo>
                  <a:lnTo>
                    <a:pt x="30058" y="21306"/>
                  </a:lnTo>
                  <a:lnTo>
                    <a:pt x="30058" y="15899"/>
                  </a:lnTo>
                  <a:lnTo>
                    <a:pt x="34715" y="13196"/>
                  </a:lnTo>
                  <a:close/>
                  <a:moveTo>
                    <a:pt x="10947" y="21440"/>
                  </a:moveTo>
                  <a:lnTo>
                    <a:pt x="15605" y="24143"/>
                  </a:lnTo>
                  <a:lnTo>
                    <a:pt x="15605" y="29523"/>
                  </a:lnTo>
                  <a:lnTo>
                    <a:pt x="10947" y="32226"/>
                  </a:lnTo>
                  <a:lnTo>
                    <a:pt x="6263" y="29523"/>
                  </a:lnTo>
                  <a:lnTo>
                    <a:pt x="6263" y="24143"/>
                  </a:lnTo>
                  <a:lnTo>
                    <a:pt x="10947" y="21440"/>
                  </a:lnTo>
                  <a:close/>
                  <a:moveTo>
                    <a:pt x="20449" y="21440"/>
                  </a:moveTo>
                  <a:lnTo>
                    <a:pt x="25133" y="24143"/>
                  </a:lnTo>
                  <a:lnTo>
                    <a:pt x="25133" y="29523"/>
                  </a:lnTo>
                  <a:lnTo>
                    <a:pt x="20449" y="32226"/>
                  </a:lnTo>
                  <a:lnTo>
                    <a:pt x="15792" y="29523"/>
                  </a:lnTo>
                  <a:lnTo>
                    <a:pt x="15792" y="24143"/>
                  </a:lnTo>
                  <a:lnTo>
                    <a:pt x="20449" y="21440"/>
                  </a:lnTo>
                  <a:close/>
                  <a:moveTo>
                    <a:pt x="29978" y="21440"/>
                  </a:moveTo>
                  <a:lnTo>
                    <a:pt x="34635" y="24143"/>
                  </a:lnTo>
                  <a:lnTo>
                    <a:pt x="34635" y="29523"/>
                  </a:lnTo>
                  <a:lnTo>
                    <a:pt x="29978" y="32226"/>
                  </a:lnTo>
                  <a:lnTo>
                    <a:pt x="25294" y="29523"/>
                  </a:lnTo>
                  <a:lnTo>
                    <a:pt x="25294" y="24143"/>
                  </a:lnTo>
                  <a:lnTo>
                    <a:pt x="29978" y="21440"/>
                  </a:lnTo>
                  <a:close/>
                  <a:moveTo>
                    <a:pt x="39480" y="21440"/>
                  </a:moveTo>
                  <a:lnTo>
                    <a:pt x="44137" y="24143"/>
                  </a:lnTo>
                  <a:lnTo>
                    <a:pt x="44137" y="29523"/>
                  </a:lnTo>
                  <a:lnTo>
                    <a:pt x="39480" y="32226"/>
                  </a:lnTo>
                  <a:lnTo>
                    <a:pt x="34796" y="29523"/>
                  </a:lnTo>
                  <a:lnTo>
                    <a:pt x="34796" y="24143"/>
                  </a:lnTo>
                  <a:lnTo>
                    <a:pt x="39480" y="21440"/>
                  </a:lnTo>
                  <a:close/>
                  <a:moveTo>
                    <a:pt x="15712" y="29684"/>
                  </a:moveTo>
                  <a:lnTo>
                    <a:pt x="20369" y="32387"/>
                  </a:lnTo>
                  <a:lnTo>
                    <a:pt x="20369" y="37767"/>
                  </a:lnTo>
                  <a:lnTo>
                    <a:pt x="15712" y="40470"/>
                  </a:lnTo>
                  <a:lnTo>
                    <a:pt x="11028" y="37767"/>
                  </a:lnTo>
                  <a:lnTo>
                    <a:pt x="11028" y="32387"/>
                  </a:lnTo>
                  <a:lnTo>
                    <a:pt x="15712" y="29684"/>
                  </a:lnTo>
                  <a:close/>
                  <a:moveTo>
                    <a:pt x="25213" y="29684"/>
                  </a:moveTo>
                  <a:lnTo>
                    <a:pt x="29871" y="32387"/>
                  </a:lnTo>
                  <a:lnTo>
                    <a:pt x="29871" y="37767"/>
                  </a:lnTo>
                  <a:lnTo>
                    <a:pt x="25213" y="40470"/>
                  </a:lnTo>
                  <a:lnTo>
                    <a:pt x="20529" y="37767"/>
                  </a:lnTo>
                  <a:lnTo>
                    <a:pt x="20529" y="32387"/>
                  </a:lnTo>
                  <a:lnTo>
                    <a:pt x="25213" y="29684"/>
                  </a:lnTo>
                  <a:close/>
                  <a:moveTo>
                    <a:pt x="34715" y="29684"/>
                  </a:moveTo>
                  <a:lnTo>
                    <a:pt x="39399" y="32387"/>
                  </a:lnTo>
                  <a:lnTo>
                    <a:pt x="39399" y="37767"/>
                  </a:lnTo>
                  <a:lnTo>
                    <a:pt x="34715" y="40470"/>
                  </a:lnTo>
                  <a:lnTo>
                    <a:pt x="30058" y="37767"/>
                  </a:lnTo>
                  <a:lnTo>
                    <a:pt x="30058" y="32387"/>
                  </a:lnTo>
                  <a:lnTo>
                    <a:pt x="34715" y="29684"/>
                  </a:lnTo>
                  <a:close/>
                  <a:moveTo>
                    <a:pt x="20369" y="1"/>
                  </a:moveTo>
                  <a:lnTo>
                    <a:pt x="20369" y="4818"/>
                  </a:lnTo>
                  <a:lnTo>
                    <a:pt x="15712" y="7522"/>
                  </a:lnTo>
                  <a:lnTo>
                    <a:pt x="11028" y="4818"/>
                  </a:lnTo>
                  <a:lnTo>
                    <a:pt x="11028" y="3159"/>
                  </a:lnTo>
                  <a:cubicBezTo>
                    <a:pt x="10974" y="3186"/>
                    <a:pt x="10921" y="3239"/>
                    <a:pt x="10867" y="3266"/>
                  </a:cubicBezTo>
                  <a:lnTo>
                    <a:pt x="10867" y="4818"/>
                  </a:lnTo>
                  <a:lnTo>
                    <a:pt x="6183" y="7522"/>
                  </a:lnTo>
                  <a:lnTo>
                    <a:pt x="5915" y="7361"/>
                  </a:lnTo>
                  <a:cubicBezTo>
                    <a:pt x="5889" y="7415"/>
                    <a:pt x="5835" y="7442"/>
                    <a:pt x="5808" y="7495"/>
                  </a:cubicBezTo>
                  <a:lnTo>
                    <a:pt x="6103" y="7656"/>
                  </a:lnTo>
                  <a:lnTo>
                    <a:pt x="6103" y="13062"/>
                  </a:lnTo>
                  <a:lnTo>
                    <a:pt x="1419" y="15766"/>
                  </a:lnTo>
                  <a:lnTo>
                    <a:pt x="1124" y="15578"/>
                  </a:lnTo>
                  <a:cubicBezTo>
                    <a:pt x="1124" y="15632"/>
                    <a:pt x="1098" y="15685"/>
                    <a:pt x="1071" y="15739"/>
                  </a:cubicBezTo>
                  <a:lnTo>
                    <a:pt x="1338" y="15899"/>
                  </a:lnTo>
                  <a:lnTo>
                    <a:pt x="1338" y="21306"/>
                  </a:lnTo>
                  <a:lnTo>
                    <a:pt x="0" y="22082"/>
                  </a:lnTo>
                  <a:cubicBezTo>
                    <a:pt x="0" y="22136"/>
                    <a:pt x="0" y="22216"/>
                    <a:pt x="0" y="22270"/>
                  </a:cubicBezTo>
                  <a:lnTo>
                    <a:pt x="1419" y="21440"/>
                  </a:lnTo>
                  <a:lnTo>
                    <a:pt x="6103" y="24143"/>
                  </a:lnTo>
                  <a:lnTo>
                    <a:pt x="6103" y="29523"/>
                  </a:lnTo>
                  <a:lnTo>
                    <a:pt x="1927" y="31932"/>
                  </a:lnTo>
                  <a:cubicBezTo>
                    <a:pt x="1954" y="31986"/>
                    <a:pt x="1981" y="32039"/>
                    <a:pt x="2008" y="32093"/>
                  </a:cubicBezTo>
                  <a:lnTo>
                    <a:pt x="6183" y="29684"/>
                  </a:lnTo>
                  <a:lnTo>
                    <a:pt x="10867" y="32387"/>
                  </a:lnTo>
                  <a:lnTo>
                    <a:pt x="10867" y="37767"/>
                  </a:lnTo>
                  <a:lnTo>
                    <a:pt x="7548" y="39694"/>
                  </a:lnTo>
                  <a:cubicBezTo>
                    <a:pt x="7575" y="39721"/>
                    <a:pt x="7628" y="39774"/>
                    <a:pt x="7682" y="39801"/>
                  </a:cubicBezTo>
                  <a:lnTo>
                    <a:pt x="10947" y="37928"/>
                  </a:lnTo>
                  <a:lnTo>
                    <a:pt x="15605" y="40631"/>
                  </a:lnTo>
                  <a:lnTo>
                    <a:pt x="15605" y="44405"/>
                  </a:lnTo>
                  <a:cubicBezTo>
                    <a:pt x="15658" y="44405"/>
                    <a:pt x="15738" y="44432"/>
                    <a:pt x="15792" y="44458"/>
                  </a:cubicBezTo>
                  <a:lnTo>
                    <a:pt x="15792" y="40631"/>
                  </a:lnTo>
                  <a:lnTo>
                    <a:pt x="20449" y="37928"/>
                  </a:lnTo>
                  <a:lnTo>
                    <a:pt x="25133" y="40631"/>
                  </a:lnTo>
                  <a:lnTo>
                    <a:pt x="25133" y="45449"/>
                  </a:lnTo>
                  <a:cubicBezTo>
                    <a:pt x="25187" y="45449"/>
                    <a:pt x="25240" y="45449"/>
                    <a:pt x="25294" y="45422"/>
                  </a:cubicBezTo>
                  <a:lnTo>
                    <a:pt x="25294" y="40631"/>
                  </a:lnTo>
                  <a:lnTo>
                    <a:pt x="29978" y="37928"/>
                  </a:lnTo>
                  <a:lnTo>
                    <a:pt x="34635" y="40631"/>
                  </a:lnTo>
                  <a:lnTo>
                    <a:pt x="34635" y="42290"/>
                  </a:lnTo>
                  <a:cubicBezTo>
                    <a:pt x="34688" y="42237"/>
                    <a:pt x="34742" y="42210"/>
                    <a:pt x="34796" y="42183"/>
                  </a:cubicBezTo>
                  <a:lnTo>
                    <a:pt x="34796" y="40631"/>
                  </a:lnTo>
                  <a:lnTo>
                    <a:pt x="39480" y="37928"/>
                  </a:lnTo>
                  <a:lnTo>
                    <a:pt x="39747" y="38088"/>
                  </a:lnTo>
                  <a:cubicBezTo>
                    <a:pt x="39774" y="38035"/>
                    <a:pt x="39827" y="37981"/>
                    <a:pt x="39854" y="37954"/>
                  </a:cubicBezTo>
                  <a:lnTo>
                    <a:pt x="39560" y="37767"/>
                  </a:lnTo>
                  <a:lnTo>
                    <a:pt x="39560" y="32387"/>
                  </a:lnTo>
                  <a:lnTo>
                    <a:pt x="44244" y="29684"/>
                  </a:lnTo>
                  <a:lnTo>
                    <a:pt x="44538" y="29871"/>
                  </a:lnTo>
                  <a:cubicBezTo>
                    <a:pt x="44565" y="29791"/>
                    <a:pt x="44565" y="29737"/>
                    <a:pt x="44592" y="29684"/>
                  </a:cubicBezTo>
                  <a:lnTo>
                    <a:pt x="44324" y="29523"/>
                  </a:lnTo>
                  <a:lnTo>
                    <a:pt x="44324" y="24143"/>
                  </a:lnTo>
                  <a:lnTo>
                    <a:pt x="45662" y="23367"/>
                  </a:lnTo>
                  <a:cubicBezTo>
                    <a:pt x="45662" y="23314"/>
                    <a:pt x="45662" y="23233"/>
                    <a:pt x="45662" y="23153"/>
                  </a:cubicBezTo>
                  <a:lnTo>
                    <a:pt x="44244" y="23983"/>
                  </a:lnTo>
                  <a:lnTo>
                    <a:pt x="39560" y="21306"/>
                  </a:lnTo>
                  <a:lnTo>
                    <a:pt x="39560" y="15899"/>
                  </a:lnTo>
                  <a:lnTo>
                    <a:pt x="43735" y="13491"/>
                  </a:lnTo>
                  <a:cubicBezTo>
                    <a:pt x="43709" y="13437"/>
                    <a:pt x="43682" y="13383"/>
                    <a:pt x="43655" y="13330"/>
                  </a:cubicBezTo>
                  <a:lnTo>
                    <a:pt x="39480" y="15766"/>
                  </a:lnTo>
                  <a:lnTo>
                    <a:pt x="34796" y="13062"/>
                  </a:lnTo>
                  <a:lnTo>
                    <a:pt x="34796" y="7656"/>
                  </a:lnTo>
                  <a:lnTo>
                    <a:pt x="38114" y="5755"/>
                  </a:lnTo>
                  <a:cubicBezTo>
                    <a:pt x="38088" y="5702"/>
                    <a:pt x="38034" y="5675"/>
                    <a:pt x="37981" y="5621"/>
                  </a:cubicBezTo>
                  <a:lnTo>
                    <a:pt x="34715" y="7522"/>
                  </a:lnTo>
                  <a:lnTo>
                    <a:pt x="30058" y="4818"/>
                  </a:lnTo>
                  <a:lnTo>
                    <a:pt x="30058" y="1045"/>
                  </a:lnTo>
                  <a:cubicBezTo>
                    <a:pt x="30004" y="1018"/>
                    <a:pt x="29951" y="1018"/>
                    <a:pt x="29871" y="991"/>
                  </a:cubicBezTo>
                  <a:lnTo>
                    <a:pt x="29871" y="4818"/>
                  </a:lnTo>
                  <a:lnTo>
                    <a:pt x="25213" y="7522"/>
                  </a:lnTo>
                  <a:lnTo>
                    <a:pt x="20529" y="4818"/>
                  </a:lnTo>
                  <a:lnTo>
                    <a:pt x="2052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4" name="Google Shape;374;p52"/>
            <p:cNvSpPr/>
            <p:nvPr/>
          </p:nvSpPr>
          <p:spPr>
            <a:xfrm>
              <a:off x="2796545" y="833253"/>
              <a:ext cx="9704" cy="7538"/>
            </a:xfrm>
            <a:custGeom>
              <a:avLst/>
              <a:gdLst/>
              <a:ahLst/>
              <a:cxnLst/>
              <a:rect l="l" t="t" r="r" b="b"/>
              <a:pathLst>
                <a:path w="242" h="188" extrusionOk="0">
                  <a:moveTo>
                    <a:pt x="161" y="0"/>
                  </a:moveTo>
                  <a:cubicBezTo>
                    <a:pt x="108" y="27"/>
                    <a:pt x="54" y="81"/>
                    <a:pt x="1" y="107"/>
                  </a:cubicBezTo>
                  <a:lnTo>
                    <a:pt x="161" y="188"/>
                  </a:lnTo>
                  <a:lnTo>
                    <a:pt x="242" y="54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5" name="Google Shape;375;p52"/>
            <p:cNvSpPr/>
            <p:nvPr/>
          </p:nvSpPr>
          <p:spPr>
            <a:xfrm>
              <a:off x="2899597" y="677633"/>
              <a:ext cx="287659" cy="242590"/>
            </a:xfrm>
            <a:custGeom>
              <a:avLst/>
              <a:gdLst/>
              <a:ahLst/>
              <a:cxnLst/>
              <a:rect l="l" t="t" r="r" b="b"/>
              <a:pathLst>
                <a:path w="7174" h="6050" extrusionOk="0">
                  <a:moveTo>
                    <a:pt x="7173" y="0"/>
                  </a:moveTo>
                  <a:lnTo>
                    <a:pt x="7173" y="0"/>
                  </a:lnTo>
                  <a:cubicBezTo>
                    <a:pt x="7013" y="27"/>
                    <a:pt x="6852" y="54"/>
                    <a:pt x="6692" y="81"/>
                  </a:cubicBezTo>
                  <a:lnTo>
                    <a:pt x="3667" y="1794"/>
                  </a:lnTo>
                  <a:lnTo>
                    <a:pt x="3667" y="830"/>
                  </a:lnTo>
                  <a:cubicBezTo>
                    <a:pt x="3614" y="857"/>
                    <a:pt x="3560" y="857"/>
                    <a:pt x="3507" y="884"/>
                  </a:cubicBezTo>
                  <a:lnTo>
                    <a:pt x="3507" y="1794"/>
                  </a:lnTo>
                  <a:lnTo>
                    <a:pt x="2516" y="1231"/>
                  </a:lnTo>
                  <a:cubicBezTo>
                    <a:pt x="2463" y="1258"/>
                    <a:pt x="2382" y="1285"/>
                    <a:pt x="2329" y="1312"/>
                  </a:cubicBezTo>
                  <a:lnTo>
                    <a:pt x="3426" y="1954"/>
                  </a:lnTo>
                  <a:lnTo>
                    <a:pt x="0" y="3935"/>
                  </a:lnTo>
                  <a:lnTo>
                    <a:pt x="81" y="4069"/>
                  </a:lnTo>
                  <a:lnTo>
                    <a:pt x="3507" y="2115"/>
                  </a:lnTo>
                  <a:lnTo>
                    <a:pt x="3507" y="6049"/>
                  </a:lnTo>
                  <a:lnTo>
                    <a:pt x="3667" y="6049"/>
                  </a:lnTo>
                  <a:lnTo>
                    <a:pt x="3667" y="2115"/>
                  </a:lnTo>
                  <a:lnTo>
                    <a:pt x="7093" y="4069"/>
                  </a:lnTo>
                  <a:lnTo>
                    <a:pt x="7173" y="3935"/>
                  </a:lnTo>
                  <a:lnTo>
                    <a:pt x="3774" y="1954"/>
                  </a:lnTo>
                  <a:lnTo>
                    <a:pt x="717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6" name="Google Shape;376;p52"/>
            <p:cNvSpPr/>
            <p:nvPr/>
          </p:nvSpPr>
          <p:spPr>
            <a:xfrm>
              <a:off x="3280608" y="671177"/>
              <a:ext cx="288742" cy="249046"/>
            </a:xfrm>
            <a:custGeom>
              <a:avLst/>
              <a:gdLst/>
              <a:ahLst/>
              <a:cxnLst/>
              <a:rect l="l" t="t" r="r" b="b"/>
              <a:pathLst>
                <a:path w="7201" h="6211" extrusionOk="0">
                  <a:moveTo>
                    <a:pt x="107" y="1"/>
                  </a:moveTo>
                  <a:lnTo>
                    <a:pt x="0" y="134"/>
                  </a:lnTo>
                  <a:lnTo>
                    <a:pt x="3426" y="2115"/>
                  </a:lnTo>
                  <a:lnTo>
                    <a:pt x="0" y="4096"/>
                  </a:lnTo>
                  <a:lnTo>
                    <a:pt x="107" y="4230"/>
                  </a:lnTo>
                  <a:lnTo>
                    <a:pt x="3506" y="2276"/>
                  </a:lnTo>
                  <a:lnTo>
                    <a:pt x="3506" y="6210"/>
                  </a:lnTo>
                  <a:lnTo>
                    <a:pt x="3694" y="6210"/>
                  </a:lnTo>
                  <a:lnTo>
                    <a:pt x="3694" y="2276"/>
                  </a:lnTo>
                  <a:lnTo>
                    <a:pt x="7093" y="4230"/>
                  </a:lnTo>
                  <a:lnTo>
                    <a:pt x="7200" y="4096"/>
                  </a:lnTo>
                  <a:lnTo>
                    <a:pt x="3774" y="2115"/>
                  </a:lnTo>
                  <a:lnTo>
                    <a:pt x="6558" y="509"/>
                  </a:lnTo>
                  <a:cubicBezTo>
                    <a:pt x="6477" y="482"/>
                    <a:pt x="6397" y="456"/>
                    <a:pt x="6317" y="456"/>
                  </a:cubicBezTo>
                  <a:lnTo>
                    <a:pt x="3694" y="1955"/>
                  </a:lnTo>
                  <a:lnTo>
                    <a:pt x="3694" y="1"/>
                  </a:lnTo>
                  <a:lnTo>
                    <a:pt x="3506" y="1"/>
                  </a:lnTo>
                  <a:lnTo>
                    <a:pt x="3506" y="1955"/>
                  </a:lnTo>
                  <a:lnTo>
                    <a:pt x="10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7" name="Google Shape;377;p52"/>
            <p:cNvSpPr/>
            <p:nvPr/>
          </p:nvSpPr>
          <p:spPr>
            <a:xfrm>
              <a:off x="3662662" y="776354"/>
              <a:ext cx="109506" cy="64437"/>
            </a:xfrm>
            <a:custGeom>
              <a:avLst/>
              <a:gdLst/>
              <a:ahLst/>
              <a:cxnLst/>
              <a:rect l="l" t="t" r="r" b="b"/>
              <a:pathLst>
                <a:path w="2731" h="1607" extrusionOk="0">
                  <a:moveTo>
                    <a:pt x="2543" y="1"/>
                  </a:moveTo>
                  <a:lnTo>
                    <a:pt x="1" y="1473"/>
                  </a:lnTo>
                  <a:lnTo>
                    <a:pt x="81" y="1607"/>
                  </a:lnTo>
                  <a:lnTo>
                    <a:pt x="2731" y="81"/>
                  </a:lnTo>
                  <a:cubicBezTo>
                    <a:pt x="2677" y="54"/>
                    <a:pt x="2597" y="27"/>
                    <a:pt x="254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8" name="Google Shape;378;p52"/>
            <p:cNvSpPr/>
            <p:nvPr/>
          </p:nvSpPr>
          <p:spPr>
            <a:xfrm>
              <a:off x="3803246" y="797847"/>
              <a:ext cx="6496" cy="122378"/>
            </a:xfrm>
            <a:custGeom>
              <a:avLst/>
              <a:gdLst/>
              <a:ahLst/>
              <a:cxnLst/>
              <a:rect l="l" t="t" r="r" b="b"/>
              <a:pathLst>
                <a:path w="162" h="3052" extrusionOk="0">
                  <a:moveTo>
                    <a:pt x="1" y="0"/>
                  </a:moveTo>
                  <a:lnTo>
                    <a:pt x="1" y="3051"/>
                  </a:lnTo>
                  <a:lnTo>
                    <a:pt x="162" y="3051"/>
                  </a:lnTo>
                  <a:lnTo>
                    <a:pt x="162" y="107"/>
                  </a:lnTo>
                  <a:cubicBezTo>
                    <a:pt x="108" y="54"/>
                    <a:pt x="54" y="27"/>
                    <a:pt x="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9" name="Google Shape;379;p52"/>
            <p:cNvSpPr/>
            <p:nvPr/>
          </p:nvSpPr>
          <p:spPr>
            <a:xfrm>
              <a:off x="2475641" y="1246463"/>
              <a:ext cx="2205" cy="4331"/>
            </a:xfrm>
            <a:custGeom>
              <a:avLst/>
              <a:gdLst/>
              <a:ahLst/>
              <a:cxnLst/>
              <a:rect l="l" t="t" r="r" b="b"/>
              <a:pathLst>
                <a:path w="55" h="108" extrusionOk="0">
                  <a:moveTo>
                    <a:pt x="54" y="0"/>
                  </a:moveTo>
                  <a:cubicBezTo>
                    <a:pt x="28" y="27"/>
                    <a:pt x="28" y="54"/>
                    <a:pt x="1" y="107"/>
                  </a:cubicBezTo>
                  <a:lnTo>
                    <a:pt x="54" y="107"/>
                  </a:lnTo>
                  <a:lnTo>
                    <a:pt x="5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0" name="Google Shape;380;p52"/>
            <p:cNvSpPr/>
            <p:nvPr/>
          </p:nvSpPr>
          <p:spPr>
            <a:xfrm>
              <a:off x="2616265" y="1006036"/>
              <a:ext cx="2165" cy="2205"/>
            </a:xfrm>
            <a:custGeom>
              <a:avLst/>
              <a:gdLst/>
              <a:ahLst/>
              <a:cxnLst/>
              <a:rect l="l" t="t" r="r" b="b"/>
              <a:pathLst>
                <a:path w="54" h="55" extrusionOk="0">
                  <a:moveTo>
                    <a:pt x="54" y="1"/>
                  </a:moveTo>
                  <a:cubicBezTo>
                    <a:pt x="27" y="27"/>
                    <a:pt x="27" y="27"/>
                    <a:pt x="0" y="54"/>
                  </a:cubicBezTo>
                  <a:lnTo>
                    <a:pt x="54" y="27"/>
                  </a:lnTo>
                  <a:lnTo>
                    <a:pt x="5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" name="Google Shape;381;p52"/>
            <p:cNvSpPr/>
            <p:nvPr/>
          </p:nvSpPr>
          <p:spPr>
            <a:xfrm>
              <a:off x="2535748" y="1119794"/>
              <a:ext cx="82681" cy="51565"/>
            </a:xfrm>
            <a:custGeom>
              <a:avLst/>
              <a:gdLst/>
              <a:ahLst/>
              <a:cxnLst/>
              <a:rect l="l" t="t" r="r" b="b"/>
              <a:pathLst>
                <a:path w="2062" h="1286" extrusionOk="0">
                  <a:moveTo>
                    <a:pt x="81" y="1"/>
                  </a:moveTo>
                  <a:cubicBezTo>
                    <a:pt x="54" y="54"/>
                    <a:pt x="27" y="108"/>
                    <a:pt x="1" y="135"/>
                  </a:cubicBezTo>
                  <a:lnTo>
                    <a:pt x="1981" y="1285"/>
                  </a:lnTo>
                  <a:lnTo>
                    <a:pt x="2062" y="1125"/>
                  </a:ln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2" name="Google Shape;382;p52"/>
            <p:cNvSpPr/>
            <p:nvPr/>
          </p:nvSpPr>
          <p:spPr>
            <a:xfrm>
              <a:off x="2711778" y="921268"/>
              <a:ext cx="287659" cy="329521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217"/>
                  </a:lnTo>
                  <a:lnTo>
                    <a:pt x="3667" y="8217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3" name="Google Shape;383;p52"/>
            <p:cNvSpPr/>
            <p:nvPr/>
          </p:nvSpPr>
          <p:spPr>
            <a:xfrm>
              <a:off x="3092789" y="921268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80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0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41"/>
                  </a:lnTo>
                  <a:lnTo>
                    <a:pt x="7093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4" name="Google Shape;384;p52"/>
            <p:cNvSpPr/>
            <p:nvPr/>
          </p:nvSpPr>
          <p:spPr>
            <a:xfrm>
              <a:off x="3474843" y="92126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480" y="3961"/>
                  </a:lnTo>
                  <a:lnTo>
                    <a:pt x="81" y="1981"/>
                  </a:lnTo>
                  <a:lnTo>
                    <a:pt x="1" y="2141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36"/>
                  </a:lnTo>
                  <a:lnTo>
                    <a:pt x="3480" y="4256"/>
                  </a:lnTo>
                  <a:lnTo>
                    <a:pt x="3480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5" name="Google Shape;385;p52"/>
            <p:cNvSpPr/>
            <p:nvPr/>
          </p:nvSpPr>
          <p:spPr>
            <a:xfrm>
              <a:off x="3855854" y="953467"/>
              <a:ext cx="287659" cy="296240"/>
            </a:xfrm>
            <a:custGeom>
              <a:avLst/>
              <a:gdLst/>
              <a:ahLst/>
              <a:cxnLst/>
              <a:rect l="l" t="t" r="r" b="b"/>
              <a:pathLst>
                <a:path w="7174" h="7388" extrusionOk="0">
                  <a:moveTo>
                    <a:pt x="3507" y="0"/>
                  </a:moveTo>
                  <a:lnTo>
                    <a:pt x="3507" y="3158"/>
                  </a:lnTo>
                  <a:lnTo>
                    <a:pt x="81" y="1178"/>
                  </a:lnTo>
                  <a:lnTo>
                    <a:pt x="0" y="1312"/>
                  </a:lnTo>
                  <a:lnTo>
                    <a:pt x="3426" y="3292"/>
                  </a:lnTo>
                  <a:lnTo>
                    <a:pt x="0" y="5273"/>
                  </a:lnTo>
                  <a:lnTo>
                    <a:pt x="81" y="5433"/>
                  </a:lnTo>
                  <a:lnTo>
                    <a:pt x="3507" y="3453"/>
                  </a:lnTo>
                  <a:lnTo>
                    <a:pt x="3507" y="7387"/>
                  </a:lnTo>
                  <a:lnTo>
                    <a:pt x="3667" y="7387"/>
                  </a:lnTo>
                  <a:lnTo>
                    <a:pt x="3667" y="3453"/>
                  </a:lnTo>
                  <a:lnTo>
                    <a:pt x="7093" y="5407"/>
                  </a:lnTo>
                  <a:lnTo>
                    <a:pt x="7174" y="5273"/>
                  </a:lnTo>
                  <a:lnTo>
                    <a:pt x="3748" y="3292"/>
                  </a:lnTo>
                  <a:lnTo>
                    <a:pt x="5434" y="2329"/>
                  </a:lnTo>
                  <a:cubicBezTo>
                    <a:pt x="5380" y="2302"/>
                    <a:pt x="5354" y="2248"/>
                    <a:pt x="5327" y="2195"/>
                  </a:cubicBezTo>
                  <a:lnTo>
                    <a:pt x="3667" y="3158"/>
                  </a:lnTo>
                  <a:lnTo>
                    <a:pt x="3667" y="187"/>
                  </a:lnTo>
                  <a:cubicBezTo>
                    <a:pt x="3614" y="134"/>
                    <a:pt x="3560" y="80"/>
                    <a:pt x="350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6" name="Google Shape;386;p52"/>
            <p:cNvSpPr/>
            <p:nvPr/>
          </p:nvSpPr>
          <p:spPr>
            <a:xfrm>
              <a:off x="2417699" y="1498640"/>
              <a:ext cx="7538" cy="9704"/>
            </a:xfrm>
            <a:custGeom>
              <a:avLst/>
              <a:gdLst/>
              <a:ahLst/>
              <a:cxnLst/>
              <a:rect l="l" t="t" r="r" b="b"/>
              <a:pathLst>
                <a:path w="188" h="242" extrusionOk="0">
                  <a:moveTo>
                    <a:pt x="1" y="1"/>
                  </a:moveTo>
                  <a:cubicBezTo>
                    <a:pt x="1" y="54"/>
                    <a:pt x="1" y="135"/>
                    <a:pt x="1" y="188"/>
                  </a:cubicBezTo>
                  <a:lnTo>
                    <a:pt x="108" y="242"/>
                  </a:lnTo>
                  <a:lnTo>
                    <a:pt x="188" y="108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" name="Google Shape;387;p52"/>
            <p:cNvSpPr/>
            <p:nvPr/>
          </p:nvSpPr>
          <p:spPr>
            <a:xfrm>
              <a:off x="2518586" y="1259335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" name="Google Shape;388;p52"/>
            <p:cNvSpPr/>
            <p:nvPr/>
          </p:nvSpPr>
          <p:spPr>
            <a:xfrm>
              <a:off x="2899597" y="1259335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3" y="6049"/>
                  </a:lnTo>
                  <a:lnTo>
                    <a:pt x="3774" y="4095"/>
                  </a:lnTo>
                  <a:lnTo>
                    <a:pt x="7173" y="2115"/>
                  </a:lnTo>
                  <a:lnTo>
                    <a:pt x="7093" y="1954"/>
                  </a:lnTo>
                  <a:lnTo>
                    <a:pt x="3667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9" name="Google Shape;389;p52"/>
            <p:cNvSpPr/>
            <p:nvPr/>
          </p:nvSpPr>
          <p:spPr>
            <a:xfrm>
              <a:off x="3280608" y="1259335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35"/>
                  </a:lnTo>
                  <a:lnTo>
                    <a:pt x="107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107" y="6210"/>
                  </a:lnTo>
                  <a:lnTo>
                    <a:pt x="3506" y="4229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29"/>
                  </a:lnTo>
                  <a:lnTo>
                    <a:pt x="7093" y="6210"/>
                  </a:lnTo>
                  <a:lnTo>
                    <a:pt x="7200" y="6049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54"/>
                  </a:lnTo>
                  <a:lnTo>
                    <a:pt x="3694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0" name="Google Shape;390;p52"/>
            <p:cNvSpPr/>
            <p:nvPr/>
          </p:nvSpPr>
          <p:spPr>
            <a:xfrm>
              <a:off x="3662662" y="1258252"/>
              <a:ext cx="287659" cy="329521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122"/>
                  </a:lnTo>
                  <a:lnTo>
                    <a:pt x="1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8" y="8218"/>
                  </a:lnTo>
                  <a:lnTo>
                    <a:pt x="3668" y="4256"/>
                  </a:lnTo>
                  <a:lnTo>
                    <a:pt x="7094" y="6237"/>
                  </a:lnTo>
                  <a:lnTo>
                    <a:pt x="7174" y="6076"/>
                  </a:lnTo>
                  <a:lnTo>
                    <a:pt x="3748" y="4122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" name="Google Shape;391;p52"/>
            <p:cNvSpPr/>
            <p:nvPr/>
          </p:nvSpPr>
          <p:spPr>
            <a:xfrm>
              <a:off x="4043673" y="1258252"/>
              <a:ext cx="193230" cy="329521"/>
            </a:xfrm>
            <a:custGeom>
              <a:avLst/>
              <a:gdLst/>
              <a:ahLst/>
              <a:cxnLst/>
              <a:rect l="l" t="t" r="r" b="b"/>
              <a:pathLst>
                <a:path w="4819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7" y="8218"/>
                  </a:lnTo>
                  <a:lnTo>
                    <a:pt x="3667" y="4256"/>
                  </a:lnTo>
                  <a:lnTo>
                    <a:pt x="4818" y="4925"/>
                  </a:lnTo>
                  <a:cubicBezTo>
                    <a:pt x="4818" y="4845"/>
                    <a:pt x="4818" y="4765"/>
                    <a:pt x="4792" y="4711"/>
                  </a:cubicBezTo>
                  <a:lnTo>
                    <a:pt x="3774" y="4096"/>
                  </a:lnTo>
                  <a:lnTo>
                    <a:pt x="4604" y="3614"/>
                  </a:lnTo>
                  <a:cubicBezTo>
                    <a:pt x="4604" y="3560"/>
                    <a:pt x="4577" y="3507"/>
                    <a:pt x="4577" y="3453"/>
                  </a:cubicBezTo>
                  <a:lnTo>
                    <a:pt x="3667" y="3962"/>
                  </a:lnTo>
                  <a:lnTo>
                    <a:pt x="3667" y="295"/>
                  </a:lnTo>
                  <a:cubicBezTo>
                    <a:pt x="3641" y="188"/>
                    <a:pt x="3614" y="108"/>
                    <a:pt x="358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2" name="Google Shape;392;p52"/>
            <p:cNvSpPr/>
            <p:nvPr/>
          </p:nvSpPr>
          <p:spPr>
            <a:xfrm>
              <a:off x="2423072" y="1578074"/>
              <a:ext cx="195355" cy="328439"/>
            </a:xfrm>
            <a:custGeom>
              <a:avLst/>
              <a:gdLst/>
              <a:ahLst/>
              <a:cxnLst/>
              <a:rect l="l" t="t" r="r" b="b"/>
              <a:pathLst>
                <a:path w="4872" h="8191" extrusionOk="0">
                  <a:moveTo>
                    <a:pt x="1205" y="1"/>
                  </a:moveTo>
                  <a:lnTo>
                    <a:pt x="1205" y="3935"/>
                  </a:lnTo>
                  <a:lnTo>
                    <a:pt x="0" y="3266"/>
                  </a:lnTo>
                  <a:lnTo>
                    <a:pt x="0" y="3266"/>
                  </a:lnTo>
                  <a:cubicBezTo>
                    <a:pt x="0" y="3320"/>
                    <a:pt x="27" y="3400"/>
                    <a:pt x="27" y="3480"/>
                  </a:cubicBezTo>
                  <a:lnTo>
                    <a:pt x="1098" y="4096"/>
                  </a:lnTo>
                  <a:lnTo>
                    <a:pt x="214" y="4604"/>
                  </a:lnTo>
                  <a:cubicBezTo>
                    <a:pt x="241" y="4658"/>
                    <a:pt x="241" y="4738"/>
                    <a:pt x="268" y="4792"/>
                  </a:cubicBezTo>
                  <a:lnTo>
                    <a:pt x="1205" y="4256"/>
                  </a:lnTo>
                  <a:lnTo>
                    <a:pt x="1205" y="8030"/>
                  </a:lnTo>
                  <a:cubicBezTo>
                    <a:pt x="1205" y="8084"/>
                    <a:pt x="1232" y="8137"/>
                    <a:pt x="1258" y="8191"/>
                  </a:cubicBezTo>
                  <a:lnTo>
                    <a:pt x="1365" y="8191"/>
                  </a:lnTo>
                  <a:lnTo>
                    <a:pt x="1365" y="4256"/>
                  </a:lnTo>
                  <a:lnTo>
                    <a:pt x="4791" y="6210"/>
                  </a:lnTo>
                  <a:lnTo>
                    <a:pt x="4872" y="6076"/>
                  </a:lnTo>
                  <a:lnTo>
                    <a:pt x="1446" y="4096"/>
                  </a:lnTo>
                  <a:lnTo>
                    <a:pt x="4872" y="2115"/>
                  </a:lnTo>
                  <a:lnTo>
                    <a:pt x="4791" y="1981"/>
                  </a:lnTo>
                  <a:lnTo>
                    <a:pt x="1365" y="3935"/>
                  </a:lnTo>
                  <a:lnTo>
                    <a:pt x="136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3" name="Google Shape;393;p52"/>
            <p:cNvSpPr/>
            <p:nvPr/>
          </p:nvSpPr>
          <p:spPr>
            <a:xfrm>
              <a:off x="2711778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56"/>
                  </a:lnTo>
                  <a:lnTo>
                    <a:pt x="7093" y="6210"/>
                  </a:lnTo>
                  <a:lnTo>
                    <a:pt x="7173" y="6076"/>
                  </a:lnTo>
                  <a:lnTo>
                    <a:pt x="3774" y="4096"/>
                  </a:lnTo>
                  <a:lnTo>
                    <a:pt x="7173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4" name="Google Shape;394;p52"/>
            <p:cNvSpPr/>
            <p:nvPr/>
          </p:nvSpPr>
          <p:spPr>
            <a:xfrm>
              <a:off x="3092789" y="1578074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1"/>
                  </a:moveTo>
                  <a:lnTo>
                    <a:pt x="3506" y="3935"/>
                  </a:lnTo>
                  <a:lnTo>
                    <a:pt x="80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0" y="6210"/>
                  </a:lnTo>
                  <a:lnTo>
                    <a:pt x="3506" y="4230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30"/>
                  </a:lnTo>
                  <a:lnTo>
                    <a:pt x="7093" y="6210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15"/>
                  </a:lnTo>
                  <a:lnTo>
                    <a:pt x="7093" y="1981"/>
                  </a:lnTo>
                  <a:lnTo>
                    <a:pt x="3694" y="3935"/>
                  </a:lnTo>
                  <a:lnTo>
                    <a:pt x="369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5" name="Google Shape;395;p52"/>
            <p:cNvSpPr/>
            <p:nvPr/>
          </p:nvSpPr>
          <p:spPr>
            <a:xfrm>
              <a:off x="3474843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1" y="2115"/>
                  </a:lnTo>
                  <a:lnTo>
                    <a:pt x="3400" y="4096"/>
                  </a:lnTo>
                  <a:lnTo>
                    <a:pt x="1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480" y="8191"/>
                  </a:lnTo>
                  <a:lnTo>
                    <a:pt x="3668" y="8191"/>
                  </a:lnTo>
                  <a:lnTo>
                    <a:pt x="3668" y="4230"/>
                  </a:lnTo>
                  <a:lnTo>
                    <a:pt x="7094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4" y="1955"/>
                  </a:lnTo>
                  <a:lnTo>
                    <a:pt x="3668" y="3935"/>
                  </a:lnTo>
                  <a:lnTo>
                    <a:pt x="366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6" name="Google Shape;396;p52"/>
            <p:cNvSpPr/>
            <p:nvPr/>
          </p:nvSpPr>
          <p:spPr>
            <a:xfrm>
              <a:off x="3855854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30"/>
                  </a:lnTo>
                  <a:lnTo>
                    <a:pt x="7093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3" y="1955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7" name="Google Shape;397;p52"/>
            <p:cNvSpPr/>
            <p:nvPr/>
          </p:nvSpPr>
          <p:spPr>
            <a:xfrm>
              <a:off x="2518586" y="1919388"/>
              <a:ext cx="287659" cy="293033"/>
            </a:xfrm>
            <a:custGeom>
              <a:avLst/>
              <a:gdLst/>
              <a:ahLst/>
              <a:cxnLst/>
              <a:rect l="l" t="t" r="r" b="b"/>
              <a:pathLst>
                <a:path w="7174" h="730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1767" y="5059"/>
                  </a:lnTo>
                  <a:cubicBezTo>
                    <a:pt x="1821" y="5086"/>
                    <a:pt x="1847" y="5139"/>
                    <a:pt x="1874" y="5193"/>
                  </a:cubicBezTo>
                  <a:lnTo>
                    <a:pt x="3507" y="4256"/>
                  </a:lnTo>
                  <a:lnTo>
                    <a:pt x="3507" y="7120"/>
                  </a:lnTo>
                  <a:cubicBezTo>
                    <a:pt x="3560" y="7200"/>
                    <a:pt x="3614" y="7254"/>
                    <a:pt x="3667" y="7307"/>
                  </a:cubicBezTo>
                  <a:lnTo>
                    <a:pt x="3667" y="4256"/>
                  </a:lnTo>
                  <a:lnTo>
                    <a:pt x="7093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" name="Google Shape;398;p52"/>
            <p:cNvSpPr/>
            <p:nvPr/>
          </p:nvSpPr>
          <p:spPr>
            <a:xfrm>
              <a:off x="2899597" y="191938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7" y="8190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9" name="Google Shape;399;p52"/>
            <p:cNvSpPr/>
            <p:nvPr/>
          </p:nvSpPr>
          <p:spPr>
            <a:xfrm>
              <a:off x="3280608" y="1919388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107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107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0" name="Google Shape;400;p52"/>
            <p:cNvSpPr/>
            <p:nvPr/>
          </p:nvSpPr>
          <p:spPr>
            <a:xfrm>
              <a:off x="3662662" y="191938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1" y="2115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1" name="Google Shape;401;p52"/>
            <p:cNvSpPr/>
            <p:nvPr/>
          </p:nvSpPr>
          <p:spPr>
            <a:xfrm>
              <a:off x="4043673" y="1998782"/>
              <a:ext cx="78391" cy="49400"/>
            </a:xfrm>
            <a:custGeom>
              <a:avLst/>
              <a:gdLst/>
              <a:ahLst/>
              <a:cxnLst/>
              <a:rect l="l" t="t" r="r" b="b"/>
              <a:pathLst>
                <a:path w="1955" h="1232" extrusionOk="0">
                  <a:moveTo>
                    <a:pt x="81" y="1"/>
                  </a:moveTo>
                  <a:lnTo>
                    <a:pt x="0" y="135"/>
                  </a:lnTo>
                  <a:lnTo>
                    <a:pt x="1874" y="1232"/>
                  </a:lnTo>
                  <a:cubicBezTo>
                    <a:pt x="1901" y="1178"/>
                    <a:pt x="1928" y="1125"/>
                    <a:pt x="1954" y="1071"/>
                  </a:cubicBez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" name="Google Shape;402;p52"/>
            <p:cNvSpPr/>
            <p:nvPr/>
          </p:nvSpPr>
          <p:spPr>
            <a:xfrm>
              <a:off x="2884560" y="2317561"/>
              <a:ext cx="114879" cy="68727"/>
            </a:xfrm>
            <a:custGeom>
              <a:avLst/>
              <a:gdLst/>
              <a:ahLst/>
              <a:cxnLst/>
              <a:rect l="l" t="t" r="r" b="b"/>
              <a:pathLst>
                <a:path w="2865" h="1714" extrusionOk="0">
                  <a:moveTo>
                    <a:pt x="2784" y="0"/>
                  </a:moveTo>
                  <a:lnTo>
                    <a:pt x="1" y="1606"/>
                  </a:lnTo>
                  <a:cubicBezTo>
                    <a:pt x="54" y="1660"/>
                    <a:pt x="108" y="1686"/>
                    <a:pt x="161" y="1713"/>
                  </a:cubicBezTo>
                  <a:lnTo>
                    <a:pt x="2864" y="161"/>
                  </a:lnTo>
                  <a:lnTo>
                    <a:pt x="278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" name="Google Shape;403;p52"/>
            <p:cNvSpPr/>
            <p:nvPr/>
          </p:nvSpPr>
          <p:spPr>
            <a:xfrm>
              <a:off x="2852362" y="2238127"/>
              <a:ext cx="6496" cy="129916"/>
            </a:xfrm>
            <a:custGeom>
              <a:avLst/>
              <a:gdLst/>
              <a:ahLst/>
              <a:cxnLst/>
              <a:rect l="l" t="t" r="r" b="b"/>
              <a:pathLst>
                <a:path w="162" h="3240" extrusionOk="0">
                  <a:moveTo>
                    <a:pt x="1" y="0"/>
                  </a:moveTo>
                  <a:lnTo>
                    <a:pt x="1" y="3132"/>
                  </a:lnTo>
                  <a:cubicBezTo>
                    <a:pt x="54" y="3159"/>
                    <a:pt x="108" y="3212"/>
                    <a:pt x="161" y="3239"/>
                  </a:cubicBez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" name="Google Shape;404;p52"/>
            <p:cNvSpPr/>
            <p:nvPr/>
          </p:nvSpPr>
          <p:spPr>
            <a:xfrm>
              <a:off x="3092789" y="2238127"/>
              <a:ext cx="288742" cy="255461"/>
            </a:xfrm>
            <a:custGeom>
              <a:avLst/>
              <a:gdLst/>
              <a:ahLst/>
              <a:cxnLst/>
              <a:rect l="l" t="t" r="r" b="b"/>
              <a:pathLst>
                <a:path w="7201" h="6371" extrusionOk="0">
                  <a:moveTo>
                    <a:pt x="3506" y="0"/>
                  </a:moveTo>
                  <a:lnTo>
                    <a:pt x="3506" y="3962"/>
                  </a:lnTo>
                  <a:lnTo>
                    <a:pt x="80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455" y="5835"/>
                  </a:lnTo>
                  <a:cubicBezTo>
                    <a:pt x="535" y="5835"/>
                    <a:pt x="616" y="5862"/>
                    <a:pt x="696" y="5889"/>
                  </a:cubicBezTo>
                  <a:lnTo>
                    <a:pt x="3506" y="4256"/>
                  </a:lnTo>
                  <a:lnTo>
                    <a:pt x="3506" y="6371"/>
                  </a:lnTo>
                  <a:lnTo>
                    <a:pt x="3694" y="6371"/>
                  </a:lnTo>
                  <a:lnTo>
                    <a:pt x="3694" y="4256"/>
                  </a:lnTo>
                  <a:lnTo>
                    <a:pt x="7093" y="6237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42"/>
                  </a:lnTo>
                  <a:lnTo>
                    <a:pt x="7093" y="1981"/>
                  </a:lnTo>
                  <a:lnTo>
                    <a:pt x="3694" y="3962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" name="Google Shape;405;p52"/>
            <p:cNvSpPr/>
            <p:nvPr/>
          </p:nvSpPr>
          <p:spPr>
            <a:xfrm>
              <a:off x="3474843" y="2238127"/>
              <a:ext cx="287659" cy="247963"/>
            </a:xfrm>
            <a:custGeom>
              <a:avLst/>
              <a:gdLst/>
              <a:ahLst/>
              <a:cxnLst/>
              <a:rect l="l" t="t" r="r" b="b"/>
              <a:pathLst>
                <a:path w="7174" h="6184" extrusionOk="0">
                  <a:moveTo>
                    <a:pt x="3507" y="0"/>
                  </a:moveTo>
                  <a:lnTo>
                    <a:pt x="3480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096"/>
                  </a:lnTo>
                  <a:lnTo>
                    <a:pt x="1" y="6076"/>
                  </a:lnTo>
                  <a:lnTo>
                    <a:pt x="54" y="6183"/>
                  </a:lnTo>
                  <a:lnTo>
                    <a:pt x="161" y="6183"/>
                  </a:lnTo>
                  <a:lnTo>
                    <a:pt x="3480" y="4256"/>
                  </a:lnTo>
                  <a:lnTo>
                    <a:pt x="3480" y="5354"/>
                  </a:lnTo>
                  <a:cubicBezTo>
                    <a:pt x="3560" y="5327"/>
                    <a:pt x="3614" y="5327"/>
                    <a:pt x="3668" y="5300"/>
                  </a:cubicBezTo>
                  <a:lnTo>
                    <a:pt x="3668" y="4256"/>
                  </a:lnTo>
                  <a:lnTo>
                    <a:pt x="4765" y="4899"/>
                  </a:lnTo>
                  <a:cubicBezTo>
                    <a:pt x="4845" y="4872"/>
                    <a:pt x="4899" y="4845"/>
                    <a:pt x="4979" y="4818"/>
                  </a:cubicBezTo>
                  <a:lnTo>
                    <a:pt x="3748" y="4096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" name="Google Shape;406;p52"/>
            <p:cNvSpPr/>
            <p:nvPr/>
          </p:nvSpPr>
          <p:spPr>
            <a:xfrm>
              <a:off x="3855854" y="2317561"/>
              <a:ext cx="12911" cy="9704"/>
            </a:xfrm>
            <a:custGeom>
              <a:avLst/>
              <a:gdLst/>
              <a:ahLst/>
              <a:cxnLst/>
              <a:rect l="l" t="t" r="r" b="b"/>
              <a:pathLst>
                <a:path w="322" h="242" extrusionOk="0">
                  <a:moveTo>
                    <a:pt x="81" y="0"/>
                  </a:moveTo>
                  <a:lnTo>
                    <a:pt x="0" y="134"/>
                  </a:lnTo>
                  <a:lnTo>
                    <a:pt x="161" y="241"/>
                  </a:lnTo>
                  <a:cubicBezTo>
                    <a:pt x="215" y="214"/>
                    <a:pt x="268" y="161"/>
                    <a:pt x="322" y="134"/>
                  </a:cubicBezTo>
                  <a:lnTo>
                    <a:pt x="8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07" name="Google Shape;407;p52"/>
          <p:cNvSpPr/>
          <p:nvPr/>
        </p:nvSpPr>
        <p:spPr>
          <a:xfrm>
            <a:off x="1661788" y="1441452"/>
            <a:ext cx="1434654" cy="1265482"/>
          </a:xfrm>
          <a:custGeom>
            <a:avLst/>
            <a:gdLst/>
            <a:ahLst/>
            <a:cxnLst/>
            <a:rect l="l" t="t" r="r" b="b"/>
            <a:pathLst>
              <a:path w="13679" h="12066" extrusionOk="0">
                <a:moveTo>
                  <a:pt x="7541" y="1"/>
                </a:moveTo>
                <a:cubicBezTo>
                  <a:pt x="7109" y="1"/>
                  <a:pt x="6648" y="24"/>
                  <a:pt x="6157" y="68"/>
                </a:cubicBezTo>
                <a:cubicBezTo>
                  <a:pt x="1981" y="443"/>
                  <a:pt x="28" y="3173"/>
                  <a:pt x="1" y="6385"/>
                </a:cubicBezTo>
                <a:cubicBezTo>
                  <a:pt x="598" y="10109"/>
                  <a:pt x="2003" y="12066"/>
                  <a:pt x="5300" y="12066"/>
                </a:cubicBezTo>
                <a:cubicBezTo>
                  <a:pt x="5700" y="12066"/>
                  <a:pt x="6128" y="12037"/>
                  <a:pt x="6585" y="11979"/>
                </a:cubicBezTo>
                <a:cubicBezTo>
                  <a:pt x="10680" y="11470"/>
                  <a:pt x="13678" y="9516"/>
                  <a:pt x="12822" y="4297"/>
                </a:cubicBezTo>
                <a:cubicBezTo>
                  <a:pt x="12326" y="1256"/>
                  <a:pt x="10731" y="1"/>
                  <a:pt x="7541" y="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8" name="Google Shape;408;p52"/>
          <p:cNvSpPr txBox="1">
            <a:spLocks noGrp="1"/>
          </p:cNvSpPr>
          <p:nvPr>
            <p:ph type="title" hasCustomPrompt="1"/>
          </p:nvPr>
        </p:nvSpPr>
        <p:spPr>
          <a:xfrm>
            <a:off x="2967200" y="1441438"/>
            <a:ext cx="5142900" cy="1788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>
                <a:solidFill>
                  <a:schemeClr val="l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09" name="Google Shape;409;p52"/>
          <p:cNvSpPr txBox="1">
            <a:spLocks noGrp="1"/>
          </p:cNvSpPr>
          <p:nvPr>
            <p:ph type="body" idx="1"/>
          </p:nvPr>
        </p:nvSpPr>
        <p:spPr>
          <a:xfrm>
            <a:off x="2967200" y="3236713"/>
            <a:ext cx="5142900" cy="44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 sz="1600">
                <a:solidFill>
                  <a:schemeClr val="lt2"/>
                </a:solidFill>
              </a:defRPr>
            </a:lvl1pPr>
            <a:lvl2pPr marL="914400" lvl="1" indent="-317500" algn="ctr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CUSTOM_7">
    <p:spTree>
      <p:nvGrpSpPr>
        <p:cNvPr id="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54"/>
          <p:cNvSpPr/>
          <p:nvPr/>
        </p:nvSpPr>
        <p:spPr>
          <a:xfrm>
            <a:off x="7233675" y="-730075"/>
            <a:ext cx="3030078" cy="3486687"/>
          </a:xfrm>
          <a:custGeom>
            <a:avLst/>
            <a:gdLst/>
            <a:ahLst/>
            <a:cxnLst/>
            <a:rect l="l" t="t" r="r" b="b"/>
            <a:pathLst>
              <a:path w="72386" h="83294" extrusionOk="0">
                <a:moveTo>
                  <a:pt x="50403" y="3137"/>
                </a:moveTo>
                <a:cubicBezTo>
                  <a:pt x="56941" y="6272"/>
                  <a:pt x="64246" y="10108"/>
                  <a:pt x="60711" y="17614"/>
                </a:cubicBezTo>
                <a:cubicBezTo>
                  <a:pt x="57175" y="25119"/>
                  <a:pt x="44632" y="42031"/>
                  <a:pt x="52938" y="45433"/>
                </a:cubicBezTo>
                <a:cubicBezTo>
                  <a:pt x="61211" y="48803"/>
                  <a:pt x="72386" y="48302"/>
                  <a:pt x="71885" y="57942"/>
                </a:cubicBezTo>
                <a:cubicBezTo>
                  <a:pt x="71351" y="67583"/>
                  <a:pt x="54640" y="83294"/>
                  <a:pt x="40096" y="76189"/>
                </a:cubicBezTo>
                <a:cubicBezTo>
                  <a:pt x="25552" y="69084"/>
                  <a:pt x="35359" y="53839"/>
                  <a:pt x="20982" y="50137"/>
                </a:cubicBezTo>
                <a:cubicBezTo>
                  <a:pt x="6605" y="46434"/>
                  <a:pt x="1" y="20916"/>
                  <a:pt x="6939" y="13477"/>
                </a:cubicBezTo>
                <a:cubicBezTo>
                  <a:pt x="13877" y="6039"/>
                  <a:pt x="43865" y="1"/>
                  <a:pt x="50403" y="3137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3" name="Google Shape;413;p54"/>
          <p:cNvSpPr/>
          <p:nvPr/>
        </p:nvSpPr>
        <p:spPr>
          <a:xfrm rot="2540379">
            <a:off x="-721411" y="3502530"/>
            <a:ext cx="2268525" cy="1945325"/>
          </a:xfrm>
          <a:custGeom>
            <a:avLst/>
            <a:gdLst/>
            <a:ahLst/>
            <a:cxnLst/>
            <a:rect l="l" t="t" r="r" b="b"/>
            <a:pathLst>
              <a:path w="40029" h="34326" extrusionOk="0">
                <a:moveTo>
                  <a:pt x="7939" y="1669"/>
                </a:moveTo>
                <a:cubicBezTo>
                  <a:pt x="12943" y="3370"/>
                  <a:pt x="11275" y="10875"/>
                  <a:pt x="18780" y="8040"/>
                </a:cubicBezTo>
                <a:cubicBezTo>
                  <a:pt x="26286" y="5238"/>
                  <a:pt x="30722" y="3770"/>
                  <a:pt x="35392" y="8040"/>
                </a:cubicBezTo>
                <a:cubicBezTo>
                  <a:pt x="40029" y="12343"/>
                  <a:pt x="29621" y="14411"/>
                  <a:pt x="33991" y="20682"/>
                </a:cubicBezTo>
                <a:cubicBezTo>
                  <a:pt x="38361" y="26920"/>
                  <a:pt x="27520" y="34325"/>
                  <a:pt x="19814" y="30523"/>
                </a:cubicBezTo>
                <a:cubicBezTo>
                  <a:pt x="12109" y="26720"/>
                  <a:pt x="4937" y="23851"/>
                  <a:pt x="2502" y="16613"/>
                </a:cubicBezTo>
                <a:cubicBezTo>
                  <a:pt x="0" y="9207"/>
                  <a:pt x="2936" y="1"/>
                  <a:pt x="7939" y="1669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4" name="Google Shape;414;p54"/>
          <p:cNvSpPr txBox="1">
            <a:spLocks noGrp="1"/>
          </p:cNvSpPr>
          <p:nvPr>
            <p:ph type="subTitle" idx="1"/>
          </p:nvPr>
        </p:nvSpPr>
        <p:spPr>
          <a:xfrm>
            <a:off x="3905700" y="3380175"/>
            <a:ext cx="1923600" cy="10293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None/>
              <a:defRPr sz="1600">
                <a:solidFill>
                  <a:srgbClr val="000000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15" name="Google Shape;415;p54"/>
          <p:cNvSpPr txBox="1">
            <a:spLocks noGrp="1"/>
          </p:cNvSpPr>
          <p:nvPr>
            <p:ph type="subTitle" idx="2"/>
          </p:nvPr>
        </p:nvSpPr>
        <p:spPr>
          <a:xfrm>
            <a:off x="1391100" y="3380175"/>
            <a:ext cx="1923600" cy="10293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None/>
              <a:defRPr sz="1600">
                <a:solidFill>
                  <a:srgbClr val="000000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16" name="Google Shape;416;p54"/>
          <p:cNvSpPr txBox="1">
            <a:spLocks noGrp="1"/>
          </p:cNvSpPr>
          <p:nvPr>
            <p:ph type="title"/>
          </p:nvPr>
        </p:nvSpPr>
        <p:spPr>
          <a:xfrm>
            <a:off x="713250" y="523025"/>
            <a:ext cx="7717500" cy="541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>
                <a:solidFill>
                  <a:schemeClr val="accen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417" name="Google Shape;417;p54">
            <a:hlinkClick r:id="" action="ppaction://noaction"/>
          </p:cNvPr>
          <p:cNvSpPr txBox="1">
            <a:spLocks noGrp="1"/>
          </p:cNvSpPr>
          <p:nvPr>
            <p:ph type="subTitle" idx="3"/>
          </p:nvPr>
        </p:nvSpPr>
        <p:spPr>
          <a:xfrm>
            <a:off x="1391100" y="1434475"/>
            <a:ext cx="1923600" cy="4545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000" b="1">
                <a:solidFill>
                  <a:schemeClr val="accent2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000">
                <a:latin typeface="Hammersmith One"/>
                <a:ea typeface="Hammersmith One"/>
                <a:cs typeface="Hammersmith One"/>
                <a:sym typeface="Hammersmith On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000">
                <a:latin typeface="Hammersmith One"/>
                <a:ea typeface="Hammersmith One"/>
                <a:cs typeface="Hammersmith One"/>
                <a:sym typeface="Hammersmith On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000">
                <a:latin typeface="Hammersmith One"/>
                <a:ea typeface="Hammersmith One"/>
                <a:cs typeface="Hammersmith One"/>
                <a:sym typeface="Hammersmith On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000">
                <a:latin typeface="Hammersmith One"/>
                <a:ea typeface="Hammersmith One"/>
                <a:cs typeface="Hammersmith One"/>
                <a:sym typeface="Hammersmith On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000">
                <a:latin typeface="Hammersmith One"/>
                <a:ea typeface="Hammersmith One"/>
                <a:cs typeface="Hammersmith One"/>
                <a:sym typeface="Hammersmith On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000">
                <a:latin typeface="Hammersmith One"/>
                <a:ea typeface="Hammersmith One"/>
                <a:cs typeface="Hammersmith One"/>
                <a:sym typeface="Hammersmith On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000">
                <a:latin typeface="Hammersmith One"/>
                <a:ea typeface="Hammersmith One"/>
                <a:cs typeface="Hammersmith One"/>
                <a:sym typeface="Hammersmith On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000">
                <a:latin typeface="Hammersmith One"/>
                <a:ea typeface="Hammersmith One"/>
                <a:cs typeface="Hammersmith One"/>
                <a:sym typeface="Hammersmith One"/>
              </a:defRPr>
            </a:lvl9pPr>
          </a:lstStyle>
          <a:p>
            <a:endParaRPr/>
          </a:p>
        </p:txBody>
      </p:sp>
      <p:sp>
        <p:nvSpPr>
          <p:cNvPr id="418" name="Google Shape;418;p54">
            <a:hlinkClick r:id="" action="ppaction://noaction"/>
          </p:cNvPr>
          <p:cNvSpPr txBox="1">
            <a:spLocks noGrp="1"/>
          </p:cNvSpPr>
          <p:nvPr>
            <p:ph type="subTitle" idx="4"/>
          </p:nvPr>
        </p:nvSpPr>
        <p:spPr>
          <a:xfrm>
            <a:off x="3905700" y="1434475"/>
            <a:ext cx="1923600" cy="4545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000" b="1">
                <a:solidFill>
                  <a:schemeClr val="accent2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000">
                <a:latin typeface="Hammersmith One"/>
                <a:ea typeface="Hammersmith One"/>
                <a:cs typeface="Hammersmith One"/>
                <a:sym typeface="Hammersmith On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000">
                <a:latin typeface="Hammersmith One"/>
                <a:ea typeface="Hammersmith One"/>
                <a:cs typeface="Hammersmith One"/>
                <a:sym typeface="Hammersmith On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000">
                <a:latin typeface="Hammersmith One"/>
                <a:ea typeface="Hammersmith One"/>
                <a:cs typeface="Hammersmith One"/>
                <a:sym typeface="Hammersmith On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000">
                <a:latin typeface="Hammersmith One"/>
                <a:ea typeface="Hammersmith One"/>
                <a:cs typeface="Hammersmith One"/>
                <a:sym typeface="Hammersmith On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000">
                <a:latin typeface="Hammersmith One"/>
                <a:ea typeface="Hammersmith One"/>
                <a:cs typeface="Hammersmith One"/>
                <a:sym typeface="Hammersmith On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000">
                <a:latin typeface="Hammersmith One"/>
                <a:ea typeface="Hammersmith One"/>
                <a:cs typeface="Hammersmith One"/>
                <a:sym typeface="Hammersmith On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000">
                <a:latin typeface="Hammersmith One"/>
                <a:ea typeface="Hammersmith One"/>
                <a:cs typeface="Hammersmith One"/>
                <a:sym typeface="Hammersmith On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000">
                <a:latin typeface="Hammersmith One"/>
                <a:ea typeface="Hammersmith One"/>
                <a:cs typeface="Hammersmith One"/>
                <a:sym typeface="Hammersmith One"/>
              </a:defRPr>
            </a:lvl9pPr>
          </a:lstStyle>
          <a:p>
            <a:endParaRPr/>
          </a:p>
        </p:txBody>
      </p:sp>
      <p:sp>
        <p:nvSpPr>
          <p:cNvPr id="419" name="Google Shape;419;p54">
            <a:hlinkClick r:id="" action="ppaction://noaction"/>
          </p:cNvPr>
          <p:cNvSpPr txBox="1">
            <a:spLocks noGrp="1"/>
          </p:cNvSpPr>
          <p:nvPr>
            <p:ph type="subTitle" idx="5"/>
          </p:nvPr>
        </p:nvSpPr>
        <p:spPr>
          <a:xfrm>
            <a:off x="1391100" y="2992287"/>
            <a:ext cx="1923600" cy="4545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000" b="1">
                <a:solidFill>
                  <a:schemeClr val="accent2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000">
                <a:latin typeface="Hammersmith One"/>
                <a:ea typeface="Hammersmith One"/>
                <a:cs typeface="Hammersmith One"/>
                <a:sym typeface="Hammersmith On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000">
                <a:latin typeface="Hammersmith One"/>
                <a:ea typeface="Hammersmith One"/>
                <a:cs typeface="Hammersmith One"/>
                <a:sym typeface="Hammersmith On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000">
                <a:latin typeface="Hammersmith One"/>
                <a:ea typeface="Hammersmith One"/>
                <a:cs typeface="Hammersmith One"/>
                <a:sym typeface="Hammersmith On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000">
                <a:latin typeface="Hammersmith One"/>
                <a:ea typeface="Hammersmith One"/>
                <a:cs typeface="Hammersmith One"/>
                <a:sym typeface="Hammersmith On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000">
                <a:latin typeface="Hammersmith One"/>
                <a:ea typeface="Hammersmith One"/>
                <a:cs typeface="Hammersmith One"/>
                <a:sym typeface="Hammersmith On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000">
                <a:latin typeface="Hammersmith One"/>
                <a:ea typeface="Hammersmith One"/>
                <a:cs typeface="Hammersmith One"/>
                <a:sym typeface="Hammersmith On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000">
                <a:latin typeface="Hammersmith One"/>
                <a:ea typeface="Hammersmith One"/>
                <a:cs typeface="Hammersmith One"/>
                <a:sym typeface="Hammersmith On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000">
                <a:latin typeface="Hammersmith One"/>
                <a:ea typeface="Hammersmith One"/>
                <a:cs typeface="Hammersmith One"/>
                <a:sym typeface="Hammersmith One"/>
              </a:defRPr>
            </a:lvl9pPr>
          </a:lstStyle>
          <a:p>
            <a:endParaRPr/>
          </a:p>
        </p:txBody>
      </p:sp>
      <p:sp>
        <p:nvSpPr>
          <p:cNvPr id="420" name="Google Shape;420;p54">
            <a:hlinkClick r:id="" action="ppaction://noaction"/>
          </p:cNvPr>
          <p:cNvSpPr txBox="1">
            <a:spLocks noGrp="1"/>
          </p:cNvSpPr>
          <p:nvPr>
            <p:ph type="subTitle" idx="6"/>
          </p:nvPr>
        </p:nvSpPr>
        <p:spPr>
          <a:xfrm>
            <a:off x="3905700" y="2992287"/>
            <a:ext cx="1923600" cy="4545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000" b="1">
                <a:solidFill>
                  <a:schemeClr val="accent2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000">
                <a:latin typeface="Hammersmith One"/>
                <a:ea typeface="Hammersmith One"/>
                <a:cs typeface="Hammersmith One"/>
                <a:sym typeface="Hammersmith On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000">
                <a:latin typeface="Hammersmith One"/>
                <a:ea typeface="Hammersmith One"/>
                <a:cs typeface="Hammersmith One"/>
                <a:sym typeface="Hammersmith On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000">
                <a:latin typeface="Hammersmith One"/>
                <a:ea typeface="Hammersmith One"/>
                <a:cs typeface="Hammersmith One"/>
                <a:sym typeface="Hammersmith On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000">
                <a:latin typeface="Hammersmith One"/>
                <a:ea typeface="Hammersmith One"/>
                <a:cs typeface="Hammersmith One"/>
                <a:sym typeface="Hammersmith On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000">
                <a:latin typeface="Hammersmith One"/>
                <a:ea typeface="Hammersmith One"/>
                <a:cs typeface="Hammersmith One"/>
                <a:sym typeface="Hammersmith On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000">
                <a:latin typeface="Hammersmith One"/>
                <a:ea typeface="Hammersmith One"/>
                <a:cs typeface="Hammersmith One"/>
                <a:sym typeface="Hammersmith On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000">
                <a:latin typeface="Hammersmith One"/>
                <a:ea typeface="Hammersmith One"/>
                <a:cs typeface="Hammersmith One"/>
                <a:sym typeface="Hammersmith On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000">
                <a:latin typeface="Hammersmith One"/>
                <a:ea typeface="Hammersmith One"/>
                <a:cs typeface="Hammersmith One"/>
                <a:sym typeface="Hammersmith One"/>
              </a:defRPr>
            </a:lvl9pPr>
          </a:lstStyle>
          <a:p>
            <a:endParaRPr/>
          </a:p>
        </p:txBody>
      </p:sp>
      <p:sp>
        <p:nvSpPr>
          <p:cNvPr id="421" name="Google Shape;421;p54"/>
          <p:cNvSpPr txBox="1">
            <a:spLocks noGrp="1"/>
          </p:cNvSpPr>
          <p:nvPr>
            <p:ph type="subTitle" idx="7"/>
          </p:nvPr>
        </p:nvSpPr>
        <p:spPr>
          <a:xfrm>
            <a:off x="1391100" y="1825209"/>
            <a:ext cx="1923600" cy="10293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None/>
              <a:defRPr sz="1600">
                <a:solidFill>
                  <a:srgbClr val="000000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2" name="Google Shape;422;p54"/>
          <p:cNvSpPr txBox="1">
            <a:spLocks noGrp="1"/>
          </p:cNvSpPr>
          <p:nvPr>
            <p:ph type="subTitle" idx="8"/>
          </p:nvPr>
        </p:nvSpPr>
        <p:spPr>
          <a:xfrm>
            <a:off x="3905700" y="1825209"/>
            <a:ext cx="1923600" cy="10293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None/>
              <a:defRPr sz="1600">
                <a:solidFill>
                  <a:srgbClr val="000000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3" name="Google Shape;423;p54">
            <a:hlinkClick r:id="" action="ppaction://noaction"/>
          </p:cNvPr>
          <p:cNvSpPr txBox="1">
            <a:spLocks noGrp="1"/>
          </p:cNvSpPr>
          <p:nvPr>
            <p:ph type="title" idx="9" hasCustomPrompt="1"/>
          </p:nvPr>
        </p:nvSpPr>
        <p:spPr>
          <a:xfrm>
            <a:off x="792175" y="1434475"/>
            <a:ext cx="596400" cy="4113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>
                <a:solidFill>
                  <a:schemeClr val="accent5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r>
              <a:t>xx%</a:t>
            </a:r>
          </a:p>
        </p:txBody>
      </p:sp>
      <p:sp>
        <p:nvSpPr>
          <p:cNvPr id="424" name="Google Shape;424;p54">
            <a:hlinkClick r:id="" action="ppaction://noaction"/>
          </p:cNvPr>
          <p:cNvSpPr txBox="1">
            <a:spLocks noGrp="1"/>
          </p:cNvSpPr>
          <p:nvPr>
            <p:ph type="title" idx="13" hasCustomPrompt="1"/>
          </p:nvPr>
        </p:nvSpPr>
        <p:spPr>
          <a:xfrm>
            <a:off x="3314700" y="1434475"/>
            <a:ext cx="596400" cy="4113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>
                <a:solidFill>
                  <a:schemeClr val="accent5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r>
              <a:t>xx%</a:t>
            </a:r>
          </a:p>
        </p:txBody>
      </p:sp>
      <p:sp>
        <p:nvSpPr>
          <p:cNvPr id="425" name="Google Shape;425;p54">
            <a:hlinkClick r:id="" action="ppaction://noaction"/>
          </p:cNvPr>
          <p:cNvSpPr txBox="1">
            <a:spLocks noGrp="1"/>
          </p:cNvSpPr>
          <p:nvPr>
            <p:ph type="title" idx="14" hasCustomPrompt="1"/>
          </p:nvPr>
        </p:nvSpPr>
        <p:spPr>
          <a:xfrm>
            <a:off x="792175" y="2992276"/>
            <a:ext cx="596400" cy="4113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>
                <a:solidFill>
                  <a:schemeClr val="accent5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r>
              <a:t>xx%</a:t>
            </a:r>
          </a:p>
        </p:txBody>
      </p:sp>
      <p:sp>
        <p:nvSpPr>
          <p:cNvPr id="426" name="Google Shape;426;p54">
            <a:hlinkClick r:id="" action="ppaction://noaction"/>
          </p:cNvPr>
          <p:cNvSpPr txBox="1">
            <a:spLocks noGrp="1"/>
          </p:cNvSpPr>
          <p:nvPr>
            <p:ph type="title" idx="15" hasCustomPrompt="1"/>
          </p:nvPr>
        </p:nvSpPr>
        <p:spPr>
          <a:xfrm>
            <a:off x="3314700" y="2992276"/>
            <a:ext cx="596400" cy="4113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>
                <a:solidFill>
                  <a:schemeClr val="accent5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r>
              <a:t>xx%</a:t>
            </a:r>
          </a:p>
        </p:txBody>
      </p:sp>
      <p:sp>
        <p:nvSpPr>
          <p:cNvPr id="427" name="Google Shape;427;p54"/>
          <p:cNvSpPr txBox="1">
            <a:spLocks noGrp="1"/>
          </p:cNvSpPr>
          <p:nvPr>
            <p:ph type="subTitle" idx="16"/>
          </p:nvPr>
        </p:nvSpPr>
        <p:spPr>
          <a:xfrm>
            <a:off x="6428225" y="3380175"/>
            <a:ext cx="1923600" cy="10293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None/>
              <a:defRPr sz="1600">
                <a:solidFill>
                  <a:srgbClr val="000000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8" name="Google Shape;428;p54">
            <a:hlinkClick r:id="" action="ppaction://noaction"/>
          </p:cNvPr>
          <p:cNvSpPr txBox="1">
            <a:spLocks noGrp="1"/>
          </p:cNvSpPr>
          <p:nvPr>
            <p:ph type="subTitle" idx="17"/>
          </p:nvPr>
        </p:nvSpPr>
        <p:spPr>
          <a:xfrm>
            <a:off x="6428225" y="1434475"/>
            <a:ext cx="1923600" cy="4545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000" b="1">
                <a:solidFill>
                  <a:schemeClr val="accent2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000">
                <a:latin typeface="Hammersmith One"/>
                <a:ea typeface="Hammersmith One"/>
                <a:cs typeface="Hammersmith One"/>
                <a:sym typeface="Hammersmith On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000">
                <a:latin typeface="Hammersmith One"/>
                <a:ea typeface="Hammersmith One"/>
                <a:cs typeface="Hammersmith One"/>
                <a:sym typeface="Hammersmith On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000">
                <a:latin typeface="Hammersmith One"/>
                <a:ea typeface="Hammersmith One"/>
                <a:cs typeface="Hammersmith One"/>
                <a:sym typeface="Hammersmith On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000">
                <a:latin typeface="Hammersmith One"/>
                <a:ea typeface="Hammersmith One"/>
                <a:cs typeface="Hammersmith One"/>
                <a:sym typeface="Hammersmith On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000">
                <a:latin typeface="Hammersmith One"/>
                <a:ea typeface="Hammersmith One"/>
                <a:cs typeface="Hammersmith One"/>
                <a:sym typeface="Hammersmith On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000">
                <a:latin typeface="Hammersmith One"/>
                <a:ea typeface="Hammersmith One"/>
                <a:cs typeface="Hammersmith One"/>
                <a:sym typeface="Hammersmith On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000">
                <a:latin typeface="Hammersmith One"/>
                <a:ea typeface="Hammersmith One"/>
                <a:cs typeface="Hammersmith One"/>
                <a:sym typeface="Hammersmith On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000">
                <a:latin typeface="Hammersmith One"/>
                <a:ea typeface="Hammersmith One"/>
                <a:cs typeface="Hammersmith One"/>
                <a:sym typeface="Hammersmith One"/>
              </a:defRPr>
            </a:lvl9pPr>
          </a:lstStyle>
          <a:p>
            <a:endParaRPr/>
          </a:p>
        </p:txBody>
      </p:sp>
      <p:sp>
        <p:nvSpPr>
          <p:cNvPr id="429" name="Google Shape;429;p54">
            <a:hlinkClick r:id="" action="ppaction://noaction"/>
          </p:cNvPr>
          <p:cNvSpPr txBox="1">
            <a:spLocks noGrp="1"/>
          </p:cNvSpPr>
          <p:nvPr>
            <p:ph type="subTitle" idx="18"/>
          </p:nvPr>
        </p:nvSpPr>
        <p:spPr>
          <a:xfrm>
            <a:off x="6428225" y="2992287"/>
            <a:ext cx="1923600" cy="4545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000" b="1">
                <a:solidFill>
                  <a:schemeClr val="accent2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000">
                <a:latin typeface="Hammersmith One"/>
                <a:ea typeface="Hammersmith One"/>
                <a:cs typeface="Hammersmith One"/>
                <a:sym typeface="Hammersmith On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000">
                <a:latin typeface="Hammersmith One"/>
                <a:ea typeface="Hammersmith One"/>
                <a:cs typeface="Hammersmith One"/>
                <a:sym typeface="Hammersmith On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000">
                <a:latin typeface="Hammersmith One"/>
                <a:ea typeface="Hammersmith One"/>
                <a:cs typeface="Hammersmith One"/>
                <a:sym typeface="Hammersmith On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000">
                <a:latin typeface="Hammersmith One"/>
                <a:ea typeface="Hammersmith One"/>
                <a:cs typeface="Hammersmith One"/>
                <a:sym typeface="Hammersmith On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000">
                <a:latin typeface="Hammersmith One"/>
                <a:ea typeface="Hammersmith One"/>
                <a:cs typeface="Hammersmith One"/>
                <a:sym typeface="Hammersmith On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000">
                <a:latin typeface="Hammersmith One"/>
                <a:ea typeface="Hammersmith One"/>
                <a:cs typeface="Hammersmith One"/>
                <a:sym typeface="Hammersmith On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000">
                <a:latin typeface="Hammersmith One"/>
                <a:ea typeface="Hammersmith One"/>
                <a:cs typeface="Hammersmith One"/>
                <a:sym typeface="Hammersmith On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000">
                <a:latin typeface="Hammersmith One"/>
                <a:ea typeface="Hammersmith One"/>
                <a:cs typeface="Hammersmith One"/>
                <a:sym typeface="Hammersmith One"/>
              </a:defRPr>
            </a:lvl9pPr>
          </a:lstStyle>
          <a:p>
            <a:endParaRPr/>
          </a:p>
        </p:txBody>
      </p:sp>
      <p:sp>
        <p:nvSpPr>
          <p:cNvPr id="430" name="Google Shape;430;p54"/>
          <p:cNvSpPr txBox="1">
            <a:spLocks noGrp="1"/>
          </p:cNvSpPr>
          <p:nvPr>
            <p:ph type="subTitle" idx="19"/>
          </p:nvPr>
        </p:nvSpPr>
        <p:spPr>
          <a:xfrm>
            <a:off x="6428225" y="1825209"/>
            <a:ext cx="1923600" cy="10293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None/>
              <a:defRPr sz="1600">
                <a:solidFill>
                  <a:srgbClr val="000000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1" name="Google Shape;431;p54">
            <a:hlinkClick r:id="" action="ppaction://noaction"/>
          </p:cNvPr>
          <p:cNvSpPr txBox="1">
            <a:spLocks noGrp="1"/>
          </p:cNvSpPr>
          <p:nvPr>
            <p:ph type="title" idx="20" hasCustomPrompt="1"/>
          </p:nvPr>
        </p:nvSpPr>
        <p:spPr>
          <a:xfrm>
            <a:off x="5837225" y="1434475"/>
            <a:ext cx="596400" cy="4113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>
                <a:solidFill>
                  <a:schemeClr val="accent5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r>
              <a:t>xx%</a:t>
            </a:r>
          </a:p>
        </p:txBody>
      </p:sp>
      <p:sp>
        <p:nvSpPr>
          <p:cNvPr id="432" name="Google Shape;432;p54">
            <a:hlinkClick r:id="" action="ppaction://noaction"/>
          </p:cNvPr>
          <p:cNvSpPr txBox="1">
            <a:spLocks noGrp="1"/>
          </p:cNvSpPr>
          <p:nvPr>
            <p:ph type="title" idx="21" hasCustomPrompt="1"/>
          </p:nvPr>
        </p:nvSpPr>
        <p:spPr>
          <a:xfrm>
            <a:off x="5837225" y="2992276"/>
            <a:ext cx="596400" cy="4113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>
                <a:solidFill>
                  <a:schemeClr val="accent5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r>
              <a:t>xx%</a:t>
            </a:r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 1">
  <p:cSld name="CUSTOM_38">
    <p:spTree>
      <p:nvGrpSpPr>
        <p:cNvPr id="1" name="Shape 4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Google Shape;434;p55"/>
          <p:cNvSpPr/>
          <p:nvPr/>
        </p:nvSpPr>
        <p:spPr>
          <a:xfrm rot="-3798042">
            <a:off x="6317727" y="1597507"/>
            <a:ext cx="6147380" cy="3782036"/>
          </a:xfrm>
          <a:custGeom>
            <a:avLst/>
            <a:gdLst/>
            <a:ahLst/>
            <a:cxnLst/>
            <a:rect l="l" t="t" r="r" b="b"/>
            <a:pathLst>
              <a:path w="59643" h="36694" extrusionOk="0">
                <a:moveTo>
                  <a:pt x="6271" y="15779"/>
                </a:moveTo>
                <a:cubicBezTo>
                  <a:pt x="9374" y="14178"/>
                  <a:pt x="17513" y="18347"/>
                  <a:pt x="23150" y="11676"/>
                </a:cubicBezTo>
                <a:cubicBezTo>
                  <a:pt x="28787" y="5004"/>
                  <a:pt x="30455" y="1"/>
                  <a:pt x="37327" y="2302"/>
                </a:cubicBezTo>
                <a:cubicBezTo>
                  <a:pt x="44198" y="4571"/>
                  <a:pt x="43064" y="13410"/>
                  <a:pt x="47601" y="15779"/>
                </a:cubicBezTo>
                <a:cubicBezTo>
                  <a:pt x="52104" y="18147"/>
                  <a:pt x="59643" y="31690"/>
                  <a:pt x="43364" y="34192"/>
                </a:cubicBezTo>
                <a:cubicBezTo>
                  <a:pt x="27120" y="36694"/>
                  <a:pt x="10441" y="33158"/>
                  <a:pt x="5204" y="27520"/>
                </a:cubicBezTo>
                <a:cubicBezTo>
                  <a:pt x="0" y="21883"/>
                  <a:pt x="3136" y="17380"/>
                  <a:pt x="6271" y="15779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35" name="Google Shape;435;p55"/>
          <p:cNvGrpSpPr/>
          <p:nvPr/>
        </p:nvGrpSpPr>
        <p:grpSpPr>
          <a:xfrm rot="10800000" flipH="1">
            <a:off x="5207341" y="-686580"/>
            <a:ext cx="1696762" cy="1688828"/>
            <a:chOff x="2414491" y="671177"/>
            <a:chExt cx="1830972" cy="1822411"/>
          </a:xfrm>
        </p:grpSpPr>
        <p:sp>
          <p:nvSpPr>
            <p:cNvPr id="436" name="Google Shape;436;p55"/>
            <p:cNvSpPr/>
            <p:nvPr/>
          </p:nvSpPr>
          <p:spPr>
            <a:xfrm>
              <a:off x="2414491" y="671177"/>
              <a:ext cx="1830972" cy="1822391"/>
            </a:xfrm>
            <a:custGeom>
              <a:avLst/>
              <a:gdLst/>
              <a:ahLst/>
              <a:cxnLst/>
              <a:rect l="l" t="t" r="r" b="b"/>
              <a:pathLst>
                <a:path w="45663" h="45449" extrusionOk="0">
                  <a:moveTo>
                    <a:pt x="10947" y="4979"/>
                  </a:moveTo>
                  <a:lnTo>
                    <a:pt x="15605" y="7656"/>
                  </a:lnTo>
                  <a:lnTo>
                    <a:pt x="15605" y="13062"/>
                  </a:lnTo>
                  <a:lnTo>
                    <a:pt x="10947" y="15766"/>
                  </a:lnTo>
                  <a:lnTo>
                    <a:pt x="6263" y="13062"/>
                  </a:lnTo>
                  <a:lnTo>
                    <a:pt x="6263" y="7656"/>
                  </a:lnTo>
                  <a:lnTo>
                    <a:pt x="10947" y="4979"/>
                  </a:lnTo>
                  <a:close/>
                  <a:moveTo>
                    <a:pt x="20449" y="4979"/>
                  </a:moveTo>
                  <a:lnTo>
                    <a:pt x="25133" y="7656"/>
                  </a:lnTo>
                  <a:lnTo>
                    <a:pt x="25133" y="13062"/>
                  </a:lnTo>
                  <a:lnTo>
                    <a:pt x="20449" y="15766"/>
                  </a:lnTo>
                  <a:lnTo>
                    <a:pt x="15792" y="13062"/>
                  </a:lnTo>
                  <a:lnTo>
                    <a:pt x="15792" y="7656"/>
                  </a:lnTo>
                  <a:lnTo>
                    <a:pt x="20449" y="4979"/>
                  </a:lnTo>
                  <a:close/>
                  <a:moveTo>
                    <a:pt x="29978" y="4979"/>
                  </a:moveTo>
                  <a:lnTo>
                    <a:pt x="34635" y="7656"/>
                  </a:lnTo>
                  <a:lnTo>
                    <a:pt x="34635" y="13062"/>
                  </a:lnTo>
                  <a:lnTo>
                    <a:pt x="29978" y="15766"/>
                  </a:lnTo>
                  <a:lnTo>
                    <a:pt x="25294" y="13062"/>
                  </a:lnTo>
                  <a:lnTo>
                    <a:pt x="25294" y="7656"/>
                  </a:lnTo>
                  <a:lnTo>
                    <a:pt x="29978" y="4979"/>
                  </a:lnTo>
                  <a:close/>
                  <a:moveTo>
                    <a:pt x="6183" y="13196"/>
                  </a:moveTo>
                  <a:lnTo>
                    <a:pt x="10867" y="15899"/>
                  </a:lnTo>
                  <a:lnTo>
                    <a:pt x="10867" y="21306"/>
                  </a:lnTo>
                  <a:lnTo>
                    <a:pt x="6183" y="23983"/>
                  </a:lnTo>
                  <a:lnTo>
                    <a:pt x="1526" y="21306"/>
                  </a:lnTo>
                  <a:lnTo>
                    <a:pt x="1526" y="15899"/>
                  </a:lnTo>
                  <a:lnTo>
                    <a:pt x="6183" y="13196"/>
                  </a:lnTo>
                  <a:close/>
                  <a:moveTo>
                    <a:pt x="15712" y="13196"/>
                  </a:moveTo>
                  <a:lnTo>
                    <a:pt x="20369" y="15899"/>
                  </a:lnTo>
                  <a:lnTo>
                    <a:pt x="20369" y="21306"/>
                  </a:lnTo>
                  <a:lnTo>
                    <a:pt x="15712" y="23983"/>
                  </a:lnTo>
                  <a:lnTo>
                    <a:pt x="11028" y="21306"/>
                  </a:lnTo>
                  <a:lnTo>
                    <a:pt x="11028" y="15899"/>
                  </a:lnTo>
                  <a:lnTo>
                    <a:pt x="15712" y="13196"/>
                  </a:lnTo>
                  <a:close/>
                  <a:moveTo>
                    <a:pt x="25213" y="13196"/>
                  </a:moveTo>
                  <a:lnTo>
                    <a:pt x="29871" y="15899"/>
                  </a:lnTo>
                  <a:lnTo>
                    <a:pt x="29871" y="21306"/>
                  </a:lnTo>
                  <a:lnTo>
                    <a:pt x="25213" y="23983"/>
                  </a:lnTo>
                  <a:lnTo>
                    <a:pt x="20529" y="21306"/>
                  </a:lnTo>
                  <a:lnTo>
                    <a:pt x="20529" y="15899"/>
                  </a:lnTo>
                  <a:lnTo>
                    <a:pt x="25213" y="13196"/>
                  </a:lnTo>
                  <a:close/>
                  <a:moveTo>
                    <a:pt x="34715" y="13196"/>
                  </a:moveTo>
                  <a:lnTo>
                    <a:pt x="39399" y="15899"/>
                  </a:lnTo>
                  <a:lnTo>
                    <a:pt x="39399" y="21306"/>
                  </a:lnTo>
                  <a:lnTo>
                    <a:pt x="34715" y="23983"/>
                  </a:lnTo>
                  <a:lnTo>
                    <a:pt x="30058" y="21306"/>
                  </a:lnTo>
                  <a:lnTo>
                    <a:pt x="30058" y="15899"/>
                  </a:lnTo>
                  <a:lnTo>
                    <a:pt x="34715" y="13196"/>
                  </a:lnTo>
                  <a:close/>
                  <a:moveTo>
                    <a:pt x="10947" y="21440"/>
                  </a:moveTo>
                  <a:lnTo>
                    <a:pt x="15605" y="24143"/>
                  </a:lnTo>
                  <a:lnTo>
                    <a:pt x="15605" y="29523"/>
                  </a:lnTo>
                  <a:lnTo>
                    <a:pt x="10947" y="32226"/>
                  </a:lnTo>
                  <a:lnTo>
                    <a:pt x="6263" y="29523"/>
                  </a:lnTo>
                  <a:lnTo>
                    <a:pt x="6263" y="24143"/>
                  </a:lnTo>
                  <a:lnTo>
                    <a:pt x="10947" y="21440"/>
                  </a:lnTo>
                  <a:close/>
                  <a:moveTo>
                    <a:pt x="20449" y="21440"/>
                  </a:moveTo>
                  <a:lnTo>
                    <a:pt x="25133" y="24143"/>
                  </a:lnTo>
                  <a:lnTo>
                    <a:pt x="25133" y="29523"/>
                  </a:lnTo>
                  <a:lnTo>
                    <a:pt x="20449" y="32226"/>
                  </a:lnTo>
                  <a:lnTo>
                    <a:pt x="15792" y="29523"/>
                  </a:lnTo>
                  <a:lnTo>
                    <a:pt x="15792" y="24143"/>
                  </a:lnTo>
                  <a:lnTo>
                    <a:pt x="20449" y="21440"/>
                  </a:lnTo>
                  <a:close/>
                  <a:moveTo>
                    <a:pt x="29978" y="21440"/>
                  </a:moveTo>
                  <a:lnTo>
                    <a:pt x="34635" y="24143"/>
                  </a:lnTo>
                  <a:lnTo>
                    <a:pt x="34635" y="29523"/>
                  </a:lnTo>
                  <a:lnTo>
                    <a:pt x="29978" y="32226"/>
                  </a:lnTo>
                  <a:lnTo>
                    <a:pt x="25294" y="29523"/>
                  </a:lnTo>
                  <a:lnTo>
                    <a:pt x="25294" y="24143"/>
                  </a:lnTo>
                  <a:lnTo>
                    <a:pt x="29978" y="21440"/>
                  </a:lnTo>
                  <a:close/>
                  <a:moveTo>
                    <a:pt x="39480" y="21440"/>
                  </a:moveTo>
                  <a:lnTo>
                    <a:pt x="44137" y="24143"/>
                  </a:lnTo>
                  <a:lnTo>
                    <a:pt x="44137" y="29523"/>
                  </a:lnTo>
                  <a:lnTo>
                    <a:pt x="39480" y="32226"/>
                  </a:lnTo>
                  <a:lnTo>
                    <a:pt x="34796" y="29523"/>
                  </a:lnTo>
                  <a:lnTo>
                    <a:pt x="34796" y="24143"/>
                  </a:lnTo>
                  <a:lnTo>
                    <a:pt x="39480" y="21440"/>
                  </a:lnTo>
                  <a:close/>
                  <a:moveTo>
                    <a:pt x="15712" y="29684"/>
                  </a:moveTo>
                  <a:lnTo>
                    <a:pt x="20369" y="32387"/>
                  </a:lnTo>
                  <a:lnTo>
                    <a:pt x="20369" y="37767"/>
                  </a:lnTo>
                  <a:lnTo>
                    <a:pt x="15712" y="40470"/>
                  </a:lnTo>
                  <a:lnTo>
                    <a:pt x="11028" y="37767"/>
                  </a:lnTo>
                  <a:lnTo>
                    <a:pt x="11028" y="32387"/>
                  </a:lnTo>
                  <a:lnTo>
                    <a:pt x="15712" y="29684"/>
                  </a:lnTo>
                  <a:close/>
                  <a:moveTo>
                    <a:pt x="25213" y="29684"/>
                  </a:moveTo>
                  <a:lnTo>
                    <a:pt x="29871" y="32387"/>
                  </a:lnTo>
                  <a:lnTo>
                    <a:pt x="29871" y="37767"/>
                  </a:lnTo>
                  <a:lnTo>
                    <a:pt x="25213" y="40470"/>
                  </a:lnTo>
                  <a:lnTo>
                    <a:pt x="20529" y="37767"/>
                  </a:lnTo>
                  <a:lnTo>
                    <a:pt x="20529" y="32387"/>
                  </a:lnTo>
                  <a:lnTo>
                    <a:pt x="25213" y="29684"/>
                  </a:lnTo>
                  <a:close/>
                  <a:moveTo>
                    <a:pt x="34715" y="29684"/>
                  </a:moveTo>
                  <a:lnTo>
                    <a:pt x="39399" y="32387"/>
                  </a:lnTo>
                  <a:lnTo>
                    <a:pt x="39399" y="37767"/>
                  </a:lnTo>
                  <a:lnTo>
                    <a:pt x="34715" y="40470"/>
                  </a:lnTo>
                  <a:lnTo>
                    <a:pt x="30058" y="37767"/>
                  </a:lnTo>
                  <a:lnTo>
                    <a:pt x="30058" y="32387"/>
                  </a:lnTo>
                  <a:lnTo>
                    <a:pt x="34715" y="29684"/>
                  </a:lnTo>
                  <a:close/>
                  <a:moveTo>
                    <a:pt x="20369" y="1"/>
                  </a:moveTo>
                  <a:lnTo>
                    <a:pt x="20369" y="4818"/>
                  </a:lnTo>
                  <a:lnTo>
                    <a:pt x="15712" y="7522"/>
                  </a:lnTo>
                  <a:lnTo>
                    <a:pt x="11028" y="4818"/>
                  </a:lnTo>
                  <a:lnTo>
                    <a:pt x="11028" y="3159"/>
                  </a:lnTo>
                  <a:cubicBezTo>
                    <a:pt x="10974" y="3186"/>
                    <a:pt x="10921" y="3239"/>
                    <a:pt x="10867" y="3266"/>
                  </a:cubicBezTo>
                  <a:lnTo>
                    <a:pt x="10867" y="4818"/>
                  </a:lnTo>
                  <a:lnTo>
                    <a:pt x="6183" y="7522"/>
                  </a:lnTo>
                  <a:lnTo>
                    <a:pt x="5915" y="7361"/>
                  </a:lnTo>
                  <a:cubicBezTo>
                    <a:pt x="5889" y="7415"/>
                    <a:pt x="5835" y="7442"/>
                    <a:pt x="5808" y="7495"/>
                  </a:cubicBezTo>
                  <a:lnTo>
                    <a:pt x="6103" y="7656"/>
                  </a:lnTo>
                  <a:lnTo>
                    <a:pt x="6103" y="13062"/>
                  </a:lnTo>
                  <a:lnTo>
                    <a:pt x="1419" y="15766"/>
                  </a:lnTo>
                  <a:lnTo>
                    <a:pt x="1124" y="15578"/>
                  </a:lnTo>
                  <a:cubicBezTo>
                    <a:pt x="1124" y="15632"/>
                    <a:pt x="1098" y="15685"/>
                    <a:pt x="1071" y="15739"/>
                  </a:cubicBezTo>
                  <a:lnTo>
                    <a:pt x="1338" y="15899"/>
                  </a:lnTo>
                  <a:lnTo>
                    <a:pt x="1338" y="21306"/>
                  </a:lnTo>
                  <a:lnTo>
                    <a:pt x="0" y="22082"/>
                  </a:lnTo>
                  <a:cubicBezTo>
                    <a:pt x="0" y="22136"/>
                    <a:pt x="0" y="22216"/>
                    <a:pt x="0" y="22270"/>
                  </a:cubicBezTo>
                  <a:lnTo>
                    <a:pt x="1419" y="21440"/>
                  </a:lnTo>
                  <a:lnTo>
                    <a:pt x="6103" y="24143"/>
                  </a:lnTo>
                  <a:lnTo>
                    <a:pt x="6103" y="29523"/>
                  </a:lnTo>
                  <a:lnTo>
                    <a:pt x="1927" y="31932"/>
                  </a:lnTo>
                  <a:cubicBezTo>
                    <a:pt x="1954" y="31986"/>
                    <a:pt x="1981" y="32039"/>
                    <a:pt x="2008" y="32093"/>
                  </a:cubicBezTo>
                  <a:lnTo>
                    <a:pt x="6183" y="29684"/>
                  </a:lnTo>
                  <a:lnTo>
                    <a:pt x="10867" y="32387"/>
                  </a:lnTo>
                  <a:lnTo>
                    <a:pt x="10867" y="37767"/>
                  </a:lnTo>
                  <a:lnTo>
                    <a:pt x="7548" y="39694"/>
                  </a:lnTo>
                  <a:cubicBezTo>
                    <a:pt x="7575" y="39721"/>
                    <a:pt x="7628" y="39774"/>
                    <a:pt x="7682" y="39801"/>
                  </a:cubicBezTo>
                  <a:lnTo>
                    <a:pt x="10947" y="37928"/>
                  </a:lnTo>
                  <a:lnTo>
                    <a:pt x="15605" y="40631"/>
                  </a:lnTo>
                  <a:lnTo>
                    <a:pt x="15605" y="44405"/>
                  </a:lnTo>
                  <a:cubicBezTo>
                    <a:pt x="15658" y="44405"/>
                    <a:pt x="15738" y="44432"/>
                    <a:pt x="15792" y="44458"/>
                  </a:cubicBezTo>
                  <a:lnTo>
                    <a:pt x="15792" y="40631"/>
                  </a:lnTo>
                  <a:lnTo>
                    <a:pt x="20449" y="37928"/>
                  </a:lnTo>
                  <a:lnTo>
                    <a:pt x="25133" y="40631"/>
                  </a:lnTo>
                  <a:lnTo>
                    <a:pt x="25133" y="45449"/>
                  </a:lnTo>
                  <a:cubicBezTo>
                    <a:pt x="25187" y="45449"/>
                    <a:pt x="25240" y="45449"/>
                    <a:pt x="25294" y="45422"/>
                  </a:cubicBezTo>
                  <a:lnTo>
                    <a:pt x="25294" y="40631"/>
                  </a:lnTo>
                  <a:lnTo>
                    <a:pt x="29978" y="37928"/>
                  </a:lnTo>
                  <a:lnTo>
                    <a:pt x="34635" y="40631"/>
                  </a:lnTo>
                  <a:lnTo>
                    <a:pt x="34635" y="42290"/>
                  </a:lnTo>
                  <a:cubicBezTo>
                    <a:pt x="34688" y="42237"/>
                    <a:pt x="34742" y="42210"/>
                    <a:pt x="34796" y="42183"/>
                  </a:cubicBezTo>
                  <a:lnTo>
                    <a:pt x="34796" y="40631"/>
                  </a:lnTo>
                  <a:lnTo>
                    <a:pt x="39480" y="37928"/>
                  </a:lnTo>
                  <a:lnTo>
                    <a:pt x="39747" y="38088"/>
                  </a:lnTo>
                  <a:cubicBezTo>
                    <a:pt x="39774" y="38035"/>
                    <a:pt x="39827" y="37981"/>
                    <a:pt x="39854" y="37954"/>
                  </a:cubicBezTo>
                  <a:lnTo>
                    <a:pt x="39560" y="37767"/>
                  </a:lnTo>
                  <a:lnTo>
                    <a:pt x="39560" y="32387"/>
                  </a:lnTo>
                  <a:lnTo>
                    <a:pt x="44244" y="29684"/>
                  </a:lnTo>
                  <a:lnTo>
                    <a:pt x="44538" y="29871"/>
                  </a:lnTo>
                  <a:cubicBezTo>
                    <a:pt x="44565" y="29791"/>
                    <a:pt x="44565" y="29737"/>
                    <a:pt x="44592" y="29684"/>
                  </a:cubicBezTo>
                  <a:lnTo>
                    <a:pt x="44324" y="29523"/>
                  </a:lnTo>
                  <a:lnTo>
                    <a:pt x="44324" y="24143"/>
                  </a:lnTo>
                  <a:lnTo>
                    <a:pt x="45662" y="23367"/>
                  </a:lnTo>
                  <a:cubicBezTo>
                    <a:pt x="45662" y="23314"/>
                    <a:pt x="45662" y="23233"/>
                    <a:pt x="45662" y="23153"/>
                  </a:cubicBezTo>
                  <a:lnTo>
                    <a:pt x="44244" y="23983"/>
                  </a:lnTo>
                  <a:lnTo>
                    <a:pt x="39560" y="21306"/>
                  </a:lnTo>
                  <a:lnTo>
                    <a:pt x="39560" y="15899"/>
                  </a:lnTo>
                  <a:lnTo>
                    <a:pt x="43735" y="13491"/>
                  </a:lnTo>
                  <a:cubicBezTo>
                    <a:pt x="43709" y="13437"/>
                    <a:pt x="43682" y="13383"/>
                    <a:pt x="43655" y="13330"/>
                  </a:cubicBezTo>
                  <a:lnTo>
                    <a:pt x="39480" y="15766"/>
                  </a:lnTo>
                  <a:lnTo>
                    <a:pt x="34796" y="13062"/>
                  </a:lnTo>
                  <a:lnTo>
                    <a:pt x="34796" y="7656"/>
                  </a:lnTo>
                  <a:lnTo>
                    <a:pt x="38114" y="5755"/>
                  </a:lnTo>
                  <a:cubicBezTo>
                    <a:pt x="38088" y="5702"/>
                    <a:pt x="38034" y="5675"/>
                    <a:pt x="37981" y="5621"/>
                  </a:cubicBezTo>
                  <a:lnTo>
                    <a:pt x="34715" y="7522"/>
                  </a:lnTo>
                  <a:lnTo>
                    <a:pt x="30058" y="4818"/>
                  </a:lnTo>
                  <a:lnTo>
                    <a:pt x="30058" y="1045"/>
                  </a:lnTo>
                  <a:cubicBezTo>
                    <a:pt x="30004" y="1018"/>
                    <a:pt x="29951" y="1018"/>
                    <a:pt x="29871" y="991"/>
                  </a:cubicBezTo>
                  <a:lnTo>
                    <a:pt x="29871" y="4818"/>
                  </a:lnTo>
                  <a:lnTo>
                    <a:pt x="25213" y="7522"/>
                  </a:lnTo>
                  <a:lnTo>
                    <a:pt x="20529" y="4818"/>
                  </a:lnTo>
                  <a:lnTo>
                    <a:pt x="2052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" name="Google Shape;437;p55"/>
            <p:cNvSpPr/>
            <p:nvPr/>
          </p:nvSpPr>
          <p:spPr>
            <a:xfrm>
              <a:off x="2796545" y="833253"/>
              <a:ext cx="9704" cy="7538"/>
            </a:xfrm>
            <a:custGeom>
              <a:avLst/>
              <a:gdLst/>
              <a:ahLst/>
              <a:cxnLst/>
              <a:rect l="l" t="t" r="r" b="b"/>
              <a:pathLst>
                <a:path w="242" h="188" extrusionOk="0">
                  <a:moveTo>
                    <a:pt x="161" y="0"/>
                  </a:moveTo>
                  <a:cubicBezTo>
                    <a:pt x="108" y="27"/>
                    <a:pt x="54" y="81"/>
                    <a:pt x="1" y="107"/>
                  </a:cubicBezTo>
                  <a:lnTo>
                    <a:pt x="161" y="188"/>
                  </a:lnTo>
                  <a:lnTo>
                    <a:pt x="242" y="54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" name="Google Shape;438;p55"/>
            <p:cNvSpPr/>
            <p:nvPr/>
          </p:nvSpPr>
          <p:spPr>
            <a:xfrm>
              <a:off x="2899597" y="677633"/>
              <a:ext cx="287659" cy="242590"/>
            </a:xfrm>
            <a:custGeom>
              <a:avLst/>
              <a:gdLst/>
              <a:ahLst/>
              <a:cxnLst/>
              <a:rect l="l" t="t" r="r" b="b"/>
              <a:pathLst>
                <a:path w="7174" h="6050" extrusionOk="0">
                  <a:moveTo>
                    <a:pt x="7173" y="0"/>
                  </a:moveTo>
                  <a:lnTo>
                    <a:pt x="7173" y="0"/>
                  </a:lnTo>
                  <a:cubicBezTo>
                    <a:pt x="7013" y="27"/>
                    <a:pt x="6852" y="54"/>
                    <a:pt x="6692" y="81"/>
                  </a:cubicBezTo>
                  <a:lnTo>
                    <a:pt x="3667" y="1794"/>
                  </a:lnTo>
                  <a:lnTo>
                    <a:pt x="3667" y="830"/>
                  </a:lnTo>
                  <a:cubicBezTo>
                    <a:pt x="3614" y="857"/>
                    <a:pt x="3560" y="857"/>
                    <a:pt x="3507" y="884"/>
                  </a:cubicBezTo>
                  <a:lnTo>
                    <a:pt x="3507" y="1794"/>
                  </a:lnTo>
                  <a:lnTo>
                    <a:pt x="2516" y="1231"/>
                  </a:lnTo>
                  <a:cubicBezTo>
                    <a:pt x="2463" y="1258"/>
                    <a:pt x="2382" y="1285"/>
                    <a:pt x="2329" y="1312"/>
                  </a:cubicBezTo>
                  <a:lnTo>
                    <a:pt x="3426" y="1954"/>
                  </a:lnTo>
                  <a:lnTo>
                    <a:pt x="0" y="3935"/>
                  </a:lnTo>
                  <a:lnTo>
                    <a:pt x="81" y="4069"/>
                  </a:lnTo>
                  <a:lnTo>
                    <a:pt x="3507" y="2115"/>
                  </a:lnTo>
                  <a:lnTo>
                    <a:pt x="3507" y="6049"/>
                  </a:lnTo>
                  <a:lnTo>
                    <a:pt x="3667" y="6049"/>
                  </a:lnTo>
                  <a:lnTo>
                    <a:pt x="3667" y="2115"/>
                  </a:lnTo>
                  <a:lnTo>
                    <a:pt x="7093" y="4069"/>
                  </a:lnTo>
                  <a:lnTo>
                    <a:pt x="7173" y="3935"/>
                  </a:lnTo>
                  <a:lnTo>
                    <a:pt x="3774" y="1954"/>
                  </a:lnTo>
                  <a:lnTo>
                    <a:pt x="717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" name="Google Shape;439;p55"/>
            <p:cNvSpPr/>
            <p:nvPr/>
          </p:nvSpPr>
          <p:spPr>
            <a:xfrm>
              <a:off x="3280608" y="671177"/>
              <a:ext cx="288742" cy="249046"/>
            </a:xfrm>
            <a:custGeom>
              <a:avLst/>
              <a:gdLst/>
              <a:ahLst/>
              <a:cxnLst/>
              <a:rect l="l" t="t" r="r" b="b"/>
              <a:pathLst>
                <a:path w="7201" h="6211" extrusionOk="0">
                  <a:moveTo>
                    <a:pt x="107" y="1"/>
                  </a:moveTo>
                  <a:lnTo>
                    <a:pt x="0" y="134"/>
                  </a:lnTo>
                  <a:lnTo>
                    <a:pt x="3426" y="2115"/>
                  </a:lnTo>
                  <a:lnTo>
                    <a:pt x="0" y="4096"/>
                  </a:lnTo>
                  <a:lnTo>
                    <a:pt x="107" y="4230"/>
                  </a:lnTo>
                  <a:lnTo>
                    <a:pt x="3506" y="2276"/>
                  </a:lnTo>
                  <a:lnTo>
                    <a:pt x="3506" y="6210"/>
                  </a:lnTo>
                  <a:lnTo>
                    <a:pt x="3694" y="6210"/>
                  </a:lnTo>
                  <a:lnTo>
                    <a:pt x="3694" y="2276"/>
                  </a:lnTo>
                  <a:lnTo>
                    <a:pt x="7093" y="4230"/>
                  </a:lnTo>
                  <a:lnTo>
                    <a:pt x="7200" y="4096"/>
                  </a:lnTo>
                  <a:lnTo>
                    <a:pt x="3774" y="2115"/>
                  </a:lnTo>
                  <a:lnTo>
                    <a:pt x="6558" y="509"/>
                  </a:lnTo>
                  <a:cubicBezTo>
                    <a:pt x="6477" y="482"/>
                    <a:pt x="6397" y="456"/>
                    <a:pt x="6317" y="456"/>
                  </a:cubicBezTo>
                  <a:lnTo>
                    <a:pt x="3694" y="1955"/>
                  </a:lnTo>
                  <a:lnTo>
                    <a:pt x="3694" y="1"/>
                  </a:lnTo>
                  <a:lnTo>
                    <a:pt x="3506" y="1"/>
                  </a:lnTo>
                  <a:lnTo>
                    <a:pt x="3506" y="1955"/>
                  </a:lnTo>
                  <a:lnTo>
                    <a:pt x="10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" name="Google Shape;440;p55"/>
            <p:cNvSpPr/>
            <p:nvPr/>
          </p:nvSpPr>
          <p:spPr>
            <a:xfrm>
              <a:off x="3662662" y="776354"/>
              <a:ext cx="109506" cy="64437"/>
            </a:xfrm>
            <a:custGeom>
              <a:avLst/>
              <a:gdLst/>
              <a:ahLst/>
              <a:cxnLst/>
              <a:rect l="l" t="t" r="r" b="b"/>
              <a:pathLst>
                <a:path w="2731" h="1607" extrusionOk="0">
                  <a:moveTo>
                    <a:pt x="2543" y="1"/>
                  </a:moveTo>
                  <a:lnTo>
                    <a:pt x="1" y="1473"/>
                  </a:lnTo>
                  <a:lnTo>
                    <a:pt x="81" y="1607"/>
                  </a:lnTo>
                  <a:lnTo>
                    <a:pt x="2731" y="81"/>
                  </a:lnTo>
                  <a:cubicBezTo>
                    <a:pt x="2677" y="54"/>
                    <a:pt x="2597" y="27"/>
                    <a:pt x="254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" name="Google Shape;441;p55"/>
            <p:cNvSpPr/>
            <p:nvPr/>
          </p:nvSpPr>
          <p:spPr>
            <a:xfrm>
              <a:off x="3803246" y="797847"/>
              <a:ext cx="6496" cy="122378"/>
            </a:xfrm>
            <a:custGeom>
              <a:avLst/>
              <a:gdLst/>
              <a:ahLst/>
              <a:cxnLst/>
              <a:rect l="l" t="t" r="r" b="b"/>
              <a:pathLst>
                <a:path w="162" h="3052" extrusionOk="0">
                  <a:moveTo>
                    <a:pt x="1" y="0"/>
                  </a:moveTo>
                  <a:lnTo>
                    <a:pt x="1" y="3051"/>
                  </a:lnTo>
                  <a:lnTo>
                    <a:pt x="162" y="3051"/>
                  </a:lnTo>
                  <a:lnTo>
                    <a:pt x="162" y="107"/>
                  </a:lnTo>
                  <a:cubicBezTo>
                    <a:pt x="108" y="54"/>
                    <a:pt x="54" y="27"/>
                    <a:pt x="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" name="Google Shape;442;p55"/>
            <p:cNvSpPr/>
            <p:nvPr/>
          </p:nvSpPr>
          <p:spPr>
            <a:xfrm>
              <a:off x="2475641" y="1246463"/>
              <a:ext cx="2205" cy="4331"/>
            </a:xfrm>
            <a:custGeom>
              <a:avLst/>
              <a:gdLst/>
              <a:ahLst/>
              <a:cxnLst/>
              <a:rect l="l" t="t" r="r" b="b"/>
              <a:pathLst>
                <a:path w="55" h="108" extrusionOk="0">
                  <a:moveTo>
                    <a:pt x="54" y="0"/>
                  </a:moveTo>
                  <a:cubicBezTo>
                    <a:pt x="28" y="27"/>
                    <a:pt x="28" y="54"/>
                    <a:pt x="1" y="107"/>
                  </a:cubicBezTo>
                  <a:lnTo>
                    <a:pt x="54" y="107"/>
                  </a:lnTo>
                  <a:lnTo>
                    <a:pt x="5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3" name="Google Shape;443;p55"/>
            <p:cNvSpPr/>
            <p:nvPr/>
          </p:nvSpPr>
          <p:spPr>
            <a:xfrm>
              <a:off x="2616265" y="1006036"/>
              <a:ext cx="2165" cy="2205"/>
            </a:xfrm>
            <a:custGeom>
              <a:avLst/>
              <a:gdLst/>
              <a:ahLst/>
              <a:cxnLst/>
              <a:rect l="l" t="t" r="r" b="b"/>
              <a:pathLst>
                <a:path w="54" h="55" extrusionOk="0">
                  <a:moveTo>
                    <a:pt x="54" y="1"/>
                  </a:moveTo>
                  <a:cubicBezTo>
                    <a:pt x="27" y="27"/>
                    <a:pt x="27" y="27"/>
                    <a:pt x="0" y="54"/>
                  </a:cubicBezTo>
                  <a:lnTo>
                    <a:pt x="54" y="27"/>
                  </a:lnTo>
                  <a:lnTo>
                    <a:pt x="5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4" name="Google Shape;444;p55"/>
            <p:cNvSpPr/>
            <p:nvPr/>
          </p:nvSpPr>
          <p:spPr>
            <a:xfrm>
              <a:off x="2535748" y="1119794"/>
              <a:ext cx="82681" cy="51565"/>
            </a:xfrm>
            <a:custGeom>
              <a:avLst/>
              <a:gdLst/>
              <a:ahLst/>
              <a:cxnLst/>
              <a:rect l="l" t="t" r="r" b="b"/>
              <a:pathLst>
                <a:path w="2062" h="1286" extrusionOk="0">
                  <a:moveTo>
                    <a:pt x="81" y="1"/>
                  </a:moveTo>
                  <a:cubicBezTo>
                    <a:pt x="54" y="54"/>
                    <a:pt x="27" y="108"/>
                    <a:pt x="1" y="135"/>
                  </a:cubicBezTo>
                  <a:lnTo>
                    <a:pt x="1981" y="1285"/>
                  </a:lnTo>
                  <a:lnTo>
                    <a:pt x="2062" y="1125"/>
                  </a:ln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5" name="Google Shape;445;p55"/>
            <p:cNvSpPr/>
            <p:nvPr/>
          </p:nvSpPr>
          <p:spPr>
            <a:xfrm>
              <a:off x="2711778" y="921268"/>
              <a:ext cx="287659" cy="329521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217"/>
                  </a:lnTo>
                  <a:lnTo>
                    <a:pt x="3667" y="8217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6" name="Google Shape;446;p55"/>
            <p:cNvSpPr/>
            <p:nvPr/>
          </p:nvSpPr>
          <p:spPr>
            <a:xfrm>
              <a:off x="3092789" y="921268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80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0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41"/>
                  </a:lnTo>
                  <a:lnTo>
                    <a:pt x="7093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7" name="Google Shape;447;p55"/>
            <p:cNvSpPr/>
            <p:nvPr/>
          </p:nvSpPr>
          <p:spPr>
            <a:xfrm>
              <a:off x="3474843" y="92126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480" y="3961"/>
                  </a:lnTo>
                  <a:lnTo>
                    <a:pt x="81" y="1981"/>
                  </a:lnTo>
                  <a:lnTo>
                    <a:pt x="1" y="2141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36"/>
                  </a:lnTo>
                  <a:lnTo>
                    <a:pt x="3480" y="4256"/>
                  </a:lnTo>
                  <a:lnTo>
                    <a:pt x="3480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8" name="Google Shape;448;p55"/>
            <p:cNvSpPr/>
            <p:nvPr/>
          </p:nvSpPr>
          <p:spPr>
            <a:xfrm>
              <a:off x="3855854" y="953467"/>
              <a:ext cx="287659" cy="296240"/>
            </a:xfrm>
            <a:custGeom>
              <a:avLst/>
              <a:gdLst/>
              <a:ahLst/>
              <a:cxnLst/>
              <a:rect l="l" t="t" r="r" b="b"/>
              <a:pathLst>
                <a:path w="7174" h="7388" extrusionOk="0">
                  <a:moveTo>
                    <a:pt x="3507" y="0"/>
                  </a:moveTo>
                  <a:lnTo>
                    <a:pt x="3507" y="3158"/>
                  </a:lnTo>
                  <a:lnTo>
                    <a:pt x="81" y="1178"/>
                  </a:lnTo>
                  <a:lnTo>
                    <a:pt x="0" y="1312"/>
                  </a:lnTo>
                  <a:lnTo>
                    <a:pt x="3426" y="3292"/>
                  </a:lnTo>
                  <a:lnTo>
                    <a:pt x="0" y="5273"/>
                  </a:lnTo>
                  <a:lnTo>
                    <a:pt x="81" y="5433"/>
                  </a:lnTo>
                  <a:lnTo>
                    <a:pt x="3507" y="3453"/>
                  </a:lnTo>
                  <a:lnTo>
                    <a:pt x="3507" y="7387"/>
                  </a:lnTo>
                  <a:lnTo>
                    <a:pt x="3667" y="7387"/>
                  </a:lnTo>
                  <a:lnTo>
                    <a:pt x="3667" y="3453"/>
                  </a:lnTo>
                  <a:lnTo>
                    <a:pt x="7093" y="5407"/>
                  </a:lnTo>
                  <a:lnTo>
                    <a:pt x="7174" y="5273"/>
                  </a:lnTo>
                  <a:lnTo>
                    <a:pt x="3748" y="3292"/>
                  </a:lnTo>
                  <a:lnTo>
                    <a:pt x="5434" y="2329"/>
                  </a:lnTo>
                  <a:cubicBezTo>
                    <a:pt x="5380" y="2302"/>
                    <a:pt x="5354" y="2248"/>
                    <a:pt x="5327" y="2195"/>
                  </a:cubicBezTo>
                  <a:lnTo>
                    <a:pt x="3667" y="3158"/>
                  </a:lnTo>
                  <a:lnTo>
                    <a:pt x="3667" y="187"/>
                  </a:lnTo>
                  <a:cubicBezTo>
                    <a:pt x="3614" y="134"/>
                    <a:pt x="3560" y="80"/>
                    <a:pt x="350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9" name="Google Shape;449;p55"/>
            <p:cNvSpPr/>
            <p:nvPr/>
          </p:nvSpPr>
          <p:spPr>
            <a:xfrm>
              <a:off x="2417699" y="1498640"/>
              <a:ext cx="7538" cy="9704"/>
            </a:xfrm>
            <a:custGeom>
              <a:avLst/>
              <a:gdLst/>
              <a:ahLst/>
              <a:cxnLst/>
              <a:rect l="l" t="t" r="r" b="b"/>
              <a:pathLst>
                <a:path w="188" h="242" extrusionOk="0">
                  <a:moveTo>
                    <a:pt x="1" y="1"/>
                  </a:moveTo>
                  <a:cubicBezTo>
                    <a:pt x="1" y="54"/>
                    <a:pt x="1" y="135"/>
                    <a:pt x="1" y="188"/>
                  </a:cubicBezTo>
                  <a:lnTo>
                    <a:pt x="108" y="242"/>
                  </a:lnTo>
                  <a:lnTo>
                    <a:pt x="188" y="108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0" name="Google Shape;450;p55"/>
            <p:cNvSpPr/>
            <p:nvPr/>
          </p:nvSpPr>
          <p:spPr>
            <a:xfrm>
              <a:off x="2518586" y="1259335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1" name="Google Shape;451;p55"/>
            <p:cNvSpPr/>
            <p:nvPr/>
          </p:nvSpPr>
          <p:spPr>
            <a:xfrm>
              <a:off x="2899597" y="1259335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3" y="6049"/>
                  </a:lnTo>
                  <a:lnTo>
                    <a:pt x="3774" y="4095"/>
                  </a:lnTo>
                  <a:lnTo>
                    <a:pt x="7173" y="2115"/>
                  </a:lnTo>
                  <a:lnTo>
                    <a:pt x="7093" y="1954"/>
                  </a:lnTo>
                  <a:lnTo>
                    <a:pt x="3667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2" name="Google Shape;452;p55"/>
            <p:cNvSpPr/>
            <p:nvPr/>
          </p:nvSpPr>
          <p:spPr>
            <a:xfrm>
              <a:off x="3280608" y="1259335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35"/>
                  </a:lnTo>
                  <a:lnTo>
                    <a:pt x="107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107" y="6210"/>
                  </a:lnTo>
                  <a:lnTo>
                    <a:pt x="3506" y="4229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29"/>
                  </a:lnTo>
                  <a:lnTo>
                    <a:pt x="7093" y="6210"/>
                  </a:lnTo>
                  <a:lnTo>
                    <a:pt x="7200" y="6049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54"/>
                  </a:lnTo>
                  <a:lnTo>
                    <a:pt x="3694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3" name="Google Shape;453;p55"/>
            <p:cNvSpPr/>
            <p:nvPr/>
          </p:nvSpPr>
          <p:spPr>
            <a:xfrm>
              <a:off x="3662662" y="1258252"/>
              <a:ext cx="287659" cy="329521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122"/>
                  </a:lnTo>
                  <a:lnTo>
                    <a:pt x="1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8" y="8218"/>
                  </a:lnTo>
                  <a:lnTo>
                    <a:pt x="3668" y="4256"/>
                  </a:lnTo>
                  <a:lnTo>
                    <a:pt x="7094" y="6237"/>
                  </a:lnTo>
                  <a:lnTo>
                    <a:pt x="7174" y="6076"/>
                  </a:lnTo>
                  <a:lnTo>
                    <a:pt x="3748" y="4122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4" name="Google Shape;454;p55"/>
            <p:cNvSpPr/>
            <p:nvPr/>
          </p:nvSpPr>
          <p:spPr>
            <a:xfrm>
              <a:off x="4043673" y="1258252"/>
              <a:ext cx="193230" cy="329521"/>
            </a:xfrm>
            <a:custGeom>
              <a:avLst/>
              <a:gdLst/>
              <a:ahLst/>
              <a:cxnLst/>
              <a:rect l="l" t="t" r="r" b="b"/>
              <a:pathLst>
                <a:path w="4819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7" y="8218"/>
                  </a:lnTo>
                  <a:lnTo>
                    <a:pt x="3667" y="4256"/>
                  </a:lnTo>
                  <a:lnTo>
                    <a:pt x="4818" y="4925"/>
                  </a:lnTo>
                  <a:cubicBezTo>
                    <a:pt x="4818" y="4845"/>
                    <a:pt x="4818" y="4765"/>
                    <a:pt x="4792" y="4711"/>
                  </a:cubicBezTo>
                  <a:lnTo>
                    <a:pt x="3774" y="4096"/>
                  </a:lnTo>
                  <a:lnTo>
                    <a:pt x="4604" y="3614"/>
                  </a:lnTo>
                  <a:cubicBezTo>
                    <a:pt x="4604" y="3560"/>
                    <a:pt x="4577" y="3507"/>
                    <a:pt x="4577" y="3453"/>
                  </a:cubicBezTo>
                  <a:lnTo>
                    <a:pt x="3667" y="3962"/>
                  </a:lnTo>
                  <a:lnTo>
                    <a:pt x="3667" y="295"/>
                  </a:lnTo>
                  <a:cubicBezTo>
                    <a:pt x="3641" y="188"/>
                    <a:pt x="3614" y="108"/>
                    <a:pt x="358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5" name="Google Shape;455;p55"/>
            <p:cNvSpPr/>
            <p:nvPr/>
          </p:nvSpPr>
          <p:spPr>
            <a:xfrm>
              <a:off x="2423072" y="1578074"/>
              <a:ext cx="195355" cy="328439"/>
            </a:xfrm>
            <a:custGeom>
              <a:avLst/>
              <a:gdLst/>
              <a:ahLst/>
              <a:cxnLst/>
              <a:rect l="l" t="t" r="r" b="b"/>
              <a:pathLst>
                <a:path w="4872" h="8191" extrusionOk="0">
                  <a:moveTo>
                    <a:pt x="1205" y="1"/>
                  </a:moveTo>
                  <a:lnTo>
                    <a:pt x="1205" y="3935"/>
                  </a:lnTo>
                  <a:lnTo>
                    <a:pt x="0" y="3266"/>
                  </a:lnTo>
                  <a:lnTo>
                    <a:pt x="0" y="3266"/>
                  </a:lnTo>
                  <a:cubicBezTo>
                    <a:pt x="0" y="3320"/>
                    <a:pt x="27" y="3400"/>
                    <a:pt x="27" y="3480"/>
                  </a:cubicBezTo>
                  <a:lnTo>
                    <a:pt x="1098" y="4096"/>
                  </a:lnTo>
                  <a:lnTo>
                    <a:pt x="214" y="4604"/>
                  </a:lnTo>
                  <a:cubicBezTo>
                    <a:pt x="241" y="4658"/>
                    <a:pt x="241" y="4738"/>
                    <a:pt x="268" y="4792"/>
                  </a:cubicBezTo>
                  <a:lnTo>
                    <a:pt x="1205" y="4256"/>
                  </a:lnTo>
                  <a:lnTo>
                    <a:pt x="1205" y="8030"/>
                  </a:lnTo>
                  <a:cubicBezTo>
                    <a:pt x="1205" y="8084"/>
                    <a:pt x="1232" y="8137"/>
                    <a:pt x="1258" y="8191"/>
                  </a:cubicBezTo>
                  <a:lnTo>
                    <a:pt x="1365" y="8191"/>
                  </a:lnTo>
                  <a:lnTo>
                    <a:pt x="1365" y="4256"/>
                  </a:lnTo>
                  <a:lnTo>
                    <a:pt x="4791" y="6210"/>
                  </a:lnTo>
                  <a:lnTo>
                    <a:pt x="4872" y="6076"/>
                  </a:lnTo>
                  <a:lnTo>
                    <a:pt x="1446" y="4096"/>
                  </a:lnTo>
                  <a:lnTo>
                    <a:pt x="4872" y="2115"/>
                  </a:lnTo>
                  <a:lnTo>
                    <a:pt x="4791" y="1981"/>
                  </a:lnTo>
                  <a:lnTo>
                    <a:pt x="1365" y="3935"/>
                  </a:lnTo>
                  <a:lnTo>
                    <a:pt x="136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6" name="Google Shape;456;p55"/>
            <p:cNvSpPr/>
            <p:nvPr/>
          </p:nvSpPr>
          <p:spPr>
            <a:xfrm>
              <a:off x="2711778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56"/>
                  </a:lnTo>
                  <a:lnTo>
                    <a:pt x="7093" y="6210"/>
                  </a:lnTo>
                  <a:lnTo>
                    <a:pt x="7173" y="6076"/>
                  </a:lnTo>
                  <a:lnTo>
                    <a:pt x="3774" y="4096"/>
                  </a:lnTo>
                  <a:lnTo>
                    <a:pt x="7173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7" name="Google Shape;457;p55"/>
            <p:cNvSpPr/>
            <p:nvPr/>
          </p:nvSpPr>
          <p:spPr>
            <a:xfrm>
              <a:off x="3092789" y="1578074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1"/>
                  </a:moveTo>
                  <a:lnTo>
                    <a:pt x="3506" y="3935"/>
                  </a:lnTo>
                  <a:lnTo>
                    <a:pt x="80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0" y="6210"/>
                  </a:lnTo>
                  <a:lnTo>
                    <a:pt x="3506" y="4230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30"/>
                  </a:lnTo>
                  <a:lnTo>
                    <a:pt x="7093" y="6210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15"/>
                  </a:lnTo>
                  <a:lnTo>
                    <a:pt x="7093" y="1981"/>
                  </a:lnTo>
                  <a:lnTo>
                    <a:pt x="3694" y="3935"/>
                  </a:lnTo>
                  <a:lnTo>
                    <a:pt x="369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8" name="Google Shape;458;p55"/>
            <p:cNvSpPr/>
            <p:nvPr/>
          </p:nvSpPr>
          <p:spPr>
            <a:xfrm>
              <a:off x="3474843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1" y="2115"/>
                  </a:lnTo>
                  <a:lnTo>
                    <a:pt x="3400" y="4096"/>
                  </a:lnTo>
                  <a:lnTo>
                    <a:pt x="1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480" y="8191"/>
                  </a:lnTo>
                  <a:lnTo>
                    <a:pt x="3668" y="8191"/>
                  </a:lnTo>
                  <a:lnTo>
                    <a:pt x="3668" y="4230"/>
                  </a:lnTo>
                  <a:lnTo>
                    <a:pt x="7094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4" y="1955"/>
                  </a:lnTo>
                  <a:lnTo>
                    <a:pt x="3668" y="3935"/>
                  </a:lnTo>
                  <a:lnTo>
                    <a:pt x="366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9" name="Google Shape;459;p55"/>
            <p:cNvSpPr/>
            <p:nvPr/>
          </p:nvSpPr>
          <p:spPr>
            <a:xfrm>
              <a:off x="3855854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30"/>
                  </a:lnTo>
                  <a:lnTo>
                    <a:pt x="7093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3" y="1955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0" name="Google Shape;460;p55"/>
            <p:cNvSpPr/>
            <p:nvPr/>
          </p:nvSpPr>
          <p:spPr>
            <a:xfrm>
              <a:off x="2518586" y="1919388"/>
              <a:ext cx="287659" cy="293033"/>
            </a:xfrm>
            <a:custGeom>
              <a:avLst/>
              <a:gdLst/>
              <a:ahLst/>
              <a:cxnLst/>
              <a:rect l="l" t="t" r="r" b="b"/>
              <a:pathLst>
                <a:path w="7174" h="730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1767" y="5059"/>
                  </a:lnTo>
                  <a:cubicBezTo>
                    <a:pt x="1821" y="5086"/>
                    <a:pt x="1847" y="5139"/>
                    <a:pt x="1874" y="5193"/>
                  </a:cubicBezTo>
                  <a:lnTo>
                    <a:pt x="3507" y="4256"/>
                  </a:lnTo>
                  <a:lnTo>
                    <a:pt x="3507" y="7120"/>
                  </a:lnTo>
                  <a:cubicBezTo>
                    <a:pt x="3560" y="7200"/>
                    <a:pt x="3614" y="7254"/>
                    <a:pt x="3667" y="7307"/>
                  </a:cubicBezTo>
                  <a:lnTo>
                    <a:pt x="3667" y="4256"/>
                  </a:lnTo>
                  <a:lnTo>
                    <a:pt x="7093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1" name="Google Shape;461;p55"/>
            <p:cNvSpPr/>
            <p:nvPr/>
          </p:nvSpPr>
          <p:spPr>
            <a:xfrm>
              <a:off x="2899597" y="191938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7" y="8190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2" name="Google Shape;462;p55"/>
            <p:cNvSpPr/>
            <p:nvPr/>
          </p:nvSpPr>
          <p:spPr>
            <a:xfrm>
              <a:off x="3280608" y="1919388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107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107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3" name="Google Shape;463;p55"/>
            <p:cNvSpPr/>
            <p:nvPr/>
          </p:nvSpPr>
          <p:spPr>
            <a:xfrm>
              <a:off x="3662662" y="191938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1" y="2115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4" name="Google Shape;464;p55"/>
            <p:cNvSpPr/>
            <p:nvPr/>
          </p:nvSpPr>
          <p:spPr>
            <a:xfrm>
              <a:off x="4043673" y="1998782"/>
              <a:ext cx="78391" cy="49400"/>
            </a:xfrm>
            <a:custGeom>
              <a:avLst/>
              <a:gdLst/>
              <a:ahLst/>
              <a:cxnLst/>
              <a:rect l="l" t="t" r="r" b="b"/>
              <a:pathLst>
                <a:path w="1955" h="1232" extrusionOk="0">
                  <a:moveTo>
                    <a:pt x="81" y="1"/>
                  </a:moveTo>
                  <a:lnTo>
                    <a:pt x="0" y="135"/>
                  </a:lnTo>
                  <a:lnTo>
                    <a:pt x="1874" y="1232"/>
                  </a:lnTo>
                  <a:cubicBezTo>
                    <a:pt x="1901" y="1178"/>
                    <a:pt x="1928" y="1125"/>
                    <a:pt x="1954" y="1071"/>
                  </a:cubicBez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" name="Google Shape;465;p55"/>
            <p:cNvSpPr/>
            <p:nvPr/>
          </p:nvSpPr>
          <p:spPr>
            <a:xfrm>
              <a:off x="2884560" y="2317561"/>
              <a:ext cx="114879" cy="68727"/>
            </a:xfrm>
            <a:custGeom>
              <a:avLst/>
              <a:gdLst/>
              <a:ahLst/>
              <a:cxnLst/>
              <a:rect l="l" t="t" r="r" b="b"/>
              <a:pathLst>
                <a:path w="2865" h="1714" extrusionOk="0">
                  <a:moveTo>
                    <a:pt x="2784" y="0"/>
                  </a:moveTo>
                  <a:lnTo>
                    <a:pt x="1" y="1606"/>
                  </a:lnTo>
                  <a:cubicBezTo>
                    <a:pt x="54" y="1660"/>
                    <a:pt x="108" y="1686"/>
                    <a:pt x="161" y="1713"/>
                  </a:cubicBezTo>
                  <a:lnTo>
                    <a:pt x="2864" y="161"/>
                  </a:lnTo>
                  <a:lnTo>
                    <a:pt x="278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" name="Google Shape;466;p55"/>
            <p:cNvSpPr/>
            <p:nvPr/>
          </p:nvSpPr>
          <p:spPr>
            <a:xfrm>
              <a:off x="2852362" y="2238127"/>
              <a:ext cx="6496" cy="129916"/>
            </a:xfrm>
            <a:custGeom>
              <a:avLst/>
              <a:gdLst/>
              <a:ahLst/>
              <a:cxnLst/>
              <a:rect l="l" t="t" r="r" b="b"/>
              <a:pathLst>
                <a:path w="162" h="3240" extrusionOk="0">
                  <a:moveTo>
                    <a:pt x="1" y="0"/>
                  </a:moveTo>
                  <a:lnTo>
                    <a:pt x="1" y="3132"/>
                  </a:lnTo>
                  <a:cubicBezTo>
                    <a:pt x="54" y="3159"/>
                    <a:pt x="108" y="3212"/>
                    <a:pt x="161" y="3239"/>
                  </a:cubicBez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7" name="Google Shape;467;p55"/>
            <p:cNvSpPr/>
            <p:nvPr/>
          </p:nvSpPr>
          <p:spPr>
            <a:xfrm>
              <a:off x="3092789" y="2238127"/>
              <a:ext cx="288742" cy="255461"/>
            </a:xfrm>
            <a:custGeom>
              <a:avLst/>
              <a:gdLst/>
              <a:ahLst/>
              <a:cxnLst/>
              <a:rect l="l" t="t" r="r" b="b"/>
              <a:pathLst>
                <a:path w="7201" h="6371" extrusionOk="0">
                  <a:moveTo>
                    <a:pt x="3506" y="0"/>
                  </a:moveTo>
                  <a:lnTo>
                    <a:pt x="3506" y="3962"/>
                  </a:lnTo>
                  <a:lnTo>
                    <a:pt x="80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455" y="5835"/>
                  </a:lnTo>
                  <a:cubicBezTo>
                    <a:pt x="535" y="5835"/>
                    <a:pt x="616" y="5862"/>
                    <a:pt x="696" y="5889"/>
                  </a:cubicBezTo>
                  <a:lnTo>
                    <a:pt x="3506" y="4256"/>
                  </a:lnTo>
                  <a:lnTo>
                    <a:pt x="3506" y="6371"/>
                  </a:lnTo>
                  <a:lnTo>
                    <a:pt x="3694" y="6371"/>
                  </a:lnTo>
                  <a:lnTo>
                    <a:pt x="3694" y="4256"/>
                  </a:lnTo>
                  <a:lnTo>
                    <a:pt x="7093" y="6237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42"/>
                  </a:lnTo>
                  <a:lnTo>
                    <a:pt x="7093" y="1981"/>
                  </a:lnTo>
                  <a:lnTo>
                    <a:pt x="3694" y="3962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8" name="Google Shape;468;p55"/>
            <p:cNvSpPr/>
            <p:nvPr/>
          </p:nvSpPr>
          <p:spPr>
            <a:xfrm>
              <a:off x="3474843" y="2238127"/>
              <a:ext cx="287659" cy="247963"/>
            </a:xfrm>
            <a:custGeom>
              <a:avLst/>
              <a:gdLst/>
              <a:ahLst/>
              <a:cxnLst/>
              <a:rect l="l" t="t" r="r" b="b"/>
              <a:pathLst>
                <a:path w="7174" h="6184" extrusionOk="0">
                  <a:moveTo>
                    <a:pt x="3507" y="0"/>
                  </a:moveTo>
                  <a:lnTo>
                    <a:pt x="3480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096"/>
                  </a:lnTo>
                  <a:lnTo>
                    <a:pt x="1" y="6076"/>
                  </a:lnTo>
                  <a:lnTo>
                    <a:pt x="54" y="6183"/>
                  </a:lnTo>
                  <a:lnTo>
                    <a:pt x="161" y="6183"/>
                  </a:lnTo>
                  <a:lnTo>
                    <a:pt x="3480" y="4256"/>
                  </a:lnTo>
                  <a:lnTo>
                    <a:pt x="3480" y="5354"/>
                  </a:lnTo>
                  <a:cubicBezTo>
                    <a:pt x="3560" y="5327"/>
                    <a:pt x="3614" y="5327"/>
                    <a:pt x="3668" y="5300"/>
                  </a:cubicBezTo>
                  <a:lnTo>
                    <a:pt x="3668" y="4256"/>
                  </a:lnTo>
                  <a:lnTo>
                    <a:pt x="4765" y="4899"/>
                  </a:lnTo>
                  <a:cubicBezTo>
                    <a:pt x="4845" y="4872"/>
                    <a:pt x="4899" y="4845"/>
                    <a:pt x="4979" y="4818"/>
                  </a:cubicBezTo>
                  <a:lnTo>
                    <a:pt x="3748" y="4096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9" name="Google Shape;469;p55"/>
            <p:cNvSpPr/>
            <p:nvPr/>
          </p:nvSpPr>
          <p:spPr>
            <a:xfrm>
              <a:off x="3855854" y="2317561"/>
              <a:ext cx="12911" cy="9704"/>
            </a:xfrm>
            <a:custGeom>
              <a:avLst/>
              <a:gdLst/>
              <a:ahLst/>
              <a:cxnLst/>
              <a:rect l="l" t="t" r="r" b="b"/>
              <a:pathLst>
                <a:path w="322" h="242" extrusionOk="0">
                  <a:moveTo>
                    <a:pt x="81" y="0"/>
                  </a:moveTo>
                  <a:lnTo>
                    <a:pt x="0" y="134"/>
                  </a:lnTo>
                  <a:lnTo>
                    <a:pt x="161" y="241"/>
                  </a:lnTo>
                  <a:cubicBezTo>
                    <a:pt x="215" y="214"/>
                    <a:pt x="268" y="161"/>
                    <a:pt x="322" y="134"/>
                  </a:cubicBezTo>
                  <a:lnTo>
                    <a:pt x="8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70" name="Google Shape;470;p55"/>
          <p:cNvSpPr/>
          <p:nvPr/>
        </p:nvSpPr>
        <p:spPr>
          <a:xfrm rot="5400000">
            <a:off x="-2258800" y="3179758"/>
            <a:ext cx="4913539" cy="3022943"/>
          </a:xfrm>
          <a:custGeom>
            <a:avLst/>
            <a:gdLst/>
            <a:ahLst/>
            <a:cxnLst/>
            <a:rect l="l" t="t" r="r" b="b"/>
            <a:pathLst>
              <a:path w="59643" h="36694" extrusionOk="0">
                <a:moveTo>
                  <a:pt x="6271" y="15779"/>
                </a:moveTo>
                <a:cubicBezTo>
                  <a:pt x="9374" y="14178"/>
                  <a:pt x="17513" y="18347"/>
                  <a:pt x="23150" y="11676"/>
                </a:cubicBezTo>
                <a:cubicBezTo>
                  <a:pt x="28787" y="5004"/>
                  <a:pt x="30455" y="1"/>
                  <a:pt x="37327" y="2302"/>
                </a:cubicBezTo>
                <a:cubicBezTo>
                  <a:pt x="44198" y="4571"/>
                  <a:pt x="43064" y="13410"/>
                  <a:pt x="47601" y="15779"/>
                </a:cubicBezTo>
                <a:cubicBezTo>
                  <a:pt x="52104" y="18147"/>
                  <a:pt x="59643" y="31690"/>
                  <a:pt x="43364" y="34192"/>
                </a:cubicBezTo>
                <a:cubicBezTo>
                  <a:pt x="27120" y="36694"/>
                  <a:pt x="10441" y="33158"/>
                  <a:pt x="5204" y="27520"/>
                </a:cubicBezTo>
                <a:cubicBezTo>
                  <a:pt x="0" y="21883"/>
                  <a:pt x="3136" y="17380"/>
                  <a:pt x="6271" y="15779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1" name="Google Shape;471;p55"/>
          <p:cNvSpPr/>
          <p:nvPr/>
        </p:nvSpPr>
        <p:spPr>
          <a:xfrm rot="-2266405" flipH="1">
            <a:off x="7096023" y="2189513"/>
            <a:ext cx="1938828" cy="3305595"/>
          </a:xfrm>
          <a:custGeom>
            <a:avLst/>
            <a:gdLst/>
            <a:ahLst/>
            <a:cxnLst/>
            <a:rect l="l" t="t" r="r" b="b"/>
            <a:pathLst>
              <a:path w="19210" h="32752" extrusionOk="0">
                <a:moveTo>
                  <a:pt x="14053" y="490"/>
                </a:moveTo>
                <a:lnTo>
                  <a:pt x="14053" y="490"/>
                </a:lnTo>
                <a:cubicBezTo>
                  <a:pt x="14026" y="597"/>
                  <a:pt x="13999" y="758"/>
                  <a:pt x="13972" y="918"/>
                </a:cubicBezTo>
                <a:cubicBezTo>
                  <a:pt x="13972" y="865"/>
                  <a:pt x="13972" y="838"/>
                  <a:pt x="13946" y="838"/>
                </a:cubicBezTo>
                <a:cubicBezTo>
                  <a:pt x="13972" y="731"/>
                  <a:pt x="14026" y="597"/>
                  <a:pt x="14053" y="490"/>
                </a:cubicBezTo>
                <a:close/>
                <a:moveTo>
                  <a:pt x="13651" y="1560"/>
                </a:moveTo>
                <a:lnTo>
                  <a:pt x="13651" y="1560"/>
                </a:lnTo>
                <a:cubicBezTo>
                  <a:pt x="13276" y="3862"/>
                  <a:pt x="12045" y="5923"/>
                  <a:pt x="11189" y="8038"/>
                </a:cubicBezTo>
                <a:cubicBezTo>
                  <a:pt x="10522" y="9665"/>
                  <a:pt x="10466" y="11531"/>
                  <a:pt x="10493" y="13318"/>
                </a:cubicBezTo>
                <a:lnTo>
                  <a:pt x="10493" y="13318"/>
                </a:lnTo>
                <a:cubicBezTo>
                  <a:pt x="10490" y="13217"/>
                  <a:pt x="10464" y="13118"/>
                  <a:pt x="10439" y="13043"/>
                </a:cubicBezTo>
                <a:cubicBezTo>
                  <a:pt x="10091" y="10634"/>
                  <a:pt x="9904" y="8412"/>
                  <a:pt x="11001" y="6191"/>
                </a:cubicBezTo>
                <a:cubicBezTo>
                  <a:pt x="11724" y="4772"/>
                  <a:pt x="12714" y="3541"/>
                  <a:pt x="13410" y="2123"/>
                </a:cubicBezTo>
                <a:cubicBezTo>
                  <a:pt x="13491" y="1935"/>
                  <a:pt x="13571" y="1748"/>
                  <a:pt x="13651" y="1560"/>
                </a:cubicBezTo>
                <a:close/>
                <a:moveTo>
                  <a:pt x="13972" y="945"/>
                </a:moveTo>
                <a:lnTo>
                  <a:pt x="13972" y="945"/>
                </a:lnTo>
                <a:cubicBezTo>
                  <a:pt x="13972" y="1079"/>
                  <a:pt x="13946" y="1212"/>
                  <a:pt x="13946" y="1346"/>
                </a:cubicBezTo>
                <a:cubicBezTo>
                  <a:pt x="13946" y="2524"/>
                  <a:pt x="13758" y="3702"/>
                  <a:pt x="13517" y="4853"/>
                </a:cubicBezTo>
                <a:cubicBezTo>
                  <a:pt x="12821" y="7877"/>
                  <a:pt x="11376" y="10580"/>
                  <a:pt x="10760" y="13605"/>
                </a:cubicBezTo>
                <a:cubicBezTo>
                  <a:pt x="10787" y="11357"/>
                  <a:pt x="10921" y="9189"/>
                  <a:pt x="11858" y="7074"/>
                </a:cubicBezTo>
                <a:cubicBezTo>
                  <a:pt x="12741" y="5094"/>
                  <a:pt x="13785" y="3140"/>
                  <a:pt x="13972" y="945"/>
                </a:cubicBezTo>
                <a:close/>
                <a:moveTo>
                  <a:pt x="5002" y="14350"/>
                </a:moveTo>
                <a:cubicBezTo>
                  <a:pt x="5585" y="14350"/>
                  <a:pt x="6085" y="14646"/>
                  <a:pt x="6746" y="15104"/>
                </a:cubicBezTo>
                <a:cubicBezTo>
                  <a:pt x="6879" y="15184"/>
                  <a:pt x="7013" y="15264"/>
                  <a:pt x="7147" y="15372"/>
                </a:cubicBezTo>
                <a:cubicBezTo>
                  <a:pt x="6694" y="15252"/>
                  <a:pt x="6232" y="15200"/>
                  <a:pt x="5767" y="15200"/>
                </a:cubicBezTo>
                <a:cubicBezTo>
                  <a:pt x="4364" y="15200"/>
                  <a:pt x="2927" y="15672"/>
                  <a:pt x="1580" y="16174"/>
                </a:cubicBezTo>
                <a:cubicBezTo>
                  <a:pt x="2329" y="15666"/>
                  <a:pt x="3025" y="15077"/>
                  <a:pt x="3855" y="14676"/>
                </a:cubicBezTo>
                <a:cubicBezTo>
                  <a:pt x="4297" y="14450"/>
                  <a:pt x="4663" y="14350"/>
                  <a:pt x="5002" y="14350"/>
                </a:cubicBezTo>
                <a:close/>
                <a:moveTo>
                  <a:pt x="5753" y="15432"/>
                </a:moveTo>
                <a:cubicBezTo>
                  <a:pt x="6514" y="15432"/>
                  <a:pt x="7262" y="15581"/>
                  <a:pt x="7977" y="15960"/>
                </a:cubicBezTo>
                <a:cubicBezTo>
                  <a:pt x="8619" y="16389"/>
                  <a:pt x="9208" y="16870"/>
                  <a:pt x="9743" y="17406"/>
                </a:cubicBezTo>
                <a:cubicBezTo>
                  <a:pt x="8352" y="16737"/>
                  <a:pt x="6906" y="16389"/>
                  <a:pt x="5381" y="16335"/>
                </a:cubicBezTo>
                <a:lnTo>
                  <a:pt x="4765" y="16335"/>
                </a:lnTo>
                <a:cubicBezTo>
                  <a:pt x="3828" y="16335"/>
                  <a:pt x="2918" y="16469"/>
                  <a:pt x="1981" y="16576"/>
                </a:cubicBezTo>
                <a:cubicBezTo>
                  <a:pt x="1633" y="16603"/>
                  <a:pt x="1312" y="16629"/>
                  <a:pt x="964" y="16656"/>
                </a:cubicBezTo>
                <a:cubicBezTo>
                  <a:pt x="2489" y="16094"/>
                  <a:pt x="4149" y="15432"/>
                  <a:pt x="5753" y="15432"/>
                </a:cubicBezTo>
                <a:close/>
                <a:moveTo>
                  <a:pt x="18748" y="11060"/>
                </a:moveTo>
                <a:cubicBezTo>
                  <a:pt x="18737" y="11089"/>
                  <a:pt x="18737" y="11129"/>
                  <a:pt x="18737" y="11169"/>
                </a:cubicBezTo>
                <a:cubicBezTo>
                  <a:pt x="18603" y="11892"/>
                  <a:pt x="18442" y="12588"/>
                  <a:pt x="18282" y="13284"/>
                </a:cubicBezTo>
                <a:cubicBezTo>
                  <a:pt x="17907" y="14729"/>
                  <a:pt x="17291" y="16255"/>
                  <a:pt x="16087" y="17165"/>
                </a:cubicBezTo>
                <a:cubicBezTo>
                  <a:pt x="14963" y="17995"/>
                  <a:pt x="13223" y="18289"/>
                  <a:pt x="12045" y="19119"/>
                </a:cubicBezTo>
                <a:cubicBezTo>
                  <a:pt x="12473" y="18342"/>
                  <a:pt x="12955" y="17700"/>
                  <a:pt x="13785" y="17218"/>
                </a:cubicBezTo>
                <a:cubicBezTo>
                  <a:pt x="14508" y="16790"/>
                  <a:pt x="15257" y="16469"/>
                  <a:pt x="15873" y="15907"/>
                </a:cubicBezTo>
                <a:cubicBezTo>
                  <a:pt x="16542" y="15291"/>
                  <a:pt x="17077" y="14408"/>
                  <a:pt x="17532" y="13659"/>
                </a:cubicBezTo>
                <a:cubicBezTo>
                  <a:pt x="18036" y="12864"/>
                  <a:pt x="18250" y="11859"/>
                  <a:pt x="18748" y="11060"/>
                </a:cubicBezTo>
                <a:close/>
                <a:moveTo>
                  <a:pt x="18549" y="10928"/>
                </a:moveTo>
                <a:lnTo>
                  <a:pt x="18549" y="10928"/>
                </a:lnTo>
                <a:cubicBezTo>
                  <a:pt x="18201" y="11517"/>
                  <a:pt x="18014" y="12213"/>
                  <a:pt x="17693" y="12856"/>
                </a:cubicBezTo>
                <a:cubicBezTo>
                  <a:pt x="17184" y="13899"/>
                  <a:pt x="16488" y="14863"/>
                  <a:pt x="15712" y="15719"/>
                </a:cubicBezTo>
                <a:cubicBezTo>
                  <a:pt x="15016" y="16469"/>
                  <a:pt x="13919" y="16844"/>
                  <a:pt x="13062" y="17379"/>
                </a:cubicBezTo>
                <a:cubicBezTo>
                  <a:pt x="12313" y="17861"/>
                  <a:pt x="11911" y="18798"/>
                  <a:pt x="11510" y="19547"/>
                </a:cubicBezTo>
                <a:cubicBezTo>
                  <a:pt x="11485" y="19571"/>
                  <a:pt x="11461" y="19573"/>
                  <a:pt x="11457" y="19594"/>
                </a:cubicBezTo>
                <a:lnTo>
                  <a:pt x="11457" y="19594"/>
                </a:lnTo>
                <a:cubicBezTo>
                  <a:pt x="11836" y="15557"/>
                  <a:pt x="16249" y="13818"/>
                  <a:pt x="18549" y="10928"/>
                </a:cubicBezTo>
                <a:close/>
                <a:moveTo>
                  <a:pt x="6505" y="16683"/>
                </a:moveTo>
                <a:lnTo>
                  <a:pt x="6505" y="16683"/>
                </a:lnTo>
                <a:cubicBezTo>
                  <a:pt x="7763" y="16844"/>
                  <a:pt x="8994" y="17245"/>
                  <a:pt x="10145" y="17914"/>
                </a:cubicBezTo>
                <a:cubicBezTo>
                  <a:pt x="10573" y="18450"/>
                  <a:pt x="10921" y="19065"/>
                  <a:pt x="11135" y="19788"/>
                </a:cubicBezTo>
                <a:cubicBezTo>
                  <a:pt x="9315" y="19172"/>
                  <a:pt x="8191" y="17432"/>
                  <a:pt x="6505" y="16683"/>
                </a:cubicBezTo>
                <a:close/>
                <a:moveTo>
                  <a:pt x="6772" y="20270"/>
                </a:moveTo>
                <a:cubicBezTo>
                  <a:pt x="7736" y="21581"/>
                  <a:pt x="9342" y="22384"/>
                  <a:pt x="10466" y="23535"/>
                </a:cubicBezTo>
                <a:cubicBezTo>
                  <a:pt x="9074" y="22598"/>
                  <a:pt x="7120" y="22331"/>
                  <a:pt x="6826" y="20350"/>
                </a:cubicBezTo>
                <a:cubicBezTo>
                  <a:pt x="6799" y="20323"/>
                  <a:pt x="6772" y="20296"/>
                  <a:pt x="6746" y="20270"/>
                </a:cubicBezTo>
                <a:close/>
                <a:moveTo>
                  <a:pt x="16221" y="20698"/>
                </a:moveTo>
                <a:cubicBezTo>
                  <a:pt x="15685" y="21635"/>
                  <a:pt x="14267" y="22304"/>
                  <a:pt x="13464" y="22812"/>
                </a:cubicBezTo>
                <a:cubicBezTo>
                  <a:pt x="12955" y="23187"/>
                  <a:pt x="12233" y="23615"/>
                  <a:pt x="11831" y="24177"/>
                </a:cubicBezTo>
                <a:cubicBezTo>
                  <a:pt x="12286" y="22357"/>
                  <a:pt x="14722" y="21768"/>
                  <a:pt x="16221" y="20698"/>
                </a:cubicBezTo>
                <a:close/>
                <a:moveTo>
                  <a:pt x="6692" y="20939"/>
                </a:moveTo>
                <a:cubicBezTo>
                  <a:pt x="7388" y="22893"/>
                  <a:pt x="9957" y="22866"/>
                  <a:pt x="11135" y="24445"/>
                </a:cubicBezTo>
                <a:cubicBezTo>
                  <a:pt x="9395" y="23481"/>
                  <a:pt x="6772" y="23080"/>
                  <a:pt x="6692" y="20939"/>
                </a:cubicBezTo>
                <a:close/>
                <a:moveTo>
                  <a:pt x="16194" y="21126"/>
                </a:moveTo>
                <a:cubicBezTo>
                  <a:pt x="15766" y="22304"/>
                  <a:pt x="14749" y="22919"/>
                  <a:pt x="13571" y="23455"/>
                </a:cubicBezTo>
                <a:cubicBezTo>
                  <a:pt x="12982" y="23722"/>
                  <a:pt x="12393" y="24017"/>
                  <a:pt x="11938" y="24445"/>
                </a:cubicBezTo>
                <a:cubicBezTo>
                  <a:pt x="12447" y="23562"/>
                  <a:pt x="13785" y="22919"/>
                  <a:pt x="14534" y="22411"/>
                </a:cubicBezTo>
                <a:cubicBezTo>
                  <a:pt x="15070" y="22063"/>
                  <a:pt x="15739" y="21661"/>
                  <a:pt x="16194" y="21126"/>
                </a:cubicBezTo>
                <a:close/>
                <a:moveTo>
                  <a:pt x="14048" y="0"/>
                </a:moveTo>
                <a:cubicBezTo>
                  <a:pt x="14002" y="0"/>
                  <a:pt x="13958" y="28"/>
                  <a:pt x="13946" y="88"/>
                </a:cubicBezTo>
                <a:cubicBezTo>
                  <a:pt x="13196" y="2390"/>
                  <a:pt x="11751" y="4183"/>
                  <a:pt x="10680" y="6298"/>
                </a:cubicBezTo>
                <a:cubicBezTo>
                  <a:pt x="9610" y="8466"/>
                  <a:pt x="9877" y="10795"/>
                  <a:pt x="10225" y="13096"/>
                </a:cubicBezTo>
                <a:cubicBezTo>
                  <a:pt x="10305" y="13766"/>
                  <a:pt x="10413" y="14435"/>
                  <a:pt x="10520" y="15104"/>
                </a:cubicBezTo>
                <a:cubicBezTo>
                  <a:pt x="10520" y="15131"/>
                  <a:pt x="10520" y="15157"/>
                  <a:pt x="10520" y="15157"/>
                </a:cubicBezTo>
                <a:cubicBezTo>
                  <a:pt x="10520" y="15184"/>
                  <a:pt x="10520" y="15211"/>
                  <a:pt x="10546" y="15211"/>
                </a:cubicBezTo>
                <a:cubicBezTo>
                  <a:pt x="10734" y="16469"/>
                  <a:pt x="10921" y="17727"/>
                  <a:pt x="11082" y="18985"/>
                </a:cubicBezTo>
                <a:cubicBezTo>
                  <a:pt x="10520" y="17700"/>
                  <a:pt x="9502" y="16737"/>
                  <a:pt x="8352" y="15907"/>
                </a:cubicBezTo>
                <a:cubicBezTo>
                  <a:pt x="8352" y="15880"/>
                  <a:pt x="8352" y="15853"/>
                  <a:pt x="8325" y="15853"/>
                </a:cubicBezTo>
                <a:cubicBezTo>
                  <a:pt x="8298" y="15853"/>
                  <a:pt x="8271" y="15827"/>
                  <a:pt x="8271" y="15827"/>
                </a:cubicBezTo>
                <a:cubicBezTo>
                  <a:pt x="7602" y="15345"/>
                  <a:pt x="6906" y="14890"/>
                  <a:pt x="6237" y="14461"/>
                </a:cubicBezTo>
                <a:cubicBezTo>
                  <a:pt x="5829" y="14193"/>
                  <a:pt x="5417" y="14081"/>
                  <a:pt x="5004" y="14081"/>
                </a:cubicBezTo>
                <a:cubicBezTo>
                  <a:pt x="3280" y="14081"/>
                  <a:pt x="1550" y="16040"/>
                  <a:pt x="81" y="16710"/>
                </a:cubicBezTo>
                <a:cubicBezTo>
                  <a:pt x="27" y="16737"/>
                  <a:pt x="1" y="16790"/>
                  <a:pt x="27" y="16844"/>
                </a:cubicBezTo>
                <a:cubicBezTo>
                  <a:pt x="27" y="16870"/>
                  <a:pt x="54" y="16870"/>
                  <a:pt x="54" y="16870"/>
                </a:cubicBezTo>
                <a:cubicBezTo>
                  <a:pt x="54" y="16870"/>
                  <a:pt x="54" y="16897"/>
                  <a:pt x="81" y="16897"/>
                </a:cubicBezTo>
                <a:cubicBezTo>
                  <a:pt x="81" y="16924"/>
                  <a:pt x="108" y="16924"/>
                  <a:pt x="108" y="16924"/>
                </a:cubicBezTo>
                <a:lnTo>
                  <a:pt x="135" y="16924"/>
                </a:lnTo>
                <a:cubicBezTo>
                  <a:pt x="1580" y="16924"/>
                  <a:pt x="2972" y="16656"/>
                  <a:pt x="4390" y="16576"/>
                </a:cubicBezTo>
                <a:lnTo>
                  <a:pt x="5354" y="16576"/>
                </a:lnTo>
                <a:cubicBezTo>
                  <a:pt x="7736" y="16870"/>
                  <a:pt x="8967" y="19413"/>
                  <a:pt x="11242" y="20082"/>
                </a:cubicBezTo>
                <a:cubicBezTo>
                  <a:pt x="11376" y="21367"/>
                  <a:pt x="11483" y="22679"/>
                  <a:pt x="11483" y="23990"/>
                </a:cubicBezTo>
                <a:cubicBezTo>
                  <a:pt x="11483" y="24124"/>
                  <a:pt x="11483" y="24284"/>
                  <a:pt x="11483" y="24445"/>
                </a:cubicBezTo>
                <a:cubicBezTo>
                  <a:pt x="10413" y="22545"/>
                  <a:pt x="7977" y="21715"/>
                  <a:pt x="6799" y="19895"/>
                </a:cubicBezTo>
                <a:cubicBezTo>
                  <a:pt x="6778" y="19863"/>
                  <a:pt x="6740" y="19848"/>
                  <a:pt x="6701" y="19848"/>
                </a:cubicBezTo>
                <a:cubicBezTo>
                  <a:pt x="6640" y="19848"/>
                  <a:pt x="6574" y="19884"/>
                  <a:pt x="6558" y="19948"/>
                </a:cubicBezTo>
                <a:cubicBezTo>
                  <a:pt x="6237" y="21340"/>
                  <a:pt x="6719" y="22411"/>
                  <a:pt x="7897" y="23241"/>
                </a:cubicBezTo>
                <a:cubicBezTo>
                  <a:pt x="8967" y="23990"/>
                  <a:pt x="10386" y="24177"/>
                  <a:pt x="11456" y="24954"/>
                </a:cubicBezTo>
                <a:cubicBezTo>
                  <a:pt x="11349" y="27523"/>
                  <a:pt x="10734" y="30093"/>
                  <a:pt x="10145" y="32609"/>
                </a:cubicBezTo>
                <a:cubicBezTo>
                  <a:pt x="10112" y="32690"/>
                  <a:pt x="10188" y="32751"/>
                  <a:pt x="10265" y="32751"/>
                </a:cubicBezTo>
                <a:cubicBezTo>
                  <a:pt x="10315" y="32751"/>
                  <a:pt x="10365" y="32725"/>
                  <a:pt x="10386" y="32662"/>
                </a:cubicBezTo>
                <a:cubicBezTo>
                  <a:pt x="10760" y="31003"/>
                  <a:pt x="11108" y="29343"/>
                  <a:pt x="11430" y="27684"/>
                </a:cubicBezTo>
                <a:cubicBezTo>
                  <a:pt x="11563" y="26854"/>
                  <a:pt x="11670" y="26024"/>
                  <a:pt x="11697" y="25194"/>
                </a:cubicBezTo>
                <a:cubicBezTo>
                  <a:pt x="12179" y="24017"/>
                  <a:pt x="13839" y="23669"/>
                  <a:pt x="14829" y="23080"/>
                </a:cubicBezTo>
                <a:cubicBezTo>
                  <a:pt x="15899" y="22491"/>
                  <a:pt x="16488" y="21581"/>
                  <a:pt x="16595" y="20377"/>
                </a:cubicBezTo>
                <a:cubicBezTo>
                  <a:pt x="16595" y="20350"/>
                  <a:pt x="16595" y="20350"/>
                  <a:pt x="16595" y="20323"/>
                </a:cubicBezTo>
                <a:cubicBezTo>
                  <a:pt x="16622" y="20270"/>
                  <a:pt x="16569" y="20243"/>
                  <a:pt x="16515" y="20216"/>
                </a:cubicBezTo>
                <a:lnTo>
                  <a:pt x="16462" y="20216"/>
                </a:lnTo>
                <a:cubicBezTo>
                  <a:pt x="16435" y="20216"/>
                  <a:pt x="16435" y="20243"/>
                  <a:pt x="16408" y="20243"/>
                </a:cubicBezTo>
                <a:cubicBezTo>
                  <a:pt x="15043" y="21474"/>
                  <a:pt x="12473" y="21983"/>
                  <a:pt x="11724" y="23722"/>
                </a:cubicBezTo>
                <a:cubicBezTo>
                  <a:pt x="11724" y="22571"/>
                  <a:pt x="11644" y="21447"/>
                  <a:pt x="11510" y="20323"/>
                </a:cubicBezTo>
                <a:cubicBezTo>
                  <a:pt x="11510" y="20189"/>
                  <a:pt x="11483" y="20082"/>
                  <a:pt x="11483" y="19948"/>
                </a:cubicBezTo>
                <a:cubicBezTo>
                  <a:pt x="12072" y="19172"/>
                  <a:pt x="13250" y="18824"/>
                  <a:pt x="14106" y="18450"/>
                </a:cubicBezTo>
                <a:cubicBezTo>
                  <a:pt x="15070" y="18021"/>
                  <a:pt x="16060" y="17593"/>
                  <a:pt x="16809" y="16844"/>
                </a:cubicBezTo>
                <a:cubicBezTo>
                  <a:pt x="18522" y="15157"/>
                  <a:pt x="18790" y="12160"/>
                  <a:pt x="19192" y="9938"/>
                </a:cubicBezTo>
                <a:cubicBezTo>
                  <a:pt x="19210" y="9848"/>
                  <a:pt x="19130" y="9770"/>
                  <a:pt x="19060" y="9770"/>
                </a:cubicBezTo>
                <a:cubicBezTo>
                  <a:pt x="19026" y="9770"/>
                  <a:pt x="18995" y="9788"/>
                  <a:pt x="18978" y="9831"/>
                </a:cubicBezTo>
                <a:cubicBezTo>
                  <a:pt x="18014" y="11758"/>
                  <a:pt x="15846" y="13070"/>
                  <a:pt x="14294" y="14488"/>
                </a:cubicBezTo>
                <a:cubicBezTo>
                  <a:pt x="12982" y="15693"/>
                  <a:pt x="11751" y="17138"/>
                  <a:pt x="11349" y="18851"/>
                </a:cubicBezTo>
                <a:cubicBezTo>
                  <a:pt x="11162" y="17593"/>
                  <a:pt x="10975" y="16335"/>
                  <a:pt x="10760" y="15104"/>
                </a:cubicBezTo>
                <a:cubicBezTo>
                  <a:pt x="11028" y="12534"/>
                  <a:pt x="11911" y="10233"/>
                  <a:pt x="12821" y="7877"/>
                </a:cubicBezTo>
                <a:cubicBezTo>
                  <a:pt x="13758" y="5334"/>
                  <a:pt x="14267" y="2818"/>
                  <a:pt x="14160" y="115"/>
                </a:cubicBezTo>
                <a:cubicBezTo>
                  <a:pt x="14160" y="42"/>
                  <a:pt x="14103" y="0"/>
                  <a:pt x="14048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2" name="Google Shape;472;p55"/>
          <p:cNvSpPr txBox="1">
            <a:spLocks noGrp="1"/>
          </p:cNvSpPr>
          <p:nvPr>
            <p:ph type="subTitle" idx="1"/>
          </p:nvPr>
        </p:nvSpPr>
        <p:spPr>
          <a:xfrm>
            <a:off x="4024200" y="3684975"/>
            <a:ext cx="2669400" cy="5910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None/>
              <a:defRPr sz="1600">
                <a:solidFill>
                  <a:srgbClr val="000000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3" name="Google Shape;473;p55"/>
          <p:cNvSpPr txBox="1">
            <a:spLocks noGrp="1"/>
          </p:cNvSpPr>
          <p:nvPr>
            <p:ph type="subTitle" idx="2"/>
          </p:nvPr>
        </p:nvSpPr>
        <p:spPr>
          <a:xfrm>
            <a:off x="941850" y="3684975"/>
            <a:ext cx="2701500" cy="5910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None/>
              <a:defRPr sz="1600">
                <a:solidFill>
                  <a:srgbClr val="000000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4" name="Google Shape;474;p55"/>
          <p:cNvSpPr txBox="1">
            <a:spLocks noGrp="1"/>
          </p:cNvSpPr>
          <p:nvPr>
            <p:ph type="title"/>
          </p:nvPr>
        </p:nvSpPr>
        <p:spPr>
          <a:xfrm>
            <a:off x="713250" y="523025"/>
            <a:ext cx="7717500" cy="541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>
                <a:solidFill>
                  <a:schemeClr val="accen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475" name="Google Shape;475;p55">
            <a:hlinkClick r:id="" action="ppaction://noaction"/>
          </p:cNvPr>
          <p:cNvSpPr txBox="1">
            <a:spLocks noGrp="1"/>
          </p:cNvSpPr>
          <p:nvPr>
            <p:ph type="subTitle" idx="3"/>
          </p:nvPr>
        </p:nvSpPr>
        <p:spPr>
          <a:xfrm>
            <a:off x="941850" y="1739275"/>
            <a:ext cx="2701500" cy="4545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000" b="1">
                <a:solidFill>
                  <a:schemeClr val="accent2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000">
                <a:latin typeface="Hammersmith One"/>
                <a:ea typeface="Hammersmith One"/>
                <a:cs typeface="Hammersmith One"/>
                <a:sym typeface="Hammersmith On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000">
                <a:latin typeface="Hammersmith One"/>
                <a:ea typeface="Hammersmith One"/>
                <a:cs typeface="Hammersmith One"/>
                <a:sym typeface="Hammersmith On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000">
                <a:latin typeface="Hammersmith One"/>
                <a:ea typeface="Hammersmith One"/>
                <a:cs typeface="Hammersmith One"/>
                <a:sym typeface="Hammersmith On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000">
                <a:latin typeface="Hammersmith One"/>
                <a:ea typeface="Hammersmith One"/>
                <a:cs typeface="Hammersmith One"/>
                <a:sym typeface="Hammersmith On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000">
                <a:latin typeface="Hammersmith One"/>
                <a:ea typeface="Hammersmith One"/>
                <a:cs typeface="Hammersmith One"/>
                <a:sym typeface="Hammersmith On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000">
                <a:latin typeface="Hammersmith One"/>
                <a:ea typeface="Hammersmith One"/>
                <a:cs typeface="Hammersmith One"/>
                <a:sym typeface="Hammersmith On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000">
                <a:latin typeface="Hammersmith One"/>
                <a:ea typeface="Hammersmith One"/>
                <a:cs typeface="Hammersmith One"/>
                <a:sym typeface="Hammersmith On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000">
                <a:latin typeface="Hammersmith One"/>
                <a:ea typeface="Hammersmith One"/>
                <a:cs typeface="Hammersmith One"/>
                <a:sym typeface="Hammersmith One"/>
              </a:defRPr>
            </a:lvl9pPr>
          </a:lstStyle>
          <a:p>
            <a:endParaRPr/>
          </a:p>
        </p:txBody>
      </p:sp>
      <p:sp>
        <p:nvSpPr>
          <p:cNvPr id="476" name="Google Shape;476;p55">
            <a:hlinkClick r:id="" action="ppaction://noaction"/>
          </p:cNvPr>
          <p:cNvSpPr txBox="1">
            <a:spLocks noGrp="1"/>
          </p:cNvSpPr>
          <p:nvPr>
            <p:ph type="subTitle" idx="4"/>
          </p:nvPr>
        </p:nvSpPr>
        <p:spPr>
          <a:xfrm>
            <a:off x="4024200" y="1739275"/>
            <a:ext cx="2669400" cy="4545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000" b="1">
                <a:solidFill>
                  <a:schemeClr val="accent2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000">
                <a:latin typeface="Hammersmith One"/>
                <a:ea typeface="Hammersmith One"/>
                <a:cs typeface="Hammersmith One"/>
                <a:sym typeface="Hammersmith On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000">
                <a:latin typeface="Hammersmith One"/>
                <a:ea typeface="Hammersmith One"/>
                <a:cs typeface="Hammersmith One"/>
                <a:sym typeface="Hammersmith On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000">
                <a:latin typeface="Hammersmith One"/>
                <a:ea typeface="Hammersmith One"/>
                <a:cs typeface="Hammersmith One"/>
                <a:sym typeface="Hammersmith On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000">
                <a:latin typeface="Hammersmith One"/>
                <a:ea typeface="Hammersmith One"/>
                <a:cs typeface="Hammersmith One"/>
                <a:sym typeface="Hammersmith On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000">
                <a:latin typeface="Hammersmith One"/>
                <a:ea typeface="Hammersmith One"/>
                <a:cs typeface="Hammersmith One"/>
                <a:sym typeface="Hammersmith On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000">
                <a:latin typeface="Hammersmith One"/>
                <a:ea typeface="Hammersmith One"/>
                <a:cs typeface="Hammersmith One"/>
                <a:sym typeface="Hammersmith On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000">
                <a:latin typeface="Hammersmith One"/>
                <a:ea typeface="Hammersmith One"/>
                <a:cs typeface="Hammersmith One"/>
                <a:sym typeface="Hammersmith On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000">
                <a:latin typeface="Hammersmith One"/>
                <a:ea typeface="Hammersmith One"/>
                <a:cs typeface="Hammersmith One"/>
                <a:sym typeface="Hammersmith One"/>
              </a:defRPr>
            </a:lvl9pPr>
          </a:lstStyle>
          <a:p>
            <a:endParaRPr/>
          </a:p>
        </p:txBody>
      </p:sp>
      <p:sp>
        <p:nvSpPr>
          <p:cNvPr id="477" name="Google Shape;477;p55">
            <a:hlinkClick r:id="" action="ppaction://noaction"/>
          </p:cNvPr>
          <p:cNvSpPr txBox="1">
            <a:spLocks noGrp="1"/>
          </p:cNvSpPr>
          <p:nvPr>
            <p:ph type="subTitle" idx="5"/>
          </p:nvPr>
        </p:nvSpPr>
        <p:spPr>
          <a:xfrm>
            <a:off x="941850" y="3297074"/>
            <a:ext cx="2701500" cy="4545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000" b="1">
                <a:solidFill>
                  <a:schemeClr val="accent2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000">
                <a:latin typeface="Hammersmith One"/>
                <a:ea typeface="Hammersmith One"/>
                <a:cs typeface="Hammersmith One"/>
                <a:sym typeface="Hammersmith On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000">
                <a:latin typeface="Hammersmith One"/>
                <a:ea typeface="Hammersmith One"/>
                <a:cs typeface="Hammersmith One"/>
                <a:sym typeface="Hammersmith On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000">
                <a:latin typeface="Hammersmith One"/>
                <a:ea typeface="Hammersmith One"/>
                <a:cs typeface="Hammersmith One"/>
                <a:sym typeface="Hammersmith On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000">
                <a:latin typeface="Hammersmith One"/>
                <a:ea typeface="Hammersmith One"/>
                <a:cs typeface="Hammersmith One"/>
                <a:sym typeface="Hammersmith On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000">
                <a:latin typeface="Hammersmith One"/>
                <a:ea typeface="Hammersmith One"/>
                <a:cs typeface="Hammersmith One"/>
                <a:sym typeface="Hammersmith On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000">
                <a:latin typeface="Hammersmith One"/>
                <a:ea typeface="Hammersmith One"/>
                <a:cs typeface="Hammersmith One"/>
                <a:sym typeface="Hammersmith On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000">
                <a:latin typeface="Hammersmith One"/>
                <a:ea typeface="Hammersmith One"/>
                <a:cs typeface="Hammersmith One"/>
                <a:sym typeface="Hammersmith On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000">
                <a:latin typeface="Hammersmith One"/>
                <a:ea typeface="Hammersmith One"/>
                <a:cs typeface="Hammersmith One"/>
                <a:sym typeface="Hammersmith One"/>
              </a:defRPr>
            </a:lvl9pPr>
          </a:lstStyle>
          <a:p>
            <a:endParaRPr/>
          </a:p>
        </p:txBody>
      </p:sp>
      <p:sp>
        <p:nvSpPr>
          <p:cNvPr id="478" name="Google Shape;478;p55">
            <a:hlinkClick r:id="" action="ppaction://noaction"/>
          </p:cNvPr>
          <p:cNvSpPr txBox="1">
            <a:spLocks noGrp="1"/>
          </p:cNvSpPr>
          <p:nvPr>
            <p:ph type="subTitle" idx="6"/>
          </p:nvPr>
        </p:nvSpPr>
        <p:spPr>
          <a:xfrm>
            <a:off x="4024200" y="3297087"/>
            <a:ext cx="2669400" cy="4545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000" b="1">
                <a:solidFill>
                  <a:schemeClr val="accent2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000">
                <a:latin typeface="Hammersmith One"/>
                <a:ea typeface="Hammersmith One"/>
                <a:cs typeface="Hammersmith One"/>
                <a:sym typeface="Hammersmith On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000">
                <a:latin typeface="Hammersmith One"/>
                <a:ea typeface="Hammersmith One"/>
                <a:cs typeface="Hammersmith One"/>
                <a:sym typeface="Hammersmith On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000">
                <a:latin typeface="Hammersmith One"/>
                <a:ea typeface="Hammersmith One"/>
                <a:cs typeface="Hammersmith One"/>
                <a:sym typeface="Hammersmith On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000">
                <a:latin typeface="Hammersmith One"/>
                <a:ea typeface="Hammersmith One"/>
                <a:cs typeface="Hammersmith One"/>
                <a:sym typeface="Hammersmith On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000">
                <a:latin typeface="Hammersmith One"/>
                <a:ea typeface="Hammersmith One"/>
                <a:cs typeface="Hammersmith One"/>
                <a:sym typeface="Hammersmith On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000">
                <a:latin typeface="Hammersmith One"/>
                <a:ea typeface="Hammersmith One"/>
                <a:cs typeface="Hammersmith One"/>
                <a:sym typeface="Hammersmith On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000">
                <a:latin typeface="Hammersmith One"/>
                <a:ea typeface="Hammersmith One"/>
                <a:cs typeface="Hammersmith One"/>
                <a:sym typeface="Hammersmith On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000">
                <a:latin typeface="Hammersmith One"/>
                <a:ea typeface="Hammersmith One"/>
                <a:cs typeface="Hammersmith One"/>
                <a:sym typeface="Hammersmith One"/>
              </a:defRPr>
            </a:lvl9pPr>
          </a:lstStyle>
          <a:p>
            <a:endParaRPr/>
          </a:p>
        </p:txBody>
      </p:sp>
      <p:sp>
        <p:nvSpPr>
          <p:cNvPr id="479" name="Google Shape;479;p55"/>
          <p:cNvSpPr txBox="1">
            <a:spLocks noGrp="1"/>
          </p:cNvSpPr>
          <p:nvPr>
            <p:ph type="subTitle" idx="7"/>
          </p:nvPr>
        </p:nvSpPr>
        <p:spPr>
          <a:xfrm>
            <a:off x="945650" y="2130000"/>
            <a:ext cx="2701500" cy="5910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None/>
              <a:defRPr sz="1600">
                <a:solidFill>
                  <a:srgbClr val="000000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0" name="Google Shape;480;p55"/>
          <p:cNvSpPr txBox="1">
            <a:spLocks noGrp="1"/>
          </p:cNvSpPr>
          <p:nvPr>
            <p:ph type="subTitle" idx="8"/>
          </p:nvPr>
        </p:nvSpPr>
        <p:spPr>
          <a:xfrm>
            <a:off x="4027952" y="2130000"/>
            <a:ext cx="2669400" cy="5910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None/>
              <a:defRPr sz="1600">
                <a:solidFill>
                  <a:srgbClr val="000000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1" name="Google Shape;481;p55">
            <a:hlinkClick r:id="" action="ppaction://noaction"/>
          </p:cNvPr>
          <p:cNvSpPr txBox="1">
            <a:spLocks noGrp="1"/>
          </p:cNvSpPr>
          <p:nvPr>
            <p:ph type="title" idx="9" hasCustomPrompt="1"/>
          </p:nvPr>
        </p:nvSpPr>
        <p:spPr>
          <a:xfrm>
            <a:off x="945650" y="1363850"/>
            <a:ext cx="846000" cy="4113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None/>
              <a:defRPr sz="330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r>
              <a:t>xx%</a:t>
            </a:r>
          </a:p>
        </p:txBody>
      </p:sp>
      <p:sp>
        <p:nvSpPr>
          <p:cNvPr id="482" name="Google Shape;482;p55">
            <a:hlinkClick r:id="" action="ppaction://noaction"/>
          </p:cNvPr>
          <p:cNvSpPr txBox="1">
            <a:spLocks noGrp="1"/>
          </p:cNvSpPr>
          <p:nvPr>
            <p:ph type="title" idx="13" hasCustomPrompt="1"/>
          </p:nvPr>
        </p:nvSpPr>
        <p:spPr>
          <a:xfrm>
            <a:off x="4024200" y="1363850"/>
            <a:ext cx="846000" cy="4113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None/>
              <a:defRPr sz="330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r>
              <a:t>xx%</a:t>
            </a:r>
          </a:p>
        </p:txBody>
      </p:sp>
      <p:sp>
        <p:nvSpPr>
          <p:cNvPr id="483" name="Google Shape;483;p55">
            <a:hlinkClick r:id="" action="ppaction://noaction"/>
          </p:cNvPr>
          <p:cNvSpPr txBox="1">
            <a:spLocks noGrp="1"/>
          </p:cNvSpPr>
          <p:nvPr>
            <p:ph type="title" idx="14" hasCustomPrompt="1"/>
          </p:nvPr>
        </p:nvSpPr>
        <p:spPr>
          <a:xfrm>
            <a:off x="945650" y="2918848"/>
            <a:ext cx="846000" cy="4113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None/>
              <a:defRPr sz="330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r>
              <a:t>xx%</a:t>
            </a:r>
          </a:p>
        </p:txBody>
      </p:sp>
      <p:sp>
        <p:nvSpPr>
          <p:cNvPr id="484" name="Google Shape;484;p55">
            <a:hlinkClick r:id="" action="ppaction://noaction"/>
          </p:cNvPr>
          <p:cNvSpPr txBox="1">
            <a:spLocks noGrp="1"/>
          </p:cNvSpPr>
          <p:nvPr>
            <p:ph type="title" idx="15" hasCustomPrompt="1"/>
          </p:nvPr>
        </p:nvSpPr>
        <p:spPr>
          <a:xfrm>
            <a:off x="4024200" y="2918848"/>
            <a:ext cx="846000" cy="4113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None/>
              <a:defRPr sz="330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r>
              <a:t>xx%</a:t>
            </a:r>
          </a:p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CUSTOM_26">
    <p:spTree>
      <p:nvGrpSpPr>
        <p:cNvPr id="1" name="Shape 4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6" name="Google Shape;486;p56"/>
          <p:cNvSpPr txBox="1">
            <a:spLocks noGrp="1"/>
          </p:cNvSpPr>
          <p:nvPr>
            <p:ph type="title"/>
          </p:nvPr>
        </p:nvSpPr>
        <p:spPr>
          <a:xfrm flipH="1">
            <a:off x="3275625" y="2841950"/>
            <a:ext cx="4575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 sz="18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 sz="1800">
                <a:solidFill>
                  <a:schemeClr val="accent2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 sz="1800">
                <a:solidFill>
                  <a:schemeClr val="accent2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 sz="1800">
                <a:solidFill>
                  <a:schemeClr val="accent2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 sz="1800">
                <a:solidFill>
                  <a:schemeClr val="accent2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 sz="1800">
                <a:solidFill>
                  <a:schemeClr val="accent2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 sz="1800">
                <a:solidFill>
                  <a:schemeClr val="accent2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 sz="1800">
                <a:solidFill>
                  <a:schemeClr val="accent2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 sz="18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487" name="Google Shape;487;p56"/>
          <p:cNvSpPr txBox="1">
            <a:spLocks noGrp="1"/>
          </p:cNvSpPr>
          <p:nvPr>
            <p:ph type="subTitle" idx="1"/>
          </p:nvPr>
        </p:nvSpPr>
        <p:spPr>
          <a:xfrm flipH="1">
            <a:off x="3275625" y="1728850"/>
            <a:ext cx="4575000" cy="1107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2000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8" name="Google Shape;488;p56"/>
          <p:cNvSpPr/>
          <p:nvPr/>
        </p:nvSpPr>
        <p:spPr>
          <a:xfrm rot="-3415034" flipH="1">
            <a:off x="6361616" y="308997"/>
            <a:ext cx="4814608" cy="4095305"/>
          </a:xfrm>
          <a:custGeom>
            <a:avLst/>
            <a:gdLst/>
            <a:ahLst/>
            <a:cxnLst/>
            <a:rect l="l" t="t" r="r" b="b"/>
            <a:pathLst>
              <a:path w="61178" h="52038" extrusionOk="0">
                <a:moveTo>
                  <a:pt x="4170" y="12043"/>
                </a:moveTo>
                <a:cubicBezTo>
                  <a:pt x="7339" y="7239"/>
                  <a:pt x="14177" y="1"/>
                  <a:pt x="24184" y="5571"/>
                </a:cubicBezTo>
                <a:cubicBezTo>
                  <a:pt x="34191" y="11142"/>
                  <a:pt x="29988" y="17146"/>
                  <a:pt x="34024" y="21249"/>
                </a:cubicBezTo>
                <a:cubicBezTo>
                  <a:pt x="38061" y="25319"/>
                  <a:pt x="43198" y="25586"/>
                  <a:pt x="51103" y="27253"/>
                </a:cubicBezTo>
                <a:cubicBezTo>
                  <a:pt x="58976" y="28921"/>
                  <a:pt x="61177" y="36093"/>
                  <a:pt x="54472" y="41664"/>
                </a:cubicBezTo>
                <a:cubicBezTo>
                  <a:pt x="47801" y="47268"/>
                  <a:pt x="33758" y="52038"/>
                  <a:pt x="26819" y="46467"/>
                </a:cubicBezTo>
                <a:cubicBezTo>
                  <a:pt x="19848" y="40930"/>
                  <a:pt x="11108" y="34826"/>
                  <a:pt x="5537" y="31590"/>
                </a:cubicBezTo>
                <a:cubicBezTo>
                  <a:pt x="0" y="28388"/>
                  <a:pt x="967" y="16879"/>
                  <a:pt x="4170" y="12043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9" name="Google Shape;489;p56"/>
          <p:cNvSpPr/>
          <p:nvPr/>
        </p:nvSpPr>
        <p:spPr>
          <a:xfrm rot="1848056">
            <a:off x="2372175" y="2639561"/>
            <a:ext cx="1938888" cy="3305698"/>
          </a:xfrm>
          <a:custGeom>
            <a:avLst/>
            <a:gdLst/>
            <a:ahLst/>
            <a:cxnLst/>
            <a:rect l="l" t="t" r="r" b="b"/>
            <a:pathLst>
              <a:path w="19210" h="32752" extrusionOk="0">
                <a:moveTo>
                  <a:pt x="14053" y="490"/>
                </a:moveTo>
                <a:lnTo>
                  <a:pt x="14053" y="490"/>
                </a:lnTo>
                <a:cubicBezTo>
                  <a:pt x="14026" y="597"/>
                  <a:pt x="13999" y="758"/>
                  <a:pt x="13972" y="918"/>
                </a:cubicBezTo>
                <a:cubicBezTo>
                  <a:pt x="13972" y="865"/>
                  <a:pt x="13972" y="838"/>
                  <a:pt x="13946" y="838"/>
                </a:cubicBezTo>
                <a:cubicBezTo>
                  <a:pt x="13972" y="731"/>
                  <a:pt x="14026" y="597"/>
                  <a:pt x="14053" y="490"/>
                </a:cubicBezTo>
                <a:close/>
                <a:moveTo>
                  <a:pt x="13651" y="1560"/>
                </a:moveTo>
                <a:lnTo>
                  <a:pt x="13651" y="1560"/>
                </a:lnTo>
                <a:cubicBezTo>
                  <a:pt x="13276" y="3862"/>
                  <a:pt x="12045" y="5923"/>
                  <a:pt x="11189" y="8038"/>
                </a:cubicBezTo>
                <a:cubicBezTo>
                  <a:pt x="10522" y="9665"/>
                  <a:pt x="10466" y="11531"/>
                  <a:pt x="10493" y="13318"/>
                </a:cubicBezTo>
                <a:lnTo>
                  <a:pt x="10493" y="13318"/>
                </a:lnTo>
                <a:cubicBezTo>
                  <a:pt x="10490" y="13217"/>
                  <a:pt x="10464" y="13118"/>
                  <a:pt x="10439" y="13043"/>
                </a:cubicBezTo>
                <a:cubicBezTo>
                  <a:pt x="10091" y="10634"/>
                  <a:pt x="9904" y="8412"/>
                  <a:pt x="11001" y="6191"/>
                </a:cubicBezTo>
                <a:cubicBezTo>
                  <a:pt x="11724" y="4772"/>
                  <a:pt x="12714" y="3541"/>
                  <a:pt x="13410" y="2123"/>
                </a:cubicBezTo>
                <a:cubicBezTo>
                  <a:pt x="13491" y="1935"/>
                  <a:pt x="13571" y="1748"/>
                  <a:pt x="13651" y="1560"/>
                </a:cubicBezTo>
                <a:close/>
                <a:moveTo>
                  <a:pt x="13972" y="945"/>
                </a:moveTo>
                <a:lnTo>
                  <a:pt x="13972" y="945"/>
                </a:lnTo>
                <a:cubicBezTo>
                  <a:pt x="13972" y="1079"/>
                  <a:pt x="13946" y="1212"/>
                  <a:pt x="13946" y="1346"/>
                </a:cubicBezTo>
                <a:cubicBezTo>
                  <a:pt x="13946" y="2524"/>
                  <a:pt x="13758" y="3702"/>
                  <a:pt x="13517" y="4853"/>
                </a:cubicBezTo>
                <a:cubicBezTo>
                  <a:pt x="12821" y="7877"/>
                  <a:pt x="11376" y="10580"/>
                  <a:pt x="10760" y="13605"/>
                </a:cubicBezTo>
                <a:cubicBezTo>
                  <a:pt x="10787" y="11357"/>
                  <a:pt x="10921" y="9189"/>
                  <a:pt x="11858" y="7074"/>
                </a:cubicBezTo>
                <a:cubicBezTo>
                  <a:pt x="12741" y="5094"/>
                  <a:pt x="13785" y="3140"/>
                  <a:pt x="13972" y="945"/>
                </a:cubicBezTo>
                <a:close/>
                <a:moveTo>
                  <a:pt x="5002" y="14350"/>
                </a:moveTo>
                <a:cubicBezTo>
                  <a:pt x="5585" y="14350"/>
                  <a:pt x="6085" y="14646"/>
                  <a:pt x="6746" y="15104"/>
                </a:cubicBezTo>
                <a:cubicBezTo>
                  <a:pt x="6879" y="15184"/>
                  <a:pt x="7013" y="15264"/>
                  <a:pt x="7147" y="15372"/>
                </a:cubicBezTo>
                <a:cubicBezTo>
                  <a:pt x="6694" y="15252"/>
                  <a:pt x="6232" y="15200"/>
                  <a:pt x="5767" y="15200"/>
                </a:cubicBezTo>
                <a:cubicBezTo>
                  <a:pt x="4364" y="15200"/>
                  <a:pt x="2927" y="15672"/>
                  <a:pt x="1580" y="16174"/>
                </a:cubicBezTo>
                <a:cubicBezTo>
                  <a:pt x="2329" y="15666"/>
                  <a:pt x="3025" y="15077"/>
                  <a:pt x="3855" y="14676"/>
                </a:cubicBezTo>
                <a:cubicBezTo>
                  <a:pt x="4297" y="14450"/>
                  <a:pt x="4663" y="14350"/>
                  <a:pt x="5002" y="14350"/>
                </a:cubicBezTo>
                <a:close/>
                <a:moveTo>
                  <a:pt x="5753" y="15432"/>
                </a:moveTo>
                <a:cubicBezTo>
                  <a:pt x="6514" y="15432"/>
                  <a:pt x="7262" y="15581"/>
                  <a:pt x="7977" y="15960"/>
                </a:cubicBezTo>
                <a:cubicBezTo>
                  <a:pt x="8619" y="16389"/>
                  <a:pt x="9208" y="16870"/>
                  <a:pt x="9743" y="17406"/>
                </a:cubicBezTo>
                <a:cubicBezTo>
                  <a:pt x="8352" y="16737"/>
                  <a:pt x="6906" y="16389"/>
                  <a:pt x="5381" y="16335"/>
                </a:cubicBezTo>
                <a:lnTo>
                  <a:pt x="4765" y="16335"/>
                </a:lnTo>
                <a:cubicBezTo>
                  <a:pt x="3828" y="16335"/>
                  <a:pt x="2918" y="16469"/>
                  <a:pt x="1981" y="16576"/>
                </a:cubicBezTo>
                <a:cubicBezTo>
                  <a:pt x="1633" y="16603"/>
                  <a:pt x="1312" y="16629"/>
                  <a:pt x="964" y="16656"/>
                </a:cubicBezTo>
                <a:cubicBezTo>
                  <a:pt x="2489" y="16094"/>
                  <a:pt x="4149" y="15432"/>
                  <a:pt x="5753" y="15432"/>
                </a:cubicBezTo>
                <a:close/>
                <a:moveTo>
                  <a:pt x="18748" y="11060"/>
                </a:moveTo>
                <a:cubicBezTo>
                  <a:pt x="18737" y="11089"/>
                  <a:pt x="18737" y="11129"/>
                  <a:pt x="18737" y="11169"/>
                </a:cubicBezTo>
                <a:cubicBezTo>
                  <a:pt x="18603" y="11892"/>
                  <a:pt x="18442" y="12588"/>
                  <a:pt x="18282" y="13284"/>
                </a:cubicBezTo>
                <a:cubicBezTo>
                  <a:pt x="17907" y="14729"/>
                  <a:pt x="17291" y="16255"/>
                  <a:pt x="16087" y="17165"/>
                </a:cubicBezTo>
                <a:cubicBezTo>
                  <a:pt x="14963" y="17995"/>
                  <a:pt x="13223" y="18289"/>
                  <a:pt x="12045" y="19119"/>
                </a:cubicBezTo>
                <a:cubicBezTo>
                  <a:pt x="12473" y="18342"/>
                  <a:pt x="12955" y="17700"/>
                  <a:pt x="13785" y="17218"/>
                </a:cubicBezTo>
                <a:cubicBezTo>
                  <a:pt x="14508" y="16790"/>
                  <a:pt x="15257" y="16469"/>
                  <a:pt x="15873" y="15907"/>
                </a:cubicBezTo>
                <a:cubicBezTo>
                  <a:pt x="16542" y="15291"/>
                  <a:pt x="17077" y="14408"/>
                  <a:pt x="17532" y="13659"/>
                </a:cubicBezTo>
                <a:cubicBezTo>
                  <a:pt x="18036" y="12864"/>
                  <a:pt x="18250" y="11859"/>
                  <a:pt x="18748" y="11060"/>
                </a:cubicBezTo>
                <a:close/>
                <a:moveTo>
                  <a:pt x="18549" y="10928"/>
                </a:moveTo>
                <a:lnTo>
                  <a:pt x="18549" y="10928"/>
                </a:lnTo>
                <a:cubicBezTo>
                  <a:pt x="18201" y="11517"/>
                  <a:pt x="18014" y="12213"/>
                  <a:pt x="17693" y="12856"/>
                </a:cubicBezTo>
                <a:cubicBezTo>
                  <a:pt x="17184" y="13899"/>
                  <a:pt x="16488" y="14863"/>
                  <a:pt x="15712" y="15719"/>
                </a:cubicBezTo>
                <a:cubicBezTo>
                  <a:pt x="15016" y="16469"/>
                  <a:pt x="13919" y="16844"/>
                  <a:pt x="13062" y="17379"/>
                </a:cubicBezTo>
                <a:cubicBezTo>
                  <a:pt x="12313" y="17861"/>
                  <a:pt x="11911" y="18798"/>
                  <a:pt x="11510" y="19547"/>
                </a:cubicBezTo>
                <a:cubicBezTo>
                  <a:pt x="11485" y="19571"/>
                  <a:pt x="11461" y="19573"/>
                  <a:pt x="11457" y="19594"/>
                </a:cubicBezTo>
                <a:lnTo>
                  <a:pt x="11457" y="19594"/>
                </a:lnTo>
                <a:cubicBezTo>
                  <a:pt x="11836" y="15557"/>
                  <a:pt x="16249" y="13818"/>
                  <a:pt x="18549" y="10928"/>
                </a:cubicBezTo>
                <a:close/>
                <a:moveTo>
                  <a:pt x="6505" y="16683"/>
                </a:moveTo>
                <a:lnTo>
                  <a:pt x="6505" y="16683"/>
                </a:lnTo>
                <a:cubicBezTo>
                  <a:pt x="7763" y="16844"/>
                  <a:pt x="8994" y="17245"/>
                  <a:pt x="10145" y="17914"/>
                </a:cubicBezTo>
                <a:cubicBezTo>
                  <a:pt x="10573" y="18450"/>
                  <a:pt x="10921" y="19065"/>
                  <a:pt x="11135" y="19788"/>
                </a:cubicBezTo>
                <a:cubicBezTo>
                  <a:pt x="9315" y="19172"/>
                  <a:pt x="8191" y="17432"/>
                  <a:pt x="6505" y="16683"/>
                </a:cubicBezTo>
                <a:close/>
                <a:moveTo>
                  <a:pt x="6772" y="20270"/>
                </a:moveTo>
                <a:cubicBezTo>
                  <a:pt x="7736" y="21581"/>
                  <a:pt x="9342" y="22384"/>
                  <a:pt x="10466" y="23535"/>
                </a:cubicBezTo>
                <a:cubicBezTo>
                  <a:pt x="9074" y="22598"/>
                  <a:pt x="7120" y="22331"/>
                  <a:pt x="6826" y="20350"/>
                </a:cubicBezTo>
                <a:cubicBezTo>
                  <a:pt x="6799" y="20323"/>
                  <a:pt x="6772" y="20296"/>
                  <a:pt x="6746" y="20270"/>
                </a:cubicBezTo>
                <a:close/>
                <a:moveTo>
                  <a:pt x="16221" y="20698"/>
                </a:moveTo>
                <a:cubicBezTo>
                  <a:pt x="15685" y="21635"/>
                  <a:pt x="14267" y="22304"/>
                  <a:pt x="13464" y="22812"/>
                </a:cubicBezTo>
                <a:cubicBezTo>
                  <a:pt x="12955" y="23187"/>
                  <a:pt x="12233" y="23615"/>
                  <a:pt x="11831" y="24177"/>
                </a:cubicBezTo>
                <a:cubicBezTo>
                  <a:pt x="12286" y="22357"/>
                  <a:pt x="14722" y="21768"/>
                  <a:pt x="16221" y="20698"/>
                </a:cubicBezTo>
                <a:close/>
                <a:moveTo>
                  <a:pt x="6692" y="20939"/>
                </a:moveTo>
                <a:cubicBezTo>
                  <a:pt x="7388" y="22893"/>
                  <a:pt x="9957" y="22866"/>
                  <a:pt x="11135" y="24445"/>
                </a:cubicBezTo>
                <a:cubicBezTo>
                  <a:pt x="9395" y="23481"/>
                  <a:pt x="6772" y="23080"/>
                  <a:pt x="6692" y="20939"/>
                </a:cubicBezTo>
                <a:close/>
                <a:moveTo>
                  <a:pt x="16194" y="21126"/>
                </a:moveTo>
                <a:cubicBezTo>
                  <a:pt x="15766" y="22304"/>
                  <a:pt x="14749" y="22919"/>
                  <a:pt x="13571" y="23455"/>
                </a:cubicBezTo>
                <a:cubicBezTo>
                  <a:pt x="12982" y="23722"/>
                  <a:pt x="12393" y="24017"/>
                  <a:pt x="11938" y="24445"/>
                </a:cubicBezTo>
                <a:cubicBezTo>
                  <a:pt x="12447" y="23562"/>
                  <a:pt x="13785" y="22919"/>
                  <a:pt x="14534" y="22411"/>
                </a:cubicBezTo>
                <a:cubicBezTo>
                  <a:pt x="15070" y="22063"/>
                  <a:pt x="15739" y="21661"/>
                  <a:pt x="16194" y="21126"/>
                </a:cubicBezTo>
                <a:close/>
                <a:moveTo>
                  <a:pt x="14048" y="0"/>
                </a:moveTo>
                <a:cubicBezTo>
                  <a:pt x="14002" y="0"/>
                  <a:pt x="13958" y="28"/>
                  <a:pt x="13946" y="88"/>
                </a:cubicBezTo>
                <a:cubicBezTo>
                  <a:pt x="13196" y="2390"/>
                  <a:pt x="11751" y="4183"/>
                  <a:pt x="10680" y="6298"/>
                </a:cubicBezTo>
                <a:cubicBezTo>
                  <a:pt x="9610" y="8466"/>
                  <a:pt x="9877" y="10795"/>
                  <a:pt x="10225" y="13096"/>
                </a:cubicBezTo>
                <a:cubicBezTo>
                  <a:pt x="10305" y="13766"/>
                  <a:pt x="10413" y="14435"/>
                  <a:pt x="10520" y="15104"/>
                </a:cubicBezTo>
                <a:cubicBezTo>
                  <a:pt x="10520" y="15131"/>
                  <a:pt x="10520" y="15157"/>
                  <a:pt x="10520" y="15157"/>
                </a:cubicBezTo>
                <a:cubicBezTo>
                  <a:pt x="10520" y="15184"/>
                  <a:pt x="10520" y="15211"/>
                  <a:pt x="10546" y="15211"/>
                </a:cubicBezTo>
                <a:cubicBezTo>
                  <a:pt x="10734" y="16469"/>
                  <a:pt x="10921" y="17727"/>
                  <a:pt x="11082" y="18985"/>
                </a:cubicBezTo>
                <a:cubicBezTo>
                  <a:pt x="10520" y="17700"/>
                  <a:pt x="9502" y="16737"/>
                  <a:pt x="8352" y="15907"/>
                </a:cubicBezTo>
                <a:cubicBezTo>
                  <a:pt x="8352" y="15880"/>
                  <a:pt x="8352" y="15853"/>
                  <a:pt x="8325" y="15853"/>
                </a:cubicBezTo>
                <a:cubicBezTo>
                  <a:pt x="8298" y="15853"/>
                  <a:pt x="8271" y="15827"/>
                  <a:pt x="8271" y="15827"/>
                </a:cubicBezTo>
                <a:cubicBezTo>
                  <a:pt x="7602" y="15345"/>
                  <a:pt x="6906" y="14890"/>
                  <a:pt x="6237" y="14461"/>
                </a:cubicBezTo>
                <a:cubicBezTo>
                  <a:pt x="5829" y="14193"/>
                  <a:pt x="5417" y="14081"/>
                  <a:pt x="5004" y="14081"/>
                </a:cubicBezTo>
                <a:cubicBezTo>
                  <a:pt x="3280" y="14081"/>
                  <a:pt x="1550" y="16040"/>
                  <a:pt x="81" y="16710"/>
                </a:cubicBezTo>
                <a:cubicBezTo>
                  <a:pt x="27" y="16737"/>
                  <a:pt x="1" y="16790"/>
                  <a:pt x="27" y="16844"/>
                </a:cubicBezTo>
                <a:cubicBezTo>
                  <a:pt x="27" y="16870"/>
                  <a:pt x="54" y="16870"/>
                  <a:pt x="54" y="16870"/>
                </a:cubicBezTo>
                <a:cubicBezTo>
                  <a:pt x="54" y="16870"/>
                  <a:pt x="54" y="16897"/>
                  <a:pt x="81" y="16897"/>
                </a:cubicBezTo>
                <a:cubicBezTo>
                  <a:pt x="81" y="16924"/>
                  <a:pt x="108" y="16924"/>
                  <a:pt x="108" y="16924"/>
                </a:cubicBezTo>
                <a:lnTo>
                  <a:pt x="135" y="16924"/>
                </a:lnTo>
                <a:cubicBezTo>
                  <a:pt x="1580" y="16924"/>
                  <a:pt x="2972" y="16656"/>
                  <a:pt x="4390" y="16576"/>
                </a:cubicBezTo>
                <a:lnTo>
                  <a:pt x="5354" y="16576"/>
                </a:lnTo>
                <a:cubicBezTo>
                  <a:pt x="7736" y="16870"/>
                  <a:pt x="8967" y="19413"/>
                  <a:pt x="11242" y="20082"/>
                </a:cubicBezTo>
                <a:cubicBezTo>
                  <a:pt x="11376" y="21367"/>
                  <a:pt x="11483" y="22679"/>
                  <a:pt x="11483" y="23990"/>
                </a:cubicBezTo>
                <a:cubicBezTo>
                  <a:pt x="11483" y="24124"/>
                  <a:pt x="11483" y="24284"/>
                  <a:pt x="11483" y="24445"/>
                </a:cubicBezTo>
                <a:cubicBezTo>
                  <a:pt x="10413" y="22545"/>
                  <a:pt x="7977" y="21715"/>
                  <a:pt x="6799" y="19895"/>
                </a:cubicBezTo>
                <a:cubicBezTo>
                  <a:pt x="6778" y="19863"/>
                  <a:pt x="6740" y="19848"/>
                  <a:pt x="6701" y="19848"/>
                </a:cubicBezTo>
                <a:cubicBezTo>
                  <a:pt x="6640" y="19848"/>
                  <a:pt x="6574" y="19884"/>
                  <a:pt x="6558" y="19948"/>
                </a:cubicBezTo>
                <a:cubicBezTo>
                  <a:pt x="6237" y="21340"/>
                  <a:pt x="6719" y="22411"/>
                  <a:pt x="7897" y="23241"/>
                </a:cubicBezTo>
                <a:cubicBezTo>
                  <a:pt x="8967" y="23990"/>
                  <a:pt x="10386" y="24177"/>
                  <a:pt x="11456" y="24954"/>
                </a:cubicBezTo>
                <a:cubicBezTo>
                  <a:pt x="11349" y="27523"/>
                  <a:pt x="10734" y="30093"/>
                  <a:pt x="10145" y="32609"/>
                </a:cubicBezTo>
                <a:cubicBezTo>
                  <a:pt x="10112" y="32690"/>
                  <a:pt x="10188" y="32751"/>
                  <a:pt x="10265" y="32751"/>
                </a:cubicBezTo>
                <a:cubicBezTo>
                  <a:pt x="10315" y="32751"/>
                  <a:pt x="10365" y="32725"/>
                  <a:pt x="10386" y="32662"/>
                </a:cubicBezTo>
                <a:cubicBezTo>
                  <a:pt x="10760" y="31003"/>
                  <a:pt x="11108" y="29343"/>
                  <a:pt x="11430" y="27684"/>
                </a:cubicBezTo>
                <a:cubicBezTo>
                  <a:pt x="11563" y="26854"/>
                  <a:pt x="11670" y="26024"/>
                  <a:pt x="11697" y="25194"/>
                </a:cubicBezTo>
                <a:cubicBezTo>
                  <a:pt x="12179" y="24017"/>
                  <a:pt x="13839" y="23669"/>
                  <a:pt x="14829" y="23080"/>
                </a:cubicBezTo>
                <a:cubicBezTo>
                  <a:pt x="15899" y="22491"/>
                  <a:pt x="16488" y="21581"/>
                  <a:pt x="16595" y="20377"/>
                </a:cubicBezTo>
                <a:cubicBezTo>
                  <a:pt x="16595" y="20350"/>
                  <a:pt x="16595" y="20350"/>
                  <a:pt x="16595" y="20323"/>
                </a:cubicBezTo>
                <a:cubicBezTo>
                  <a:pt x="16622" y="20270"/>
                  <a:pt x="16569" y="20243"/>
                  <a:pt x="16515" y="20216"/>
                </a:cubicBezTo>
                <a:lnTo>
                  <a:pt x="16462" y="20216"/>
                </a:lnTo>
                <a:cubicBezTo>
                  <a:pt x="16435" y="20216"/>
                  <a:pt x="16435" y="20243"/>
                  <a:pt x="16408" y="20243"/>
                </a:cubicBezTo>
                <a:cubicBezTo>
                  <a:pt x="15043" y="21474"/>
                  <a:pt x="12473" y="21983"/>
                  <a:pt x="11724" y="23722"/>
                </a:cubicBezTo>
                <a:cubicBezTo>
                  <a:pt x="11724" y="22571"/>
                  <a:pt x="11644" y="21447"/>
                  <a:pt x="11510" y="20323"/>
                </a:cubicBezTo>
                <a:cubicBezTo>
                  <a:pt x="11510" y="20189"/>
                  <a:pt x="11483" y="20082"/>
                  <a:pt x="11483" y="19948"/>
                </a:cubicBezTo>
                <a:cubicBezTo>
                  <a:pt x="12072" y="19172"/>
                  <a:pt x="13250" y="18824"/>
                  <a:pt x="14106" y="18450"/>
                </a:cubicBezTo>
                <a:cubicBezTo>
                  <a:pt x="15070" y="18021"/>
                  <a:pt x="16060" y="17593"/>
                  <a:pt x="16809" y="16844"/>
                </a:cubicBezTo>
                <a:cubicBezTo>
                  <a:pt x="18522" y="15157"/>
                  <a:pt x="18790" y="12160"/>
                  <a:pt x="19192" y="9938"/>
                </a:cubicBezTo>
                <a:cubicBezTo>
                  <a:pt x="19210" y="9848"/>
                  <a:pt x="19130" y="9770"/>
                  <a:pt x="19060" y="9770"/>
                </a:cubicBezTo>
                <a:cubicBezTo>
                  <a:pt x="19026" y="9770"/>
                  <a:pt x="18995" y="9788"/>
                  <a:pt x="18978" y="9831"/>
                </a:cubicBezTo>
                <a:cubicBezTo>
                  <a:pt x="18014" y="11758"/>
                  <a:pt x="15846" y="13070"/>
                  <a:pt x="14294" y="14488"/>
                </a:cubicBezTo>
                <a:cubicBezTo>
                  <a:pt x="12982" y="15693"/>
                  <a:pt x="11751" y="17138"/>
                  <a:pt x="11349" y="18851"/>
                </a:cubicBezTo>
                <a:cubicBezTo>
                  <a:pt x="11162" y="17593"/>
                  <a:pt x="10975" y="16335"/>
                  <a:pt x="10760" y="15104"/>
                </a:cubicBezTo>
                <a:cubicBezTo>
                  <a:pt x="11028" y="12534"/>
                  <a:pt x="11911" y="10233"/>
                  <a:pt x="12821" y="7877"/>
                </a:cubicBezTo>
                <a:cubicBezTo>
                  <a:pt x="13758" y="5334"/>
                  <a:pt x="14267" y="2818"/>
                  <a:pt x="14160" y="115"/>
                </a:cubicBezTo>
                <a:cubicBezTo>
                  <a:pt x="14160" y="42"/>
                  <a:pt x="14103" y="0"/>
                  <a:pt x="14048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90" name="Google Shape;490;p56"/>
          <p:cNvGrpSpPr/>
          <p:nvPr/>
        </p:nvGrpSpPr>
        <p:grpSpPr>
          <a:xfrm>
            <a:off x="-228595" y="-80449"/>
            <a:ext cx="2277317" cy="5304377"/>
            <a:chOff x="224725" y="566950"/>
            <a:chExt cx="1850875" cy="4311100"/>
          </a:xfrm>
        </p:grpSpPr>
        <p:sp>
          <p:nvSpPr>
            <p:cNvPr id="491" name="Google Shape;491;p56"/>
            <p:cNvSpPr/>
            <p:nvPr/>
          </p:nvSpPr>
          <p:spPr>
            <a:xfrm>
              <a:off x="1914975" y="566950"/>
              <a:ext cx="160625" cy="2033000"/>
            </a:xfrm>
            <a:custGeom>
              <a:avLst/>
              <a:gdLst/>
              <a:ahLst/>
              <a:cxnLst/>
              <a:rect l="l" t="t" r="r" b="b"/>
              <a:pathLst>
                <a:path w="6425" h="81320" extrusionOk="0">
                  <a:moveTo>
                    <a:pt x="126" y="1"/>
                  </a:moveTo>
                  <a:cubicBezTo>
                    <a:pt x="81" y="1"/>
                    <a:pt x="44" y="24"/>
                    <a:pt x="27" y="57"/>
                  </a:cubicBezTo>
                  <a:cubicBezTo>
                    <a:pt x="27" y="84"/>
                    <a:pt x="27" y="110"/>
                    <a:pt x="27" y="137"/>
                  </a:cubicBezTo>
                  <a:cubicBezTo>
                    <a:pt x="27" y="164"/>
                    <a:pt x="27" y="217"/>
                    <a:pt x="81" y="244"/>
                  </a:cubicBezTo>
                  <a:cubicBezTo>
                    <a:pt x="1821" y="1261"/>
                    <a:pt x="2972" y="3188"/>
                    <a:pt x="2945" y="5035"/>
                  </a:cubicBezTo>
                  <a:cubicBezTo>
                    <a:pt x="2945" y="5089"/>
                    <a:pt x="2972" y="5142"/>
                    <a:pt x="2998" y="5169"/>
                  </a:cubicBezTo>
                  <a:cubicBezTo>
                    <a:pt x="4952" y="6133"/>
                    <a:pt x="6157" y="8086"/>
                    <a:pt x="6157" y="10255"/>
                  </a:cubicBezTo>
                  <a:cubicBezTo>
                    <a:pt x="6157" y="12449"/>
                    <a:pt x="4952" y="14403"/>
                    <a:pt x="2998" y="15367"/>
                  </a:cubicBezTo>
                  <a:cubicBezTo>
                    <a:pt x="2945" y="15394"/>
                    <a:pt x="2945" y="15447"/>
                    <a:pt x="2945" y="15501"/>
                  </a:cubicBezTo>
                  <a:cubicBezTo>
                    <a:pt x="2998" y="17321"/>
                    <a:pt x="1848" y="19248"/>
                    <a:pt x="108" y="20292"/>
                  </a:cubicBezTo>
                  <a:cubicBezTo>
                    <a:pt x="54" y="20292"/>
                    <a:pt x="27" y="20318"/>
                    <a:pt x="27" y="20372"/>
                  </a:cubicBezTo>
                  <a:cubicBezTo>
                    <a:pt x="1" y="20425"/>
                    <a:pt x="27" y="20479"/>
                    <a:pt x="81" y="20506"/>
                  </a:cubicBezTo>
                  <a:cubicBezTo>
                    <a:pt x="1794" y="21496"/>
                    <a:pt x="2865" y="23316"/>
                    <a:pt x="2945" y="25324"/>
                  </a:cubicBezTo>
                  <a:cubicBezTo>
                    <a:pt x="2945" y="25350"/>
                    <a:pt x="2972" y="25404"/>
                    <a:pt x="2998" y="25431"/>
                  </a:cubicBezTo>
                  <a:cubicBezTo>
                    <a:pt x="4952" y="26394"/>
                    <a:pt x="6157" y="28348"/>
                    <a:pt x="6157" y="30543"/>
                  </a:cubicBezTo>
                  <a:cubicBezTo>
                    <a:pt x="6157" y="32711"/>
                    <a:pt x="4952" y="34665"/>
                    <a:pt x="2998" y="35628"/>
                  </a:cubicBezTo>
                  <a:cubicBezTo>
                    <a:pt x="2945" y="35655"/>
                    <a:pt x="2918" y="35709"/>
                    <a:pt x="2945" y="35762"/>
                  </a:cubicBezTo>
                  <a:cubicBezTo>
                    <a:pt x="3106" y="37823"/>
                    <a:pt x="1633" y="39643"/>
                    <a:pt x="108" y="40553"/>
                  </a:cubicBezTo>
                  <a:cubicBezTo>
                    <a:pt x="54" y="40553"/>
                    <a:pt x="27" y="40580"/>
                    <a:pt x="27" y="40633"/>
                  </a:cubicBezTo>
                  <a:cubicBezTo>
                    <a:pt x="1" y="40687"/>
                    <a:pt x="27" y="40741"/>
                    <a:pt x="81" y="40767"/>
                  </a:cubicBezTo>
                  <a:cubicBezTo>
                    <a:pt x="1821" y="41784"/>
                    <a:pt x="2945" y="43658"/>
                    <a:pt x="2945" y="45532"/>
                  </a:cubicBezTo>
                  <a:cubicBezTo>
                    <a:pt x="2945" y="45558"/>
                    <a:pt x="2945" y="45558"/>
                    <a:pt x="2945" y="45585"/>
                  </a:cubicBezTo>
                  <a:cubicBezTo>
                    <a:pt x="2945" y="45612"/>
                    <a:pt x="2972" y="45665"/>
                    <a:pt x="2998" y="45692"/>
                  </a:cubicBezTo>
                  <a:cubicBezTo>
                    <a:pt x="4952" y="46656"/>
                    <a:pt x="6157" y="48636"/>
                    <a:pt x="6157" y="50804"/>
                  </a:cubicBezTo>
                  <a:cubicBezTo>
                    <a:pt x="6157" y="52972"/>
                    <a:pt x="4952" y="54926"/>
                    <a:pt x="2998" y="55917"/>
                  </a:cubicBezTo>
                  <a:cubicBezTo>
                    <a:pt x="2972" y="55917"/>
                    <a:pt x="2945" y="55970"/>
                    <a:pt x="2945" y="56024"/>
                  </a:cubicBezTo>
                  <a:cubicBezTo>
                    <a:pt x="2891" y="58004"/>
                    <a:pt x="1821" y="59798"/>
                    <a:pt x="108" y="60815"/>
                  </a:cubicBezTo>
                  <a:cubicBezTo>
                    <a:pt x="54" y="60815"/>
                    <a:pt x="27" y="60868"/>
                    <a:pt x="27" y="60895"/>
                  </a:cubicBezTo>
                  <a:cubicBezTo>
                    <a:pt x="1" y="60949"/>
                    <a:pt x="27" y="61002"/>
                    <a:pt x="81" y="61029"/>
                  </a:cubicBezTo>
                  <a:cubicBezTo>
                    <a:pt x="1821" y="62046"/>
                    <a:pt x="2891" y="63839"/>
                    <a:pt x="2945" y="65847"/>
                  </a:cubicBezTo>
                  <a:cubicBezTo>
                    <a:pt x="2945" y="65900"/>
                    <a:pt x="2972" y="65927"/>
                    <a:pt x="2998" y="65954"/>
                  </a:cubicBezTo>
                  <a:cubicBezTo>
                    <a:pt x="4952" y="66944"/>
                    <a:pt x="6157" y="68898"/>
                    <a:pt x="6157" y="71066"/>
                  </a:cubicBezTo>
                  <a:cubicBezTo>
                    <a:pt x="6157" y="73234"/>
                    <a:pt x="4952" y="75188"/>
                    <a:pt x="2998" y="76178"/>
                  </a:cubicBezTo>
                  <a:cubicBezTo>
                    <a:pt x="2972" y="76178"/>
                    <a:pt x="2945" y="76232"/>
                    <a:pt x="2945" y="76285"/>
                  </a:cubicBezTo>
                  <a:cubicBezTo>
                    <a:pt x="2891" y="78266"/>
                    <a:pt x="1821" y="80086"/>
                    <a:pt x="81" y="81076"/>
                  </a:cubicBezTo>
                  <a:cubicBezTo>
                    <a:pt x="27" y="81130"/>
                    <a:pt x="1" y="81183"/>
                    <a:pt x="27" y="81264"/>
                  </a:cubicBezTo>
                  <a:cubicBezTo>
                    <a:pt x="61" y="81297"/>
                    <a:pt x="104" y="81320"/>
                    <a:pt x="145" y="81320"/>
                  </a:cubicBezTo>
                  <a:cubicBezTo>
                    <a:pt x="170" y="81320"/>
                    <a:pt x="194" y="81311"/>
                    <a:pt x="215" y="81290"/>
                  </a:cubicBezTo>
                  <a:cubicBezTo>
                    <a:pt x="2008" y="80273"/>
                    <a:pt x="3106" y="78427"/>
                    <a:pt x="3186" y="76366"/>
                  </a:cubicBezTo>
                  <a:cubicBezTo>
                    <a:pt x="5166" y="75322"/>
                    <a:pt x="6424" y="73314"/>
                    <a:pt x="6424" y="71066"/>
                  </a:cubicBezTo>
                  <a:cubicBezTo>
                    <a:pt x="6424" y="68818"/>
                    <a:pt x="5166" y="66784"/>
                    <a:pt x="3186" y="65766"/>
                  </a:cubicBezTo>
                  <a:cubicBezTo>
                    <a:pt x="3106" y="63786"/>
                    <a:pt x="2062" y="61992"/>
                    <a:pt x="375" y="60922"/>
                  </a:cubicBezTo>
                  <a:cubicBezTo>
                    <a:pt x="2062" y="59878"/>
                    <a:pt x="3106" y="58085"/>
                    <a:pt x="3186" y="56104"/>
                  </a:cubicBezTo>
                  <a:cubicBezTo>
                    <a:pt x="5166" y="55060"/>
                    <a:pt x="6424" y="53053"/>
                    <a:pt x="6424" y="50804"/>
                  </a:cubicBezTo>
                  <a:cubicBezTo>
                    <a:pt x="6424" y="48556"/>
                    <a:pt x="5166" y="46522"/>
                    <a:pt x="3186" y="45505"/>
                  </a:cubicBezTo>
                  <a:cubicBezTo>
                    <a:pt x="3159" y="43604"/>
                    <a:pt x="2088" y="41731"/>
                    <a:pt x="375" y="40660"/>
                  </a:cubicBezTo>
                  <a:cubicBezTo>
                    <a:pt x="1901" y="39723"/>
                    <a:pt x="3320" y="37877"/>
                    <a:pt x="3186" y="35816"/>
                  </a:cubicBezTo>
                  <a:cubicBezTo>
                    <a:pt x="5193" y="34799"/>
                    <a:pt x="6424" y="32764"/>
                    <a:pt x="6424" y="30543"/>
                  </a:cubicBezTo>
                  <a:cubicBezTo>
                    <a:pt x="6424" y="28295"/>
                    <a:pt x="5166" y="26260"/>
                    <a:pt x="3186" y="25243"/>
                  </a:cubicBezTo>
                  <a:cubicBezTo>
                    <a:pt x="3106" y="23236"/>
                    <a:pt x="2062" y="21443"/>
                    <a:pt x="375" y="20399"/>
                  </a:cubicBezTo>
                  <a:cubicBezTo>
                    <a:pt x="2088" y="19328"/>
                    <a:pt x="3186" y="17454"/>
                    <a:pt x="3186" y="15608"/>
                  </a:cubicBezTo>
                  <a:cubicBezTo>
                    <a:pt x="3186" y="15608"/>
                    <a:pt x="3186" y="15581"/>
                    <a:pt x="3186" y="15554"/>
                  </a:cubicBezTo>
                  <a:cubicBezTo>
                    <a:pt x="5166" y="14537"/>
                    <a:pt x="6424" y="12503"/>
                    <a:pt x="6424" y="10255"/>
                  </a:cubicBezTo>
                  <a:cubicBezTo>
                    <a:pt x="6424" y="8033"/>
                    <a:pt x="5166" y="5999"/>
                    <a:pt x="3186" y="4982"/>
                  </a:cubicBezTo>
                  <a:lnTo>
                    <a:pt x="3186" y="4955"/>
                  </a:lnTo>
                  <a:cubicBezTo>
                    <a:pt x="3186" y="3028"/>
                    <a:pt x="2008" y="1074"/>
                    <a:pt x="215" y="30"/>
                  </a:cubicBezTo>
                  <a:cubicBezTo>
                    <a:pt x="184" y="10"/>
                    <a:pt x="153" y="1"/>
                    <a:pt x="12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2" name="Google Shape;492;p56"/>
            <p:cNvSpPr/>
            <p:nvPr/>
          </p:nvSpPr>
          <p:spPr>
            <a:xfrm>
              <a:off x="1761075" y="818875"/>
              <a:ext cx="160625" cy="2032875"/>
            </a:xfrm>
            <a:custGeom>
              <a:avLst/>
              <a:gdLst/>
              <a:ahLst/>
              <a:cxnLst/>
              <a:rect l="l" t="t" r="r" b="b"/>
              <a:pathLst>
                <a:path w="6425" h="81315" extrusionOk="0">
                  <a:moveTo>
                    <a:pt x="149" y="1"/>
                  </a:moveTo>
                  <a:cubicBezTo>
                    <a:pt x="110" y="1"/>
                    <a:pt x="71" y="20"/>
                    <a:pt x="54" y="70"/>
                  </a:cubicBezTo>
                  <a:cubicBezTo>
                    <a:pt x="27" y="70"/>
                    <a:pt x="27" y="97"/>
                    <a:pt x="27" y="124"/>
                  </a:cubicBezTo>
                  <a:cubicBezTo>
                    <a:pt x="27" y="178"/>
                    <a:pt x="54" y="204"/>
                    <a:pt x="81" y="231"/>
                  </a:cubicBezTo>
                  <a:cubicBezTo>
                    <a:pt x="1821" y="1248"/>
                    <a:pt x="2972" y="3175"/>
                    <a:pt x="2945" y="5022"/>
                  </a:cubicBezTo>
                  <a:cubicBezTo>
                    <a:pt x="2945" y="5076"/>
                    <a:pt x="2972" y="5129"/>
                    <a:pt x="2998" y="5156"/>
                  </a:cubicBezTo>
                  <a:cubicBezTo>
                    <a:pt x="4952" y="6119"/>
                    <a:pt x="6183" y="8073"/>
                    <a:pt x="6183" y="10268"/>
                  </a:cubicBezTo>
                  <a:cubicBezTo>
                    <a:pt x="6183" y="12436"/>
                    <a:pt x="4952" y="14390"/>
                    <a:pt x="2998" y="15354"/>
                  </a:cubicBezTo>
                  <a:cubicBezTo>
                    <a:pt x="2972" y="15380"/>
                    <a:pt x="2945" y="15461"/>
                    <a:pt x="2945" y="15487"/>
                  </a:cubicBezTo>
                  <a:cubicBezTo>
                    <a:pt x="2998" y="17334"/>
                    <a:pt x="1847" y="19235"/>
                    <a:pt x="108" y="20278"/>
                  </a:cubicBezTo>
                  <a:cubicBezTo>
                    <a:pt x="81" y="20278"/>
                    <a:pt x="27" y="20305"/>
                    <a:pt x="27" y="20359"/>
                  </a:cubicBezTo>
                  <a:cubicBezTo>
                    <a:pt x="27" y="20412"/>
                    <a:pt x="27" y="20466"/>
                    <a:pt x="81" y="20493"/>
                  </a:cubicBezTo>
                  <a:cubicBezTo>
                    <a:pt x="1821" y="21510"/>
                    <a:pt x="2891" y="23303"/>
                    <a:pt x="2945" y="25310"/>
                  </a:cubicBezTo>
                  <a:cubicBezTo>
                    <a:pt x="2945" y="25364"/>
                    <a:pt x="2972" y="25391"/>
                    <a:pt x="2998" y="25417"/>
                  </a:cubicBezTo>
                  <a:cubicBezTo>
                    <a:pt x="4952" y="26381"/>
                    <a:pt x="6183" y="28362"/>
                    <a:pt x="6183" y="30530"/>
                  </a:cubicBezTo>
                  <a:cubicBezTo>
                    <a:pt x="6183" y="32698"/>
                    <a:pt x="4952" y="34652"/>
                    <a:pt x="2998" y="35642"/>
                  </a:cubicBezTo>
                  <a:cubicBezTo>
                    <a:pt x="2972" y="35642"/>
                    <a:pt x="2945" y="35695"/>
                    <a:pt x="2945" y="35749"/>
                  </a:cubicBezTo>
                  <a:cubicBezTo>
                    <a:pt x="3105" y="37837"/>
                    <a:pt x="1633" y="39630"/>
                    <a:pt x="108" y="40540"/>
                  </a:cubicBezTo>
                  <a:cubicBezTo>
                    <a:pt x="81" y="40540"/>
                    <a:pt x="27" y="40594"/>
                    <a:pt x="27" y="40620"/>
                  </a:cubicBezTo>
                  <a:cubicBezTo>
                    <a:pt x="27" y="40674"/>
                    <a:pt x="27" y="40727"/>
                    <a:pt x="81" y="40754"/>
                  </a:cubicBezTo>
                  <a:cubicBezTo>
                    <a:pt x="1821" y="41771"/>
                    <a:pt x="2945" y="43645"/>
                    <a:pt x="2945" y="45545"/>
                  </a:cubicBezTo>
                  <a:cubicBezTo>
                    <a:pt x="2945" y="45545"/>
                    <a:pt x="2945" y="45545"/>
                    <a:pt x="2945" y="45572"/>
                  </a:cubicBezTo>
                  <a:cubicBezTo>
                    <a:pt x="2945" y="45626"/>
                    <a:pt x="2972" y="45652"/>
                    <a:pt x="2998" y="45679"/>
                  </a:cubicBezTo>
                  <a:cubicBezTo>
                    <a:pt x="4952" y="46669"/>
                    <a:pt x="6183" y="48623"/>
                    <a:pt x="6183" y="50791"/>
                  </a:cubicBezTo>
                  <a:cubicBezTo>
                    <a:pt x="6183" y="52959"/>
                    <a:pt x="4952" y="54913"/>
                    <a:pt x="2998" y="55904"/>
                  </a:cubicBezTo>
                  <a:cubicBezTo>
                    <a:pt x="2972" y="55930"/>
                    <a:pt x="2945" y="55957"/>
                    <a:pt x="2945" y="56011"/>
                  </a:cubicBezTo>
                  <a:cubicBezTo>
                    <a:pt x="2891" y="57991"/>
                    <a:pt x="1847" y="59785"/>
                    <a:pt x="108" y="60802"/>
                  </a:cubicBezTo>
                  <a:cubicBezTo>
                    <a:pt x="81" y="60828"/>
                    <a:pt x="27" y="60855"/>
                    <a:pt x="27" y="60882"/>
                  </a:cubicBezTo>
                  <a:cubicBezTo>
                    <a:pt x="27" y="60935"/>
                    <a:pt x="27" y="60989"/>
                    <a:pt x="81" y="61016"/>
                  </a:cubicBezTo>
                  <a:cubicBezTo>
                    <a:pt x="1821" y="62033"/>
                    <a:pt x="2891" y="63826"/>
                    <a:pt x="2945" y="65834"/>
                  </a:cubicBezTo>
                  <a:cubicBezTo>
                    <a:pt x="2945" y="65887"/>
                    <a:pt x="2972" y="65914"/>
                    <a:pt x="2998" y="65941"/>
                  </a:cubicBezTo>
                  <a:cubicBezTo>
                    <a:pt x="4952" y="66931"/>
                    <a:pt x="6183" y="68885"/>
                    <a:pt x="6183" y="71053"/>
                  </a:cubicBezTo>
                  <a:cubicBezTo>
                    <a:pt x="6183" y="73221"/>
                    <a:pt x="4952" y="75175"/>
                    <a:pt x="2998" y="76165"/>
                  </a:cubicBezTo>
                  <a:cubicBezTo>
                    <a:pt x="2972" y="76192"/>
                    <a:pt x="2945" y="76219"/>
                    <a:pt x="2945" y="76272"/>
                  </a:cubicBezTo>
                  <a:cubicBezTo>
                    <a:pt x="2891" y="78280"/>
                    <a:pt x="1821" y="80073"/>
                    <a:pt x="81" y="81090"/>
                  </a:cubicBezTo>
                  <a:cubicBezTo>
                    <a:pt x="27" y="81117"/>
                    <a:pt x="1" y="81197"/>
                    <a:pt x="54" y="81251"/>
                  </a:cubicBezTo>
                  <a:cubicBezTo>
                    <a:pt x="74" y="81290"/>
                    <a:pt x="122" y="81315"/>
                    <a:pt x="167" y="81315"/>
                  </a:cubicBezTo>
                  <a:cubicBezTo>
                    <a:pt x="184" y="81315"/>
                    <a:pt x="200" y="81311"/>
                    <a:pt x="215" y="81304"/>
                  </a:cubicBezTo>
                  <a:cubicBezTo>
                    <a:pt x="2008" y="80260"/>
                    <a:pt x="3105" y="78413"/>
                    <a:pt x="3186" y="76352"/>
                  </a:cubicBezTo>
                  <a:cubicBezTo>
                    <a:pt x="5193" y="75309"/>
                    <a:pt x="6424" y="73301"/>
                    <a:pt x="6424" y="71053"/>
                  </a:cubicBezTo>
                  <a:cubicBezTo>
                    <a:pt x="6424" y="68805"/>
                    <a:pt x="5193" y="66797"/>
                    <a:pt x="3186" y="65753"/>
                  </a:cubicBezTo>
                  <a:cubicBezTo>
                    <a:pt x="3132" y="63773"/>
                    <a:pt x="2088" y="61979"/>
                    <a:pt x="402" y="60909"/>
                  </a:cubicBezTo>
                  <a:cubicBezTo>
                    <a:pt x="2088" y="59865"/>
                    <a:pt x="3132" y="58072"/>
                    <a:pt x="3186" y="56091"/>
                  </a:cubicBezTo>
                  <a:cubicBezTo>
                    <a:pt x="5193" y="55047"/>
                    <a:pt x="6424" y="53040"/>
                    <a:pt x="6424" y="50791"/>
                  </a:cubicBezTo>
                  <a:cubicBezTo>
                    <a:pt x="6424" y="48543"/>
                    <a:pt x="5193" y="46536"/>
                    <a:pt x="3186" y="45492"/>
                  </a:cubicBezTo>
                  <a:cubicBezTo>
                    <a:pt x="3186" y="43591"/>
                    <a:pt x="2088" y="41718"/>
                    <a:pt x="402" y="40647"/>
                  </a:cubicBezTo>
                  <a:cubicBezTo>
                    <a:pt x="1901" y="39710"/>
                    <a:pt x="3320" y="37890"/>
                    <a:pt x="3186" y="35829"/>
                  </a:cubicBezTo>
                  <a:cubicBezTo>
                    <a:pt x="5193" y="34785"/>
                    <a:pt x="6424" y="32751"/>
                    <a:pt x="6424" y="30530"/>
                  </a:cubicBezTo>
                  <a:cubicBezTo>
                    <a:pt x="6424" y="28281"/>
                    <a:pt x="5193" y="26247"/>
                    <a:pt x="3186" y="25230"/>
                  </a:cubicBezTo>
                  <a:cubicBezTo>
                    <a:pt x="3105" y="23223"/>
                    <a:pt x="2062" y="21429"/>
                    <a:pt x="402" y="20386"/>
                  </a:cubicBezTo>
                  <a:cubicBezTo>
                    <a:pt x="2115" y="19315"/>
                    <a:pt x="3212" y="17415"/>
                    <a:pt x="3186" y="15541"/>
                  </a:cubicBezTo>
                  <a:cubicBezTo>
                    <a:pt x="5193" y="14524"/>
                    <a:pt x="6424" y="12490"/>
                    <a:pt x="6424" y="10268"/>
                  </a:cubicBezTo>
                  <a:cubicBezTo>
                    <a:pt x="6424" y="8020"/>
                    <a:pt x="5193" y="5986"/>
                    <a:pt x="3186" y="4969"/>
                  </a:cubicBezTo>
                  <a:lnTo>
                    <a:pt x="3186" y="4942"/>
                  </a:lnTo>
                  <a:cubicBezTo>
                    <a:pt x="3186" y="3041"/>
                    <a:pt x="2008" y="1061"/>
                    <a:pt x="215" y="17"/>
                  </a:cubicBezTo>
                  <a:cubicBezTo>
                    <a:pt x="195" y="7"/>
                    <a:pt x="172" y="1"/>
                    <a:pt x="14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3" name="Google Shape;493;p56"/>
            <p:cNvSpPr/>
            <p:nvPr/>
          </p:nvSpPr>
          <p:spPr>
            <a:xfrm>
              <a:off x="1607850" y="566950"/>
              <a:ext cx="159950" cy="2033000"/>
            </a:xfrm>
            <a:custGeom>
              <a:avLst/>
              <a:gdLst/>
              <a:ahLst/>
              <a:cxnLst/>
              <a:rect l="l" t="t" r="r" b="b"/>
              <a:pathLst>
                <a:path w="6398" h="81320" extrusionOk="0">
                  <a:moveTo>
                    <a:pt x="119" y="1"/>
                  </a:moveTo>
                  <a:cubicBezTo>
                    <a:pt x="81" y="1"/>
                    <a:pt x="44" y="24"/>
                    <a:pt x="27" y="57"/>
                  </a:cubicBezTo>
                  <a:cubicBezTo>
                    <a:pt x="0" y="84"/>
                    <a:pt x="0" y="110"/>
                    <a:pt x="0" y="137"/>
                  </a:cubicBezTo>
                  <a:cubicBezTo>
                    <a:pt x="0" y="164"/>
                    <a:pt x="27" y="217"/>
                    <a:pt x="81" y="244"/>
                  </a:cubicBezTo>
                  <a:cubicBezTo>
                    <a:pt x="1820" y="1261"/>
                    <a:pt x="2944" y="3188"/>
                    <a:pt x="2918" y="5035"/>
                  </a:cubicBezTo>
                  <a:cubicBezTo>
                    <a:pt x="2918" y="5089"/>
                    <a:pt x="2944" y="5142"/>
                    <a:pt x="2998" y="5169"/>
                  </a:cubicBezTo>
                  <a:cubicBezTo>
                    <a:pt x="4952" y="6133"/>
                    <a:pt x="6156" y="8086"/>
                    <a:pt x="6156" y="10255"/>
                  </a:cubicBezTo>
                  <a:cubicBezTo>
                    <a:pt x="6156" y="12449"/>
                    <a:pt x="4952" y="14403"/>
                    <a:pt x="2998" y="15367"/>
                  </a:cubicBezTo>
                  <a:cubicBezTo>
                    <a:pt x="2944" y="15394"/>
                    <a:pt x="2918" y="15447"/>
                    <a:pt x="2918" y="15501"/>
                  </a:cubicBezTo>
                  <a:cubicBezTo>
                    <a:pt x="2971" y="17347"/>
                    <a:pt x="1847" y="19248"/>
                    <a:pt x="81" y="20292"/>
                  </a:cubicBezTo>
                  <a:cubicBezTo>
                    <a:pt x="54" y="20292"/>
                    <a:pt x="27" y="20318"/>
                    <a:pt x="0" y="20372"/>
                  </a:cubicBezTo>
                  <a:cubicBezTo>
                    <a:pt x="0" y="20425"/>
                    <a:pt x="27" y="20479"/>
                    <a:pt x="81" y="20506"/>
                  </a:cubicBezTo>
                  <a:cubicBezTo>
                    <a:pt x="1794" y="21496"/>
                    <a:pt x="2864" y="23316"/>
                    <a:pt x="2918" y="25324"/>
                  </a:cubicBezTo>
                  <a:cubicBezTo>
                    <a:pt x="2918" y="25350"/>
                    <a:pt x="2944" y="25404"/>
                    <a:pt x="2998" y="25431"/>
                  </a:cubicBezTo>
                  <a:cubicBezTo>
                    <a:pt x="4952" y="26394"/>
                    <a:pt x="6156" y="28348"/>
                    <a:pt x="6156" y="30543"/>
                  </a:cubicBezTo>
                  <a:cubicBezTo>
                    <a:pt x="6156" y="32711"/>
                    <a:pt x="4952" y="34665"/>
                    <a:pt x="2998" y="35628"/>
                  </a:cubicBezTo>
                  <a:cubicBezTo>
                    <a:pt x="2944" y="35655"/>
                    <a:pt x="2918" y="35709"/>
                    <a:pt x="2918" y="35762"/>
                  </a:cubicBezTo>
                  <a:cubicBezTo>
                    <a:pt x="3078" y="37823"/>
                    <a:pt x="1633" y="39643"/>
                    <a:pt x="81" y="40553"/>
                  </a:cubicBezTo>
                  <a:cubicBezTo>
                    <a:pt x="54" y="40553"/>
                    <a:pt x="27" y="40580"/>
                    <a:pt x="0" y="40633"/>
                  </a:cubicBezTo>
                  <a:cubicBezTo>
                    <a:pt x="0" y="40687"/>
                    <a:pt x="27" y="40741"/>
                    <a:pt x="81" y="40767"/>
                  </a:cubicBezTo>
                  <a:cubicBezTo>
                    <a:pt x="1820" y="41784"/>
                    <a:pt x="2918" y="43658"/>
                    <a:pt x="2918" y="45532"/>
                  </a:cubicBezTo>
                  <a:cubicBezTo>
                    <a:pt x="2918" y="45558"/>
                    <a:pt x="2918" y="45558"/>
                    <a:pt x="2918" y="45585"/>
                  </a:cubicBezTo>
                  <a:cubicBezTo>
                    <a:pt x="2918" y="45612"/>
                    <a:pt x="2944" y="45665"/>
                    <a:pt x="2998" y="45692"/>
                  </a:cubicBezTo>
                  <a:cubicBezTo>
                    <a:pt x="4952" y="46656"/>
                    <a:pt x="6156" y="48636"/>
                    <a:pt x="6156" y="50804"/>
                  </a:cubicBezTo>
                  <a:cubicBezTo>
                    <a:pt x="6156" y="52972"/>
                    <a:pt x="4952" y="54926"/>
                    <a:pt x="2998" y="55917"/>
                  </a:cubicBezTo>
                  <a:cubicBezTo>
                    <a:pt x="2944" y="55917"/>
                    <a:pt x="2918" y="55970"/>
                    <a:pt x="2918" y="56024"/>
                  </a:cubicBezTo>
                  <a:cubicBezTo>
                    <a:pt x="2864" y="58004"/>
                    <a:pt x="1820" y="59798"/>
                    <a:pt x="81" y="60815"/>
                  </a:cubicBezTo>
                  <a:cubicBezTo>
                    <a:pt x="54" y="60815"/>
                    <a:pt x="27" y="60868"/>
                    <a:pt x="0" y="60895"/>
                  </a:cubicBezTo>
                  <a:cubicBezTo>
                    <a:pt x="0" y="60949"/>
                    <a:pt x="27" y="61002"/>
                    <a:pt x="81" y="61029"/>
                  </a:cubicBezTo>
                  <a:cubicBezTo>
                    <a:pt x="1820" y="62046"/>
                    <a:pt x="2864" y="63839"/>
                    <a:pt x="2918" y="65847"/>
                  </a:cubicBezTo>
                  <a:cubicBezTo>
                    <a:pt x="2918" y="65900"/>
                    <a:pt x="2944" y="65927"/>
                    <a:pt x="2998" y="65954"/>
                  </a:cubicBezTo>
                  <a:cubicBezTo>
                    <a:pt x="4952" y="66944"/>
                    <a:pt x="6156" y="68898"/>
                    <a:pt x="6156" y="71066"/>
                  </a:cubicBezTo>
                  <a:cubicBezTo>
                    <a:pt x="6156" y="73234"/>
                    <a:pt x="4952" y="75188"/>
                    <a:pt x="2998" y="76178"/>
                  </a:cubicBezTo>
                  <a:cubicBezTo>
                    <a:pt x="2944" y="76178"/>
                    <a:pt x="2918" y="76232"/>
                    <a:pt x="2918" y="76285"/>
                  </a:cubicBezTo>
                  <a:cubicBezTo>
                    <a:pt x="2864" y="78266"/>
                    <a:pt x="1820" y="80086"/>
                    <a:pt x="81" y="81076"/>
                  </a:cubicBezTo>
                  <a:cubicBezTo>
                    <a:pt x="27" y="81130"/>
                    <a:pt x="0" y="81183"/>
                    <a:pt x="27" y="81264"/>
                  </a:cubicBezTo>
                  <a:cubicBezTo>
                    <a:pt x="44" y="81297"/>
                    <a:pt x="81" y="81320"/>
                    <a:pt x="119" y="81320"/>
                  </a:cubicBezTo>
                  <a:cubicBezTo>
                    <a:pt x="143" y="81320"/>
                    <a:pt x="167" y="81311"/>
                    <a:pt x="188" y="81290"/>
                  </a:cubicBezTo>
                  <a:cubicBezTo>
                    <a:pt x="1981" y="80273"/>
                    <a:pt x="3105" y="78427"/>
                    <a:pt x="3185" y="76366"/>
                  </a:cubicBezTo>
                  <a:cubicBezTo>
                    <a:pt x="5166" y="75322"/>
                    <a:pt x="6397" y="73314"/>
                    <a:pt x="6397" y="71066"/>
                  </a:cubicBezTo>
                  <a:cubicBezTo>
                    <a:pt x="6397" y="68818"/>
                    <a:pt x="5166" y="66784"/>
                    <a:pt x="3185" y="65766"/>
                  </a:cubicBezTo>
                  <a:cubicBezTo>
                    <a:pt x="3105" y="63786"/>
                    <a:pt x="2061" y="61992"/>
                    <a:pt x="375" y="60922"/>
                  </a:cubicBezTo>
                  <a:cubicBezTo>
                    <a:pt x="2061" y="59878"/>
                    <a:pt x="3105" y="58085"/>
                    <a:pt x="3185" y="56104"/>
                  </a:cubicBezTo>
                  <a:cubicBezTo>
                    <a:pt x="5166" y="55060"/>
                    <a:pt x="6397" y="53053"/>
                    <a:pt x="6397" y="50804"/>
                  </a:cubicBezTo>
                  <a:cubicBezTo>
                    <a:pt x="6397" y="48556"/>
                    <a:pt x="5166" y="46522"/>
                    <a:pt x="3185" y="45505"/>
                  </a:cubicBezTo>
                  <a:cubicBezTo>
                    <a:pt x="3159" y="43604"/>
                    <a:pt x="2061" y="41731"/>
                    <a:pt x="375" y="40660"/>
                  </a:cubicBezTo>
                  <a:cubicBezTo>
                    <a:pt x="1901" y="39723"/>
                    <a:pt x="3292" y="37877"/>
                    <a:pt x="3185" y="35816"/>
                  </a:cubicBezTo>
                  <a:cubicBezTo>
                    <a:pt x="5166" y="34799"/>
                    <a:pt x="6397" y="32764"/>
                    <a:pt x="6397" y="30543"/>
                  </a:cubicBezTo>
                  <a:cubicBezTo>
                    <a:pt x="6397" y="28295"/>
                    <a:pt x="5166" y="26260"/>
                    <a:pt x="3185" y="25243"/>
                  </a:cubicBezTo>
                  <a:cubicBezTo>
                    <a:pt x="3078" y="23236"/>
                    <a:pt x="2061" y="21443"/>
                    <a:pt x="375" y="20399"/>
                  </a:cubicBezTo>
                  <a:cubicBezTo>
                    <a:pt x="2061" y="19328"/>
                    <a:pt x="3185" y="17454"/>
                    <a:pt x="3185" y="15608"/>
                  </a:cubicBezTo>
                  <a:cubicBezTo>
                    <a:pt x="3185" y="15608"/>
                    <a:pt x="3185" y="15581"/>
                    <a:pt x="3185" y="15554"/>
                  </a:cubicBezTo>
                  <a:cubicBezTo>
                    <a:pt x="5166" y="14537"/>
                    <a:pt x="6397" y="12503"/>
                    <a:pt x="6397" y="10255"/>
                  </a:cubicBezTo>
                  <a:cubicBezTo>
                    <a:pt x="6397" y="8033"/>
                    <a:pt x="5166" y="5999"/>
                    <a:pt x="3185" y="4982"/>
                  </a:cubicBezTo>
                  <a:lnTo>
                    <a:pt x="3185" y="4955"/>
                  </a:lnTo>
                  <a:cubicBezTo>
                    <a:pt x="3185" y="3028"/>
                    <a:pt x="1981" y="1074"/>
                    <a:pt x="188" y="30"/>
                  </a:cubicBezTo>
                  <a:cubicBezTo>
                    <a:pt x="167" y="10"/>
                    <a:pt x="143" y="1"/>
                    <a:pt x="11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4" name="Google Shape;494;p56"/>
            <p:cNvSpPr/>
            <p:nvPr/>
          </p:nvSpPr>
          <p:spPr>
            <a:xfrm>
              <a:off x="1453950" y="818875"/>
              <a:ext cx="160600" cy="2032875"/>
            </a:xfrm>
            <a:custGeom>
              <a:avLst/>
              <a:gdLst/>
              <a:ahLst/>
              <a:cxnLst/>
              <a:rect l="l" t="t" r="r" b="b"/>
              <a:pathLst>
                <a:path w="6424" h="81315" extrusionOk="0">
                  <a:moveTo>
                    <a:pt x="136" y="1"/>
                  </a:moveTo>
                  <a:cubicBezTo>
                    <a:pt x="95" y="1"/>
                    <a:pt x="61" y="20"/>
                    <a:pt x="27" y="70"/>
                  </a:cubicBezTo>
                  <a:cubicBezTo>
                    <a:pt x="27" y="70"/>
                    <a:pt x="27" y="97"/>
                    <a:pt x="27" y="124"/>
                  </a:cubicBezTo>
                  <a:cubicBezTo>
                    <a:pt x="27" y="178"/>
                    <a:pt x="27" y="204"/>
                    <a:pt x="80" y="231"/>
                  </a:cubicBezTo>
                  <a:cubicBezTo>
                    <a:pt x="1820" y="1248"/>
                    <a:pt x="2971" y="3175"/>
                    <a:pt x="2944" y="5022"/>
                  </a:cubicBezTo>
                  <a:cubicBezTo>
                    <a:pt x="2944" y="5076"/>
                    <a:pt x="2971" y="5129"/>
                    <a:pt x="2998" y="5156"/>
                  </a:cubicBezTo>
                  <a:cubicBezTo>
                    <a:pt x="4952" y="6119"/>
                    <a:pt x="6156" y="8073"/>
                    <a:pt x="6156" y="10268"/>
                  </a:cubicBezTo>
                  <a:cubicBezTo>
                    <a:pt x="6156" y="12436"/>
                    <a:pt x="4952" y="14390"/>
                    <a:pt x="2998" y="15354"/>
                  </a:cubicBezTo>
                  <a:cubicBezTo>
                    <a:pt x="2971" y="15380"/>
                    <a:pt x="2944" y="15434"/>
                    <a:pt x="2944" y="15487"/>
                  </a:cubicBezTo>
                  <a:cubicBezTo>
                    <a:pt x="2944" y="15514"/>
                    <a:pt x="2944" y="15568"/>
                    <a:pt x="2944" y="15595"/>
                  </a:cubicBezTo>
                  <a:cubicBezTo>
                    <a:pt x="2944" y="17415"/>
                    <a:pt x="1820" y="19261"/>
                    <a:pt x="107" y="20278"/>
                  </a:cubicBezTo>
                  <a:cubicBezTo>
                    <a:pt x="54" y="20278"/>
                    <a:pt x="27" y="20305"/>
                    <a:pt x="27" y="20359"/>
                  </a:cubicBezTo>
                  <a:cubicBezTo>
                    <a:pt x="0" y="20412"/>
                    <a:pt x="27" y="20466"/>
                    <a:pt x="80" y="20493"/>
                  </a:cubicBezTo>
                  <a:cubicBezTo>
                    <a:pt x="1793" y="21510"/>
                    <a:pt x="2864" y="23303"/>
                    <a:pt x="2944" y="25310"/>
                  </a:cubicBezTo>
                  <a:cubicBezTo>
                    <a:pt x="2944" y="25364"/>
                    <a:pt x="2971" y="25391"/>
                    <a:pt x="2998" y="25417"/>
                  </a:cubicBezTo>
                  <a:cubicBezTo>
                    <a:pt x="4952" y="26381"/>
                    <a:pt x="6156" y="28362"/>
                    <a:pt x="6156" y="30530"/>
                  </a:cubicBezTo>
                  <a:cubicBezTo>
                    <a:pt x="6156" y="32698"/>
                    <a:pt x="4952" y="34652"/>
                    <a:pt x="2998" y="35642"/>
                  </a:cubicBezTo>
                  <a:cubicBezTo>
                    <a:pt x="2944" y="35642"/>
                    <a:pt x="2918" y="35695"/>
                    <a:pt x="2944" y="35749"/>
                  </a:cubicBezTo>
                  <a:cubicBezTo>
                    <a:pt x="3105" y="37837"/>
                    <a:pt x="1633" y="39630"/>
                    <a:pt x="107" y="40540"/>
                  </a:cubicBezTo>
                  <a:cubicBezTo>
                    <a:pt x="54" y="40540"/>
                    <a:pt x="27" y="40594"/>
                    <a:pt x="27" y="40620"/>
                  </a:cubicBezTo>
                  <a:cubicBezTo>
                    <a:pt x="0" y="40674"/>
                    <a:pt x="27" y="40727"/>
                    <a:pt x="80" y="40754"/>
                  </a:cubicBezTo>
                  <a:cubicBezTo>
                    <a:pt x="1820" y="41771"/>
                    <a:pt x="2944" y="43645"/>
                    <a:pt x="2944" y="45545"/>
                  </a:cubicBezTo>
                  <a:cubicBezTo>
                    <a:pt x="2944" y="45545"/>
                    <a:pt x="2944" y="45572"/>
                    <a:pt x="2944" y="45572"/>
                  </a:cubicBezTo>
                  <a:cubicBezTo>
                    <a:pt x="2944" y="45626"/>
                    <a:pt x="2971" y="45652"/>
                    <a:pt x="2998" y="45679"/>
                  </a:cubicBezTo>
                  <a:cubicBezTo>
                    <a:pt x="4952" y="46669"/>
                    <a:pt x="6156" y="48623"/>
                    <a:pt x="6156" y="50791"/>
                  </a:cubicBezTo>
                  <a:cubicBezTo>
                    <a:pt x="6156" y="52959"/>
                    <a:pt x="4952" y="54913"/>
                    <a:pt x="2998" y="55904"/>
                  </a:cubicBezTo>
                  <a:cubicBezTo>
                    <a:pt x="2971" y="55930"/>
                    <a:pt x="2944" y="55957"/>
                    <a:pt x="2944" y="56011"/>
                  </a:cubicBezTo>
                  <a:cubicBezTo>
                    <a:pt x="2891" y="57991"/>
                    <a:pt x="1820" y="59785"/>
                    <a:pt x="107" y="60802"/>
                  </a:cubicBezTo>
                  <a:cubicBezTo>
                    <a:pt x="54" y="60828"/>
                    <a:pt x="27" y="60855"/>
                    <a:pt x="27" y="60882"/>
                  </a:cubicBezTo>
                  <a:cubicBezTo>
                    <a:pt x="0" y="60935"/>
                    <a:pt x="27" y="60989"/>
                    <a:pt x="80" y="61016"/>
                  </a:cubicBezTo>
                  <a:cubicBezTo>
                    <a:pt x="1820" y="62033"/>
                    <a:pt x="2891" y="63826"/>
                    <a:pt x="2944" y="65834"/>
                  </a:cubicBezTo>
                  <a:cubicBezTo>
                    <a:pt x="2944" y="65887"/>
                    <a:pt x="2971" y="65914"/>
                    <a:pt x="2998" y="65941"/>
                  </a:cubicBezTo>
                  <a:cubicBezTo>
                    <a:pt x="4952" y="66931"/>
                    <a:pt x="6156" y="68885"/>
                    <a:pt x="6156" y="71053"/>
                  </a:cubicBezTo>
                  <a:cubicBezTo>
                    <a:pt x="6156" y="73221"/>
                    <a:pt x="4952" y="75175"/>
                    <a:pt x="2998" y="76165"/>
                  </a:cubicBezTo>
                  <a:cubicBezTo>
                    <a:pt x="2971" y="76192"/>
                    <a:pt x="2944" y="76219"/>
                    <a:pt x="2944" y="76272"/>
                  </a:cubicBezTo>
                  <a:cubicBezTo>
                    <a:pt x="2891" y="78280"/>
                    <a:pt x="1820" y="80073"/>
                    <a:pt x="80" y="81090"/>
                  </a:cubicBezTo>
                  <a:cubicBezTo>
                    <a:pt x="27" y="81117"/>
                    <a:pt x="0" y="81197"/>
                    <a:pt x="27" y="81251"/>
                  </a:cubicBezTo>
                  <a:cubicBezTo>
                    <a:pt x="66" y="81290"/>
                    <a:pt x="120" y="81315"/>
                    <a:pt x="167" y="81315"/>
                  </a:cubicBezTo>
                  <a:cubicBezTo>
                    <a:pt x="184" y="81315"/>
                    <a:pt x="200" y="81311"/>
                    <a:pt x="214" y="81304"/>
                  </a:cubicBezTo>
                  <a:cubicBezTo>
                    <a:pt x="2008" y="80260"/>
                    <a:pt x="3105" y="78413"/>
                    <a:pt x="3185" y="76352"/>
                  </a:cubicBezTo>
                  <a:cubicBezTo>
                    <a:pt x="5166" y="75309"/>
                    <a:pt x="6424" y="73301"/>
                    <a:pt x="6424" y="71053"/>
                  </a:cubicBezTo>
                  <a:cubicBezTo>
                    <a:pt x="6424" y="68805"/>
                    <a:pt x="5166" y="66797"/>
                    <a:pt x="3185" y="65753"/>
                  </a:cubicBezTo>
                  <a:cubicBezTo>
                    <a:pt x="3105" y="63773"/>
                    <a:pt x="2061" y="61979"/>
                    <a:pt x="375" y="60909"/>
                  </a:cubicBezTo>
                  <a:cubicBezTo>
                    <a:pt x="2061" y="59865"/>
                    <a:pt x="3105" y="58072"/>
                    <a:pt x="3185" y="56091"/>
                  </a:cubicBezTo>
                  <a:cubicBezTo>
                    <a:pt x="5166" y="55047"/>
                    <a:pt x="6424" y="53040"/>
                    <a:pt x="6424" y="50791"/>
                  </a:cubicBezTo>
                  <a:cubicBezTo>
                    <a:pt x="6424" y="48543"/>
                    <a:pt x="5193" y="46536"/>
                    <a:pt x="3185" y="45492"/>
                  </a:cubicBezTo>
                  <a:cubicBezTo>
                    <a:pt x="3159" y="43591"/>
                    <a:pt x="2088" y="41718"/>
                    <a:pt x="375" y="40647"/>
                  </a:cubicBezTo>
                  <a:cubicBezTo>
                    <a:pt x="1901" y="39710"/>
                    <a:pt x="3319" y="37890"/>
                    <a:pt x="3185" y="35829"/>
                  </a:cubicBezTo>
                  <a:cubicBezTo>
                    <a:pt x="5193" y="34785"/>
                    <a:pt x="6424" y="32751"/>
                    <a:pt x="6424" y="30530"/>
                  </a:cubicBezTo>
                  <a:cubicBezTo>
                    <a:pt x="6424" y="28281"/>
                    <a:pt x="5166" y="26247"/>
                    <a:pt x="3185" y="25230"/>
                  </a:cubicBezTo>
                  <a:cubicBezTo>
                    <a:pt x="3105" y="23223"/>
                    <a:pt x="2061" y="21429"/>
                    <a:pt x="375" y="20386"/>
                  </a:cubicBezTo>
                  <a:cubicBezTo>
                    <a:pt x="2088" y="19315"/>
                    <a:pt x="3185" y="17441"/>
                    <a:pt x="3185" y="15595"/>
                  </a:cubicBezTo>
                  <a:cubicBezTo>
                    <a:pt x="3185" y="15595"/>
                    <a:pt x="3185" y="15568"/>
                    <a:pt x="3185" y="15541"/>
                  </a:cubicBezTo>
                  <a:cubicBezTo>
                    <a:pt x="5193" y="14524"/>
                    <a:pt x="6424" y="12490"/>
                    <a:pt x="6424" y="10268"/>
                  </a:cubicBezTo>
                  <a:cubicBezTo>
                    <a:pt x="6424" y="8020"/>
                    <a:pt x="5193" y="5986"/>
                    <a:pt x="3185" y="4969"/>
                  </a:cubicBezTo>
                  <a:cubicBezTo>
                    <a:pt x="3185" y="3041"/>
                    <a:pt x="2008" y="1061"/>
                    <a:pt x="214" y="17"/>
                  </a:cubicBezTo>
                  <a:cubicBezTo>
                    <a:pt x="185" y="7"/>
                    <a:pt x="159" y="1"/>
                    <a:pt x="13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5" name="Google Shape;495;p56"/>
            <p:cNvSpPr/>
            <p:nvPr/>
          </p:nvSpPr>
          <p:spPr>
            <a:xfrm>
              <a:off x="1300050" y="566950"/>
              <a:ext cx="160600" cy="2033000"/>
            </a:xfrm>
            <a:custGeom>
              <a:avLst/>
              <a:gdLst/>
              <a:ahLst/>
              <a:cxnLst/>
              <a:rect l="l" t="t" r="r" b="b"/>
              <a:pathLst>
                <a:path w="6424" h="81320" extrusionOk="0">
                  <a:moveTo>
                    <a:pt x="146" y="1"/>
                  </a:moveTo>
                  <a:cubicBezTo>
                    <a:pt x="107" y="1"/>
                    <a:pt x="70" y="24"/>
                    <a:pt x="54" y="57"/>
                  </a:cubicBezTo>
                  <a:cubicBezTo>
                    <a:pt x="27" y="84"/>
                    <a:pt x="27" y="110"/>
                    <a:pt x="27" y="137"/>
                  </a:cubicBezTo>
                  <a:cubicBezTo>
                    <a:pt x="27" y="164"/>
                    <a:pt x="54" y="217"/>
                    <a:pt x="80" y="244"/>
                  </a:cubicBezTo>
                  <a:cubicBezTo>
                    <a:pt x="1820" y="1261"/>
                    <a:pt x="2971" y="3188"/>
                    <a:pt x="2944" y="5035"/>
                  </a:cubicBezTo>
                  <a:cubicBezTo>
                    <a:pt x="2944" y="5089"/>
                    <a:pt x="2971" y="5142"/>
                    <a:pt x="3025" y="5169"/>
                  </a:cubicBezTo>
                  <a:cubicBezTo>
                    <a:pt x="4952" y="6133"/>
                    <a:pt x="6183" y="8086"/>
                    <a:pt x="6183" y="10255"/>
                  </a:cubicBezTo>
                  <a:cubicBezTo>
                    <a:pt x="6183" y="12449"/>
                    <a:pt x="4952" y="14403"/>
                    <a:pt x="3025" y="15367"/>
                  </a:cubicBezTo>
                  <a:cubicBezTo>
                    <a:pt x="2971" y="15394"/>
                    <a:pt x="2944" y="15447"/>
                    <a:pt x="2944" y="15501"/>
                  </a:cubicBezTo>
                  <a:cubicBezTo>
                    <a:pt x="2998" y="17321"/>
                    <a:pt x="1847" y="19248"/>
                    <a:pt x="107" y="20292"/>
                  </a:cubicBezTo>
                  <a:cubicBezTo>
                    <a:pt x="80" y="20292"/>
                    <a:pt x="54" y="20318"/>
                    <a:pt x="27" y="20372"/>
                  </a:cubicBezTo>
                  <a:cubicBezTo>
                    <a:pt x="27" y="20425"/>
                    <a:pt x="27" y="20479"/>
                    <a:pt x="80" y="20506"/>
                  </a:cubicBezTo>
                  <a:cubicBezTo>
                    <a:pt x="1820" y="21496"/>
                    <a:pt x="2891" y="23316"/>
                    <a:pt x="2944" y="25324"/>
                  </a:cubicBezTo>
                  <a:cubicBezTo>
                    <a:pt x="2944" y="25350"/>
                    <a:pt x="2971" y="25404"/>
                    <a:pt x="3025" y="25431"/>
                  </a:cubicBezTo>
                  <a:cubicBezTo>
                    <a:pt x="4952" y="26394"/>
                    <a:pt x="6183" y="28348"/>
                    <a:pt x="6183" y="30543"/>
                  </a:cubicBezTo>
                  <a:cubicBezTo>
                    <a:pt x="6183" y="32711"/>
                    <a:pt x="4952" y="34665"/>
                    <a:pt x="3025" y="35628"/>
                  </a:cubicBezTo>
                  <a:cubicBezTo>
                    <a:pt x="2971" y="35655"/>
                    <a:pt x="2944" y="35709"/>
                    <a:pt x="2944" y="35762"/>
                  </a:cubicBezTo>
                  <a:cubicBezTo>
                    <a:pt x="3105" y="37823"/>
                    <a:pt x="1633" y="39643"/>
                    <a:pt x="107" y="40553"/>
                  </a:cubicBezTo>
                  <a:cubicBezTo>
                    <a:pt x="80" y="40553"/>
                    <a:pt x="54" y="40580"/>
                    <a:pt x="27" y="40633"/>
                  </a:cubicBezTo>
                  <a:cubicBezTo>
                    <a:pt x="27" y="40687"/>
                    <a:pt x="27" y="40741"/>
                    <a:pt x="80" y="40767"/>
                  </a:cubicBezTo>
                  <a:cubicBezTo>
                    <a:pt x="1820" y="41784"/>
                    <a:pt x="2944" y="43658"/>
                    <a:pt x="2944" y="45532"/>
                  </a:cubicBezTo>
                  <a:cubicBezTo>
                    <a:pt x="2944" y="45558"/>
                    <a:pt x="2944" y="45558"/>
                    <a:pt x="2944" y="45585"/>
                  </a:cubicBezTo>
                  <a:cubicBezTo>
                    <a:pt x="2944" y="45612"/>
                    <a:pt x="2971" y="45665"/>
                    <a:pt x="3025" y="45692"/>
                  </a:cubicBezTo>
                  <a:cubicBezTo>
                    <a:pt x="4952" y="46656"/>
                    <a:pt x="6183" y="48636"/>
                    <a:pt x="6183" y="50804"/>
                  </a:cubicBezTo>
                  <a:cubicBezTo>
                    <a:pt x="6183" y="52972"/>
                    <a:pt x="4952" y="54926"/>
                    <a:pt x="3025" y="55917"/>
                  </a:cubicBezTo>
                  <a:cubicBezTo>
                    <a:pt x="2971" y="55917"/>
                    <a:pt x="2944" y="55970"/>
                    <a:pt x="2944" y="56024"/>
                  </a:cubicBezTo>
                  <a:cubicBezTo>
                    <a:pt x="2891" y="58004"/>
                    <a:pt x="1847" y="59798"/>
                    <a:pt x="107" y="60815"/>
                  </a:cubicBezTo>
                  <a:cubicBezTo>
                    <a:pt x="80" y="60815"/>
                    <a:pt x="54" y="60868"/>
                    <a:pt x="27" y="60895"/>
                  </a:cubicBezTo>
                  <a:cubicBezTo>
                    <a:pt x="27" y="60949"/>
                    <a:pt x="27" y="61002"/>
                    <a:pt x="80" y="61029"/>
                  </a:cubicBezTo>
                  <a:cubicBezTo>
                    <a:pt x="1820" y="62046"/>
                    <a:pt x="2891" y="63839"/>
                    <a:pt x="2944" y="65847"/>
                  </a:cubicBezTo>
                  <a:cubicBezTo>
                    <a:pt x="2944" y="65900"/>
                    <a:pt x="2971" y="65927"/>
                    <a:pt x="3025" y="65954"/>
                  </a:cubicBezTo>
                  <a:cubicBezTo>
                    <a:pt x="4952" y="66944"/>
                    <a:pt x="6183" y="68898"/>
                    <a:pt x="6183" y="71066"/>
                  </a:cubicBezTo>
                  <a:cubicBezTo>
                    <a:pt x="6183" y="73234"/>
                    <a:pt x="4952" y="75188"/>
                    <a:pt x="3025" y="76178"/>
                  </a:cubicBezTo>
                  <a:cubicBezTo>
                    <a:pt x="2971" y="76178"/>
                    <a:pt x="2944" y="76232"/>
                    <a:pt x="2944" y="76285"/>
                  </a:cubicBezTo>
                  <a:cubicBezTo>
                    <a:pt x="2891" y="78266"/>
                    <a:pt x="1820" y="80086"/>
                    <a:pt x="80" y="81076"/>
                  </a:cubicBezTo>
                  <a:cubicBezTo>
                    <a:pt x="27" y="81130"/>
                    <a:pt x="0" y="81183"/>
                    <a:pt x="54" y="81264"/>
                  </a:cubicBezTo>
                  <a:cubicBezTo>
                    <a:pt x="70" y="81297"/>
                    <a:pt x="107" y="81320"/>
                    <a:pt x="146" y="81320"/>
                  </a:cubicBezTo>
                  <a:cubicBezTo>
                    <a:pt x="169" y="81320"/>
                    <a:pt x="194" y="81311"/>
                    <a:pt x="214" y="81290"/>
                  </a:cubicBezTo>
                  <a:cubicBezTo>
                    <a:pt x="2007" y="80273"/>
                    <a:pt x="3105" y="78427"/>
                    <a:pt x="3185" y="76366"/>
                  </a:cubicBezTo>
                  <a:cubicBezTo>
                    <a:pt x="5193" y="75322"/>
                    <a:pt x="6424" y="73314"/>
                    <a:pt x="6424" y="71066"/>
                  </a:cubicBezTo>
                  <a:cubicBezTo>
                    <a:pt x="6424" y="68818"/>
                    <a:pt x="5193" y="66784"/>
                    <a:pt x="3185" y="65766"/>
                  </a:cubicBezTo>
                  <a:cubicBezTo>
                    <a:pt x="3132" y="63786"/>
                    <a:pt x="2088" y="61992"/>
                    <a:pt x="402" y="60922"/>
                  </a:cubicBezTo>
                  <a:cubicBezTo>
                    <a:pt x="2088" y="59878"/>
                    <a:pt x="3132" y="58085"/>
                    <a:pt x="3185" y="56104"/>
                  </a:cubicBezTo>
                  <a:cubicBezTo>
                    <a:pt x="5193" y="55060"/>
                    <a:pt x="6424" y="53053"/>
                    <a:pt x="6424" y="50804"/>
                  </a:cubicBezTo>
                  <a:cubicBezTo>
                    <a:pt x="6424" y="48556"/>
                    <a:pt x="5193" y="46522"/>
                    <a:pt x="3185" y="45505"/>
                  </a:cubicBezTo>
                  <a:cubicBezTo>
                    <a:pt x="3185" y="43604"/>
                    <a:pt x="2088" y="41731"/>
                    <a:pt x="402" y="40660"/>
                  </a:cubicBezTo>
                  <a:cubicBezTo>
                    <a:pt x="1927" y="39723"/>
                    <a:pt x="3319" y="37903"/>
                    <a:pt x="3212" y="35816"/>
                  </a:cubicBezTo>
                  <a:cubicBezTo>
                    <a:pt x="5193" y="34799"/>
                    <a:pt x="6424" y="32764"/>
                    <a:pt x="6424" y="30543"/>
                  </a:cubicBezTo>
                  <a:cubicBezTo>
                    <a:pt x="6424" y="28295"/>
                    <a:pt x="5193" y="26260"/>
                    <a:pt x="3185" y="25243"/>
                  </a:cubicBezTo>
                  <a:cubicBezTo>
                    <a:pt x="3105" y="23236"/>
                    <a:pt x="2061" y="21443"/>
                    <a:pt x="402" y="20399"/>
                  </a:cubicBezTo>
                  <a:cubicBezTo>
                    <a:pt x="2088" y="19328"/>
                    <a:pt x="3185" y="17454"/>
                    <a:pt x="3185" y="15608"/>
                  </a:cubicBezTo>
                  <a:cubicBezTo>
                    <a:pt x="3185" y="15608"/>
                    <a:pt x="3185" y="15581"/>
                    <a:pt x="3185" y="15554"/>
                  </a:cubicBezTo>
                  <a:cubicBezTo>
                    <a:pt x="5193" y="14537"/>
                    <a:pt x="6424" y="12503"/>
                    <a:pt x="6424" y="10255"/>
                  </a:cubicBezTo>
                  <a:cubicBezTo>
                    <a:pt x="6424" y="8033"/>
                    <a:pt x="5193" y="5999"/>
                    <a:pt x="3185" y="4982"/>
                  </a:cubicBezTo>
                  <a:lnTo>
                    <a:pt x="3185" y="4955"/>
                  </a:lnTo>
                  <a:cubicBezTo>
                    <a:pt x="3185" y="3028"/>
                    <a:pt x="2007" y="1074"/>
                    <a:pt x="214" y="30"/>
                  </a:cubicBezTo>
                  <a:cubicBezTo>
                    <a:pt x="194" y="10"/>
                    <a:pt x="169" y="1"/>
                    <a:pt x="14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6" name="Google Shape;496;p56"/>
            <p:cNvSpPr/>
            <p:nvPr/>
          </p:nvSpPr>
          <p:spPr>
            <a:xfrm>
              <a:off x="1146800" y="818875"/>
              <a:ext cx="159950" cy="2032875"/>
            </a:xfrm>
            <a:custGeom>
              <a:avLst/>
              <a:gdLst/>
              <a:ahLst/>
              <a:cxnLst/>
              <a:rect l="l" t="t" r="r" b="b"/>
              <a:pathLst>
                <a:path w="6398" h="81315" extrusionOk="0">
                  <a:moveTo>
                    <a:pt x="123" y="1"/>
                  </a:moveTo>
                  <a:cubicBezTo>
                    <a:pt x="83" y="1"/>
                    <a:pt x="44" y="20"/>
                    <a:pt x="28" y="70"/>
                  </a:cubicBezTo>
                  <a:cubicBezTo>
                    <a:pt x="28" y="70"/>
                    <a:pt x="1" y="97"/>
                    <a:pt x="1" y="124"/>
                  </a:cubicBezTo>
                  <a:cubicBezTo>
                    <a:pt x="1" y="178"/>
                    <a:pt x="28" y="204"/>
                    <a:pt x="81" y="231"/>
                  </a:cubicBezTo>
                  <a:cubicBezTo>
                    <a:pt x="1821" y="1248"/>
                    <a:pt x="2972" y="3175"/>
                    <a:pt x="2918" y="5022"/>
                  </a:cubicBezTo>
                  <a:cubicBezTo>
                    <a:pt x="2918" y="5076"/>
                    <a:pt x="2945" y="5129"/>
                    <a:pt x="2998" y="5156"/>
                  </a:cubicBezTo>
                  <a:cubicBezTo>
                    <a:pt x="4952" y="6119"/>
                    <a:pt x="6157" y="8073"/>
                    <a:pt x="6157" y="10268"/>
                  </a:cubicBezTo>
                  <a:cubicBezTo>
                    <a:pt x="6157" y="12436"/>
                    <a:pt x="4952" y="14390"/>
                    <a:pt x="2998" y="15354"/>
                  </a:cubicBezTo>
                  <a:cubicBezTo>
                    <a:pt x="2945" y="15380"/>
                    <a:pt x="2918" y="15434"/>
                    <a:pt x="2918" y="15487"/>
                  </a:cubicBezTo>
                  <a:cubicBezTo>
                    <a:pt x="2998" y="17334"/>
                    <a:pt x="1848" y="19235"/>
                    <a:pt x="81" y="20278"/>
                  </a:cubicBezTo>
                  <a:cubicBezTo>
                    <a:pt x="54" y="20278"/>
                    <a:pt x="28" y="20305"/>
                    <a:pt x="1" y="20359"/>
                  </a:cubicBezTo>
                  <a:cubicBezTo>
                    <a:pt x="1" y="20412"/>
                    <a:pt x="28" y="20466"/>
                    <a:pt x="81" y="20493"/>
                  </a:cubicBezTo>
                  <a:cubicBezTo>
                    <a:pt x="1794" y="21510"/>
                    <a:pt x="2865" y="23303"/>
                    <a:pt x="2918" y="25310"/>
                  </a:cubicBezTo>
                  <a:cubicBezTo>
                    <a:pt x="2918" y="25364"/>
                    <a:pt x="2945" y="25391"/>
                    <a:pt x="2998" y="25417"/>
                  </a:cubicBezTo>
                  <a:cubicBezTo>
                    <a:pt x="4952" y="26381"/>
                    <a:pt x="6157" y="28362"/>
                    <a:pt x="6157" y="30530"/>
                  </a:cubicBezTo>
                  <a:cubicBezTo>
                    <a:pt x="6157" y="32698"/>
                    <a:pt x="4952" y="34652"/>
                    <a:pt x="2998" y="35642"/>
                  </a:cubicBezTo>
                  <a:cubicBezTo>
                    <a:pt x="2945" y="35642"/>
                    <a:pt x="2918" y="35695"/>
                    <a:pt x="2918" y="35749"/>
                  </a:cubicBezTo>
                  <a:cubicBezTo>
                    <a:pt x="3079" y="37837"/>
                    <a:pt x="1633" y="39630"/>
                    <a:pt x="81" y="40540"/>
                  </a:cubicBezTo>
                  <a:cubicBezTo>
                    <a:pt x="54" y="40540"/>
                    <a:pt x="28" y="40594"/>
                    <a:pt x="1" y="40620"/>
                  </a:cubicBezTo>
                  <a:cubicBezTo>
                    <a:pt x="1" y="40674"/>
                    <a:pt x="28" y="40727"/>
                    <a:pt x="81" y="40754"/>
                  </a:cubicBezTo>
                  <a:cubicBezTo>
                    <a:pt x="1821" y="41771"/>
                    <a:pt x="2918" y="43645"/>
                    <a:pt x="2918" y="45545"/>
                  </a:cubicBezTo>
                  <a:cubicBezTo>
                    <a:pt x="2918" y="45545"/>
                    <a:pt x="2918" y="45545"/>
                    <a:pt x="2918" y="45572"/>
                  </a:cubicBezTo>
                  <a:cubicBezTo>
                    <a:pt x="2918" y="45626"/>
                    <a:pt x="2945" y="45652"/>
                    <a:pt x="2998" y="45679"/>
                  </a:cubicBezTo>
                  <a:cubicBezTo>
                    <a:pt x="4952" y="46669"/>
                    <a:pt x="6157" y="48623"/>
                    <a:pt x="6157" y="50791"/>
                  </a:cubicBezTo>
                  <a:cubicBezTo>
                    <a:pt x="6157" y="52959"/>
                    <a:pt x="4952" y="54913"/>
                    <a:pt x="2998" y="55904"/>
                  </a:cubicBezTo>
                  <a:cubicBezTo>
                    <a:pt x="2945" y="55930"/>
                    <a:pt x="2918" y="55957"/>
                    <a:pt x="2918" y="56011"/>
                  </a:cubicBezTo>
                  <a:cubicBezTo>
                    <a:pt x="2891" y="57991"/>
                    <a:pt x="1821" y="59785"/>
                    <a:pt x="81" y="60802"/>
                  </a:cubicBezTo>
                  <a:cubicBezTo>
                    <a:pt x="54" y="60828"/>
                    <a:pt x="28" y="60855"/>
                    <a:pt x="1" y="60882"/>
                  </a:cubicBezTo>
                  <a:cubicBezTo>
                    <a:pt x="1" y="60935"/>
                    <a:pt x="28" y="60989"/>
                    <a:pt x="81" y="61016"/>
                  </a:cubicBezTo>
                  <a:cubicBezTo>
                    <a:pt x="1821" y="62033"/>
                    <a:pt x="2891" y="63826"/>
                    <a:pt x="2918" y="65834"/>
                  </a:cubicBezTo>
                  <a:cubicBezTo>
                    <a:pt x="2918" y="65887"/>
                    <a:pt x="2945" y="65914"/>
                    <a:pt x="2998" y="65941"/>
                  </a:cubicBezTo>
                  <a:cubicBezTo>
                    <a:pt x="4952" y="66931"/>
                    <a:pt x="6157" y="68885"/>
                    <a:pt x="6157" y="71053"/>
                  </a:cubicBezTo>
                  <a:cubicBezTo>
                    <a:pt x="6157" y="73221"/>
                    <a:pt x="4952" y="75175"/>
                    <a:pt x="2998" y="76165"/>
                  </a:cubicBezTo>
                  <a:cubicBezTo>
                    <a:pt x="2945" y="76192"/>
                    <a:pt x="2918" y="76219"/>
                    <a:pt x="2918" y="76272"/>
                  </a:cubicBezTo>
                  <a:cubicBezTo>
                    <a:pt x="2891" y="78280"/>
                    <a:pt x="1821" y="80073"/>
                    <a:pt x="81" y="81090"/>
                  </a:cubicBezTo>
                  <a:cubicBezTo>
                    <a:pt x="28" y="81117"/>
                    <a:pt x="1" y="81197"/>
                    <a:pt x="28" y="81251"/>
                  </a:cubicBezTo>
                  <a:cubicBezTo>
                    <a:pt x="47" y="81290"/>
                    <a:pt x="95" y="81315"/>
                    <a:pt x="151" y="81315"/>
                  </a:cubicBezTo>
                  <a:cubicBezTo>
                    <a:pt x="172" y="81315"/>
                    <a:pt x="193" y="81311"/>
                    <a:pt x="215" y="81304"/>
                  </a:cubicBezTo>
                  <a:cubicBezTo>
                    <a:pt x="1981" y="80260"/>
                    <a:pt x="3106" y="78413"/>
                    <a:pt x="3186" y="76352"/>
                  </a:cubicBezTo>
                  <a:cubicBezTo>
                    <a:pt x="5167" y="75309"/>
                    <a:pt x="6398" y="73301"/>
                    <a:pt x="6398" y="71053"/>
                  </a:cubicBezTo>
                  <a:cubicBezTo>
                    <a:pt x="6398" y="68805"/>
                    <a:pt x="5167" y="66797"/>
                    <a:pt x="3186" y="65753"/>
                  </a:cubicBezTo>
                  <a:cubicBezTo>
                    <a:pt x="3106" y="63773"/>
                    <a:pt x="2062" y="61979"/>
                    <a:pt x="375" y="60909"/>
                  </a:cubicBezTo>
                  <a:cubicBezTo>
                    <a:pt x="2062" y="59865"/>
                    <a:pt x="3106" y="58072"/>
                    <a:pt x="3186" y="56091"/>
                  </a:cubicBezTo>
                  <a:cubicBezTo>
                    <a:pt x="5167" y="55047"/>
                    <a:pt x="6398" y="53040"/>
                    <a:pt x="6398" y="50791"/>
                  </a:cubicBezTo>
                  <a:cubicBezTo>
                    <a:pt x="6398" y="48543"/>
                    <a:pt x="5167" y="46536"/>
                    <a:pt x="3186" y="45492"/>
                  </a:cubicBezTo>
                  <a:cubicBezTo>
                    <a:pt x="3159" y="43591"/>
                    <a:pt x="2088" y="41718"/>
                    <a:pt x="375" y="40647"/>
                  </a:cubicBezTo>
                  <a:cubicBezTo>
                    <a:pt x="1901" y="39710"/>
                    <a:pt x="3293" y="37890"/>
                    <a:pt x="3186" y="35829"/>
                  </a:cubicBezTo>
                  <a:cubicBezTo>
                    <a:pt x="5167" y="34785"/>
                    <a:pt x="6398" y="32751"/>
                    <a:pt x="6398" y="30530"/>
                  </a:cubicBezTo>
                  <a:cubicBezTo>
                    <a:pt x="6398" y="28281"/>
                    <a:pt x="5167" y="26247"/>
                    <a:pt x="3186" y="25230"/>
                  </a:cubicBezTo>
                  <a:cubicBezTo>
                    <a:pt x="3079" y="23223"/>
                    <a:pt x="2062" y="21429"/>
                    <a:pt x="375" y="20386"/>
                  </a:cubicBezTo>
                  <a:cubicBezTo>
                    <a:pt x="2088" y="19315"/>
                    <a:pt x="3186" y="17415"/>
                    <a:pt x="3186" y="15541"/>
                  </a:cubicBezTo>
                  <a:cubicBezTo>
                    <a:pt x="5167" y="14524"/>
                    <a:pt x="6398" y="12490"/>
                    <a:pt x="6398" y="10268"/>
                  </a:cubicBezTo>
                  <a:cubicBezTo>
                    <a:pt x="6398" y="8020"/>
                    <a:pt x="5167" y="5986"/>
                    <a:pt x="3186" y="4969"/>
                  </a:cubicBezTo>
                  <a:lnTo>
                    <a:pt x="3186" y="4942"/>
                  </a:lnTo>
                  <a:cubicBezTo>
                    <a:pt x="3186" y="3041"/>
                    <a:pt x="1981" y="1061"/>
                    <a:pt x="188" y="17"/>
                  </a:cubicBezTo>
                  <a:cubicBezTo>
                    <a:pt x="169" y="7"/>
                    <a:pt x="145" y="1"/>
                    <a:pt x="12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7" name="Google Shape;497;p56"/>
            <p:cNvSpPr/>
            <p:nvPr/>
          </p:nvSpPr>
          <p:spPr>
            <a:xfrm>
              <a:off x="992900" y="566950"/>
              <a:ext cx="160625" cy="2033000"/>
            </a:xfrm>
            <a:custGeom>
              <a:avLst/>
              <a:gdLst/>
              <a:ahLst/>
              <a:cxnLst/>
              <a:rect l="l" t="t" r="r" b="b"/>
              <a:pathLst>
                <a:path w="6425" h="81320" extrusionOk="0">
                  <a:moveTo>
                    <a:pt x="145" y="1"/>
                  </a:moveTo>
                  <a:cubicBezTo>
                    <a:pt x="104" y="1"/>
                    <a:pt x="60" y="24"/>
                    <a:pt x="27" y="57"/>
                  </a:cubicBezTo>
                  <a:cubicBezTo>
                    <a:pt x="27" y="84"/>
                    <a:pt x="27" y="110"/>
                    <a:pt x="27" y="137"/>
                  </a:cubicBezTo>
                  <a:cubicBezTo>
                    <a:pt x="27" y="164"/>
                    <a:pt x="54" y="217"/>
                    <a:pt x="81" y="244"/>
                  </a:cubicBezTo>
                  <a:cubicBezTo>
                    <a:pt x="1821" y="1261"/>
                    <a:pt x="2972" y="3188"/>
                    <a:pt x="2945" y="5035"/>
                  </a:cubicBezTo>
                  <a:cubicBezTo>
                    <a:pt x="2945" y="5089"/>
                    <a:pt x="2972" y="5142"/>
                    <a:pt x="2998" y="5169"/>
                  </a:cubicBezTo>
                  <a:cubicBezTo>
                    <a:pt x="4952" y="6133"/>
                    <a:pt x="6157" y="8086"/>
                    <a:pt x="6157" y="10255"/>
                  </a:cubicBezTo>
                  <a:cubicBezTo>
                    <a:pt x="6157" y="12449"/>
                    <a:pt x="4952" y="14403"/>
                    <a:pt x="2998" y="15367"/>
                  </a:cubicBezTo>
                  <a:cubicBezTo>
                    <a:pt x="2972" y="15394"/>
                    <a:pt x="2945" y="15447"/>
                    <a:pt x="2945" y="15501"/>
                  </a:cubicBezTo>
                  <a:cubicBezTo>
                    <a:pt x="2998" y="17347"/>
                    <a:pt x="1847" y="19248"/>
                    <a:pt x="108" y="20292"/>
                  </a:cubicBezTo>
                  <a:cubicBezTo>
                    <a:pt x="54" y="20292"/>
                    <a:pt x="27" y="20318"/>
                    <a:pt x="27" y="20372"/>
                  </a:cubicBezTo>
                  <a:cubicBezTo>
                    <a:pt x="1" y="20425"/>
                    <a:pt x="27" y="20479"/>
                    <a:pt x="81" y="20506"/>
                  </a:cubicBezTo>
                  <a:cubicBezTo>
                    <a:pt x="1794" y="21496"/>
                    <a:pt x="2865" y="23289"/>
                    <a:pt x="2945" y="25324"/>
                  </a:cubicBezTo>
                  <a:cubicBezTo>
                    <a:pt x="2945" y="25350"/>
                    <a:pt x="2972" y="25404"/>
                    <a:pt x="2998" y="25431"/>
                  </a:cubicBezTo>
                  <a:cubicBezTo>
                    <a:pt x="4952" y="26394"/>
                    <a:pt x="6157" y="28348"/>
                    <a:pt x="6157" y="30543"/>
                  </a:cubicBezTo>
                  <a:cubicBezTo>
                    <a:pt x="6157" y="32711"/>
                    <a:pt x="4952" y="34665"/>
                    <a:pt x="2998" y="35628"/>
                  </a:cubicBezTo>
                  <a:cubicBezTo>
                    <a:pt x="2972" y="35655"/>
                    <a:pt x="2945" y="35709"/>
                    <a:pt x="2945" y="35762"/>
                  </a:cubicBezTo>
                  <a:cubicBezTo>
                    <a:pt x="3105" y="37823"/>
                    <a:pt x="1633" y="39643"/>
                    <a:pt x="108" y="40553"/>
                  </a:cubicBezTo>
                  <a:cubicBezTo>
                    <a:pt x="54" y="40553"/>
                    <a:pt x="27" y="40580"/>
                    <a:pt x="27" y="40633"/>
                  </a:cubicBezTo>
                  <a:cubicBezTo>
                    <a:pt x="1" y="40687"/>
                    <a:pt x="27" y="40741"/>
                    <a:pt x="81" y="40767"/>
                  </a:cubicBezTo>
                  <a:cubicBezTo>
                    <a:pt x="1821" y="41784"/>
                    <a:pt x="2945" y="43658"/>
                    <a:pt x="2945" y="45532"/>
                  </a:cubicBezTo>
                  <a:cubicBezTo>
                    <a:pt x="2945" y="45558"/>
                    <a:pt x="2945" y="45558"/>
                    <a:pt x="2945" y="45585"/>
                  </a:cubicBezTo>
                  <a:cubicBezTo>
                    <a:pt x="2945" y="45612"/>
                    <a:pt x="2972" y="45665"/>
                    <a:pt x="2998" y="45692"/>
                  </a:cubicBezTo>
                  <a:cubicBezTo>
                    <a:pt x="4952" y="46656"/>
                    <a:pt x="6157" y="48636"/>
                    <a:pt x="6157" y="50804"/>
                  </a:cubicBezTo>
                  <a:cubicBezTo>
                    <a:pt x="6157" y="52972"/>
                    <a:pt x="4952" y="54926"/>
                    <a:pt x="2998" y="55917"/>
                  </a:cubicBezTo>
                  <a:cubicBezTo>
                    <a:pt x="2972" y="55917"/>
                    <a:pt x="2945" y="55970"/>
                    <a:pt x="2945" y="56024"/>
                  </a:cubicBezTo>
                  <a:cubicBezTo>
                    <a:pt x="2891" y="58004"/>
                    <a:pt x="1821" y="59798"/>
                    <a:pt x="108" y="60815"/>
                  </a:cubicBezTo>
                  <a:cubicBezTo>
                    <a:pt x="54" y="60815"/>
                    <a:pt x="27" y="60868"/>
                    <a:pt x="27" y="60895"/>
                  </a:cubicBezTo>
                  <a:cubicBezTo>
                    <a:pt x="1" y="60949"/>
                    <a:pt x="27" y="61002"/>
                    <a:pt x="81" y="61029"/>
                  </a:cubicBezTo>
                  <a:cubicBezTo>
                    <a:pt x="1821" y="62046"/>
                    <a:pt x="2891" y="63839"/>
                    <a:pt x="2945" y="65847"/>
                  </a:cubicBezTo>
                  <a:cubicBezTo>
                    <a:pt x="2945" y="65900"/>
                    <a:pt x="2972" y="65927"/>
                    <a:pt x="2998" y="65954"/>
                  </a:cubicBezTo>
                  <a:cubicBezTo>
                    <a:pt x="4952" y="66944"/>
                    <a:pt x="6157" y="68898"/>
                    <a:pt x="6157" y="71066"/>
                  </a:cubicBezTo>
                  <a:cubicBezTo>
                    <a:pt x="6157" y="73234"/>
                    <a:pt x="4952" y="75188"/>
                    <a:pt x="2998" y="76178"/>
                  </a:cubicBezTo>
                  <a:cubicBezTo>
                    <a:pt x="2972" y="76178"/>
                    <a:pt x="2945" y="76232"/>
                    <a:pt x="2945" y="76285"/>
                  </a:cubicBezTo>
                  <a:cubicBezTo>
                    <a:pt x="2891" y="78266"/>
                    <a:pt x="1821" y="80086"/>
                    <a:pt x="81" y="81076"/>
                  </a:cubicBezTo>
                  <a:cubicBezTo>
                    <a:pt x="27" y="81130"/>
                    <a:pt x="1" y="81183"/>
                    <a:pt x="27" y="81264"/>
                  </a:cubicBezTo>
                  <a:cubicBezTo>
                    <a:pt x="60" y="81297"/>
                    <a:pt x="104" y="81320"/>
                    <a:pt x="145" y="81320"/>
                  </a:cubicBezTo>
                  <a:cubicBezTo>
                    <a:pt x="170" y="81320"/>
                    <a:pt x="194" y="81311"/>
                    <a:pt x="215" y="81290"/>
                  </a:cubicBezTo>
                  <a:cubicBezTo>
                    <a:pt x="2008" y="80273"/>
                    <a:pt x="3105" y="78427"/>
                    <a:pt x="3186" y="76366"/>
                  </a:cubicBezTo>
                  <a:cubicBezTo>
                    <a:pt x="5193" y="75322"/>
                    <a:pt x="6424" y="73314"/>
                    <a:pt x="6424" y="71066"/>
                  </a:cubicBezTo>
                  <a:cubicBezTo>
                    <a:pt x="6424" y="68818"/>
                    <a:pt x="5193" y="66784"/>
                    <a:pt x="3186" y="65766"/>
                  </a:cubicBezTo>
                  <a:cubicBezTo>
                    <a:pt x="3105" y="63786"/>
                    <a:pt x="2088" y="61992"/>
                    <a:pt x="402" y="60922"/>
                  </a:cubicBezTo>
                  <a:cubicBezTo>
                    <a:pt x="2088" y="59878"/>
                    <a:pt x="3105" y="58085"/>
                    <a:pt x="3186" y="56104"/>
                  </a:cubicBezTo>
                  <a:cubicBezTo>
                    <a:pt x="5193" y="55060"/>
                    <a:pt x="6424" y="53053"/>
                    <a:pt x="6424" y="50804"/>
                  </a:cubicBezTo>
                  <a:cubicBezTo>
                    <a:pt x="6424" y="48556"/>
                    <a:pt x="5193" y="46522"/>
                    <a:pt x="3186" y="45505"/>
                  </a:cubicBezTo>
                  <a:cubicBezTo>
                    <a:pt x="3159" y="43604"/>
                    <a:pt x="2088" y="41731"/>
                    <a:pt x="402" y="40660"/>
                  </a:cubicBezTo>
                  <a:cubicBezTo>
                    <a:pt x="1901" y="39723"/>
                    <a:pt x="3320" y="37877"/>
                    <a:pt x="3186" y="35816"/>
                  </a:cubicBezTo>
                  <a:cubicBezTo>
                    <a:pt x="5193" y="34799"/>
                    <a:pt x="6424" y="32764"/>
                    <a:pt x="6424" y="30543"/>
                  </a:cubicBezTo>
                  <a:cubicBezTo>
                    <a:pt x="6424" y="28295"/>
                    <a:pt x="5193" y="26260"/>
                    <a:pt x="3186" y="25243"/>
                  </a:cubicBezTo>
                  <a:cubicBezTo>
                    <a:pt x="3105" y="23236"/>
                    <a:pt x="2062" y="21443"/>
                    <a:pt x="402" y="20399"/>
                  </a:cubicBezTo>
                  <a:cubicBezTo>
                    <a:pt x="2088" y="19328"/>
                    <a:pt x="3186" y="17454"/>
                    <a:pt x="3186" y="15608"/>
                  </a:cubicBezTo>
                  <a:cubicBezTo>
                    <a:pt x="3186" y="15608"/>
                    <a:pt x="3186" y="15581"/>
                    <a:pt x="3186" y="15554"/>
                  </a:cubicBezTo>
                  <a:cubicBezTo>
                    <a:pt x="5193" y="14537"/>
                    <a:pt x="6424" y="12503"/>
                    <a:pt x="6424" y="10255"/>
                  </a:cubicBezTo>
                  <a:cubicBezTo>
                    <a:pt x="6424" y="8033"/>
                    <a:pt x="5193" y="5999"/>
                    <a:pt x="3186" y="4982"/>
                  </a:cubicBezTo>
                  <a:lnTo>
                    <a:pt x="3186" y="4955"/>
                  </a:lnTo>
                  <a:cubicBezTo>
                    <a:pt x="3186" y="3028"/>
                    <a:pt x="2008" y="1074"/>
                    <a:pt x="215" y="30"/>
                  </a:cubicBezTo>
                  <a:cubicBezTo>
                    <a:pt x="194" y="10"/>
                    <a:pt x="170" y="1"/>
                    <a:pt x="14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8" name="Google Shape;498;p56"/>
            <p:cNvSpPr/>
            <p:nvPr/>
          </p:nvSpPr>
          <p:spPr>
            <a:xfrm>
              <a:off x="839675" y="818875"/>
              <a:ext cx="159950" cy="2032875"/>
            </a:xfrm>
            <a:custGeom>
              <a:avLst/>
              <a:gdLst/>
              <a:ahLst/>
              <a:cxnLst/>
              <a:rect l="l" t="t" r="r" b="b"/>
              <a:pathLst>
                <a:path w="6398" h="81315" extrusionOk="0">
                  <a:moveTo>
                    <a:pt x="122" y="1"/>
                  </a:moveTo>
                  <a:cubicBezTo>
                    <a:pt x="83" y="1"/>
                    <a:pt x="44" y="20"/>
                    <a:pt x="27" y="70"/>
                  </a:cubicBezTo>
                  <a:cubicBezTo>
                    <a:pt x="0" y="70"/>
                    <a:pt x="0" y="97"/>
                    <a:pt x="0" y="124"/>
                  </a:cubicBezTo>
                  <a:cubicBezTo>
                    <a:pt x="0" y="178"/>
                    <a:pt x="27" y="204"/>
                    <a:pt x="54" y="231"/>
                  </a:cubicBezTo>
                  <a:cubicBezTo>
                    <a:pt x="1794" y="1248"/>
                    <a:pt x="2971" y="3175"/>
                    <a:pt x="2918" y="5022"/>
                  </a:cubicBezTo>
                  <a:cubicBezTo>
                    <a:pt x="2918" y="5076"/>
                    <a:pt x="2945" y="5129"/>
                    <a:pt x="2998" y="5156"/>
                  </a:cubicBezTo>
                  <a:cubicBezTo>
                    <a:pt x="4925" y="6119"/>
                    <a:pt x="6156" y="8073"/>
                    <a:pt x="6156" y="10268"/>
                  </a:cubicBezTo>
                  <a:cubicBezTo>
                    <a:pt x="6156" y="12436"/>
                    <a:pt x="4925" y="14390"/>
                    <a:pt x="2998" y="15354"/>
                  </a:cubicBezTo>
                  <a:cubicBezTo>
                    <a:pt x="2945" y="15380"/>
                    <a:pt x="2918" y="15434"/>
                    <a:pt x="2918" y="15487"/>
                  </a:cubicBezTo>
                  <a:cubicBezTo>
                    <a:pt x="2971" y="17334"/>
                    <a:pt x="1847" y="19235"/>
                    <a:pt x="81" y="20278"/>
                  </a:cubicBezTo>
                  <a:cubicBezTo>
                    <a:pt x="54" y="20278"/>
                    <a:pt x="27" y="20305"/>
                    <a:pt x="0" y="20359"/>
                  </a:cubicBezTo>
                  <a:cubicBezTo>
                    <a:pt x="0" y="20412"/>
                    <a:pt x="27" y="20466"/>
                    <a:pt x="54" y="20493"/>
                  </a:cubicBezTo>
                  <a:cubicBezTo>
                    <a:pt x="1794" y="21510"/>
                    <a:pt x="2864" y="23303"/>
                    <a:pt x="2918" y="25310"/>
                  </a:cubicBezTo>
                  <a:cubicBezTo>
                    <a:pt x="2918" y="25364"/>
                    <a:pt x="2945" y="25391"/>
                    <a:pt x="2998" y="25417"/>
                  </a:cubicBezTo>
                  <a:cubicBezTo>
                    <a:pt x="4925" y="26381"/>
                    <a:pt x="6156" y="28362"/>
                    <a:pt x="6156" y="30530"/>
                  </a:cubicBezTo>
                  <a:cubicBezTo>
                    <a:pt x="6156" y="32698"/>
                    <a:pt x="4925" y="34652"/>
                    <a:pt x="2998" y="35642"/>
                  </a:cubicBezTo>
                  <a:cubicBezTo>
                    <a:pt x="2945" y="35642"/>
                    <a:pt x="2918" y="35695"/>
                    <a:pt x="2918" y="35749"/>
                  </a:cubicBezTo>
                  <a:cubicBezTo>
                    <a:pt x="3078" y="37837"/>
                    <a:pt x="1606" y="39630"/>
                    <a:pt x="81" y="40540"/>
                  </a:cubicBezTo>
                  <a:cubicBezTo>
                    <a:pt x="54" y="40540"/>
                    <a:pt x="27" y="40594"/>
                    <a:pt x="0" y="40620"/>
                  </a:cubicBezTo>
                  <a:cubicBezTo>
                    <a:pt x="0" y="40674"/>
                    <a:pt x="27" y="40727"/>
                    <a:pt x="54" y="40754"/>
                  </a:cubicBezTo>
                  <a:cubicBezTo>
                    <a:pt x="1794" y="41771"/>
                    <a:pt x="2918" y="43645"/>
                    <a:pt x="2918" y="45545"/>
                  </a:cubicBezTo>
                  <a:cubicBezTo>
                    <a:pt x="2918" y="45545"/>
                    <a:pt x="2918" y="45545"/>
                    <a:pt x="2918" y="45572"/>
                  </a:cubicBezTo>
                  <a:cubicBezTo>
                    <a:pt x="2918" y="45626"/>
                    <a:pt x="2945" y="45652"/>
                    <a:pt x="2998" y="45679"/>
                  </a:cubicBezTo>
                  <a:cubicBezTo>
                    <a:pt x="4925" y="46669"/>
                    <a:pt x="6156" y="48623"/>
                    <a:pt x="6156" y="50791"/>
                  </a:cubicBezTo>
                  <a:cubicBezTo>
                    <a:pt x="6156" y="52959"/>
                    <a:pt x="4925" y="54913"/>
                    <a:pt x="2998" y="55904"/>
                  </a:cubicBezTo>
                  <a:cubicBezTo>
                    <a:pt x="2945" y="55930"/>
                    <a:pt x="2918" y="55957"/>
                    <a:pt x="2918" y="56011"/>
                  </a:cubicBezTo>
                  <a:cubicBezTo>
                    <a:pt x="2864" y="57991"/>
                    <a:pt x="1820" y="59785"/>
                    <a:pt x="81" y="60802"/>
                  </a:cubicBezTo>
                  <a:cubicBezTo>
                    <a:pt x="54" y="60828"/>
                    <a:pt x="27" y="60855"/>
                    <a:pt x="0" y="60882"/>
                  </a:cubicBezTo>
                  <a:cubicBezTo>
                    <a:pt x="0" y="60935"/>
                    <a:pt x="27" y="60989"/>
                    <a:pt x="54" y="61016"/>
                  </a:cubicBezTo>
                  <a:cubicBezTo>
                    <a:pt x="1794" y="62033"/>
                    <a:pt x="2864" y="63826"/>
                    <a:pt x="2918" y="65834"/>
                  </a:cubicBezTo>
                  <a:cubicBezTo>
                    <a:pt x="2918" y="65887"/>
                    <a:pt x="2945" y="65914"/>
                    <a:pt x="2998" y="65941"/>
                  </a:cubicBezTo>
                  <a:cubicBezTo>
                    <a:pt x="4925" y="66931"/>
                    <a:pt x="6156" y="68885"/>
                    <a:pt x="6156" y="71053"/>
                  </a:cubicBezTo>
                  <a:cubicBezTo>
                    <a:pt x="6156" y="73221"/>
                    <a:pt x="4925" y="75175"/>
                    <a:pt x="2998" y="76165"/>
                  </a:cubicBezTo>
                  <a:cubicBezTo>
                    <a:pt x="2945" y="76192"/>
                    <a:pt x="2918" y="76219"/>
                    <a:pt x="2918" y="76272"/>
                  </a:cubicBezTo>
                  <a:cubicBezTo>
                    <a:pt x="2864" y="78280"/>
                    <a:pt x="1794" y="80073"/>
                    <a:pt x="81" y="81090"/>
                  </a:cubicBezTo>
                  <a:cubicBezTo>
                    <a:pt x="0" y="81117"/>
                    <a:pt x="0" y="81197"/>
                    <a:pt x="27" y="81251"/>
                  </a:cubicBezTo>
                  <a:cubicBezTo>
                    <a:pt x="47" y="81290"/>
                    <a:pt x="95" y="81315"/>
                    <a:pt x="140" y="81315"/>
                  </a:cubicBezTo>
                  <a:cubicBezTo>
                    <a:pt x="157" y="81315"/>
                    <a:pt x="173" y="81311"/>
                    <a:pt x="188" y="81304"/>
                  </a:cubicBezTo>
                  <a:cubicBezTo>
                    <a:pt x="1981" y="80260"/>
                    <a:pt x="3105" y="78413"/>
                    <a:pt x="3159" y="76352"/>
                  </a:cubicBezTo>
                  <a:cubicBezTo>
                    <a:pt x="5166" y="75309"/>
                    <a:pt x="6397" y="73301"/>
                    <a:pt x="6397" y="71053"/>
                  </a:cubicBezTo>
                  <a:cubicBezTo>
                    <a:pt x="6397" y="68805"/>
                    <a:pt x="5166" y="66797"/>
                    <a:pt x="3159" y="65753"/>
                  </a:cubicBezTo>
                  <a:cubicBezTo>
                    <a:pt x="3105" y="63773"/>
                    <a:pt x="2061" y="61979"/>
                    <a:pt x="375" y="60909"/>
                  </a:cubicBezTo>
                  <a:cubicBezTo>
                    <a:pt x="2061" y="59865"/>
                    <a:pt x="3105" y="58072"/>
                    <a:pt x="3159" y="56091"/>
                  </a:cubicBezTo>
                  <a:cubicBezTo>
                    <a:pt x="5166" y="55047"/>
                    <a:pt x="6397" y="53040"/>
                    <a:pt x="6397" y="50791"/>
                  </a:cubicBezTo>
                  <a:cubicBezTo>
                    <a:pt x="6397" y="48543"/>
                    <a:pt x="5166" y="46536"/>
                    <a:pt x="3159" y="45492"/>
                  </a:cubicBezTo>
                  <a:cubicBezTo>
                    <a:pt x="3159" y="43591"/>
                    <a:pt x="2061" y="41718"/>
                    <a:pt x="375" y="40647"/>
                  </a:cubicBezTo>
                  <a:cubicBezTo>
                    <a:pt x="1901" y="39710"/>
                    <a:pt x="3292" y="37890"/>
                    <a:pt x="3185" y="35829"/>
                  </a:cubicBezTo>
                  <a:cubicBezTo>
                    <a:pt x="5166" y="34785"/>
                    <a:pt x="6397" y="32751"/>
                    <a:pt x="6397" y="30530"/>
                  </a:cubicBezTo>
                  <a:cubicBezTo>
                    <a:pt x="6397" y="28281"/>
                    <a:pt x="5166" y="26247"/>
                    <a:pt x="3159" y="25230"/>
                  </a:cubicBezTo>
                  <a:cubicBezTo>
                    <a:pt x="3078" y="23223"/>
                    <a:pt x="2035" y="21429"/>
                    <a:pt x="375" y="20386"/>
                  </a:cubicBezTo>
                  <a:cubicBezTo>
                    <a:pt x="2061" y="19315"/>
                    <a:pt x="3159" y="17441"/>
                    <a:pt x="3159" y="15595"/>
                  </a:cubicBezTo>
                  <a:cubicBezTo>
                    <a:pt x="3159" y="15595"/>
                    <a:pt x="3159" y="15568"/>
                    <a:pt x="3159" y="15541"/>
                  </a:cubicBezTo>
                  <a:cubicBezTo>
                    <a:pt x="5166" y="14524"/>
                    <a:pt x="6397" y="12490"/>
                    <a:pt x="6397" y="10268"/>
                  </a:cubicBezTo>
                  <a:cubicBezTo>
                    <a:pt x="6397" y="8020"/>
                    <a:pt x="5166" y="5986"/>
                    <a:pt x="3159" y="4969"/>
                  </a:cubicBezTo>
                  <a:lnTo>
                    <a:pt x="3159" y="4942"/>
                  </a:lnTo>
                  <a:cubicBezTo>
                    <a:pt x="3159" y="3041"/>
                    <a:pt x="1981" y="1061"/>
                    <a:pt x="188" y="17"/>
                  </a:cubicBezTo>
                  <a:cubicBezTo>
                    <a:pt x="168" y="7"/>
                    <a:pt x="145" y="1"/>
                    <a:pt x="12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" name="Google Shape;499;p56"/>
            <p:cNvSpPr/>
            <p:nvPr/>
          </p:nvSpPr>
          <p:spPr>
            <a:xfrm>
              <a:off x="685775" y="566950"/>
              <a:ext cx="159950" cy="2033000"/>
            </a:xfrm>
            <a:custGeom>
              <a:avLst/>
              <a:gdLst/>
              <a:ahLst/>
              <a:cxnLst/>
              <a:rect l="l" t="t" r="r" b="b"/>
              <a:pathLst>
                <a:path w="6398" h="81320" extrusionOk="0">
                  <a:moveTo>
                    <a:pt x="119" y="1"/>
                  </a:moveTo>
                  <a:cubicBezTo>
                    <a:pt x="81" y="1"/>
                    <a:pt x="44" y="24"/>
                    <a:pt x="27" y="57"/>
                  </a:cubicBezTo>
                  <a:cubicBezTo>
                    <a:pt x="27" y="84"/>
                    <a:pt x="0" y="110"/>
                    <a:pt x="0" y="137"/>
                  </a:cubicBezTo>
                  <a:cubicBezTo>
                    <a:pt x="0" y="164"/>
                    <a:pt x="27" y="217"/>
                    <a:pt x="81" y="244"/>
                  </a:cubicBezTo>
                  <a:cubicBezTo>
                    <a:pt x="1820" y="1261"/>
                    <a:pt x="2944" y="3188"/>
                    <a:pt x="2918" y="5035"/>
                  </a:cubicBezTo>
                  <a:cubicBezTo>
                    <a:pt x="2918" y="5089"/>
                    <a:pt x="2944" y="5142"/>
                    <a:pt x="2998" y="5169"/>
                  </a:cubicBezTo>
                  <a:cubicBezTo>
                    <a:pt x="4952" y="6133"/>
                    <a:pt x="6156" y="8086"/>
                    <a:pt x="6156" y="10255"/>
                  </a:cubicBezTo>
                  <a:cubicBezTo>
                    <a:pt x="6156" y="12449"/>
                    <a:pt x="4952" y="14403"/>
                    <a:pt x="2998" y="15367"/>
                  </a:cubicBezTo>
                  <a:cubicBezTo>
                    <a:pt x="2944" y="15394"/>
                    <a:pt x="2918" y="15447"/>
                    <a:pt x="2918" y="15501"/>
                  </a:cubicBezTo>
                  <a:cubicBezTo>
                    <a:pt x="2998" y="17347"/>
                    <a:pt x="1847" y="19248"/>
                    <a:pt x="81" y="20292"/>
                  </a:cubicBezTo>
                  <a:cubicBezTo>
                    <a:pt x="54" y="20292"/>
                    <a:pt x="27" y="20318"/>
                    <a:pt x="27" y="20372"/>
                  </a:cubicBezTo>
                  <a:cubicBezTo>
                    <a:pt x="0" y="20425"/>
                    <a:pt x="27" y="20479"/>
                    <a:pt x="81" y="20506"/>
                  </a:cubicBezTo>
                  <a:cubicBezTo>
                    <a:pt x="1794" y="21496"/>
                    <a:pt x="2864" y="23316"/>
                    <a:pt x="2918" y="25324"/>
                  </a:cubicBezTo>
                  <a:cubicBezTo>
                    <a:pt x="2918" y="25350"/>
                    <a:pt x="2944" y="25404"/>
                    <a:pt x="2998" y="25431"/>
                  </a:cubicBezTo>
                  <a:cubicBezTo>
                    <a:pt x="4952" y="26394"/>
                    <a:pt x="6156" y="28348"/>
                    <a:pt x="6156" y="30543"/>
                  </a:cubicBezTo>
                  <a:cubicBezTo>
                    <a:pt x="6156" y="32711"/>
                    <a:pt x="4952" y="34665"/>
                    <a:pt x="2998" y="35628"/>
                  </a:cubicBezTo>
                  <a:cubicBezTo>
                    <a:pt x="2944" y="35655"/>
                    <a:pt x="2918" y="35709"/>
                    <a:pt x="2918" y="35762"/>
                  </a:cubicBezTo>
                  <a:cubicBezTo>
                    <a:pt x="3078" y="37823"/>
                    <a:pt x="1633" y="39643"/>
                    <a:pt x="81" y="40553"/>
                  </a:cubicBezTo>
                  <a:cubicBezTo>
                    <a:pt x="54" y="40553"/>
                    <a:pt x="27" y="40580"/>
                    <a:pt x="27" y="40633"/>
                  </a:cubicBezTo>
                  <a:cubicBezTo>
                    <a:pt x="0" y="40687"/>
                    <a:pt x="27" y="40741"/>
                    <a:pt x="81" y="40767"/>
                  </a:cubicBezTo>
                  <a:cubicBezTo>
                    <a:pt x="1820" y="41784"/>
                    <a:pt x="2918" y="43658"/>
                    <a:pt x="2918" y="45532"/>
                  </a:cubicBezTo>
                  <a:cubicBezTo>
                    <a:pt x="2918" y="45558"/>
                    <a:pt x="2918" y="45558"/>
                    <a:pt x="2918" y="45585"/>
                  </a:cubicBezTo>
                  <a:cubicBezTo>
                    <a:pt x="2918" y="45612"/>
                    <a:pt x="2944" y="45665"/>
                    <a:pt x="2998" y="45692"/>
                  </a:cubicBezTo>
                  <a:cubicBezTo>
                    <a:pt x="4952" y="46656"/>
                    <a:pt x="6156" y="48636"/>
                    <a:pt x="6156" y="50804"/>
                  </a:cubicBezTo>
                  <a:cubicBezTo>
                    <a:pt x="6156" y="52972"/>
                    <a:pt x="4952" y="54926"/>
                    <a:pt x="2998" y="55917"/>
                  </a:cubicBezTo>
                  <a:cubicBezTo>
                    <a:pt x="2944" y="55917"/>
                    <a:pt x="2918" y="55970"/>
                    <a:pt x="2918" y="56024"/>
                  </a:cubicBezTo>
                  <a:cubicBezTo>
                    <a:pt x="2891" y="58004"/>
                    <a:pt x="1820" y="59798"/>
                    <a:pt x="81" y="60815"/>
                  </a:cubicBezTo>
                  <a:cubicBezTo>
                    <a:pt x="54" y="60815"/>
                    <a:pt x="27" y="60868"/>
                    <a:pt x="27" y="60895"/>
                  </a:cubicBezTo>
                  <a:cubicBezTo>
                    <a:pt x="0" y="60949"/>
                    <a:pt x="27" y="61002"/>
                    <a:pt x="81" y="61029"/>
                  </a:cubicBezTo>
                  <a:cubicBezTo>
                    <a:pt x="1820" y="62046"/>
                    <a:pt x="2891" y="63839"/>
                    <a:pt x="2918" y="65847"/>
                  </a:cubicBezTo>
                  <a:cubicBezTo>
                    <a:pt x="2918" y="65900"/>
                    <a:pt x="2944" y="65927"/>
                    <a:pt x="2998" y="65954"/>
                  </a:cubicBezTo>
                  <a:cubicBezTo>
                    <a:pt x="4952" y="66944"/>
                    <a:pt x="6156" y="68898"/>
                    <a:pt x="6156" y="71066"/>
                  </a:cubicBezTo>
                  <a:cubicBezTo>
                    <a:pt x="6156" y="73234"/>
                    <a:pt x="4952" y="75188"/>
                    <a:pt x="2998" y="76178"/>
                  </a:cubicBezTo>
                  <a:cubicBezTo>
                    <a:pt x="2944" y="76178"/>
                    <a:pt x="2918" y="76232"/>
                    <a:pt x="2918" y="76285"/>
                  </a:cubicBezTo>
                  <a:cubicBezTo>
                    <a:pt x="2891" y="78293"/>
                    <a:pt x="1820" y="80086"/>
                    <a:pt x="81" y="81076"/>
                  </a:cubicBezTo>
                  <a:cubicBezTo>
                    <a:pt x="27" y="81130"/>
                    <a:pt x="0" y="81183"/>
                    <a:pt x="27" y="81264"/>
                  </a:cubicBezTo>
                  <a:cubicBezTo>
                    <a:pt x="60" y="81297"/>
                    <a:pt x="93" y="81320"/>
                    <a:pt x="133" y="81320"/>
                  </a:cubicBezTo>
                  <a:cubicBezTo>
                    <a:pt x="157" y="81320"/>
                    <a:pt x="184" y="81311"/>
                    <a:pt x="214" y="81290"/>
                  </a:cubicBezTo>
                  <a:cubicBezTo>
                    <a:pt x="2008" y="80273"/>
                    <a:pt x="3105" y="78427"/>
                    <a:pt x="3185" y="76366"/>
                  </a:cubicBezTo>
                  <a:cubicBezTo>
                    <a:pt x="5166" y="75322"/>
                    <a:pt x="6397" y="73314"/>
                    <a:pt x="6397" y="71066"/>
                  </a:cubicBezTo>
                  <a:cubicBezTo>
                    <a:pt x="6397" y="68818"/>
                    <a:pt x="5166" y="66784"/>
                    <a:pt x="3185" y="65766"/>
                  </a:cubicBezTo>
                  <a:cubicBezTo>
                    <a:pt x="3105" y="63786"/>
                    <a:pt x="2061" y="61992"/>
                    <a:pt x="375" y="60922"/>
                  </a:cubicBezTo>
                  <a:cubicBezTo>
                    <a:pt x="2061" y="59878"/>
                    <a:pt x="3105" y="58085"/>
                    <a:pt x="3185" y="56104"/>
                  </a:cubicBezTo>
                  <a:cubicBezTo>
                    <a:pt x="5166" y="55060"/>
                    <a:pt x="6397" y="53053"/>
                    <a:pt x="6397" y="50804"/>
                  </a:cubicBezTo>
                  <a:cubicBezTo>
                    <a:pt x="6397" y="48556"/>
                    <a:pt x="5166" y="46522"/>
                    <a:pt x="3185" y="45505"/>
                  </a:cubicBezTo>
                  <a:cubicBezTo>
                    <a:pt x="3159" y="43604"/>
                    <a:pt x="2088" y="41731"/>
                    <a:pt x="375" y="40660"/>
                  </a:cubicBezTo>
                  <a:cubicBezTo>
                    <a:pt x="1901" y="39723"/>
                    <a:pt x="3292" y="37903"/>
                    <a:pt x="3185" y="35816"/>
                  </a:cubicBezTo>
                  <a:cubicBezTo>
                    <a:pt x="5166" y="34799"/>
                    <a:pt x="6397" y="32764"/>
                    <a:pt x="6397" y="30543"/>
                  </a:cubicBezTo>
                  <a:cubicBezTo>
                    <a:pt x="6397" y="28295"/>
                    <a:pt x="5166" y="26260"/>
                    <a:pt x="3185" y="25243"/>
                  </a:cubicBezTo>
                  <a:cubicBezTo>
                    <a:pt x="3078" y="23236"/>
                    <a:pt x="2061" y="21443"/>
                    <a:pt x="375" y="20399"/>
                  </a:cubicBezTo>
                  <a:cubicBezTo>
                    <a:pt x="2088" y="19328"/>
                    <a:pt x="3185" y="17401"/>
                    <a:pt x="3185" y="15554"/>
                  </a:cubicBezTo>
                  <a:cubicBezTo>
                    <a:pt x="5166" y="14537"/>
                    <a:pt x="6397" y="12503"/>
                    <a:pt x="6397" y="10255"/>
                  </a:cubicBezTo>
                  <a:cubicBezTo>
                    <a:pt x="6397" y="8033"/>
                    <a:pt x="5166" y="5999"/>
                    <a:pt x="3185" y="4982"/>
                  </a:cubicBezTo>
                  <a:lnTo>
                    <a:pt x="3185" y="4955"/>
                  </a:lnTo>
                  <a:cubicBezTo>
                    <a:pt x="3185" y="3028"/>
                    <a:pt x="1981" y="1074"/>
                    <a:pt x="188" y="30"/>
                  </a:cubicBezTo>
                  <a:cubicBezTo>
                    <a:pt x="167" y="10"/>
                    <a:pt x="143" y="1"/>
                    <a:pt x="11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" name="Google Shape;500;p56"/>
            <p:cNvSpPr/>
            <p:nvPr/>
          </p:nvSpPr>
          <p:spPr>
            <a:xfrm>
              <a:off x="531875" y="818875"/>
              <a:ext cx="160600" cy="2032875"/>
            </a:xfrm>
            <a:custGeom>
              <a:avLst/>
              <a:gdLst/>
              <a:ahLst/>
              <a:cxnLst/>
              <a:rect l="l" t="t" r="r" b="b"/>
              <a:pathLst>
                <a:path w="6424" h="81315" extrusionOk="0">
                  <a:moveTo>
                    <a:pt x="147" y="1"/>
                  </a:moveTo>
                  <a:cubicBezTo>
                    <a:pt x="106" y="1"/>
                    <a:pt x="61" y="20"/>
                    <a:pt x="27" y="70"/>
                  </a:cubicBezTo>
                  <a:cubicBezTo>
                    <a:pt x="27" y="70"/>
                    <a:pt x="27" y="97"/>
                    <a:pt x="27" y="124"/>
                  </a:cubicBezTo>
                  <a:cubicBezTo>
                    <a:pt x="27" y="178"/>
                    <a:pt x="54" y="204"/>
                    <a:pt x="80" y="231"/>
                  </a:cubicBezTo>
                  <a:cubicBezTo>
                    <a:pt x="1820" y="1248"/>
                    <a:pt x="2971" y="3175"/>
                    <a:pt x="2944" y="5022"/>
                  </a:cubicBezTo>
                  <a:cubicBezTo>
                    <a:pt x="2944" y="5076"/>
                    <a:pt x="2971" y="5129"/>
                    <a:pt x="2998" y="5156"/>
                  </a:cubicBezTo>
                  <a:cubicBezTo>
                    <a:pt x="4952" y="6119"/>
                    <a:pt x="6156" y="8073"/>
                    <a:pt x="6156" y="10268"/>
                  </a:cubicBezTo>
                  <a:cubicBezTo>
                    <a:pt x="6156" y="12436"/>
                    <a:pt x="4952" y="14390"/>
                    <a:pt x="2998" y="15354"/>
                  </a:cubicBezTo>
                  <a:cubicBezTo>
                    <a:pt x="2971" y="15380"/>
                    <a:pt x="2944" y="15461"/>
                    <a:pt x="2944" y="15487"/>
                  </a:cubicBezTo>
                  <a:cubicBezTo>
                    <a:pt x="2998" y="17334"/>
                    <a:pt x="1847" y="19235"/>
                    <a:pt x="107" y="20278"/>
                  </a:cubicBezTo>
                  <a:cubicBezTo>
                    <a:pt x="54" y="20278"/>
                    <a:pt x="27" y="20305"/>
                    <a:pt x="27" y="20359"/>
                  </a:cubicBezTo>
                  <a:cubicBezTo>
                    <a:pt x="0" y="20412"/>
                    <a:pt x="27" y="20466"/>
                    <a:pt x="80" y="20493"/>
                  </a:cubicBezTo>
                  <a:cubicBezTo>
                    <a:pt x="1793" y="21510"/>
                    <a:pt x="2864" y="23303"/>
                    <a:pt x="2944" y="25310"/>
                  </a:cubicBezTo>
                  <a:cubicBezTo>
                    <a:pt x="2944" y="25364"/>
                    <a:pt x="2971" y="25391"/>
                    <a:pt x="2998" y="25417"/>
                  </a:cubicBezTo>
                  <a:cubicBezTo>
                    <a:pt x="4952" y="26381"/>
                    <a:pt x="6156" y="28362"/>
                    <a:pt x="6156" y="30530"/>
                  </a:cubicBezTo>
                  <a:cubicBezTo>
                    <a:pt x="6156" y="32698"/>
                    <a:pt x="4952" y="34652"/>
                    <a:pt x="2998" y="35642"/>
                  </a:cubicBezTo>
                  <a:cubicBezTo>
                    <a:pt x="2971" y="35642"/>
                    <a:pt x="2944" y="35695"/>
                    <a:pt x="2944" y="35749"/>
                  </a:cubicBezTo>
                  <a:cubicBezTo>
                    <a:pt x="3105" y="37837"/>
                    <a:pt x="1633" y="39630"/>
                    <a:pt x="107" y="40540"/>
                  </a:cubicBezTo>
                  <a:cubicBezTo>
                    <a:pt x="54" y="40540"/>
                    <a:pt x="27" y="40594"/>
                    <a:pt x="27" y="40620"/>
                  </a:cubicBezTo>
                  <a:cubicBezTo>
                    <a:pt x="0" y="40674"/>
                    <a:pt x="27" y="40727"/>
                    <a:pt x="80" y="40754"/>
                  </a:cubicBezTo>
                  <a:cubicBezTo>
                    <a:pt x="1820" y="41771"/>
                    <a:pt x="2944" y="43645"/>
                    <a:pt x="2944" y="45545"/>
                  </a:cubicBezTo>
                  <a:cubicBezTo>
                    <a:pt x="2944" y="45545"/>
                    <a:pt x="2944" y="45545"/>
                    <a:pt x="2944" y="45572"/>
                  </a:cubicBezTo>
                  <a:cubicBezTo>
                    <a:pt x="2944" y="45626"/>
                    <a:pt x="2971" y="45652"/>
                    <a:pt x="2998" y="45679"/>
                  </a:cubicBezTo>
                  <a:cubicBezTo>
                    <a:pt x="4952" y="46669"/>
                    <a:pt x="6156" y="48623"/>
                    <a:pt x="6156" y="50791"/>
                  </a:cubicBezTo>
                  <a:cubicBezTo>
                    <a:pt x="6156" y="52959"/>
                    <a:pt x="4952" y="54913"/>
                    <a:pt x="2998" y="55904"/>
                  </a:cubicBezTo>
                  <a:cubicBezTo>
                    <a:pt x="2971" y="55930"/>
                    <a:pt x="2944" y="55957"/>
                    <a:pt x="2944" y="56011"/>
                  </a:cubicBezTo>
                  <a:cubicBezTo>
                    <a:pt x="2891" y="57991"/>
                    <a:pt x="1820" y="59785"/>
                    <a:pt x="107" y="60802"/>
                  </a:cubicBezTo>
                  <a:cubicBezTo>
                    <a:pt x="54" y="60828"/>
                    <a:pt x="27" y="60855"/>
                    <a:pt x="27" y="60882"/>
                  </a:cubicBezTo>
                  <a:cubicBezTo>
                    <a:pt x="0" y="60935"/>
                    <a:pt x="27" y="60989"/>
                    <a:pt x="80" y="61016"/>
                  </a:cubicBezTo>
                  <a:cubicBezTo>
                    <a:pt x="1820" y="62033"/>
                    <a:pt x="2891" y="63826"/>
                    <a:pt x="2944" y="65834"/>
                  </a:cubicBezTo>
                  <a:cubicBezTo>
                    <a:pt x="2944" y="65887"/>
                    <a:pt x="2971" y="65914"/>
                    <a:pt x="2998" y="65941"/>
                  </a:cubicBezTo>
                  <a:cubicBezTo>
                    <a:pt x="4952" y="66931"/>
                    <a:pt x="6156" y="68885"/>
                    <a:pt x="6156" y="71053"/>
                  </a:cubicBezTo>
                  <a:cubicBezTo>
                    <a:pt x="6156" y="73221"/>
                    <a:pt x="4952" y="75175"/>
                    <a:pt x="2998" y="76165"/>
                  </a:cubicBezTo>
                  <a:cubicBezTo>
                    <a:pt x="2971" y="76192"/>
                    <a:pt x="2944" y="76219"/>
                    <a:pt x="2944" y="76272"/>
                  </a:cubicBezTo>
                  <a:cubicBezTo>
                    <a:pt x="2891" y="78280"/>
                    <a:pt x="1820" y="80073"/>
                    <a:pt x="80" y="81090"/>
                  </a:cubicBezTo>
                  <a:cubicBezTo>
                    <a:pt x="27" y="81117"/>
                    <a:pt x="0" y="81197"/>
                    <a:pt x="54" y="81251"/>
                  </a:cubicBezTo>
                  <a:cubicBezTo>
                    <a:pt x="73" y="81290"/>
                    <a:pt x="122" y="81315"/>
                    <a:pt x="167" y="81315"/>
                  </a:cubicBezTo>
                  <a:cubicBezTo>
                    <a:pt x="184" y="81315"/>
                    <a:pt x="200" y="81311"/>
                    <a:pt x="214" y="81304"/>
                  </a:cubicBezTo>
                  <a:cubicBezTo>
                    <a:pt x="2008" y="80260"/>
                    <a:pt x="3105" y="78413"/>
                    <a:pt x="3185" y="76352"/>
                  </a:cubicBezTo>
                  <a:cubicBezTo>
                    <a:pt x="5193" y="75309"/>
                    <a:pt x="6424" y="73301"/>
                    <a:pt x="6424" y="71053"/>
                  </a:cubicBezTo>
                  <a:cubicBezTo>
                    <a:pt x="6424" y="68805"/>
                    <a:pt x="5193" y="66797"/>
                    <a:pt x="3185" y="65753"/>
                  </a:cubicBezTo>
                  <a:cubicBezTo>
                    <a:pt x="3105" y="63773"/>
                    <a:pt x="2088" y="61979"/>
                    <a:pt x="402" y="60909"/>
                  </a:cubicBezTo>
                  <a:cubicBezTo>
                    <a:pt x="2088" y="59865"/>
                    <a:pt x="3105" y="58072"/>
                    <a:pt x="3185" y="56091"/>
                  </a:cubicBezTo>
                  <a:cubicBezTo>
                    <a:pt x="5193" y="55047"/>
                    <a:pt x="6424" y="53040"/>
                    <a:pt x="6424" y="50791"/>
                  </a:cubicBezTo>
                  <a:cubicBezTo>
                    <a:pt x="6424" y="48543"/>
                    <a:pt x="5193" y="46536"/>
                    <a:pt x="3185" y="45492"/>
                  </a:cubicBezTo>
                  <a:cubicBezTo>
                    <a:pt x="3185" y="43591"/>
                    <a:pt x="2088" y="41718"/>
                    <a:pt x="402" y="40647"/>
                  </a:cubicBezTo>
                  <a:cubicBezTo>
                    <a:pt x="1900" y="39710"/>
                    <a:pt x="3319" y="37890"/>
                    <a:pt x="3185" y="35829"/>
                  </a:cubicBezTo>
                  <a:cubicBezTo>
                    <a:pt x="5193" y="34785"/>
                    <a:pt x="6424" y="32751"/>
                    <a:pt x="6424" y="30530"/>
                  </a:cubicBezTo>
                  <a:cubicBezTo>
                    <a:pt x="6424" y="28281"/>
                    <a:pt x="5193" y="26247"/>
                    <a:pt x="3185" y="25230"/>
                  </a:cubicBezTo>
                  <a:cubicBezTo>
                    <a:pt x="3105" y="23223"/>
                    <a:pt x="2061" y="21429"/>
                    <a:pt x="402" y="20386"/>
                  </a:cubicBezTo>
                  <a:cubicBezTo>
                    <a:pt x="2088" y="19315"/>
                    <a:pt x="3185" y="17441"/>
                    <a:pt x="3185" y="15595"/>
                  </a:cubicBezTo>
                  <a:cubicBezTo>
                    <a:pt x="3185" y="15595"/>
                    <a:pt x="3185" y="15568"/>
                    <a:pt x="3185" y="15541"/>
                  </a:cubicBezTo>
                  <a:cubicBezTo>
                    <a:pt x="5193" y="14524"/>
                    <a:pt x="6424" y="12490"/>
                    <a:pt x="6424" y="10268"/>
                  </a:cubicBezTo>
                  <a:cubicBezTo>
                    <a:pt x="6424" y="8020"/>
                    <a:pt x="5193" y="5986"/>
                    <a:pt x="3185" y="4969"/>
                  </a:cubicBezTo>
                  <a:lnTo>
                    <a:pt x="3185" y="4942"/>
                  </a:lnTo>
                  <a:cubicBezTo>
                    <a:pt x="3185" y="3041"/>
                    <a:pt x="2008" y="1061"/>
                    <a:pt x="214" y="17"/>
                  </a:cubicBezTo>
                  <a:cubicBezTo>
                    <a:pt x="195" y="7"/>
                    <a:pt x="171" y="1"/>
                    <a:pt x="1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" name="Google Shape;501;p56"/>
            <p:cNvSpPr/>
            <p:nvPr/>
          </p:nvSpPr>
          <p:spPr>
            <a:xfrm>
              <a:off x="378625" y="566950"/>
              <a:ext cx="159950" cy="2033000"/>
            </a:xfrm>
            <a:custGeom>
              <a:avLst/>
              <a:gdLst/>
              <a:ahLst/>
              <a:cxnLst/>
              <a:rect l="l" t="t" r="r" b="b"/>
              <a:pathLst>
                <a:path w="6398" h="81320" extrusionOk="0">
                  <a:moveTo>
                    <a:pt x="120" y="1"/>
                  </a:moveTo>
                  <a:cubicBezTo>
                    <a:pt x="81" y="1"/>
                    <a:pt x="44" y="24"/>
                    <a:pt x="28" y="57"/>
                  </a:cubicBezTo>
                  <a:cubicBezTo>
                    <a:pt x="1" y="84"/>
                    <a:pt x="1" y="110"/>
                    <a:pt x="1" y="137"/>
                  </a:cubicBezTo>
                  <a:cubicBezTo>
                    <a:pt x="1" y="164"/>
                    <a:pt x="28" y="217"/>
                    <a:pt x="54" y="244"/>
                  </a:cubicBezTo>
                  <a:cubicBezTo>
                    <a:pt x="1821" y="1261"/>
                    <a:pt x="2972" y="3188"/>
                    <a:pt x="2918" y="5035"/>
                  </a:cubicBezTo>
                  <a:cubicBezTo>
                    <a:pt x="2918" y="5116"/>
                    <a:pt x="2945" y="5142"/>
                    <a:pt x="2999" y="5169"/>
                  </a:cubicBezTo>
                  <a:cubicBezTo>
                    <a:pt x="4952" y="6133"/>
                    <a:pt x="6157" y="8086"/>
                    <a:pt x="6157" y="10255"/>
                  </a:cubicBezTo>
                  <a:cubicBezTo>
                    <a:pt x="6157" y="12449"/>
                    <a:pt x="4952" y="14403"/>
                    <a:pt x="2999" y="15367"/>
                  </a:cubicBezTo>
                  <a:cubicBezTo>
                    <a:pt x="2945" y="15394"/>
                    <a:pt x="2918" y="15447"/>
                    <a:pt x="2918" y="15501"/>
                  </a:cubicBezTo>
                  <a:cubicBezTo>
                    <a:pt x="2972" y="17347"/>
                    <a:pt x="1848" y="19248"/>
                    <a:pt x="81" y="20292"/>
                  </a:cubicBezTo>
                  <a:cubicBezTo>
                    <a:pt x="54" y="20292"/>
                    <a:pt x="28" y="20318"/>
                    <a:pt x="1" y="20372"/>
                  </a:cubicBezTo>
                  <a:cubicBezTo>
                    <a:pt x="1" y="20425"/>
                    <a:pt x="28" y="20479"/>
                    <a:pt x="54" y="20506"/>
                  </a:cubicBezTo>
                  <a:cubicBezTo>
                    <a:pt x="1794" y="21496"/>
                    <a:pt x="2865" y="23316"/>
                    <a:pt x="2918" y="25324"/>
                  </a:cubicBezTo>
                  <a:cubicBezTo>
                    <a:pt x="2918" y="25350"/>
                    <a:pt x="2945" y="25404"/>
                    <a:pt x="2999" y="25431"/>
                  </a:cubicBezTo>
                  <a:cubicBezTo>
                    <a:pt x="4952" y="26394"/>
                    <a:pt x="6157" y="28348"/>
                    <a:pt x="6157" y="30543"/>
                  </a:cubicBezTo>
                  <a:cubicBezTo>
                    <a:pt x="6157" y="32711"/>
                    <a:pt x="4952" y="34665"/>
                    <a:pt x="2999" y="35628"/>
                  </a:cubicBezTo>
                  <a:cubicBezTo>
                    <a:pt x="2945" y="35655"/>
                    <a:pt x="2918" y="35709"/>
                    <a:pt x="2918" y="35762"/>
                  </a:cubicBezTo>
                  <a:cubicBezTo>
                    <a:pt x="3079" y="37823"/>
                    <a:pt x="1607" y="39643"/>
                    <a:pt x="81" y="40553"/>
                  </a:cubicBezTo>
                  <a:cubicBezTo>
                    <a:pt x="54" y="40553"/>
                    <a:pt x="28" y="40580"/>
                    <a:pt x="1" y="40633"/>
                  </a:cubicBezTo>
                  <a:cubicBezTo>
                    <a:pt x="1" y="40687"/>
                    <a:pt x="28" y="40741"/>
                    <a:pt x="54" y="40767"/>
                  </a:cubicBezTo>
                  <a:cubicBezTo>
                    <a:pt x="1794" y="41784"/>
                    <a:pt x="2918" y="43658"/>
                    <a:pt x="2918" y="45532"/>
                  </a:cubicBezTo>
                  <a:cubicBezTo>
                    <a:pt x="2918" y="45558"/>
                    <a:pt x="2918" y="45558"/>
                    <a:pt x="2918" y="45585"/>
                  </a:cubicBezTo>
                  <a:cubicBezTo>
                    <a:pt x="2918" y="45612"/>
                    <a:pt x="2945" y="45665"/>
                    <a:pt x="2999" y="45692"/>
                  </a:cubicBezTo>
                  <a:cubicBezTo>
                    <a:pt x="4952" y="46656"/>
                    <a:pt x="6157" y="48636"/>
                    <a:pt x="6157" y="50804"/>
                  </a:cubicBezTo>
                  <a:cubicBezTo>
                    <a:pt x="6157" y="52972"/>
                    <a:pt x="4952" y="54926"/>
                    <a:pt x="2999" y="55917"/>
                  </a:cubicBezTo>
                  <a:cubicBezTo>
                    <a:pt x="2945" y="55917"/>
                    <a:pt x="2918" y="55970"/>
                    <a:pt x="2918" y="56024"/>
                  </a:cubicBezTo>
                  <a:cubicBezTo>
                    <a:pt x="2865" y="58004"/>
                    <a:pt x="1821" y="59798"/>
                    <a:pt x="81" y="60815"/>
                  </a:cubicBezTo>
                  <a:cubicBezTo>
                    <a:pt x="54" y="60815"/>
                    <a:pt x="28" y="60868"/>
                    <a:pt x="1" y="60895"/>
                  </a:cubicBezTo>
                  <a:cubicBezTo>
                    <a:pt x="1" y="60949"/>
                    <a:pt x="28" y="61002"/>
                    <a:pt x="54" y="61029"/>
                  </a:cubicBezTo>
                  <a:cubicBezTo>
                    <a:pt x="1794" y="62046"/>
                    <a:pt x="2865" y="63839"/>
                    <a:pt x="2918" y="65847"/>
                  </a:cubicBezTo>
                  <a:cubicBezTo>
                    <a:pt x="2918" y="65900"/>
                    <a:pt x="2945" y="65927"/>
                    <a:pt x="2999" y="65954"/>
                  </a:cubicBezTo>
                  <a:cubicBezTo>
                    <a:pt x="4952" y="66944"/>
                    <a:pt x="6157" y="68898"/>
                    <a:pt x="6157" y="71066"/>
                  </a:cubicBezTo>
                  <a:cubicBezTo>
                    <a:pt x="6157" y="73234"/>
                    <a:pt x="4952" y="75188"/>
                    <a:pt x="2999" y="76178"/>
                  </a:cubicBezTo>
                  <a:cubicBezTo>
                    <a:pt x="2945" y="76178"/>
                    <a:pt x="2918" y="76232"/>
                    <a:pt x="2918" y="76285"/>
                  </a:cubicBezTo>
                  <a:cubicBezTo>
                    <a:pt x="2865" y="78293"/>
                    <a:pt x="1821" y="80086"/>
                    <a:pt x="81" y="81076"/>
                  </a:cubicBezTo>
                  <a:cubicBezTo>
                    <a:pt x="1" y="81130"/>
                    <a:pt x="1" y="81183"/>
                    <a:pt x="28" y="81264"/>
                  </a:cubicBezTo>
                  <a:cubicBezTo>
                    <a:pt x="44" y="81297"/>
                    <a:pt x="81" y="81320"/>
                    <a:pt x="120" y="81320"/>
                  </a:cubicBezTo>
                  <a:cubicBezTo>
                    <a:pt x="143" y="81320"/>
                    <a:pt x="168" y="81311"/>
                    <a:pt x="188" y="81290"/>
                  </a:cubicBezTo>
                  <a:cubicBezTo>
                    <a:pt x="1981" y="80273"/>
                    <a:pt x="3106" y="78427"/>
                    <a:pt x="3159" y="76366"/>
                  </a:cubicBezTo>
                  <a:cubicBezTo>
                    <a:pt x="5167" y="75322"/>
                    <a:pt x="6398" y="73314"/>
                    <a:pt x="6398" y="71066"/>
                  </a:cubicBezTo>
                  <a:cubicBezTo>
                    <a:pt x="6398" y="68818"/>
                    <a:pt x="5167" y="66784"/>
                    <a:pt x="3159" y="65766"/>
                  </a:cubicBezTo>
                  <a:cubicBezTo>
                    <a:pt x="3106" y="63786"/>
                    <a:pt x="2062" y="61992"/>
                    <a:pt x="376" y="60922"/>
                  </a:cubicBezTo>
                  <a:cubicBezTo>
                    <a:pt x="2062" y="59878"/>
                    <a:pt x="3106" y="58085"/>
                    <a:pt x="3159" y="56104"/>
                  </a:cubicBezTo>
                  <a:cubicBezTo>
                    <a:pt x="5167" y="55060"/>
                    <a:pt x="6398" y="53053"/>
                    <a:pt x="6398" y="50804"/>
                  </a:cubicBezTo>
                  <a:cubicBezTo>
                    <a:pt x="6398" y="48556"/>
                    <a:pt x="5167" y="46522"/>
                    <a:pt x="3159" y="45505"/>
                  </a:cubicBezTo>
                  <a:cubicBezTo>
                    <a:pt x="3159" y="43604"/>
                    <a:pt x="2062" y="41731"/>
                    <a:pt x="376" y="40660"/>
                  </a:cubicBezTo>
                  <a:cubicBezTo>
                    <a:pt x="1901" y="39723"/>
                    <a:pt x="3293" y="37903"/>
                    <a:pt x="3186" y="35816"/>
                  </a:cubicBezTo>
                  <a:cubicBezTo>
                    <a:pt x="5167" y="34799"/>
                    <a:pt x="6398" y="32764"/>
                    <a:pt x="6398" y="30543"/>
                  </a:cubicBezTo>
                  <a:cubicBezTo>
                    <a:pt x="6398" y="28295"/>
                    <a:pt x="5167" y="26260"/>
                    <a:pt x="3159" y="25243"/>
                  </a:cubicBezTo>
                  <a:cubicBezTo>
                    <a:pt x="3079" y="23236"/>
                    <a:pt x="2035" y="21443"/>
                    <a:pt x="376" y="20399"/>
                  </a:cubicBezTo>
                  <a:cubicBezTo>
                    <a:pt x="2089" y="19328"/>
                    <a:pt x="3186" y="17401"/>
                    <a:pt x="3186" y="15554"/>
                  </a:cubicBezTo>
                  <a:cubicBezTo>
                    <a:pt x="5167" y="14537"/>
                    <a:pt x="6398" y="12503"/>
                    <a:pt x="6398" y="10255"/>
                  </a:cubicBezTo>
                  <a:cubicBezTo>
                    <a:pt x="6398" y="8033"/>
                    <a:pt x="5167" y="5999"/>
                    <a:pt x="3186" y="4982"/>
                  </a:cubicBezTo>
                  <a:lnTo>
                    <a:pt x="3186" y="4955"/>
                  </a:lnTo>
                  <a:cubicBezTo>
                    <a:pt x="3186" y="3028"/>
                    <a:pt x="1981" y="1074"/>
                    <a:pt x="188" y="30"/>
                  </a:cubicBezTo>
                  <a:cubicBezTo>
                    <a:pt x="168" y="10"/>
                    <a:pt x="143" y="1"/>
                    <a:pt x="12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" name="Google Shape;502;p56"/>
            <p:cNvSpPr/>
            <p:nvPr/>
          </p:nvSpPr>
          <p:spPr>
            <a:xfrm>
              <a:off x="224725" y="818875"/>
              <a:ext cx="159950" cy="2032875"/>
            </a:xfrm>
            <a:custGeom>
              <a:avLst/>
              <a:gdLst/>
              <a:ahLst/>
              <a:cxnLst/>
              <a:rect l="l" t="t" r="r" b="b"/>
              <a:pathLst>
                <a:path w="6398" h="81315" extrusionOk="0">
                  <a:moveTo>
                    <a:pt x="129" y="1"/>
                  </a:moveTo>
                  <a:cubicBezTo>
                    <a:pt x="83" y="1"/>
                    <a:pt x="44" y="20"/>
                    <a:pt x="27" y="70"/>
                  </a:cubicBezTo>
                  <a:cubicBezTo>
                    <a:pt x="27" y="70"/>
                    <a:pt x="1" y="97"/>
                    <a:pt x="1" y="124"/>
                  </a:cubicBezTo>
                  <a:cubicBezTo>
                    <a:pt x="1" y="178"/>
                    <a:pt x="27" y="204"/>
                    <a:pt x="81" y="231"/>
                  </a:cubicBezTo>
                  <a:cubicBezTo>
                    <a:pt x="1821" y="1248"/>
                    <a:pt x="2972" y="3175"/>
                    <a:pt x="2918" y="5022"/>
                  </a:cubicBezTo>
                  <a:cubicBezTo>
                    <a:pt x="2945" y="5076"/>
                    <a:pt x="2945" y="5129"/>
                    <a:pt x="2998" y="5156"/>
                  </a:cubicBezTo>
                  <a:cubicBezTo>
                    <a:pt x="4952" y="6119"/>
                    <a:pt x="6157" y="8073"/>
                    <a:pt x="6157" y="10268"/>
                  </a:cubicBezTo>
                  <a:cubicBezTo>
                    <a:pt x="6157" y="12436"/>
                    <a:pt x="4952" y="14390"/>
                    <a:pt x="2998" y="15354"/>
                  </a:cubicBezTo>
                  <a:cubicBezTo>
                    <a:pt x="2945" y="15380"/>
                    <a:pt x="2918" y="15461"/>
                    <a:pt x="2918" y="15487"/>
                  </a:cubicBezTo>
                  <a:cubicBezTo>
                    <a:pt x="2998" y="17334"/>
                    <a:pt x="1848" y="19235"/>
                    <a:pt x="108" y="20278"/>
                  </a:cubicBezTo>
                  <a:cubicBezTo>
                    <a:pt x="54" y="20278"/>
                    <a:pt x="27" y="20305"/>
                    <a:pt x="27" y="20359"/>
                  </a:cubicBezTo>
                  <a:cubicBezTo>
                    <a:pt x="1" y="20412"/>
                    <a:pt x="27" y="20466"/>
                    <a:pt x="81" y="20493"/>
                  </a:cubicBezTo>
                  <a:cubicBezTo>
                    <a:pt x="1794" y="21510"/>
                    <a:pt x="2865" y="23303"/>
                    <a:pt x="2918" y="25310"/>
                  </a:cubicBezTo>
                  <a:cubicBezTo>
                    <a:pt x="2945" y="25364"/>
                    <a:pt x="2972" y="25391"/>
                    <a:pt x="2998" y="25417"/>
                  </a:cubicBezTo>
                  <a:cubicBezTo>
                    <a:pt x="4952" y="26381"/>
                    <a:pt x="6157" y="28362"/>
                    <a:pt x="6157" y="30530"/>
                  </a:cubicBezTo>
                  <a:cubicBezTo>
                    <a:pt x="6157" y="32698"/>
                    <a:pt x="4952" y="34652"/>
                    <a:pt x="2998" y="35642"/>
                  </a:cubicBezTo>
                  <a:cubicBezTo>
                    <a:pt x="2945" y="35642"/>
                    <a:pt x="2918" y="35695"/>
                    <a:pt x="2918" y="35749"/>
                  </a:cubicBezTo>
                  <a:cubicBezTo>
                    <a:pt x="3106" y="37837"/>
                    <a:pt x="1633" y="39630"/>
                    <a:pt x="108" y="40540"/>
                  </a:cubicBezTo>
                  <a:cubicBezTo>
                    <a:pt x="54" y="40540"/>
                    <a:pt x="27" y="40594"/>
                    <a:pt x="27" y="40620"/>
                  </a:cubicBezTo>
                  <a:cubicBezTo>
                    <a:pt x="1" y="40674"/>
                    <a:pt x="27" y="40727"/>
                    <a:pt x="81" y="40754"/>
                  </a:cubicBezTo>
                  <a:cubicBezTo>
                    <a:pt x="1821" y="41771"/>
                    <a:pt x="2918" y="43645"/>
                    <a:pt x="2918" y="45545"/>
                  </a:cubicBezTo>
                  <a:cubicBezTo>
                    <a:pt x="2918" y="45545"/>
                    <a:pt x="2918" y="45545"/>
                    <a:pt x="2918" y="45572"/>
                  </a:cubicBezTo>
                  <a:cubicBezTo>
                    <a:pt x="2918" y="45626"/>
                    <a:pt x="2945" y="45652"/>
                    <a:pt x="2998" y="45679"/>
                  </a:cubicBezTo>
                  <a:cubicBezTo>
                    <a:pt x="4952" y="46669"/>
                    <a:pt x="6157" y="48623"/>
                    <a:pt x="6157" y="50791"/>
                  </a:cubicBezTo>
                  <a:cubicBezTo>
                    <a:pt x="6157" y="52959"/>
                    <a:pt x="4952" y="54913"/>
                    <a:pt x="2998" y="55904"/>
                  </a:cubicBezTo>
                  <a:cubicBezTo>
                    <a:pt x="2945" y="55930"/>
                    <a:pt x="2918" y="55957"/>
                    <a:pt x="2918" y="56011"/>
                  </a:cubicBezTo>
                  <a:cubicBezTo>
                    <a:pt x="2891" y="57991"/>
                    <a:pt x="1821" y="59785"/>
                    <a:pt x="108" y="60802"/>
                  </a:cubicBezTo>
                  <a:cubicBezTo>
                    <a:pt x="54" y="60828"/>
                    <a:pt x="27" y="60855"/>
                    <a:pt x="27" y="60882"/>
                  </a:cubicBezTo>
                  <a:cubicBezTo>
                    <a:pt x="1" y="60935"/>
                    <a:pt x="27" y="60989"/>
                    <a:pt x="81" y="61016"/>
                  </a:cubicBezTo>
                  <a:cubicBezTo>
                    <a:pt x="1821" y="62033"/>
                    <a:pt x="2891" y="63826"/>
                    <a:pt x="2918" y="65834"/>
                  </a:cubicBezTo>
                  <a:cubicBezTo>
                    <a:pt x="2918" y="65887"/>
                    <a:pt x="2945" y="65914"/>
                    <a:pt x="2998" y="65941"/>
                  </a:cubicBezTo>
                  <a:cubicBezTo>
                    <a:pt x="4952" y="66931"/>
                    <a:pt x="6157" y="68885"/>
                    <a:pt x="6157" y="71053"/>
                  </a:cubicBezTo>
                  <a:cubicBezTo>
                    <a:pt x="6157" y="73221"/>
                    <a:pt x="4952" y="75175"/>
                    <a:pt x="2998" y="76165"/>
                  </a:cubicBezTo>
                  <a:cubicBezTo>
                    <a:pt x="2945" y="76192"/>
                    <a:pt x="2918" y="76219"/>
                    <a:pt x="2918" y="76272"/>
                  </a:cubicBezTo>
                  <a:cubicBezTo>
                    <a:pt x="2891" y="78280"/>
                    <a:pt x="1821" y="80073"/>
                    <a:pt x="81" y="81090"/>
                  </a:cubicBezTo>
                  <a:cubicBezTo>
                    <a:pt x="27" y="81117"/>
                    <a:pt x="1" y="81197"/>
                    <a:pt x="27" y="81251"/>
                  </a:cubicBezTo>
                  <a:cubicBezTo>
                    <a:pt x="67" y="81290"/>
                    <a:pt x="106" y="81315"/>
                    <a:pt x="156" y="81315"/>
                  </a:cubicBezTo>
                  <a:cubicBezTo>
                    <a:pt x="174" y="81315"/>
                    <a:pt x="193" y="81311"/>
                    <a:pt x="215" y="81304"/>
                  </a:cubicBezTo>
                  <a:cubicBezTo>
                    <a:pt x="2008" y="80260"/>
                    <a:pt x="3106" y="78413"/>
                    <a:pt x="3186" y="76352"/>
                  </a:cubicBezTo>
                  <a:cubicBezTo>
                    <a:pt x="5166" y="75309"/>
                    <a:pt x="6398" y="73301"/>
                    <a:pt x="6398" y="71053"/>
                  </a:cubicBezTo>
                  <a:cubicBezTo>
                    <a:pt x="6398" y="68805"/>
                    <a:pt x="5166" y="66797"/>
                    <a:pt x="3186" y="65753"/>
                  </a:cubicBezTo>
                  <a:cubicBezTo>
                    <a:pt x="3106" y="63773"/>
                    <a:pt x="2062" y="61979"/>
                    <a:pt x="375" y="60909"/>
                  </a:cubicBezTo>
                  <a:cubicBezTo>
                    <a:pt x="2062" y="59865"/>
                    <a:pt x="3106" y="58072"/>
                    <a:pt x="3186" y="56091"/>
                  </a:cubicBezTo>
                  <a:cubicBezTo>
                    <a:pt x="5166" y="55047"/>
                    <a:pt x="6398" y="53040"/>
                    <a:pt x="6398" y="50791"/>
                  </a:cubicBezTo>
                  <a:cubicBezTo>
                    <a:pt x="6398" y="48543"/>
                    <a:pt x="5166" y="46536"/>
                    <a:pt x="3186" y="45492"/>
                  </a:cubicBezTo>
                  <a:cubicBezTo>
                    <a:pt x="3159" y="43591"/>
                    <a:pt x="2088" y="41718"/>
                    <a:pt x="375" y="40647"/>
                  </a:cubicBezTo>
                  <a:cubicBezTo>
                    <a:pt x="1901" y="39710"/>
                    <a:pt x="3320" y="37890"/>
                    <a:pt x="3186" y="35829"/>
                  </a:cubicBezTo>
                  <a:cubicBezTo>
                    <a:pt x="5166" y="34785"/>
                    <a:pt x="6398" y="32751"/>
                    <a:pt x="6398" y="30530"/>
                  </a:cubicBezTo>
                  <a:cubicBezTo>
                    <a:pt x="6398" y="28281"/>
                    <a:pt x="5166" y="26247"/>
                    <a:pt x="3186" y="25230"/>
                  </a:cubicBezTo>
                  <a:cubicBezTo>
                    <a:pt x="3079" y="23223"/>
                    <a:pt x="2062" y="21429"/>
                    <a:pt x="375" y="20386"/>
                  </a:cubicBezTo>
                  <a:cubicBezTo>
                    <a:pt x="2088" y="19315"/>
                    <a:pt x="3186" y="17441"/>
                    <a:pt x="3186" y="15595"/>
                  </a:cubicBezTo>
                  <a:cubicBezTo>
                    <a:pt x="3186" y="15595"/>
                    <a:pt x="3186" y="15568"/>
                    <a:pt x="3186" y="15541"/>
                  </a:cubicBezTo>
                  <a:cubicBezTo>
                    <a:pt x="5166" y="14524"/>
                    <a:pt x="6398" y="12490"/>
                    <a:pt x="6398" y="10268"/>
                  </a:cubicBezTo>
                  <a:cubicBezTo>
                    <a:pt x="6398" y="8020"/>
                    <a:pt x="5166" y="5986"/>
                    <a:pt x="3186" y="4969"/>
                  </a:cubicBezTo>
                  <a:lnTo>
                    <a:pt x="3186" y="4942"/>
                  </a:lnTo>
                  <a:cubicBezTo>
                    <a:pt x="3186" y="3041"/>
                    <a:pt x="1981" y="1061"/>
                    <a:pt x="215" y="17"/>
                  </a:cubicBezTo>
                  <a:cubicBezTo>
                    <a:pt x="185" y="7"/>
                    <a:pt x="156" y="1"/>
                    <a:pt x="12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" name="Google Shape;503;p56"/>
            <p:cNvSpPr/>
            <p:nvPr/>
          </p:nvSpPr>
          <p:spPr>
            <a:xfrm>
              <a:off x="1914975" y="2593575"/>
              <a:ext cx="160625" cy="2032875"/>
            </a:xfrm>
            <a:custGeom>
              <a:avLst/>
              <a:gdLst/>
              <a:ahLst/>
              <a:cxnLst/>
              <a:rect l="l" t="t" r="r" b="b"/>
              <a:pathLst>
                <a:path w="6425" h="81315" extrusionOk="0">
                  <a:moveTo>
                    <a:pt x="151" y="1"/>
                  </a:moveTo>
                  <a:cubicBezTo>
                    <a:pt x="95" y="1"/>
                    <a:pt x="47" y="26"/>
                    <a:pt x="27" y="65"/>
                  </a:cubicBezTo>
                  <a:cubicBezTo>
                    <a:pt x="27" y="92"/>
                    <a:pt x="27" y="118"/>
                    <a:pt x="27" y="118"/>
                  </a:cubicBezTo>
                  <a:cubicBezTo>
                    <a:pt x="27" y="172"/>
                    <a:pt x="27" y="225"/>
                    <a:pt x="81" y="225"/>
                  </a:cubicBezTo>
                  <a:cubicBezTo>
                    <a:pt x="1821" y="1243"/>
                    <a:pt x="2972" y="3170"/>
                    <a:pt x="2945" y="5043"/>
                  </a:cubicBezTo>
                  <a:cubicBezTo>
                    <a:pt x="2945" y="5070"/>
                    <a:pt x="2972" y="5124"/>
                    <a:pt x="2998" y="5150"/>
                  </a:cubicBezTo>
                  <a:cubicBezTo>
                    <a:pt x="4952" y="6141"/>
                    <a:pt x="6157" y="8095"/>
                    <a:pt x="6157" y="10263"/>
                  </a:cubicBezTo>
                  <a:cubicBezTo>
                    <a:pt x="6157" y="12431"/>
                    <a:pt x="4952" y="14384"/>
                    <a:pt x="2998" y="15375"/>
                  </a:cubicBezTo>
                  <a:cubicBezTo>
                    <a:pt x="2945" y="15402"/>
                    <a:pt x="2945" y="15428"/>
                    <a:pt x="2945" y="15482"/>
                  </a:cubicBezTo>
                  <a:cubicBezTo>
                    <a:pt x="2998" y="17355"/>
                    <a:pt x="1848" y="19256"/>
                    <a:pt x="108" y="20273"/>
                  </a:cubicBezTo>
                  <a:cubicBezTo>
                    <a:pt x="54" y="20300"/>
                    <a:pt x="27" y="20326"/>
                    <a:pt x="27" y="20353"/>
                  </a:cubicBezTo>
                  <a:cubicBezTo>
                    <a:pt x="1" y="20407"/>
                    <a:pt x="27" y="20460"/>
                    <a:pt x="81" y="20514"/>
                  </a:cubicBezTo>
                  <a:cubicBezTo>
                    <a:pt x="1794" y="21504"/>
                    <a:pt x="2865" y="23297"/>
                    <a:pt x="2945" y="25305"/>
                  </a:cubicBezTo>
                  <a:cubicBezTo>
                    <a:pt x="2945" y="25358"/>
                    <a:pt x="2972" y="25385"/>
                    <a:pt x="2998" y="25412"/>
                  </a:cubicBezTo>
                  <a:cubicBezTo>
                    <a:pt x="4952" y="26402"/>
                    <a:pt x="6157" y="28356"/>
                    <a:pt x="6157" y="30524"/>
                  </a:cubicBezTo>
                  <a:cubicBezTo>
                    <a:pt x="6157" y="32692"/>
                    <a:pt x="4952" y="34646"/>
                    <a:pt x="2998" y="35636"/>
                  </a:cubicBezTo>
                  <a:cubicBezTo>
                    <a:pt x="2945" y="35663"/>
                    <a:pt x="2918" y="35717"/>
                    <a:pt x="2945" y="35770"/>
                  </a:cubicBezTo>
                  <a:cubicBezTo>
                    <a:pt x="3106" y="37831"/>
                    <a:pt x="1633" y="39651"/>
                    <a:pt x="108" y="40535"/>
                  </a:cubicBezTo>
                  <a:cubicBezTo>
                    <a:pt x="54" y="40561"/>
                    <a:pt x="27" y="40588"/>
                    <a:pt x="27" y="40615"/>
                  </a:cubicBezTo>
                  <a:cubicBezTo>
                    <a:pt x="1" y="40668"/>
                    <a:pt x="27" y="40749"/>
                    <a:pt x="81" y="40775"/>
                  </a:cubicBezTo>
                  <a:cubicBezTo>
                    <a:pt x="1821" y="41766"/>
                    <a:pt x="2945" y="43639"/>
                    <a:pt x="2945" y="45540"/>
                  </a:cubicBezTo>
                  <a:cubicBezTo>
                    <a:pt x="2945" y="45540"/>
                    <a:pt x="2945" y="45566"/>
                    <a:pt x="2945" y="45566"/>
                  </a:cubicBezTo>
                  <a:cubicBezTo>
                    <a:pt x="2945" y="45620"/>
                    <a:pt x="2972" y="45674"/>
                    <a:pt x="2998" y="45674"/>
                  </a:cubicBezTo>
                  <a:cubicBezTo>
                    <a:pt x="4952" y="46664"/>
                    <a:pt x="6157" y="48618"/>
                    <a:pt x="6157" y="50786"/>
                  </a:cubicBezTo>
                  <a:cubicBezTo>
                    <a:pt x="6157" y="52954"/>
                    <a:pt x="4952" y="54934"/>
                    <a:pt x="2998" y="55898"/>
                  </a:cubicBezTo>
                  <a:cubicBezTo>
                    <a:pt x="2972" y="55925"/>
                    <a:pt x="2945" y="55952"/>
                    <a:pt x="2945" y="56005"/>
                  </a:cubicBezTo>
                  <a:cubicBezTo>
                    <a:pt x="2891" y="58012"/>
                    <a:pt x="1821" y="59806"/>
                    <a:pt x="108" y="60796"/>
                  </a:cubicBezTo>
                  <a:cubicBezTo>
                    <a:pt x="54" y="60823"/>
                    <a:pt x="27" y="60850"/>
                    <a:pt x="27" y="60903"/>
                  </a:cubicBezTo>
                  <a:cubicBezTo>
                    <a:pt x="1" y="60957"/>
                    <a:pt x="27" y="61010"/>
                    <a:pt x="81" y="61037"/>
                  </a:cubicBezTo>
                  <a:cubicBezTo>
                    <a:pt x="1821" y="62054"/>
                    <a:pt x="2891" y="63847"/>
                    <a:pt x="2945" y="65828"/>
                  </a:cubicBezTo>
                  <a:cubicBezTo>
                    <a:pt x="2945" y="65882"/>
                    <a:pt x="2972" y="65935"/>
                    <a:pt x="2998" y="65962"/>
                  </a:cubicBezTo>
                  <a:cubicBezTo>
                    <a:pt x="4952" y="66925"/>
                    <a:pt x="6157" y="68879"/>
                    <a:pt x="6157" y="71047"/>
                  </a:cubicBezTo>
                  <a:cubicBezTo>
                    <a:pt x="6157" y="73242"/>
                    <a:pt x="4952" y="75196"/>
                    <a:pt x="2998" y="76160"/>
                  </a:cubicBezTo>
                  <a:cubicBezTo>
                    <a:pt x="2972" y="76186"/>
                    <a:pt x="2945" y="76240"/>
                    <a:pt x="2945" y="76267"/>
                  </a:cubicBezTo>
                  <a:cubicBezTo>
                    <a:pt x="2891" y="78274"/>
                    <a:pt x="1821" y="80067"/>
                    <a:pt x="81" y="81084"/>
                  </a:cubicBezTo>
                  <a:cubicBezTo>
                    <a:pt x="27" y="81111"/>
                    <a:pt x="1" y="81191"/>
                    <a:pt x="27" y="81245"/>
                  </a:cubicBezTo>
                  <a:cubicBezTo>
                    <a:pt x="61" y="81296"/>
                    <a:pt x="106" y="81315"/>
                    <a:pt x="148" y="81315"/>
                  </a:cubicBezTo>
                  <a:cubicBezTo>
                    <a:pt x="172" y="81315"/>
                    <a:pt x="195" y="81308"/>
                    <a:pt x="215" y="81299"/>
                  </a:cubicBezTo>
                  <a:cubicBezTo>
                    <a:pt x="2008" y="80255"/>
                    <a:pt x="3106" y="78408"/>
                    <a:pt x="3186" y="76347"/>
                  </a:cubicBezTo>
                  <a:cubicBezTo>
                    <a:pt x="5166" y="75330"/>
                    <a:pt x="6424" y="73296"/>
                    <a:pt x="6424" y="71047"/>
                  </a:cubicBezTo>
                  <a:cubicBezTo>
                    <a:pt x="6424" y="68826"/>
                    <a:pt x="5166" y="66792"/>
                    <a:pt x="3186" y="65748"/>
                  </a:cubicBezTo>
                  <a:cubicBezTo>
                    <a:pt x="3106" y="63767"/>
                    <a:pt x="2062" y="61974"/>
                    <a:pt x="375" y="60930"/>
                  </a:cubicBezTo>
                  <a:cubicBezTo>
                    <a:pt x="2062" y="59859"/>
                    <a:pt x="3106" y="58093"/>
                    <a:pt x="3186" y="56085"/>
                  </a:cubicBezTo>
                  <a:cubicBezTo>
                    <a:pt x="5166" y="55068"/>
                    <a:pt x="6424" y="53034"/>
                    <a:pt x="6424" y="50786"/>
                  </a:cubicBezTo>
                  <a:cubicBezTo>
                    <a:pt x="6424" y="48537"/>
                    <a:pt x="5166" y="46530"/>
                    <a:pt x="3186" y="45486"/>
                  </a:cubicBezTo>
                  <a:cubicBezTo>
                    <a:pt x="3159" y="43586"/>
                    <a:pt x="2088" y="41739"/>
                    <a:pt x="375" y="40668"/>
                  </a:cubicBezTo>
                  <a:cubicBezTo>
                    <a:pt x="1901" y="39705"/>
                    <a:pt x="3320" y="37885"/>
                    <a:pt x="3186" y="35824"/>
                  </a:cubicBezTo>
                  <a:cubicBezTo>
                    <a:pt x="5193" y="34780"/>
                    <a:pt x="6424" y="32772"/>
                    <a:pt x="6424" y="30524"/>
                  </a:cubicBezTo>
                  <a:cubicBezTo>
                    <a:pt x="6424" y="28276"/>
                    <a:pt x="5166" y="26268"/>
                    <a:pt x="3186" y="25225"/>
                  </a:cubicBezTo>
                  <a:cubicBezTo>
                    <a:pt x="3106" y="23244"/>
                    <a:pt x="2062" y="21451"/>
                    <a:pt x="375" y="20407"/>
                  </a:cubicBezTo>
                  <a:cubicBezTo>
                    <a:pt x="2088" y="19336"/>
                    <a:pt x="3186" y="17436"/>
                    <a:pt x="3186" y="15616"/>
                  </a:cubicBezTo>
                  <a:cubicBezTo>
                    <a:pt x="3186" y="15589"/>
                    <a:pt x="3186" y="15562"/>
                    <a:pt x="3186" y="15562"/>
                  </a:cubicBezTo>
                  <a:cubicBezTo>
                    <a:pt x="5166" y="14518"/>
                    <a:pt x="6424" y="12511"/>
                    <a:pt x="6424" y="10263"/>
                  </a:cubicBezTo>
                  <a:cubicBezTo>
                    <a:pt x="6424" y="8014"/>
                    <a:pt x="5166" y="6007"/>
                    <a:pt x="3186" y="4963"/>
                  </a:cubicBezTo>
                  <a:cubicBezTo>
                    <a:pt x="3186" y="3036"/>
                    <a:pt x="2008" y="1055"/>
                    <a:pt x="215" y="11"/>
                  </a:cubicBezTo>
                  <a:cubicBezTo>
                    <a:pt x="193" y="4"/>
                    <a:pt x="172" y="1"/>
                    <a:pt x="15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" name="Google Shape;504;p56"/>
            <p:cNvSpPr/>
            <p:nvPr/>
          </p:nvSpPr>
          <p:spPr>
            <a:xfrm>
              <a:off x="1761075" y="2845375"/>
              <a:ext cx="160625" cy="2032675"/>
            </a:xfrm>
            <a:custGeom>
              <a:avLst/>
              <a:gdLst/>
              <a:ahLst/>
              <a:cxnLst/>
              <a:rect l="l" t="t" r="r" b="b"/>
              <a:pathLst>
                <a:path w="6425" h="81307" extrusionOk="0">
                  <a:moveTo>
                    <a:pt x="146" y="1"/>
                  </a:moveTo>
                  <a:cubicBezTo>
                    <a:pt x="108" y="1"/>
                    <a:pt x="71" y="24"/>
                    <a:pt x="54" y="57"/>
                  </a:cubicBezTo>
                  <a:cubicBezTo>
                    <a:pt x="27" y="84"/>
                    <a:pt x="27" y="110"/>
                    <a:pt x="27" y="137"/>
                  </a:cubicBezTo>
                  <a:cubicBezTo>
                    <a:pt x="27" y="164"/>
                    <a:pt x="54" y="217"/>
                    <a:pt x="81" y="244"/>
                  </a:cubicBezTo>
                  <a:cubicBezTo>
                    <a:pt x="1821" y="1234"/>
                    <a:pt x="2972" y="3162"/>
                    <a:pt x="2945" y="5035"/>
                  </a:cubicBezTo>
                  <a:cubicBezTo>
                    <a:pt x="2945" y="5089"/>
                    <a:pt x="2972" y="5142"/>
                    <a:pt x="2998" y="5142"/>
                  </a:cubicBezTo>
                  <a:cubicBezTo>
                    <a:pt x="4952" y="6133"/>
                    <a:pt x="6183" y="8086"/>
                    <a:pt x="6183" y="10254"/>
                  </a:cubicBezTo>
                  <a:cubicBezTo>
                    <a:pt x="6183" y="12422"/>
                    <a:pt x="4952" y="14376"/>
                    <a:pt x="2998" y="15367"/>
                  </a:cubicBezTo>
                  <a:cubicBezTo>
                    <a:pt x="2972" y="15393"/>
                    <a:pt x="2945" y="15447"/>
                    <a:pt x="2945" y="15474"/>
                  </a:cubicBezTo>
                  <a:cubicBezTo>
                    <a:pt x="2998" y="17321"/>
                    <a:pt x="1847" y="19248"/>
                    <a:pt x="108" y="20265"/>
                  </a:cubicBezTo>
                  <a:cubicBezTo>
                    <a:pt x="81" y="20292"/>
                    <a:pt x="27" y="20318"/>
                    <a:pt x="27" y="20345"/>
                  </a:cubicBezTo>
                  <a:cubicBezTo>
                    <a:pt x="27" y="20425"/>
                    <a:pt x="27" y="20479"/>
                    <a:pt x="81" y="20506"/>
                  </a:cubicBezTo>
                  <a:cubicBezTo>
                    <a:pt x="1821" y="21496"/>
                    <a:pt x="2891" y="23289"/>
                    <a:pt x="2945" y="25297"/>
                  </a:cubicBezTo>
                  <a:cubicBezTo>
                    <a:pt x="2945" y="25350"/>
                    <a:pt x="2972" y="25404"/>
                    <a:pt x="2998" y="25404"/>
                  </a:cubicBezTo>
                  <a:cubicBezTo>
                    <a:pt x="4952" y="26394"/>
                    <a:pt x="6183" y="28348"/>
                    <a:pt x="6183" y="30516"/>
                  </a:cubicBezTo>
                  <a:cubicBezTo>
                    <a:pt x="6183" y="32684"/>
                    <a:pt x="4952" y="34665"/>
                    <a:pt x="2998" y="35628"/>
                  </a:cubicBezTo>
                  <a:cubicBezTo>
                    <a:pt x="2972" y="35655"/>
                    <a:pt x="2945" y="35709"/>
                    <a:pt x="2945" y="35762"/>
                  </a:cubicBezTo>
                  <a:cubicBezTo>
                    <a:pt x="3105" y="37823"/>
                    <a:pt x="1633" y="39643"/>
                    <a:pt x="108" y="40526"/>
                  </a:cubicBezTo>
                  <a:cubicBezTo>
                    <a:pt x="81" y="40553"/>
                    <a:pt x="27" y="40580"/>
                    <a:pt x="27" y="40633"/>
                  </a:cubicBezTo>
                  <a:cubicBezTo>
                    <a:pt x="27" y="40687"/>
                    <a:pt x="27" y="40741"/>
                    <a:pt x="81" y="40767"/>
                  </a:cubicBezTo>
                  <a:cubicBezTo>
                    <a:pt x="1821" y="41784"/>
                    <a:pt x="2945" y="43631"/>
                    <a:pt x="2945" y="45532"/>
                  </a:cubicBezTo>
                  <a:lnTo>
                    <a:pt x="2945" y="45558"/>
                  </a:lnTo>
                  <a:cubicBezTo>
                    <a:pt x="2945" y="45612"/>
                    <a:pt x="2972" y="45665"/>
                    <a:pt x="2998" y="45692"/>
                  </a:cubicBezTo>
                  <a:cubicBezTo>
                    <a:pt x="4952" y="46656"/>
                    <a:pt x="6183" y="48610"/>
                    <a:pt x="6183" y="50778"/>
                  </a:cubicBezTo>
                  <a:cubicBezTo>
                    <a:pt x="6183" y="52972"/>
                    <a:pt x="4952" y="54926"/>
                    <a:pt x="2998" y="55890"/>
                  </a:cubicBezTo>
                  <a:cubicBezTo>
                    <a:pt x="2972" y="55917"/>
                    <a:pt x="2945" y="55970"/>
                    <a:pt x="2945" y="55997"/>
                  </a:cubicBezTo>
                  <a:cubicBezTo>
                    <a:pt x="2891" y="58004"/>
                    <a:pt x="1847" y="59798"/>
                    <a:pt x="108" y="60815"/>
                  </a:cubicBezTo>
                  <a:cubicBezTo>
                    <a:pt x="81" y="60815"/>
                    <a:pt x="27" y="60841"/>
                    <a:pt x="27" y="60895"/>
                  </a:cubicBezTo>
                  <a:cubicBezTo>
                    <a:pt x="27" y="60949"/>
                    <a:pt x="27" y="61002"/>
                    <a:pt x="81" y="61029"/>
                  </a:cubicBezTo>
                  <a:cubicBezTo>
                    <a:pt x="1821" y="62046"/>
                    <a:pt x="2891" y="63839"/>
                    <a:pt x="2945" y="65847"/>
                  </a:cubicBezTo>
                  <a:cubicBezTo>
                    <a:pt x="2945" y="65873"/>
                    <a:pt x="2972" y="65927"/>
                    <a:pt x="2998" y="65954"/>
                  </a:cubicBezTo>
                  <a:cubicBezTo>
                    <a:pt x="4952" y="66917"/>
                    <a:pt x="6183" y="68871"/>
                    <a:pt x="6183" y="71066"/>
                  </a:cubicBezTo>
                  <a:cubicBezTo>
                    <a:pt x="6183" y="73234"/>
                    <a:pt x="4952" y="75188"/>
                    <a:pt x="2998" y="76151"/>
                  </a:cubicBezTo>
                  <a:cubicBezTo>
                    <a:pt x="2972" y="76178"/>
                    <a:pt x="2945" y="76232"/>
                    <a:pt x="2945" y="76285"/>
                  </a:cubicBezTo>
                  <a:cubicBezTo>
                    <a:pt x="2891" y="78266"/>
                    <a:pt x="1821" y="80059"/>
                    <a:pt x="81" y="81076"/>
                  </a:cubicBezTo>
                  <a:cubicBezTo>
                    <a:pt x="27" y="81103"/>
                    <a:pt x="1" y="81183"/>
                    <a:pt x="54" y="81237"/>
                  </a:cubicBezTo>
                  <a:cubicBezTo>
                    <a:pt x="71" y="81288"/>
                    <a:pt x="110" y="81306"/>
                    <a:pt x="149" y="81306"/>
                  </a:cubicBezTo>
                  <a:cubicBezTo>
                    <a:pt x="172" y="81306"/>
                    <a:pt x="195" y="81300"/>
                    <a:pt x="215" y="81290"/>
                  </a:cubicBezTo>
                  <a:cubicBezTo>
                    <a:pt x="2008" y="80247"/>
                    <a:pt x="3105" y="78400"/>
                    <a:pt x="3186" y="76366"/>
                  </a:cubicBezTo>
                  <a:cubicBezTo>
                    <a:pt x="5193" y="75322"/>
                    <a:pt x="6424" y="73288"/>
                    <a:pt x="6424" y="71066"/>
                  </a:cubicBezTo>
                  <a:cubicBezTo>
                    <a:pt x="6424" y="68818"/>
                    <a:pt x="5193" y="66783"/>
                    <a:pt x="3186" y="65766"/>
                  </a:cubicBezTo>
                  <a:cubicBezTo>
                    <a:pt x="3132" y="63759"/>
                    <a:pt x="2088" y="61992"/>
                    <a:pt x="402" y="60922"/>
                  </a:cubicBezTo>
                  <a:cubicBezTo>
                    <a:pt x="2088" y="59878"/>
                    <a:pt x="3132" y="58085"/>
                    <a:pt x="3186" y="56077"/>
                  </a:cubicBezTo>
                  <a:cubicBezTo>
                    <a:pt x="5193" y="55060"/>
                    <a:pt x="6424" y="53026"/>
                    <a:pt x="6424" y="50778"/>
                  </a:cubicBezTo>
                  <a:cubicBezTo>
                    <a:pt x="6424" y="48556"/>
                    <a:pt x="5193" y="46522"/>
                    <a:pt x="3186" y="45505"/>
                  </a:cubicBezTo>
                  <a:cubicBezTo>
                    <a:pt x="3186" y="43604"/>
                    <a:pt x="2088" y="41731"/>
                    <a:pt x="402" y="40660"/>
                  </a:cubicBezTo>
                  <a:cubicBezTo>
                    <a:pt x="1901" y="39697"/>
                    <a:pt x="3320" y="37877"/>
                    <a:pt x="3186" y="35816"/>
                  </a:cubicBezTo>
                  <a:cubicBezTo>
                    <a:pt x="5193" y="34799"/>
                    <a:pt x="6424" y="32764"/>
                    <a:pt x="6424" y="30516"/>
                  </a:cubicBezTo>
                  <a:cubicBezTo>
                    <a:pt x="6424" y="28268"/>
                    <a:pt x="5193" y="26260"/>
                    <a:pt x="3186" y="25216"/>
                  </a:cubicBezTo>
                  <a:cubicBezTo>
                    <a:pt x="3105" y="23236"/>
                    <a:pt x="2062" y="21442"/>
                    <a:pt x="402" y="20399"/>
                  </a:cubicBezTo>
                  <a:cubicBezTo>
                    <a:pt x="2115" y="19328"/>
                    <a:pt x="3212" y="17401"/>
                    <a:pt x="3186" y="15554"/>
                  </a:cubicBezTo>
                  <a:cubicBezTo>
                    <a:pt x="5193" y="14510"/>
                    <a:pt x="6424" y="12503"/>
                    <a:pt x="6424" y="10254"/>
                  </a:cubicBezTo>
                  <a:cubicBezTo>
                    <a:pt x="6424" y="8006"/>
                    <a:pt x="5193" y="5999"/>
                    <a:pt x="3186" y="4955"/>
                  </a:cubicBezTo>
                  <a:cubicBezTo>
                    <a:pt x="3186" y="3028"/>
                    <a:pt x="2008" y="1047"/>
                    <a:pt x="215" y="30"/>
                  </a:cubicBezTo>
                  <a:cubicBezTo>
                    <a:pt x="194" y="10"/>
                    <a:pt x="170" y="1"/>
                    <a:pt x="14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" name="Google Shape;505;p56"/>
            <p:cNvSpPr/>
            <p:nvPr/>
          </p:nvSpPr>
          <p:spPr>
            <a:xfrm>
              <a:off x="1607850" y="2593575"/>
              <a:ext cx="159950" cy="2032875"/>
            </a:xfrm>
            <a:custGeom>
              <a:avLst/>
              <a:gdLst/>
              <a:ahLst/>
              <a:cxnLst/>
              <a:rect l="l" t="t" r="r" b="b"/>
              <a:pathLst>
                <a:path w="6398" h="81315" extrusionOk="0">
                  <a:moveTo>
                    <a:pt x="140" y="1"/>
                  </a:moveTo>
                  <a:cubicBezTo>
                    <a:pt x="95" y="1"/>
                    <a:pt x="47" y="26"/>
                    <a:pt x="27" y="65"/>
                  </a:cubicBezTo>
                  <a:cubicBezTo>
                    <a:pt x="0" y="92"/>
                    <a:pt x="0" y="118"/>
                    <a:pt x="0" y="118"/>
                  </a:cubicBezTo>
                  <a:cubicBezTo>
                    <a:pt x="0" y="172"/>
                    <a:pt x="27" y="225"/>
                    <a:pt x="81" y="225"/>
                  </a:cubicBezTo>
                  <a:cubicBezTo>
                    <a:pt x="1820" y="1243"/>
                    <a:pt x="2944" y="3170"/>
                    <a:pt x="2918" y="5043"/>
                  </a:cubicBezTo>
                  <a:cubicBezTo>
                    <a:pt x="2918" y="5070"/>
                    <a:pt x="2944" y="5124"/>
                    <a:pt x="2998" y="5150"/>
                  </a:cubicBezTo>
                  <a:cubicBezTo>
                    <a:pt x="4952" y="6141"/>
                    <a:pt x="6156" y="8095"/>
                    <a:pt x="6156" y="10263"/>
                  </a:cubicBezTo>
                  <a:cubicBezTo>
                    <a:pt x="6156" y="12431"/>
                    <a:pt x="4952" y="14384"/>
                    <a:pt x="2998" y="15375"/>
                  </a:cubicBezTo>
                  <a:cubicBezTo>
                    <a:pt x="2944" y="15402"/>
                    <a:pt x="2918" y="15428"/>
                    <a:pt x="2918" y="15482"/>
                  </a:cubicBezTo>
                  <a:cubicBezTo>
                    <a:pt x="2971" y="17329"/>
                    <a:pt x="1847" y="19256"/>
                    <a:pt x="81" y="20273"/>
                  </a:cubicBezTo>
                  <a:cubicBezTo>
                    <a:pt x="54" y="20300"/>
                    <a:pt x="27" y="20326"/>
                    <a:pt x="0" y="20353"/>
                  </a:cubicBezTo>
                  <a:cubicBezTo>
                    <a:pt x="0" y="20407"/>
                    <a:pt x="27" y="20460"/>
                    <a:pt x="81" y="20514"/>
                  </a:cubicBezTo>
                  <a:cubicBezTo>
                    <a:pt x="1794" y="21504"/>
                    <a:pt x="2864" y="23297"/>
                    <a:pt x="2918" y="25305"/>
                  </a:cubicBezTo>
                  <a:cubicBezTo>
                    <a:pt x="2918" y="25358"/>
                    <a:pt x="2944" y="25385"/>
                    <a:pt x="2998" y="25412"/>
                  </a:cubicBezTo>
                  <a:cubicBezTo>
                    <a:pt x="4952" y="26402"/>
                    <a:pt x="6156" y="28356"/>
                    <a:pt x="6156" y="30524"/>
                  </a:cubicBezTo>
                  <a:cubicBezTo>
                    <a:pt x="6156" y="32692"/>
                    <a:pt x="4952" y="34646"/>
                    <a:pt x="2998" y="35636"/>
                  </a:cubicBezTo>
                  <a:cubicBezTo>
                    <a:pt x="2944" y="35663"/>
                    <a:pt x="2918" y="35717"/>
                    <a:pt x="2918" y="35770"/>
                  </a:cubicBezTo>
                  <a:cubicBezTo>
                    <a:pt x="3078" y="37831"/>
                    <a:pt x="1633" y="39651"/>
                    <a:pt x="81" y="40535"/>
                  </a:cubicBezTo>
                  <a:cubicBezTo>
                    <a:pt x="54" y="40561"/>
                    <a:pt x="27" y="40588"/>
                    <a:pt x="0" y="40615"/>
                  </a:cubicBezTo>
                  <a:cubicBezTo>
                    <a:pt x="0" y="40668"/>
                    <a:pt x="27" y="40749"/>
                    <a:pt x="81" y="40775"/>
                  </a:cubicBezTo>
                  <a:cubicBezTo>
                    <a:pt x="1820" y="41766"/>
                    <a:pt x="2918" y="43639"/>
                    <a:pt x="2918" y="45540"/>
                  </a:cubicBezTo>
                  <a:cubicBezTo>
                    <a:pt x="2918" y="45540"/>
                    <a:pt x="2918" y="45566"/>
                    <a:pt x="2918" y="45566"/>
                  </a:cubicBezTo>
                  <a:cubicBezTo>
                    <a:pt x="2918" y="45620"/>
                    <a:pt x="2944" y="45674"/>
                    <a:pt x="2998" y="45674"/>
                  </a:cubicBezTo>
                  <a:cubicBezTo>
                    <a:pt x="4952" y="46664"/>
                    <a:pt x="6156" y="48618"/>
                    <a:pt x="6156" y="50786"/>
                  </a:cubicBezTo>
                  <a:cubicBezTo>
                    <a:pt x="6156" y="52954"/>
                    <a:pt x="4952" y="54934"/>
                    <a:pt x="2998" y="55898"/>
                  </a:cubicBezTo>
                  <a:cubicBezTo>
                    <a:pt x="2944" y="55925"/>
                    <a:pt x="2918" y="55952"/>
                    <a:pt x="2918" y="56005"/>
                  </a:cubicBezTo>
                  <a:cubicBezTo>
                    <a:pt x="2864" y="58012"/>
                    <a:pt x="1820" y="59806"/>
                    <a:pt x="81" y="60796"/>
                  </a:cubicBezTo>
                  <a:cubicBezTo>
                    <a:pt x="54" y="60823"/>
                    <a:pt x="27" y="60850"/>
                    <a:pt x="0" y="60903"/>
                  </a:cubicBezTo>
                  <a:cubicBezTo>
                    <a:pt x="0" y="60957"/>
                    <a:pt x="27" y="61010"/>
                    <a:pt x="81" y="61037"/>
                  </a:cubicBezTo>
                  <a:cubicBezTo>
                    <a:pt x="1820" y="62054"/>
                    <a:pt x="2864" y="63847"/>
                    <a:pt x="2918" y="65828"/>
                  </a:cubicBezTo>
                  <a:cubicBezTo>
                    <a:pt x="2918" y="65882"/>
                    <a:pt x="2944" y="65935"/>
                    <a:pt x="2998" y="65962"/>
                  </a:cubicBezTo>
                  <a:cubicBezTo>
                    <a:pt x="4952" y="66925"/>
                    <a:pt x="6156" y="68879"/>
                    <a:pt x="6156" y="71047"/>
                  </a:cubicBezTo>
                  <a:cubicBezTo>
                    <a:pt x="6156" y="73242"/>
                    <a:pt x="4952" y="75196"/>
                    <a:pt x="2998" y="76160"/>
                  </a:cubicBezTo>
                  <a:cubicBezTo>
                    <a:pt x="2944" y="76186"/>
                    <a:pt x="2918" y="76240"/>
                    <a:pt x="2918" y="76267"/>
                  </a:cubicBezTo>
                  <a:cubicBezTo>
                    <a:pt x="2864" y="78274"/>
                    <a:pt x="1820" y="80067"/>
                    <a:pt x="81" y="81084"/>
                  </a:cubicBezTo>
                  <a:cubicBezTo>
                    <a:pt x="27" y="81111"/>
                    <a:pt x="0" y="81191"/>
                    <a:pt x="27" y="81245"/>
                  </a:cubicBezTo>
                  <a:cubicBezTo>
                    <a:pt x="44" y="81296"/>
                    <a:pt x="82" y="81315"/>
                    <a:pt x="122" y="81315"/>
                  </a:cubicBezTo>
                  <a:cubicBezTo>
                    <a:pt x="145" y="81315"/>
                    <a:pt x="168" y="81308"/>
                    <a:pt x="188" y="81299"/>
                  </a:cubicBezTo>
                  <a:cubicBezTo>
                    <a:pt x="1981" y="80255"/>
                    <a:pt x="3105" y="78408"/>
                    <a:pt x="3185" y="76347"/>
                  </a:cubicBezTo>
                  <a:cubicBezTo>
                    <a:pt x="5166" y="75330"/>
                    <a:pt x="6397" y="73296"/>
                    <a:pt x="6397" y="71047"/>
                  </a:cubicBezTo>
                  <a:cubicBezTo>
                    <a:pt x="6397" y="68826"/>
                    <a:pt x="5166" y="66792"/>
                    <a:pt x="3185" y="65748"/>
                  </a:cubicBezTo>
                  <a:cubicBezTo>
                    <a:pt x="3105" y="63767"/>
                    <a:pt x="2061" y="61974"/>
                    <a:pt x="375" y="60930"/>
                  </a:cubicBezTo>
                  <a:cubicBezTo>
                    <a:pt x="2061" y="59859"/>
                    <a:pt x="3105" y="58093"/>
                    <a:pt x="3185" y="56085"/>
                  </a:cubicBezTo>
                  <a:cubicBezTo>
                    <a:pt x="5166" y="55068"/>
                    <a:pt x="6397" y="53034"/>
                    <a:pt x="6397" y="50786"/>
                  </a:cubicBezTo>
                  <a:cubicBezTo>
                    <a:pt x="6397" y="48537"/>
                    <a:pt x="5166" y="46530"/>
                    <a:pt x="3185" y="45486"/>
                  </a:cubicBezTo>
                  <a:cubicBezTo>
                    <a:pt x="3159" y="43586"/>
                    <a:pt x="2061" y="41739"/>
                    <a:pt x="375" y="40668"/>
                  </a:cubicBezTo>
                  <a:cubicBezTo>
                    <a:pt x="1901" y="39705"/>
                    <a:pt x="3292" y="37885"/>
                    <a:pt x="3185" y="35824"/>
                  </a:cubicBezTo>
                  <a:cubicBezTo>
                    <a:pt x="5166" y="34780"/>
                    <a:pt x="6397" y="32772"/>
                    <a:pt x="6397" y="30524"/>
                  </a:cubicBezTo>
                  <a:cubicBezTo>
                    <a:pt x="6397" y="28276"/>
                    <a:pt x="5166" y="26268"/>
                    <a:pt x="3185" y="25225"/>
                  </a:cubicBezTo>
                  <a:cubicBezTo>
                    <a:pt x="3078" y="23244"/>
                    <a:pt x="2061" y="21451"/>
                    <a:pt x="375" y="20407"/>
                  </a:cubicBezTo>
                  <a:cubicBezTo>
                    <a:pt x="2061" y="19336"/>
                    <a:pt x="3185" y="17436"/>
                    <a:pt x="3185" y="15616"/>
                  </a:cubicBezTo>
                  <a:cubicBezTo>
                    <a:pt x="3185" y="15589"/>
                    <a:pt x="3185" y="15562"/>
                    <a:pt x="3185" y="15562"/>
                  </a:cubicBezTo>
                  <a:cubicBezTo>
                    <a:pt x="5166" y="14518"/>
                    <a:pt x="6397" y="12511"/>
                    <a:pt x="6397" y="10263"/>
                  </a:cubicBezTo>
                  <a:cubicBezTo>
                    <a:pt x="6397" y="8014"/>
                    <a:pt x="5166" y="6007"/>
                    <a:pt x="3185" y="4963"/>
                  </a:cubicBezTo>
                  <a:cubicBezTo>
                    <a:pt x="3185" y="3036"/>
                    <a:pt x="1981" y="1055"/>
                    <a:pt x="188" y="11"/>
                  </a:cubicBezTo>
                  <a:cubicBezTo>
                    <a:pt x="173" y="4"/>
                    <a:pt x="157" y="1"/>
                    <a:pt x="14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" name="Google Shape;506;p56"/>
            <p:cNvSpPr/>
            <p:nvPr/>
          </p:nvSpPr>
          <p:spPr>
            <a:xfrm>
              <a:off x="1453950" y="2845375"/>
              <a:ext cx="160600" cy="2032675"/>
            </a:xfrm>
            <a:custGeom>
              <a:avLst/>
              <a:gdLst/>
              <a:ahLst/>
              <a:cxnLst/>
              <a:rect l="l" t="t" r="r" b="b"/>
              <a:pathLst>
                <a:path w="6424" h="81307" extrusionOk="0">
                  <a:moveTo>
                    <a:pt x="133" y="1"/>
                  </a:moveTo>
                  <a:cubicBezTo>
                    <a:pt x="93" y="1"/>
                    <a:pt x="60" y="24"/>
                    <a:pt x="27" y="57"/>
                  </a:cubicBezTo>
                  <a:cubicBezTo>
                    <a:pt x="27" y="84"/>
                    <a:pt x="27" y="110"/>
                    <a:pt x="27" y="137"/>
                  </a:cubicBezTo>
                  <a:cubicBezTo>
                    <a:pt x="27" y="164"/>
                    <a:pt x="27" y="217"/>
                    <a:pt x="80" y="244"/>
                  </a:cubicBezTo>
                  <a:cubicBezTo>
                    <a:pt x="1820" y="1234"/>
                    <a:pt x="2971" y="3188"/>
                    <a:pt x="2944" y="5035"/>
                  </a:cubicBezTo>
                  <a:cubicBezTo>
                    <a:pt x="2944" y="5089"/>
                    <a:pt x="2971" y="5142"/>
                    <a:pt x="2998" y="5142"/>
                  </a:cubicBezTo>
                  <a:cubicBezTo>
                    <a:pt x="4952" y="6133"/>
                    <a:pt x="6156" y="8086"/>
                    <a:pt x="6156" y="10254"/>
                  </a:cubicBezTo>
                  <a:cubicBezTo>
                    <a:pt x="6156" y="12422"/>
                    <a:pt x="4952" y="14376"/>
                    <a:pt x="2998" y="15367"/>
                  </a:cubicBezTo>
                  <a:cubicBezTo>
                    <a:pt x="2971" y="15393"/>
                    <a:pt x="2944" y="15420"/>
                    <a:pt x="2944" y="15474"/>
                  </a:cubicBezTo>
                  <a:cubicBezTo>
                    <a:pt x="2998" y="17347"/>
                    <a:pt x="1847" y="19248"/>
                    <a:pt x="107" y="20265"/>
                  </a:cubicBezTo>
                  <a:cubicBezTo>
                    <a:pt x="54" y="20292"/>
                    <a:pt x="27" y="20318"/>
                    <a:pt x="27" y="20345"/>
                  </a:cubicBezTo>
                  <a:cubicBezTo>
                    <a:pt x="0" y="20425"/>
                    <a:pt x="27" y="20479"/>
                    <a:pt x="80" y="20506"/>
                  </a:cubicBezTo>
                  <a:cubicBezTo>
                    <a:pt x="1793" y="21496"/>
                    <a:pt x="2864" y="23289"/>
                    <a:pt x="2944" y="25297"/>
                  </a:cubicBezTo>
                  <a:cubicBezTo>
                    <a:pt x="2944" y="25350"/>
                    <a:pt x="2971" y="25404"/>
                    <a:pt x="2998" y="25404"/>
                  </a:cubicBezTo>
                  <a:cubicBezTo>
                    <a:pt x="4952" y="26394"/>
                    <a:pt x="6156" y="28348"/>
                    <a:pt x="6156" y="30516"/>
                  </a:cubicBezTo>
                  <a:cubicBezTo>
                    <a:pt x="6156" y="32684"/>
                    <a:pt x="4952" y="34665"/>
                    <a:pt x="2998" y="35628"/>
                  </a:cubicBezTo>
                  <a:cubicBezTo>
                    <a:pt x="2944" y="35655"/>
                    <a:pt x="2918" y="35709"/>
                    <a:pt x="2944" y="35762"/>
                  </a:cubicBezTo>
                  <a:cubicBezTo>
                    <a:pt x="3105" y="37823"/>
                    <a:pt x="1633" y="39643"/>
                    <a:pt x="107" y="40526"/>
                  </a:cubicBezTo>
                  <a:cubicBezTo>
                    <a:pt x="54" y="40553"/>
                    <a:pt x="27" y="40580"/>
                    <a:pt x="27" y="40633"/>
                  </a:cubicBezTo>
                  <a:cubicBezTo>
                    <a:pt x="0" y="40687"/>
                    <a:pt x="27" y="40741"/>
                    <a:pt x="80" y="40767"/>
                  </a:cubicBezTo>
                  <a:cubicBezTo>
                    <a:pt x="1820" y="41784"/>
                    <a:pt x="2944" y="43631"/>
                    <a:pt x="2944" y="45532"/>
                  </a:cubicBezTo>
                  <a:cubicBezTo>
                    <a:pt x="2944" y="45558"/>
                    <a:pt x="2944" y="45558"/>
                    <a:pt x="2944" y="45558"/>
                  </a:cubicBezTo>
                  <a:cubicBezTo>
                    <a:pt x="2918" y="45612"/>
                    <a:pt x="2971" y="45665"/>
                    <a:pt x="2998" y="45692"/>
                  </a:cubicBezTo>
                  <a:cubicBezTo>
                    <a:pt x="4952" y="46656"/>
                    <a:pt x="6156" y="48610"/>
                    <a:pt x="6156" y="50778"/>
                  </a:cubicBezTo>
                  <a:cubicBezTo>
                    <a:pt x="6156" y="52972"/>
                    <a:pt x="4952" y="54926"/>
                    <a:pt x="2998" y="55890"/>
                  </a:cubicBezTo>
                  <a:cubicBezTo>
                    <a:pt x="2971" y="55917"/>
                    <a:pt x="2944" y="55970"/>
                    <a:pt x="2944" y="55997"/>
                  </a:cubicBezTo>
                  <a:cubicBezTo>
                    <a:pt x="2891" y="58004"/>
                    <a:pt x="1820" y="59798"/>
                    <a:pt x="107" y="60815"/>
                  </a:cubicBezTo>
                  <a:cubicBezTo>
                    <a:pt x="54" y="60815"/>
                    <a:pt x="27" y="60841"/>
                    <a:pt x="27" y="60895"/>
                  </a:cubicBezTo>
                  <a:cubicBezTo>
                    <a:pt x="0" y="60949"/>
                    <a:pt x="27" y="61002"/>
                    <a:pt x="80" y="61029"/>
                  </a:cubicBezTo>
                  <a:cubicBezTo>
                    <a:pt x="1820" y="62046"/>
                    <a:pt x="2891" y="63839"/>
                    <a:pt x="2944" y="65847"/>
                  </a:cubicBezTo>
                  <a:cubicBezTo>
                    <a:pt x="2944" y="65873"/>
                    <a:pt x="2971" y="65927"/>
                    <a:pt x="2998" y="65954"/>
                  </a:cubicBezTo>
                  <a:cubicBezTo>
                    <a:pt x="4952" y="66917"/>
                    <a:pt x="6156" y="68871"/>
                    <a:pt x="6156" y="71066"/>
                  </a:cubicBezTo>
                  <a:cubicBezTo>
                    <a:pt x="6156" y="73234"/>
                    <a:pt x="4952" y="75188"/>
                    <a:pt x="2998" y="76151"/>
                  </a:cubicBezTo>
                  <a:cubicBezTo>
                    <a:pt x="2971" y="76178"/>
                    <a:pt x="2944" y="76232"/>
                    <a:pt x="2944" y="76285"/>
                  </a:cubicBezTo>
                  <a:cubicBezTo>
                    <a:pt x="2891" y="78266"/>
                    <a:pt x="1820" y="80059"/>
                    <a:pt x="80" y="81076"/>
                  </a:cubicBezTo>
                  <a:cubicBezTo>
                    <a:pt x="27" y="81103"/>
                    <a:pt x="0" y="81183"/>
                    <a:pt x="27" y="81237"/>
                  </a:cubicBezTo>
                  <a:cubicBezTo>
                    <a:pt x="61" y="81288"/>
                    <a:pt x="106" y="81306"/>
                    <a:pt x="147" y="81306"/>
                  </a:cubicBezTo>
                  <a:cubicBezTo>
                    <a:pt x="172" y="81306"/>
                    <a:pt x="195" y="81300"/>
                    <a:pt x="214" y="81290"/>
                  </a:cubicBezTo>
                  <a:cubicBezTo>
                    <a:pt x="2008" y="80247"/>
                    <a:pt x="3105" y="78400"/>
                    <a:pt x="3185" y="76366"/>
                  </a:cubicBezTo>
                  <a:cubicBezTo>
                    <a:pt x="5166" y="75322"/>
                    <a:pt x="6424" y="73288"/>
                    <a:pt x="6424" y="71066"/>
                  </a:cubicBezTo>
                  <a:cubicBezTo>
                    <a:pt x="6424" y="68818"/>
                    <a:pt x="5166" y="66783"/>
                    <a:pt x="3185" y="65766"/>
                  </a:cubicBezTo>
                  <a:cubicBezTo>
                    <a:pt x="3105" y="63759"/>
                    <a:pt x="2061" y="61992"/>
                    <a:pt x="375" y="60922"/>
                  </a:cubicBezTo>
                  <a:cubicBezTo>
                    <a:pt x="2061" y="59878"/>
                    <a:pt x="3105" y="58085"/>
                    <a:pt x="3185" y="56077"/>
                  </a:cubicBezTo>
                  <a:cubicBezTo>
                    <a:pt x="5166" y="55060"/>
                    <a:pt x="6424" y="53026"/>
                    <a:pt x="6424" y="50778"/>
                  </a:cubicBezTo>
                  <a:cubicBezTo>
                    <a:pt x="6424" y="48556"/>
                    <a:pt x="5193" y="46522"/>
                    <a:pt x="3185" y="45505"/>
                  </a:cubicBezTo>
                  <a:cubicBezTo>
                    <a:pt x="3159" y="43604"/>
                    <a:pt x="2088" y="41731"/>
                    <a:pt x="375" y="40660"/>
                  </a:cubicBezTo>
                  <a:cubicBezTo>
                    <a:pt x="1901" y="39697"/>
                    <a:pt x="3319" y="37877"/>
                    <a:pt x="3185" y="35816"/>
                  </a:cubicBezTo>
                  <a:cubicBezTo>
                    <a:pt x="5193" y="34799"/>
                    <a:pt x="6424" y="32764"/>
                    <a:pt x="6424" y="30516"/>
                  </a:cubicBezTo>
                  <a:cubicBezTo>
                    <a:pt x="6424" y="28268"/>
                    <a:pt x="5166" y="26260"/>
                    <a:pt x="3185" y="25216"/>
                  </a:cubicBezTo>
                  <a:cubicBezTo>
                    <a:pt x="3105" y="23236"/>
                    <a:pt x="2061" y="21442"/>
                    <a:pt x="375" y="20399"/>
                  </a:cubicBezTo>
                  <a:cubicBezTo>
                    <a:pt x="2088" y="19328"/>
                    <a:pt x="3185" y="17454"/>
                    <a:pt x="3185" y="15608"/>
                  </a:cubicBezTo>
                  <a:cubicBezTo>
                    <a:pt x="3185" y="15581"/>
                    <a:pt x="3185" y="15581"/>
                    <a:pt x="3185" y="15554"/>
                  </a:cubicBezTo>
                  <a:cubicBezTo>
                    <a:pt x="5193" y="14510"/>
                    <a:pt x="6424" y="12503"/>
                    <a:pt x="6424" y="10254"/>
                  </a:cubicBezTo>
                  <a:cubicBezTo>
                    <a:pt x="6424" y="8006"/>
                    <a:pt x="5193" y="5999"/>
                    <a:pt x="3185" y="4955"/>
                  </a:cubicBezTo>
                  <a:cubicBezTo>
                    <a:pt x="3185" y="3028"/>
                    <a:pt x="2008" y="1047"/>
                    <a:pt x="214" y="30"/>
                  </a:cubicBezTo>
                  <a:cubicBezTo>
                    <a:pt x="184" y="10"/>
                    <a:pt x="157" y="1"/>
                    <a:pt x="13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" name="Google Shape;507;p56"/>
            <p:cNvSpPr/>
            <p:nvPr/>
          </p:nvSpPr>
          <p:spPr>
            <a:xfrm>
              <a:off x="1300050" y="2593575"/>
              <a:ext cx="160600" cy="2032875"/>
            </a:xfrm>
            <a:custGeom>
              <a:avLst/>
              <a:gdLst/>
              <a:ahLst/>
              <a:cxnLst/>
              <a:rect l="l" t="t" r="r" b="b"/>
              <a:pathLst>
                <a:path w="6424" h="81315" extrusionOk="0">
                  <a:moveTo>
                    <a:pt x="167" y="1"/>
                  </a:moveTo>
                  <a:cubicBezTo>
                    <a:pt x="121" y="1"/>
                    <a:pt x="73" y="26"/>
                    <a:pt x="54" y="65"/>
                  </a:cubicBezTo>
                  <a:cubicBezTo>
                    <a:pt x="27" y="92"/>
                    <a:pt x="27" y="118"/>
                    <a:pt x="27" y="118"/>
                  </a:cubicBezTo>
                  <a:cubicBezTo>
                    <a:pt x="27" y="172"/>
                    <a:pt x="54" y="225"/>
                    <a:pt x="80" y="225"/>
                  </a:cubicBezTo>
                  <a:cubicBezTo>
                    <a:pt x="1820" y="1243"/>
                    <a:pt x="2971" y="3170"/>
                    <a:pt x="2944" y="5043"/>
                  </a:cubicBezTo>
                  <a:cubicBezTo>
                    <a:pt x="2944" y="5070"/>
                    <a:pt x="2971" y="5124"/>
                    <a:pt x="3025" y="5150"/>
                  </a:cubicBezTo>
                  <a:cubicBezTo>
                    <a:pt x="4952" y="6141"/>
                    <a:pt x="6183" y="8095"/>
                    <a:pt x="6183" y="10263"/>
                  </a:cubicBezTo>
                  <a:cubicBezTo>
                    <a:pt x="6183" y="12431"/>
                    <a:pt x="4952" y="14384"/>
                    <a:pt x="3025" y="15375"/>
                  </a:cubicBezTo>
                  <a:cubicBezTo>
                    <a:pt x="2971" y="15402"/>
                    <a:pt x="2944" y="15428"/>
                    <a:pt x="2944" y="15482"/>
                  </a:cubicBezTo>
                  <a:cubicBezTo>
                    <a:pt x="2998" y="17355"/>
                    <a:pt x="1847" y="19256"/>
                    <a:pt x="107" y="20273"/>
                  </a:cubicBezTo>
                  <a:cubicBezTo>
                    <a:pt x="80" y="20300"/>
                    <a:pt x="54" y="20326"/>
                    <a:pt x="27" y="20353"/>
                  </a:cubicBezTo>
                  <a:cubicBezTo>
                    <a:pt x="27" y="20407"/>
                    <a:pt x="27" y="20460"/>
                    <a:pt x="80" y="20514"/>
                  </a:cubicBezTo>
                  <a:cubicBezTo>
                    <a:pt x="1820" y="21504"/>
                    <a:pt x="2891" y="23297"/>
                    <a:pt x="2944" y="25305"/>
                  </a:cubicBezTo>
                  <a:cubicBezTo>
                    <a:pt x="2944" y="25358"/>
                    <a:pt x="2971" y="25385"/>
                    <a:pt x="3025" y="25412"/>
                  </a:cubicBezTo>
                  <a:cubicBezTo>
                    <a:pt x="4952" y="26402"/>
                    <a:pt x="6183" y="28356"/>
                    <a:pt x="6183" y="30524"/>
                  </a:cubicBezTo>
                  <a:cubicBezTo>
                    <a:pt x="6183" y="32692"/>
                    <a:pt x="4952" y="34646"/>
                    <a:pt x="3025" y="35636"/>
                  </a:cubicBezTo>
                  <a:cubicBezTo>
                    <a:pt x="2971" y="35663"/>
                    <a:pt x="2944" y="35717"/>
                    <a:pt x="2944" y="35770"/>
                  </a:cubicBezTo>
                  <a:cubicBezTo>
                    <a:pt x="3105" y="37831"/>
                    <a:pt x="1633" y="39651"/>
                    <a:pt x="107" y="40535"/>
                  </a:cubicBezTo>
                  <a:cubicBezTo>
                    <a:pt x="80" y="40561"/>
                    <a:pt x="54" y="40588"/>
                    <a:pt x="27" y="40615"/>
                  </a:cubicBezTo>
                  <a:cubicBezTo>
                    <a:pt x="27" y="40668"/>
                    <a:pt x="27" y="40749"/>
                    <a:pt x="80" y="40775"/>
                  </a:cubicBezTo>
                  <a:cubicBezTo>
                    <a:pt x="1820" y="41766"/>
                    <a:pt x="2944" y="43639"/>
                    <a:pt x="2944" y="45540"/>
                  </a:cubicBezTo>
                  <a:cubicBezTo>
                    <a:pt x="2944" y="45540"/>
                    <a:pt x="2944" y="45566"/>
                    <a:pt x="2944" y="45566"/>
                  </a:cubicBezTo>
                  <a:cubicBezTo>
                    <a:pt x="2944" y="45620"/>
                    <a:pt x="2971" y="45674"/>
                    <a:pt x="3025" y="45674"/>
                  </a:cubicBezTo>
                  <a:cubicBezTo>
                    <a:pt x="4952" y="46664"/>
                    <a:pt x="6183" y="48618"/>
                    <a:pt x="6183" y="50786"/>
                  </a:cubicBezTo>
                  <a:cubicBezTo>
                    <a:pt x="6183" y="52954"/>
                    <a:pt x="4952" y="54934"/>
                    <a:pt x="3025" y="55898"/>
                  </a:cubicBezTo>
                  <a:cubicBezTo>
                    <a:pt x="2971" y="55925"/>
                    <a:pt x="2944" y="55952"/>
                    <a:pt x="2944" y="56005"/>
                  </a:cubicBezTo>
                  <a:cubicBezTo>
                    <a:pt x="2891" y="58012"/>
                    <a:pt x="1847" y="59806"/>
                    <a:pt x="107" y="60796"/>
                  </a:cubicBezTo>
                  <a:cubicBezTo>
                    <a:pt x="80" y="60823"/>
                    <a:pt x="54" y="60850"/>
                    <a:pt x="27" y="60903"/>
                  </a:cubicBezTo>
                  <a:cubicBezTo>
                    <a:pt x="27" y="60957"/>
                    <a:pt x="27" y="61010"/>
                    <a:pt x="80" y="61037"/>
                  </a:cubicBezTo>
                  <a:cubicBezTo>
                    <a:pt x="1820" y="62054"/>
                    <a:pt x="2891" y="63847"/>
                    <a:pt x="2944" y="65828"/>
                  </a:cubicBezTo>
                  <a:cubicBezTo>
                    <a:pt x="2944" y="65882"/>
                    <a:pt x="2971" y="65935"/>
                    <a:pt x="3025" y="65962"/>
                  </a:cubicBezTo>
                  <a:cubicBezTo>
                    <a:pt x="4952" y="66925"/>
                    <a:pt x="6183" y="68879"/>
                    <a:pt x="6183" y="71047"/>
                  </a:cubicBezTo>
                  <a:cubicBezTo>
                    <a:pt x="6183" y="73242"/>
                    <a:pt x="4952" y="75196"/>
                    <a:pt x="3025" y="76160"/>
                  </a:cubicBezTo>
                  <a:cubicBezTo>
                    <a:pt x="2971" y="76186"/>
                    <a:pt x="2944" y="76240"/>
                    <a:pt x="2944" y="76267"/>
                  </a:cubicBezTo>
                  <a:cubicBezTo>
                    <a:pt x="2891" y="78274"/>
                    <a:pt x="1820" y="80067"/>
                    <a:pt x="80" y="81084"/>
                  </a:cubicBezTo>
                  <a:cubicBezTo>
                    <a:pt x="27" y="81111"/>
                    <a:pt x="0" y="81191"/>
                    <a:pt x="54" y="81245"/>
                  </a:cubicBezTo>
                  <a:cubicBezTo>
                    <a:pt x="71" y="81296"/>
                    <a:pt x="109" y="81315"/>
                    <a:pt x="149" y="81315"/>
                  </a:cubicBezTo>
                  <a:cubicBezTo>
                    <a:pt x="171" y="81315"/>
                    <a:pt x="195" y="81308"/>
                    <a:pt x="214" y="81299"/>
                  </a:cubicBezTo>
                  <a:cubicBezTo>
                    <a:pt x="2007" y="80255"/>
                    <a:pt x="3105" y="78408"/>
                    <a:pt x="3185" y="76347"/>
                  </a:cubicBezTo>
                  <a:cubicBezTo>
                    <a:pt x="5193" y="75330"/>
                    <a:pt x="6424" y="73296"/>
                    <a:pt x="6424" y="71047"/>
                  </a:cubicBezTo>
                  <a:cubicBezTo>
                    <a:pt x="6424" y="68826"/>
                    <a:pt x="5193" y="66792"/>
                    <a:pt x="3185" y="65748"/>
                  </a:cubicBezTo>
                  <a:cubicBezTo>
                    <a:pt x="3132" y="63767"/>
                    <a:pt x="2088" y="61974"/>
                    <a:pt x="402" y="60930"/>
                  </a:cubicBezTo>
                  <a:cubicBezTo>
                    <a:pt x="2088" y="59859"/>
                    <a:pt x="3132" y="58093"/>
                    <a:pt x="3185" y="56085"/>
                  </a:cubicBezTo>
                  <a:cubicBezTo>
                    <a:pt x="5193" y="55068"/>
                    <a:pt x="6424" y="53034"/>
                    <a:pt x="6424" y="50786"/>
                  </a:cubicBezTo>
                  <a:cubicBezTo>
                    <a:pt x="6424" y="48537"/>
                    <a:pt x="5193" y="46530"/>
                    <a:pt x="3185" y="45486"/>
                  </a:cubicBezTo>
                  <a:cubicBezTo>
                    <a:pt x="3185" y="43586"/>
                    <a:pt x="2088" y="41739"/>
                    <a:pt x="402" y="40668"/>
                  </a:cubicBezTo>
                  <a:cubicBezTo>
                    <a:pt x="1927" y="39705"/>
                    <a:pt x="3319" y="37885"/>
                    <a:pt x="3212" y="35824"/>
                  </a:cubicBezTo>
                  <a:cubicBezTo>
                    <a:pt x="5193" y="34780"/>
                    <a:pt x="6424" y="32772"/>
                    <a:pt x="6424" y="30524"/>
                  </a:cubicBezTo>
                  <a:cubicBezTo>
                    <a:pt x="6424" y="28276"/>
                    <a:pt x="5193" y="26268"/>
                    <a:pt x="3185" y="25225"/>
                  </a:cubicBezTo>
                  <a:cubicBezTo>
                    <a:pt x="3105" y="23244"/>
                    <a:pt x="2061" y="21451"/>
                    <a:pt x="402" y="20407"/>
                  </a:cubicBezTo>
                  <a:cubicBezTo>
                    <a:pt x="2088" y="19336"/>
                    <a:pt x="3185" y="17436"/>
                    <a:pt x="3185" y="15616"/>
                  </a:cubicBezTo>
                  <a:cubicBezTo>
                    <a:pt x="3185" y="15589"/>
                    <a:pt x="3185" y="15562"/>
                    <a:pt x="3185" y="15562"/>
                  </a:cubicBezTo>
                  <a:cubicBezTo>
                    <a:pt x="5193" y="14518"/>
                    <a:pt x="6424" y="12511"/>
                    <a:pt x="6424" y="10263"/>
                  </a:cubicBezTo>
                  <a:cubicBezTo>
                    <a:pt x="6424" y="8014"/>
                    <a:pt x="5193" y="6007"/>
                    <a:pt x="3185" y="4963"/>
                  </a:cubicBezTo>
                  <a:cubicBezTo>
                    <a:pt x="3185" y="3036"/>
                    <a:pt x="2007" y="1055"/>
                    <a:pt x="214" y="11"/>
                  </a:cubicBezTo>
                  <a:cubicBezTo>
                    <a:pt x="200" y="4"/>
                    <a:pt x="184" y="1"/>
                    <a:pt x="16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" name="Google Shape;508;p56"/>
            <p:cNvSpPr/>
            <p:nvPr/>
          </p:nvSpPr>
          <p:spPr>
            <a:xfrm>
              <a:off x="1146800" y="2845375"/>
              <a:ext cx="159950" cy="2032675"/>
            </a:xfrm>
            <a:custGeom>
              <a:avLst/>
              <a:gdLst/>
              <a:ahLst/>
              <a:cxnLst/>
              <a:rect l="l" t="t" r="r" b="b"/>
              <a:pathLst>
                <a:path w="6398" h="81307" extrusionOk="0">
                  <a:moveTo>
                    <a:pt x="120" y="1"/>
                  </a:moveTo>
                  <a:cubicBezTo>
                    <a:pt x="81" y="1"/>
                    <a:pt x="44" y="24"/>
                    <a:pt x="28" y="57"/>
                  </a:cubicBezTo>
                  <a:cubicBezTo>
                    <a:pt x="28" y="84"/>
                    <a:pt x="1" y="110"/>
                    <a:pt x="1" y="137"/>
                  </a:cubicBezTo>
                  <a:cubicBezTo>
                    <a:pt x="1" y="164"/>
                    <a:pt x="28" y="217"/>
                    <a:pt x="81" y="244"/>
                  </a:cubicBezTo>
                  <a:cubicBezTo>
                    <a:pt x="1821" y="1234"/>
                    <a:pt x="2972" y="3162"/>
                    <a:pt x="2918" y="5035"/>
                  </a:cubicBezTo>
                  <a:cubicBezTo>
                    <a:pt x="2918" y="5089"/>
                    <a:pt x="2945" y="5142"/>
                    <a:pt x="2998" y="5142"/>
                  </a:cubicBezTo>
                  <a:cubicBezTo>
                    <a:pt x="4952" y="6133"/>
                    <a:pt x="6157" y="8086"/>
                    <a:pt x="6157" y="10254"/>
                  </a:cubicBezTo>
                  <a:cubicBezTo>
                    <a:pt x="6157" y="12422"/>
                    <a:pt x="4952" y="14376"/>
                    <a:pt x="2998" y="15367"/>
                  </a:cubicBezTo>
                  <a:cubicBezTo>
                    <a:pt x="2945" y="15393"/>
                    <a:pt x="2918" y="15420"/>
                    <a:pt x="2918" y="15474"/>
                  </a:cubicBezTo>
                  <a:cubicBezTo>
                    <a:pt x="2972" y="17321"/>
                    <a:pt x="1848" y="19248"/>
                    <a:pt x="81" y="20265"/>
                  </a:cubicBezTo>
                  <a:cubicBezTo>
                    <a:pt x="54" y="20292"/>
                    <a:pt x="28" y="20318"/>
                    <a:pt x="1" y="20345"/>
                  </a:cubicBezTo>
                  <a:cubicBezTo>
                    <a:pt x="1" y="20425"/>
                    <a:pt x="28" y="20479"/>
                    <a:pt x="81" y="20506"/>
                  </a:cubicBezTo>
                  <a:cubicBezTo>
                    <a:pt x="1794" y="21496"/>
                    <a:pt x="2865" y="23289"/>
                    <a:pt x="2918" y="25297"/>
                  </a:cubicBezTo>
                  <a:cubicBezTo>
                    <a:pt x="2918" y="25350"/>
                    <a:pt x="2945" y="25404"/>
                    <a:pt x="2998" y="25404"/>
                  </a:cubicBezTo>
                  <a:cubicBezTo>
                    <a:pt x="4952" y="26394"/>
                    <a:pt x="6157" y="28348"/>
                    <a:pt x="6157" y="30516"/>
                  </a:cubicBezTo>
                  <a:cubicBezTo>
                    <a:pt x="6157" y="32684"/>
                    <a:pt x="4952" y="34665"/>
                    <a:pt x="2998" y="35628"/>
                  </a:cubicBezTo>
                  <a:cubicBezTo>
                    <a:pt x="2945" y="35655"/>
                    <a:pt x="2918" y="35709"/>
                    <a:pt x="2918" y="35762"/>
                  </a:cubicBezTo>
                  <a:cubicBezTo>
                    <a:pt x="3079" y="37823"/>
                    <a:pt x="1633" y="39643"/>
                    <a:pt x="81" y="40526"/>
                  </a:cubicBezTo>
                  <a:cubicBezTo>
                    <a:pt x="54" y="40553"/>
                    <a:pt x="28" y="40580"/>
                    <a:pt x="1" y="40633"/>
                  </a:cubicBezTo>
                  <a:cubicBezTo>
                    <a:pt x="1" y="40687"/>
                    <a:pt x="28" y="40741"/>
                    <a:pt x="81" y="40767"/>
                  </a:cubicBezTo>
                  <a:cubicBezTo>
                    <a:pt x="1821" y="41784"/>
                    <a:pt x="2918" y="43631"/>
                    <a:pt x="2918" y="45532"/>
                  </a:cubicBezTo>
                  <a:cubicBezTo>
                    <a:pt x="2918" y="45532"/>
                    <a:pt x="2918" y="45558"/>
                    <a:pt x="2918" y="45558"/>
                  </a:cubicBezTo>
                  <a:cubicBezTo>
                    <a:pt x="2918" y="45612"/>
                    <a:pt x="2945" y="45665"/>
                    <a:pt x="2998" y="45692"/>
                  </a:cubicBezTo>
                  <a:cubicBezTo>
                    <a:pt x="4952" y="46656"/>
                    <a:pt x="6157" y="48610"/>
                    <a:pt x="6157" y="50778"/>
                  </a:cubicBezTo>
                  <a:cubicBezTo>
                    <a:pt x="6157" y="52972"/>
                    <a:pt x="4952" y="54926"/>
                    <a:pt x="2998" y="55890"/>
                  </a:cubicBezTo>
                  <a:cubicBezTo>
                    <a:pt x="2945" y="55917"/>
                    <a:pt x="2918" y="55970"/>
                    <a:pt x="2918" y="55997"/>
                  </a:cubicBezTo>
                  <a:cubicBezTo>
                    <a:pt x="2891" y="58004"/>
                    <a:pt x="1821" y="59798"/>
                    <a:pt x="81" y="60815"/>
                  </a:cubicBezTo>
                  <a:cubicBezTo>
                    <a:pt x="54" y="60815"/>
                    <a:pt x="28" y="60841"/>
                    <a:pt x="1" y="60895"/>
                  </a:cubicBezTo>
                  <a:cubicBezTo>
                    <a:pt x="1" y="60949"/>
                    <a:pt x="28" y="61002"/>
                    <a:pt x="81" y="61029"/>
                  </a:cubicBezTo>
                  <a:cubicBezTo>
                    <a:pt x="1821" y="62046"/>
                    <a:pt x="2891" y="63839"/>
                    <a:pt x="2918" y="65847"/>
                  </a:cubicBezTo>
                  <a:cubicBezTo>
                    <a:pt x="2918" y="65873"/>
                    <a:pt x="2945" y="65927"/>
                    <a:pt x="2998" y="65954"/>
                  </a:cubicBezTo>
                  <a:cubicBezTo>
                    <a:pt x="4952" y="66917"/>
                    <a:pt x="6157" y="68871"/>
                    <a:pt x="6157" y="71066"/>
                  </a:cubicBezTo>
                  <a:cubicBezTo>
                    <a:pt x="6157" y="73234"/>
                    <a:pt x="4952" y="75188"/>
                    <a:pt x="2998" y="76151"/>
                  </a:cubicBezTo>
                  <a:cubicBezTo>
                    <a:pt x="2945" y="76178"/>
                    <a:pt x="2918" y="76232"/>
                    <a:pt x="2918" y="76285"/>
                  </a:cubicBezTo>
                  <a:cubicBezTo>
                    <a:pt x="2891" y="78266"/>
                    <a:pt x="1821" y="80059"/>
                    <a:pt x="81" y="81076"/>
                  </a:cubicBezTo>
                  <a:cubicBezTo>
                    <a:pt x="28" y="81103"/>
                    <a:pt x="1" y="81183"/>
                    <a:pt x="28" y="81237"/>
                  </a:cubicBezTo>
                  <a:cubicBezTo>
                    <a:pt x="44" y="81288"/>
                    <a:pt x="83" y="81306"/>
                    <a:pt x="129" y="81306"/>
                  </a:cubicBezTo>
                  <a:cubicBezTo>
                    <a:pt x="156" y="81306"/>
                    <a:pt x="185" y="81300"/>
                    <a:pt x="215" y="81290"/>
                  </a:cubicBezTo>
                  <a:cubicBezTo>
                    <a:pt x="1981" y="80247"/>
                    <a:pt x="3106" y="78400"/>
                    <a:pt x="3186" y="76366"/>
                  </a:cubicBezTo>
                  <a:cubicBezTo>
                    <a:pt x="5167" y="75322"/>
                    <a:pt x="6398" y="73288"/>
                    <a:pt x="6398" y="71066"/>
                  </a:cubicBezTo>
                  <a:cubicBezTo>
                    <a:pt x="6398" y="68818"/>
                    <a:pt x="5167" y="66783"/>
                    <a:pt x="3186" y="65766"/>
                  </a:cubicBezTo>
                  <a:cubicBezTo>
                    <a:pt x="3106" y="63759"/>
                    <a:pt x="2062" y="61992"/>
                    <a:pt x="375" y="60922"/>
                  </a:cubicBezTo>
                  <a:cubicBezTo>
                    <a:pt x="2062" y="59878"/>
                    <a:pt x="3106" y="58085"/>
                    <a:pt x="3186" y="56077"/>
                  </a:cubicBezTo>
                  <a:cubicBezTo>
                    <a:pt x="5167" y="55060"/>
                    <a:pt x="6398" y="53026"/>
                    <a:pt x="6398" y="50778"/>
                  </a:cubicBezTo>
                  <a:cubicBezTo>
                    <a:pt x="6398" y="48556"/>
                    <a:pt x="5167" y="46522"/>
                    <a:pt x="3186" y="45505"/>
                  </a:cubicBezTo>
                  <a:cubicBezTo>
                    <a:pt x="3159" y="43604"/>
                    <a:pt x="2088" y="41731"/>
                    <a:pt x="375" y="40660"/>
                  </a:cubicBezTo>
                  <a:cubicBezTo>
                    <a:pt x="1901" y="39697"/>
                    <a:pt x="3293" y="37877"/>
                    <a:pt x="3186" y="35816"/>
                  </a:cubicBezTo>
                  <a:cubicBezTo>
                    <a:pt x="5167" y="34799"/>
                    <a:pt x="6398" y="32764"/>
                    <a:pt x="6398" y="30516"/>
                  </a:cubicBezTo>
                  <a:cubicBezTo>
                    <a:pt x="6398" y="28268"/>
                    <a:pt x="5167" y="26260"/>
                    <a:pt x="3186" y="25216"/>
                  </a:cubicBezTo>
                  <a:cubicBezTo>
                    <a:pt x="3079" y="23236"/>
                    <a:pt x="2062" y="21442"/>
                    <a:pt x="375" y="20399"/>
                  </a:cubicBezTo>
                  <a:cubicBezTo>
                    <a:pt x="2088" y="19328"/>
                    <a:pt x="3186" y="17401"/>
                    <a:pt x="3186" y="15554"/>
                  </a:cubicBezTo>
                  <a:cubicBezTo>
                    <a:pt x="5167" y="14510"/>
                    <a:pt x="6398" y="12503"/>
                    <a:pt x="6398" y="10254"/>
                  </a:cubicBezTo>
                  <a:cubicBezTo>
                    <a:pt x="6398" y="8006"/>
                    <a:pt x="5167" y="5999"/>
                    <a:pt x="3186" y="4955"/>
                  </a:cubicBezTo>
                  <a:cubicBezTo>
                    <a:pt x="3186" y="3028"/>
                    <a:pt x="1981" y="1047"/>
                    <a:pt x="188" y="30"/>
                  </a:cubicBezTo>
                  <a:cubicBezTo>
                    <a:pt x="168" y="10"/>
                    <a:pt x="143" y="1"/>
                    <a:pt x="12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" name="Google Shape;509;p56"/>
            <p:cNvSpPr/>
            <p:nvPr/>
          </p:nvSpPr>
          <p:spPr>
            <a:xfrm>
              <a:off x="992900" y="2593575"/>
              <a:ext cx="160625" cy="2032875"/>
            </a:xfrm>
            <a:custGeom>
              <a:avLst/>
              <a:gdLst/>
              <a:ahLst/>
              <a:cxnLst/>
              <a:rect l="l" t="t" r="r" b="b"/>
              <a:pathLst>
                <a:path w="6425" h="81315" extrusionOk="0">
                  <a:moveTo>
                    <a:pt x="167" y="1"/>
                  </a:moveTo>
                  <a:cubicBezTo>
                    <a:pt x="120" y="1"/>
                    <a:pt x="67" y="26"/>
                    <a:pt x="27" y="65"/>
                  </a:cubicBezTo>
                  <a:cubicBezTo>
                    <a:pt x="27" y="92"/>
                    <a:pt x="27" y="118"/>
                    <a:pt x="27" y="118"/>
                  </a:cubicBezTo>
                  <a:cubicBezTo>
                    <a:pt x="27" y="172"/>
                    <a:pt x="54" y="225"/>
                    <a:pt x="81" y="225"/>
                  </a:cubicBezTo>
                  <a:cubicBezTo>
                    <a:pt x="1821" y="1243"/>
                    <a:pt x="2972" y="3170"/>
                    <a:pt x="2945" y="5043"/>
                  </a:cubicBezTo>
                  <a:cubicBezTo>
                    <a:pt x="2945" y="5070"/>
                    <a:pt x="2972" y="5124"/>
                    <a:pt x="2998" y="5150"/>
                  </a:cubicBezTo>
                  <a:cubicBezTo>
                    <a:pt x="4952" y="6141"/>
                    <a:pt x="6157" y="8095"/>
                    <a:pt x="6157" y="10263"/>
                  </a:cubicBezTo>
                  <a:cubicBezTo>
                    <a:pt x="6157" y="12431"/>
                    <a:pt x="4952" y="14384"/>
                    <a:pt x="2998" y="15375"/>
                  </a:cubicBezTo>
                  <a:cubicBezTo>
                    <a:pt x="2972" y="15402"/>
                    <a:pt x="2945" y="15428"/>
                    <a:pt x="2945" y="15482"/>
                  </a:cubicBezTo>
                  <a:cubicBezTo>
                    <a:pt x="2998" y="17329"/>
                    <a:pt x="1847" y="19256"/>
                    <a:pt x="108" y="20273"/>
                  </a:cubicBezTo>
                  <a:cubicBezTo>
                    <a:pt x="54" y="20300"/>
                    <a:pt x="27" y="20326"/>
                    <a:pt x="27" y="20353"/>
                  </a:cubicBezTo>
                  <a:cubicBezTo>
                    <a:pt x="1" y="20407"/>
                    <a:pt x="27" y="20460"/>
                    <a:pt x="81" y="20514"/>
                  </a:cubicBezTo>
                  <a:cubicBezTo>
                    <a:pt x="1794" y="21504"/>
                    <a:pt x="2865" y="23297"/>
                    <a:pt x="2945" y="25305"/>
                  </a:cubicBezTo>
                  <a:cubicBezTo>
                    <a:pt x="2945" y="25358"/>
                    <a:pt x="2972" y="25385"/>
                    <a:pt x="2998" y="25412"/>
                  </a:cubicBezTo>
                  <a:cubicBezTo>
                    <a:pt x="4952" y="26402"/>
                    <a:pt x="6157" y="28356"/>
                    <a:pt x="6157" y="30524"/>
                  </a:cubicBezTo>
                  <a:cubicBezTo>
                    <a:pt x="6157" y="32692"/>
                    <a:pt x="4952" y="34646"/>
                    <a:pt x="2998" y="35636"/>
                  </a:cubicBezTo>
                  <a:cubicBezTo>
                    <a:pt x="2972" y="35663"/>
                    <a:pt x="2945" y="35717"/>
                    <a:pt x="2945" y="35770"/>
                  </a:cubicBezTo>
                  <a:cubicBezTo>
                    <a:pt x="3105" y="37831"/>
                    <a:pt x="1633" y="39651"/>
                    <a:pt x="108" y="40535"/>
                  </a:cubicBezTo>
                  <a:cubicBezTo>
                    <a:pt x="54" y="40561"/>
                    <a:pt x="27" y="40588"/>
                    <a:pt x="27" y="40615"/>
                  </a:cubicBezTo>
                  <a:cubicBezTo>
                    <a:pt x="1" y="40668"/>
                    <a:pt x="27" y="40749"/>
                    <a:pt x="81" y="40775"/>
                  </a:cubicBezTo>
                  <a:cubicBezTo>
                    <a:pt x="1821" y="41766"/>
                    <a:pt x="2945" y="43639"/>
                    <a:pt x="2945" y="45540"/>
                  </a:cubicBezTo>
                  <a:cubicBezTo>
                    <a:pt x="2945" y="45540"/>
                    <a:pt x="2945" y="45566"/>
                    <a:pt x="2945" y="45566"/>
                  </a:cubicBezTo>
                  <a:cubicBezTo>
                    <a:pt x="2918" y="45620"/>
                    <a:pt x="2972" y="45674"/>
                    <a:pt x="2998" y="45674"/>
                  </a:cubicBezTo>
                  <a:cubicBezTo>
                    <a:pt x="4952" y="46664"/>
                    <a:pt x="6157" y="48618"/>
                    <a:pt x="6157" y="50786"/>
                  </a:cubicBezTo>
                  <a:cubicBezTo>
                    <a:pt x="6157" y="52954"/>
                    <a:pt x="4952" y="54934"/>
                    <a:pt x="2998" y="55898"/>
                  </a:cubicBezTo>
                  <a:cubicBezTo>
                    <a:pt x="2972" y="55925"/>
                    <a:pt x="2945" y="55952"/>
                    <a:pt x="2945" y="56005"/>
                  </a:cubicBezTo>
                  <a:cubicBezTo>
                    <a:pt x="2891" y="58012"/>
                    <a:pt x="1821" y="59806"/>
                    <a:pt x="108" y="60796"/>
                  </a:cubicBezTo>
                  <a:cubicBezTo>
                    <a:pt x="54" y="60823"/>
                    <a:pt x="27" y="60850"/>
                    <a:pt x="27" y="60903"/>
                  </a:cubicBezTo>
                  <a:cubicBezTo>
                    <a:pt x="1" y="60957"/>
                    <a:pt x="27" y="61010"/>
                    <a:pt x="81" y="61037"/>
                  </a:cubicBezTo>
                  <a:cubicBezTo>
                    <a:pt x="1821" y="62054"/>
                    <a:pt x="2891" y="63847"/>
                    <a:pt x="2945" y="65828"/>
                  </a:cubicBezTo>
                  <a:cubicBezTo>
                    <a:pt x="2945" y="65882"/>
                    <a:pt x="2972" y="65935"/>
                    <a:pt x="2998" y="65962"/>
                  </a:cubicBezTo>
                  <a:cubicBezTo>
                    <a:pt x="4952" y="66925"/>
                    <a:pt x="6157" y="68879"/>
                    <a:pt x="6157" y="71047"/>
                  </a:cubicBezTo>
                  <a:cubicBezTo>
                    <a:pt x="6157" y="73242"/>
                    <a:pt x="4952" y="75196"/>
                    <a:pt x="2998" y="76160"/>
                  </a:cubicBezTo>
                  <a:cubicBezTo>
                    <a:pt x="2972" y="76186"/>
                    <a:pt x="2945" y="76240"/>
                    <a:pt x="2945" y="76267"/>
                  </a:cubicBezTo>
                  <a:cubicBezTo>
                    <a:pt x="2891" y="78274"/>
                    <a:pt x="1821" y="80067"/>
                    <a:pt x="81" y="81084"/>
                  </a:cubicBezTo>
                  <a:cubicBezTo>
                    <a:pt x="27" y="81111"/>
                    <a:pt x="1" y="81191"/>
                    <a:pt x="27" y="81245"/>
                  </a:cubicBezTo>
                  <a:cubicBezTo>
                    <a:pt x="61" y="81296"/>
                    <a:pt x="106" y="81315"/>
                    <a:pt x="148" y="81315"/>
                  </a:cubicBezTo>
                  <a:cubicBezTo>
                    <a:pt x="172" y="81315"/>
                    <a:pt x="195" y="81308"/>
                    <a:pt x="215" y="81299"/>
                  </a:cubicBezTo>
                  <a:cubicBezTo>
                    <a:pt x="2008" y="80255"/>
                    <a:pt x="3105" y="78408"/>
                    <a:pt x="3186" y="76347"/>
                  </a:cubicBezTo>
                  <a:cubicBezTo>
                    <a:pt x="5193" y="75330"/>
                    <a:pt x="6424" y="73296"/>
                    <a:pt x="6424" y="71047"/>
                  </a:cubicBezTo>
                  <a:cubicBezTo>
                    <a:pt x="6424" y="68826"/>
                    <a:pt x="5193" y="66792"/>
                    <a:pt x="3186" y="65748"/>
                  </a:cubicBezTo>
                  <a:cubicBezTo>
                    <a:pt x="3105" y="63767"/>
                    <a:pt x="2088" y="61974"/>
                    <a:pt x="402" y="60930"/>
                  </a:cubicBezTo>
                  <a:cubicBezTo>
                    <a:pt x="2088" y="59859"/>
                    <a:pt x="3105" y="58093"/>
                    <a:pt x="3186" y="56085"/>
                  </a:cubicBezTo>
                  <a:cubicBezTo>
                    <a:pt x="5193" y="55068"/>
                    <a:pt x="6424" y="53034"/>
                    <a:pt x="6424" y="50786"/>
                  </a:cubicBezTo>
                  <a:cubicBezTo>
                    <a:pt x="6424" y="48537"/>
                    <a:pt x="5193" y="46530"/>
                    <a:pt x="3186" y="45486"/>
                  </a:cubicBezTo>
                  <a:cubicBezTo>
                    <a:pt x="3159" y="43586"/>
                    <a:pt x="2088" y="41739"/>
                    <a:pt x="402" y="40668"/>
                  </a:cubicBezTo>
                  <a:cubicBezTo>
                    <a:pt x="1901" y="39705"/>
                    <a:pt x="3320" y="37885"/>
                    <a:pt x="3186" y="35824"/>
                  </a:cubicBezTo>
                  <a:cubicBezTo>
                    <a:pt x="5193" y="34780"/>
                    <a:pt x="6424" y="32772"/>
                    <a:pt x="6424" y="30524"/>
                  </a:cubicBezTo>
                  <a:cubicBezTo>
                    <a:pt x="6424" y="28276"/>
                    <a:pt x="5193" y="26268"/>
                    <a:pt x="3186" y="25225"/>
                  </a:cubicBezTo>
                  <a:cubicBezTo>
                    <a:pt x="3105" y="23244"/>
                    <a:pt x="2062" y="21451"/>
                    <a:pt x="402" y="20407"/>
                  </a:cubicBezTo>
                  <a:cubicBezTo>
                    <a:pt x="2088" y="19336"/>
                    <a:pt x="3186" y="17436"/>
                    <a:pt x="3186" y="15616"/>
                  </a:cubicBezTo>
                  <a:cubicBezTo>
                    <a:pt x="3186" y="15589"/>
                    <a:pt x="3186" y="15562"/>
                    <a:pt x="3186" y="15562"/>
                  </a:cubicBezTo>
                  <a:cubicBezTo>
                    <a:pt x="5193" y="14518"/>
                    <a:pt x="6424" y="12511"/>
                    <a:pt x="6424" y="10263"/>
                  </a:cubicBezTo>
                  <a:cubicBezTo>
                    <a:pt x="6424" y="8014"/>
                    <a:pt x="5193" y="6007"/>
                    <a:pt x="3186" y="4963"/>
                  </a:cubicBezTo>
                  <a:cubicBezTo>
                    <a:pt x="3186" y="3036"/>
                    <a:pt x="2008" y="1055"/>
                    <a:pt x="215" y="11"/>
                  </a:cubicBezTo>
                  <a:cubicBezTo>
                    <a:pt x="200" y="4"/>
                    <a:pt x="184" y="1"/>
                    <a:pt x="16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0" name="Google Shape;510;p56"/>
            <p:cNvSpPr/>
            <p:nvPr/>
          </p:nvSpPr>
          <p:spPr>
            <a:xfrm>
              <a:off x="839675" y="2845375"/>
              <a:ext cx="159950" cy="2032675"/>
            </a:xfrm>
            <a:custGeom>
              <a:avLst/>
              <a:gdLst/>
              <a:ahLst/>
              <a:cxnLst/>
              <a:rect l="l" t="t" r="r" b="b"/>
              <a:pathLst>
                <a:path w="6398" h="81307" extrusionOk="0">
                  <a:moveTo>
                    <a:pt x="119" y="1"/>
                  </a:moveTo>
                  <a:cubicBezTo>
                    <a:pt x="81" y="1"/>
                    <a:pt x="44" y="24"/>
                    <a:pt x="27" y="57"/>
                  </a:cubicBezTo>
                  <a:cubicBezTo>
                    <a:pt x="0" y="84"/>
                    <a:pt x="0" y="110"/>
                    <a:pt x="0" y="137"/>
                  </a:cubicBezTo>
                  <a:cubicBezTo>
                    <a:pt x="0" y="164"/>
                    <a:pt x="27" y="217"/>
                    <a:pt x="54" y="244"/>
                  </a:cubicBezTo>
                  <a:cubicBezTo>
                    <a:pt x="1794" y="1234"/>
                    <a:pt x="2971" y="3162"/>
                    <a:pt x="2918" y="5035"/>
                  </a:cubicBezTo>
                  <a:cubicBezTo>
                    <a:pt x="2918" y="5089"/>
                    <a:pt x="2945" y="5142"/>
                    <a:pt x="2998" y="5142"/>
                  </a:cubicBezTo>
                  <a:cubicBezTo>
                    <a:pt x="4925" y="6133"/>
                    <a:pt x="6156" y="8086"/>
                    <a:pt x="6156" y="10254"/>
                  </a:cubicBezTo>
                  <a:cubicBezTo>
                    <a:pt x="6156" y="12422"/>
                    <a:pt x="4925" y="14376"/>
                    <a:pt x="2998" y="15367"/>
                  </a:cubicBezTo>
                  <a:cubicBezTo>
                    <a:pt x="2945" y="15393"/>
                    <a:pt x="2918" y="15420"/>
                    <a:pt x="2918" y="15474"/>
                  </a:cubicBezTo>
                  <a:cubicBezTo>
                    <a:pt x="2971" y="17321"/>
                    <a:pt x="1847" y="19248"/>
                    <a:pt x="81" y="20265"/>
                  </a:cubicBezTo>
                  <a:cubicBezTo>
                    <a:pt x="54" y="20292"/>
                    <a:pt x="27" y="20318"/>
                    <a:pt x="0" y="20345"/>
                  </a:cubicBezTo>
                  <a:cubicBezTo>
                    <a:pt x="0" y="20425"/>
                    <a:pt x="27" y="20479"/>
                    <a:pt x="54" y="20506"/>
                  </a:cubicBezTo>
                  <a:cubicBezTo>
                    <a:pt x="1794" y="21496"/>
                    <a:pt x="2864" y="23289"/>
                    <a:pt x="2918" y="25297"/>
                  </a:cubicBezTo>
                  <a:cubicBezTo>
                    <a:pt x="2918" y="25350"/>
                    <a:pt x="2945" y="25404"/>
                    <a:pt x="2998" y="25404"/>
                  </a:cubicBezTo>
                  <a:cubicBezTo>
                    <a:pt x="4925" y="26394"/>
                    <a:pt x="6156" y="28348"/>
                    <a:pt x="6156" y="30516"/>
                  </a:cubicBezTo>
                  <a:cubicBezTo>
                    <a:pt x="6156" y="32684"/>
                    <a:pt x="4925" y="34665"/>
                    <a:pt x="2998" y="35628"/>
                  </a:cubicBezTo>
                  <a:cubicBezTo>
                    <a:pt x="2945" y="35655"/>
                    <a:pt x="2918" y="35709"/>
                    <a:pt x="2918" y="35762"/>
                  </a:cubicBezTo>
                  <a:cubicBezTo>
                    <a:pt x="3078" y="37823"/>
                    <a:pt x="1606" y="39643"/>
                    <a:pt x="81" y="40526"/>
                  </a:cubicBezTo>
                  <a:cubicBezTo>
                    <a:pt x="54" y="40553"/>
                    <a:pt x="27" y="40580"/>
                    <a:pt x="0" y="40633"/>
                  </a:cubicBezTo>
                  <a:cubicBezTo>
                    <a:pt x="0" y="40687"/>
                    <a:pt x="27" y="40741"/>
                    <a:pt x="54" y="40767"/>
                  </a:cubicBezTo>
                  <a:cubicBezTo>
                    <a:pt x="1794" y="41784"/>
                    <a:pt x="2918" y="43631"/>
                    <a:pt x="2918" y="45532"/>
                  </a:cubicBezTo>
                  <a:cubicBezTo>
                    <a:pt x="2918" y="45558"/>
                    <a:pt x="2918" y="45558"/>
                    <a:pt x="2918" y="45558"/>
                  </a:cubicBezTo>
                  <a:cubicBezTo>
                    <a:pt x="2918" y="45612"/>
                    <a:pt x="2945" y="45665"/>
                    <a:pt x="2998" y="45692"/>
                  </a:cubicBezTo>
                  <a:cubicBezTo>
                    <a:pt x="4925" y="46656"/>
                    <a:pt x="6156" y="48610"/>
                    <a:pt x="6156" y="50778"/>
                  </a:cubicBezTo>
                  <a:cubicBezTo>
                    <a:pt x="6156" y="52972"/>
                    <a:pt x="4925" y="54926"/>
                    <a:pt x="2998" y="55890"/>
                  </a:cubicBezTo>
                  <a:cubicBezTo>
                    <a:pt x="2945" y="55917"/>
                    <a:pt x="2918" y="55970"/>
                    <a:pt x="2918" y="55997"/>
                  </a:cubicBezTo>
                  <a:cubicBezTo>
                    <a:pt x="2864" y="58004"/>
                    <a:pt x="1820" y="59798"/>
                    <a:pt x="81" y="60815"/>
                  </a:cubicBezTo>
                  <a:cubicBezTo>
                    <a:pt x="54" y="60815"/>
                    <a:pt x="27" y="60841"/>
                    <a:pt x="0" y="60895"/>
                  </a:cubicBezTo>
                  <a:cubicBezTo>
                    <a:pt x="0" y="60949"/>
                    <a:pt x="27" y="61002"/>
                    <a:pt x="54" y="61029"/>
                  </a:cubicBezTo>
                  <a:cubicBezTo>
                    <a:pt x="1794" y="62046"/>
                    <a:pt x="2864" y="63839"/>
                    <a:pt x="2918" y="65847"/>
                  </a:cubicBezTo>
                  <a:cubicBezTo>
                    <a:pt x="2918" y="65873"/>
                    <a:pt x="2945" y="65927"/>
                    <a:pt x="2998" y="65954"/>
                  </a:cubicBezTo>
                  <a:cubicBezTo>
                    <a:pt x="4925" y="66917"/>
                    <a:pt x="6156" y="68871"/>
                    <a:pt x="6156" y="71066"/>
                  </a:cubicBezTo>
                  <a:cubicBezTo>
                    <a:pt x="6156" y="73234"/>
                    <a:pt x="4925" y="75188"/>
                    <a:pt x="2998" y="76151"/>
                  </a:cubicBezTo>
                  <a:cubicBezTo>
                    <a:pt x="2945" y="76178"/>
                    <a:pt x="2918" y="76232"/>
                    <a:pt x="2918" y="76285"/>
                  </a:cubicBezTo>
                  <a:cubicBezTo>
                    <a:pt x="2864" y="78266"/>
                    <a:pt x="1794" y="80059"/>
                    <a:pt x="81" y="81076"/>
                  </a:cubicBezTo>
                  <a:cubicBezTo>
                    <a:pt x="0" y="81103"/>
                    <a:pt x="0" y="81183"/>
                    <a:pt x="27" y="81237"/>
                  </a:cubicBezTo>
                  <a:cubicBezTo>
                    <a:pt x="44" y="81288"/>
                    <a:pt x="83" y="81306"/>
                    <a:pt x="122" y="81306"/>
                  </a:cubicBezTo>
                  <a:cubicBezTo>
                    <a:pt x="145" y="81306"/>
                    <a:pt x="168" y="81300"/>
                    <a:pt x="188" y="81290"/>
                  </a:cubicBezTo>
                  <a:cubicBezTo>
                    <a:pt x="1981" y="80247"/>
                    <a:pt x="3105" y="78400"/>
                    <a:pt x="3159" y="76366"/>
                  </a:cubicBezTo>
                  <a:cubicBezTo>
                    <a:pt x="5166" y="75322"/>
                    <a:pt x="6397" y="73288"/>
                    <a:pt x="6397" y="71066"/>
                  </a:cubicBezTo>
                  <a:cubicBezTo>
                    <a:pt x="6397" y="68818"/>
                    <a:pt x="5166" y="66783"/>
                    <a:pt x="3159" y="65766"/>
                  </a:cubicBezTo>
                  <a:cubicBezTo>
                    <a:pt x="3105" y="63759"/>
                    <a:pt x="2061" y="61992"/>
                    <a:pt x="375" y="60922"/>
                  </a:cubicBezTo>
                  <a:cubicBezTo>
                    <a:pt x="2061" y="59878"/>
                    <a:pt x="3105" y="58085"/>
                    <a:pt x="3159" y="56077"/>
                  </a:cubicBezTo>
                  <a:cubicBezTo>
                    <a:pt x="5166" y="55060"/>
                    <a:pt x="6397" y="53026"/>
                    <a:pt x="6397" y="50778"/>
                  </a:cubicBezTo>
                  <a:cubicBezTo>
                    <a:pt x="6397" y="48556"/>
                    <a:pt x="5166" y="46522"/>
                    <a:pt x="3159" y="45505"/>
                  </a:cubicBezTo>
                  <a:cubicBezTo>
                    <a:pt x="3159" y="43604"/>
                    <a:pt x="2061" y="41731"/>
                    <a:pt x="375" y="40660"/>
                  </a:cubicBezTo>
                  <a:cubicBezTo>
                    <a:pt x="1901" y="39697"/>
                    <a:pt x="3292" y="37877"/>
                    <a:pt x="3185" y="35816"/>
                  </a:cubicBezTo>
                  <a:cubicBezTo>
                    <a:pt x="5166" y="34799"/>
                    <a:pt x="6397" y="32764"/>
                    <a:pt x="6397" y="30516"/>
                  </a:cubicBezTo>
                  <a:cubicBezTo>
                    <a:pt x="6397" y="28268"/>
                    <a:pt x="5166" y="26260"/>
                    <a:pt x="3159" y="25216"/>
                  </a:cubicBezTo>
                  <a:cubicBezTo>
                    <a:pt x="3078" y="23236"/>
                    <a:pt x="2035" y="21442"/>
                    <a:pt x="375" y="20399"/>
                  </a:cubicBezTo>
                  <a:cubicBezTo>
                    <a:pt x="2061" y="19328"/>
                    <a:pt x="3159" y="17454"/>
                    <a:pt x="3159" y="15608"/>
                  </a:cubicBezTo>
                  <a:cubicBezTo>
                    <a:pt x="3159" y="15581"/>
                    <a:pt x="3159" y="15581"/>
                    <a:pt x="3159" y="15554"/>
                  </a:cubicBezTo>
                  <a:cubicBezTo>
                    <a:pt x="5166" y="14510"/>
                    <a:pt x="6397" y="12503"/>
                    <a:pt x="6397" y="10254"/>
                  </a:cubicBezTo>
                  <a:cubicBezTo>
                    <a:pt x="6397" y="8006"/>
                    <a:pt x="5166" y="5999"/>
                    <a:pt x="3159" y="4955"/>
                  </a:cubicBezTo>
                  <a:cubicBezTo>
                    <a:pt x="3159" y="3028"/>
                    <a:pt x="1981" y="1047"/>
                    <a:pt x="188" y="30"/>
                  </a:cubicBezTo>
                  <a:cubicBezTo>
                    <a:pt x="167" y="10"/>
                    <a:pt x="143" y="1"/>
                    <a:pt x="11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" name="Google Shape;511;p56"/>
            <p:cNvSpPr/>
            <p:nvPr/>
          </p:nvSpPr>
          <p:spPr>
            <a:xfrm>
              <a:off x="685775" y="2593575"/>
              <a:ext cx="159950" cy="2032875"/>
            </a:xfrm>
            <a:custGeom>
              <a:avLst/>
              <a:gdLst/>
              <a:ahLst/>
              <a:cxnLst/>
              <a:rect l="l" t="t" r="r" b="b"/>
              <a:pathLst>
                <a:path w="6398" h="81315" extrusionOk="0">
                  <a:moveTo>
                    <a:pt x="140" y="1"/>
                  </a:moveTo>
                  <a:cubicBezTo>
                    <a:pt x="95" y="1"/>
                    <a:pt x="47" y="26"/>
                    <a:pt x="27" y="65"/>
                  </a:cubicBezTo>
                  <a:cubicBezTo>
                    <a:pt x="27" y="92"/>
                    <a:pt x="0" y="118"/>
                    <a:pt x="0" y="118"/>
                  </a:cubicBezTo>
                  <a:cubicBezTo>
                    <a:pt x="0" y="172"/>
                    <a:pt x="27" y="225"/>
                    <a:pt x="81" y="225"/>
                  </a:cubicBezTo>
                  <a:cubicBezTo>
                    <a:pt x="1820" y="1243"/>
                    <a:pt x="2944" y="3170"/>
                    <a:pt x="2918" y="5043"/>
                  </a:cubicBezTo>
                  <a:cubicBezTo>
                    <a:pt x="2918" y="5070"/>
                    <a:pt x="2944" y="5124"/>
                    <a:pt x="2998" y="5150"/>
                  </a:cubicBezTo>
                  <a:cubicBezTo>
                    <a:pt x="4952" y="6141"/>
                    <a:pt x="6156" y="8095"/>
                    <a:pt x="6156" y="10263"/>
                  </a:cubicBezTo>
                  <a:cubicBezTo>
                    <a:pt x="6156" y="12431"/>
                    <a:pt x="4952" y="14384"/>
                    <a:pt x="2998" y="15375"/>
                  </a:cubicBezTo>
                  <a:cubicBezTo>
                    <a:pt x="2944" y="15402"/>
                    <a:pt x="2918" y="15428"/>
                    <a:pt x="2918" y="15482"/>
                  </a:cubicBezTo>
                  <a:cubicBezTo>
                    <a:pt x="2998" y="17329"/>
                    <a:pt x="1847" y="19256"/>
                    <a:pt x="81" y="20273"/>
                  </a:cubicBezTo>
                  <a:cubicBezTo>
                    <a:pt x="54" y="20300"/>
                    <a:pt x="27" y="20326"/>
                    <a:pt x="27" y="20353"/>
                  </a:cubicBezTo>
                  <a:cubicBezTo>
                    <a:pt x="0" y="20407"/>
                    <a:pt x="27" y="20460"/>
                    <a:pt x="81" y="20514"/>
                  </a:cubicBezTo>
                  <a:cubicBezTo>
                    <a:pt x="1794" y="21504"/>
                    <a:pt x="2864" y="23297"/>
                    <a:pt x="2918" y="25305"/>
                  </a:cubicBezTo>
                  <a:cubicBezTo>
                    <a:pt x="2918" y="25358"/>
                    <a:pt x="2944" y="25385"/>
                    <a:pt x="2998" y="25412"/>
                  </a:cubicBezTo>
                  <a:cubicBezTo>
                    <a:pt x="4952" y="26402"/>
                    <a:pt x="6156" y="28356"/>
                    <a:pt x="6156" y="30524"/>
                  </a:cubicBezTo>
                  <a:cubicBezTo>
                    <a:pt x="6156" y="32692"/>
                    <a:pt x="4952" y="34646"/>
                    <a:pt x="2998" y="35636"/>
                  </a:cubicBezTo>
                  <a:cubicBezTo>
                    <a:pt x="2944" y="35663"/>
                    <a:pt x="2918" y="35717"/>
                    <a:pt x="2918" y="35770"/>
                  </a:cubicBezTo>
                  <a:cubicBezTo>
                    <a:pt x="3078" y="37831"/>
                    <a:pt x="1633" y="39651"/>
                    <a:pt x="81" y="40535"/>
                  </a:cubicBezTo>
                  <a:cubicBezTo>
                    <a:pt x="54" y="40561"/>
                    <a:pt x="27" y="40588"/>
                    <a:pt x="27" y="40615"/>
                  </a:cubicBezTo>
                  <a:cubicBezTo>
                    <a:pt x="0" y="40668"/>
                    <a:pt x="27" y="40749"/>
                    <a:pt x="81" y="40775"/>
                  </a:cubicBezTo>
                  <a:cubicBezTo>
                    <a:pt x="1820" y="41766"/>
                    <a:pt x="2918" y="43639"/>
                    <a:pt x="2918" y="45540"/>
                  </a:cubicBezTo>
                  <a:lnTo>
                    <a:pt x="2918" y="45566"/>
                  </a:lnTo>
                  <a:cubicBezTo>
                    <a:pt x="2918" y="45620"/>
                    <a:pt x="2944" y="45674"/>
                    <a:pt x="2998" y="45674"/>
                  </a:cubicBezTo>
                  <a:cubicBezTo>
                    <a:pt x="4952" y="46664"/>
                    <a:pt x="6156" y="48618"/>
                    <a:pt x="6156" y="50786"/>
                  </a:cubicBezTo>
                  <a:cubicBezTo>
                    <a:pt x="6156" y="52954"/>
                    <a:pt x="4952" y="54934"/>
                    <a:pt x="2998" y="55898"/>
                  </a:cubicBezTo>
                  <a:cubicBezTo>
                    <a:pt x="2944" y="55925"/>
                    <a:pt x="2918" y="55952"/>
                    <a:pt x="2918" y="56005"/>
                  </a:cubicBezTo>
                  <a:cubicBezTo>
                    <a:pt x="2891" y="58012"/>
                    <a:pt x="1820" y="59806"/>
                    <a:pt x="81" y="60796"/>
                  </a:cubicBezTo>
                  <a:cubicBezTo>
                    <a:pt x="54" y="60823"/>
                    <a:pt x="27" y="60850"/>
                    <a:pt x="27" y="60903"/>
                  </a:cubicBezTo>
                  <a:cubicBezTo>
                    <a:pt x="0" y="60957"/>
                    <a:pt x="27" y="61010"/>
                    <a:pt x="81" y="61037"/>
                  </a:cubicBezTo>
                  <a:cubicBezTo>
                    <a:pt x="1820" y="62054"/>
                    <a:pt x="2891" y="63847"/>
                    <a:pt x="2918" y="65828"/>
                  </a:cubicBezTo>
                  <a:cubicBezTo>
                    <a:pt x="2918" y="65882"/>
                    <a:pt x="2944" y="65935"/>
                    <a:pt x="2998" y="65962"/>
                  </a:cubicBezTo>
                  <a:cubicBezTo>
                    <a:pt x="4952" y="66925"/>
                    <a:pt x="6156" y="68879"/>
                    <a:pt x="6156" y="71047"/>
                  </a:cubicBezTo>
                  <a:cubicBezTo>
                    <a:pt x="6156" y="73242"/>
                    <a:pt x="4952" y="75196"/>
                    <a:pt x="2998" y="76160"/>
                  </a:cubicBezTo>
                  <a:cubicBezTo>
                    <a:pt x="2944" y="76186"/>
                    <a:pt x="2918" y="76240"/>
                    <a:pt x="2918" y="76267"/>
                  </a:cubicBezTo>
                  <a:cubicBezTo>
                    <a:pt x="2891" y="78274"/>
                    <a:pt x="1820" y="80067"/>
                    <a:pt x="81" y="81084"/>
                  </a:cubicBezTo>
                  <a:cubicBezTo>
                    <a:pt x="27" y="81111"/>
                    <a:pt x="0" y="81191"/>
                    <a:pt x="27" y="81245"/>
                  </a:cubicBezTo>
                  <a:cubicBezTo>
                    <a:pt x="61" y="81296"/>
                    <a:pt x="95" y="81315"/>
                    <a:pt x="136" y="81315"/>
                  </a:cubicBezTo>
                  <a:cubicBezTo>
                    <a:pt x="159" y="81315"/>
                    <a:pt x="185" y="81308"/>
                    <a:pt x="214" y="81299"/>
                  </a:cubicBezTo>
                  <a:cubicBezTo>
                    <a:pt x="2008" y="80255"/>
                    <a:pt x="3105" y="78408"/>
                    <a:pt x="3185" y="76347"/>
                  </a:cubicBezTo>
                  <a:cubicBezTo>
                    <a:pt x="5166" y="75330"/>
                    <a:pt x="6397" y="73296"/>
                    <a:pt x="6397" y="71047"/>
                  </a:cubicBezTo>
                  <a:cubicBezTo>
                    <a:pt x="6397" y="68826"/>
                    <a:pt x="5166" y="66792"/>
                    <a:pt x="3185" y="65748"/>
                  </a:cubicBezTo>
                  <a:cubicBezTo>
                    <a:pt x="3105" y="63767"/>
                    <a:pt x="2061" y="61974"/>
                    <a:pt x="375" y="60930"/>
                  </a:cubicBezTo>
                  <a:cubicBezTo>
                    <a:pt x="2061" y="59859"/>
                    <a:pt x="3105" y="58093"/>
                    <a:pt x="3185" y="56085"/>
                  </a:cubicBezTo>
                  <a:cubicBezTo>
                    <a:pt x="5166" y="55068"/>
                    <a:pt x="6397" y="53034"/>
                    <a:pt x="6397" y="50786"/>
                  </a:cubicBezTo>
                  <a:cubicBezTo>
                    <a:pt x="6397" y="48537"/>
                    <a:pt x="5166" y="46530"/>
                    <a:pt x="3185" y="45486"/>
                  </a:cubicBezTo>
                  <a:cubicBezTo>
                    <a:pt x="3159" y="43586"/>
                    <a:pt x="2088" y="41739"/>
                    <a:pt x="375" y="40668"/>
                  </a:cubicBezTo>
                  <a:cubicBezTo>
                    <a:pt x="1901" y="39705"/>
                    <a:pt x="3292" y="37885"/>
                    <a:pt x="3185" y="35824"/>
                  </a:cubicBezTo>
                  <a:cubicBezTo>
                    <a:pt x="5166" y="34780"/>
                    <a:pt x="6397" y="32772"/>
                    <a:pt x="6397" y="30524"/>
                  </a:cubicBezTo>
                  <a:cubicBezTo>
                    <a:pt x="6397" y="28276"/>
                    <a:pt x="5166" y="26268"/>
                    <a:pt x="3185" y="25225"/>
                  </a:cubicBezTo>
                  <a:cubicBezTo>
                    <a:pt x="3078" y="23244"/>
                    <a:pt x="2061" y="21451"/>
                    <a:pt x="375" y="20407"/>
                  </a:cubicBezTo>
                  <a:cubicBezTo>
                    <a:pt x="2088" y="19336"/>
                    <a:pt x="3185" y="17436"/>
                    <a:pt x="3185" y="15616"/>
                  </a:cubicBezTo>
                  <a:cubicBezTo>
                    <a:pt x="3185" y="15589"/>
                    <a:pt x="3185" y="15589"/>
                    <a:pt x="3185" y="15562"/>
                  </a:cubicBezTo>
                  <a:cubicBezTo>
                    <a:pt x="5166" y="14518"/>
                    <a:pt x="6397" y="12511"/>
                    <a:pt x="6397" y="10263"/>
                  </a:cubicBezTo>
                  <a:cubicBezTo>
                    <a:pt x="6397" y="8014"/>
                    <a:pt x="5166" y="6007"/>
                    <a:pt x="3185" y="4963"/>
                  </a:cubicBezTo>
                  <a:cubicBezTo>
                    <a:pt x="3185" y="3036"/>
                    <a:pt x="1981" y="1055"/>
                    <a:pt x="188" y="11"/>
                  </a:cubicBezTo>
                  <a:cubicBezTo>
                    <a:pt x="173" y="4"/>
                    <a:pt x="157" y="1"/>
                    <a:pt x="14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2" name="Google Shape;512;p56"/>
            <p:cNvSpPr/>
            <p:nvPr/>
          </p:nvSpPr>
          <p:spPr>
            <a:xfrm>
              <a:off x="531875" y="2845375"/>
              <a:ext cx="160600" cy="2032675"/>
            </a:xfrm>
            <a:custGeom>
              <a:avLst/>
              <a:gdLst/>
              <a:ahLst/>
              <a:cxnLst/>
              <a:rect l="l" t="t" r="r" b="b"/>
              <a:pathLst>
                <a:path w="6424" h="81307" extrusionOk="0">
                  <a:moveTo>
                    <a:pt x="144" y="1"/>
                  </a:moveTo>
                  <a:cubicBezTo>
                    <a:pt x="103" y="1"/>
                    <a:pt x="60" y="24"/>
                    <a:pt x="27" y="57"/>
                  </a:cubicBezTo>
                  <a:cubicBezTo>
                    <a:pt x="27" y="84"/>
                    <a:pt x="27" y="110"/>
                    <a:pt x="27" y="137"/>
                  </a:cubicBezTo>
                  <a:cubicBezTo>
                    <a:pt x="27" y="164"/>
                    <a:pt x="54" y="217"/>
                    <a:pt x="80" y="244"/>
                  </a:cubicBezTo>
                  <a:cubicBezTo>
                    <a:pt x="1820" y="1234"/>
                    <a:pt x="2971" y="3162"/>
                    <a:pt x="2944" y="5035"/>
                  </a:cubicBezTo>
                  <a:cubicBezTo>
                    <a:pt x="2944" y="5089"/>
                    <a:pt x="2971" y="5142"/>
                    <a:pt x="2998" y="5142"/>
                  </a:cubicBezTo>
                  <a:cubicBezTo>
                    <a:pt x="4952" y="6133"/>
                    <a:pt x="6156" y="8086"/>
                    <a:pt x="6156" y="10254"/>
                  </a:cubicBezTo>
                  <a:cubicBezTo>
                    <a:pt x="6156" y="12422"/>
                    <a:pt x="4952" y="14376"/>
                    <a:pt x="2998" y="15367"/>
                  </a:cubicBezTo>
                  <a:cubicBezTo>
                    <a:pt x="2971" y="15393"/>
                    <a:pt x="2944" y="15447"/>
                    <a:pt x="2944" y="15474"/>
                  </a:cubicBezTo>
                  <a:cubicBezTo>
                    <a:pt x="2998" y="17321"/>
                    <a:pt x="1847" y="19248"/>
                    <a:pt x="107" y="20265"/>
                  </a:cubicBezTo>
                  <a:cubicBezTo>
                    <a:pt x="54" y="20292"/>
                    <a:pt x="27" y="20318"/>
                    <a:pt x="27" y="20345"/>
                  </a:cubicBezTo>
                  <a:cubicBezTo>
                    <a:pt x="0" y="20425"/>
                    <a:pt x="27" y="20479"/>
                    <a:pt x="80" y="20506"/>
                  </a:cubicBezTo>
                  <a:cubicBezTo>
                    <a:pt x="1793" y="21496"/>
                    <a:pt x="2864" y="23289"/>
                    <a:pt x="2944" y="25297"/>
                  </a:cubicBezTo>
                  <a:cubicBezTo>
                    <a:pt x="2944" y="25350"/>
                    <a:pt x="2971" y="25404"/>
                    <a:pt x="2998" y="25404"/>
                  </a:cubicBezTo>
                  <a:cubicBezTo>
                    <a:pt x="4952" y="26394"/>
                    <a:pt x="6156" y="28348"/>
                    <a:pt x="6156" y="30516"/>
                  </a:cubicBezTo>
                  <a:cubicBezTo>
                    <a:pt x="6156" y="32684"/>
                    <a:pt x="4952" y="34665"/>
                    <a:pt x="2998" y="35628"/>
                  </a:cubicBezTo>
                  <a:cubicBezTo>
                    <a:pt x="2971" y="35655"/>
                    <a:pt x="2944" y="35709"/>
                    <a:pt x="2944" y="35762"/>
                  </a:cubicBezTo>
                  <a:cubicBezTo>
                    <a:pt x="3105" y="37823"/>
                    <a:pt x="1633" y="39643"/>
                    <a:pt x="107" y="40526"/>
                  </a:cubicBezTo>
                  <a:cubicBezTo>
                    <a:pt x="54" y="40553"/>
                    <a:pt x="27" y="40580"/>
                    <a:pt x="27" y="40633"/>
                  </a:cubicBezTo>
                  <a:cubicBezTo>
                    <a:pt x="0" y="40687"/>
                    <a:pt x="27" y="40741"/>
                    <a:pt x="80" y="40767"/>
                  </a:cubicBezTo>
                  <a:cubicBezTo>
                    <a:pt x="1820" y="41784"/>
                    <a:pt x="2944" y="43631"/>
                    <a:pt x="2944" y="45532"/>
                  </a:cubicBezTo>
                  <a:lnTo>
                    <a:pt x="2944" y="45558"/>
                  </a:lnTo>
                  <a:cubicBezTo>
                    <a:pt x="2918" y="45612"/>
                    <a:pt x="2971" y="45665"/>
                    <a:pt x="2998" y="45692"/>
                  </a:cubicBezTo>
                  <a:cubicBezTo>
                    <a:pt x="4952" y="46656"/>
                    <a:pt x="6156" y="48610"/>
                    <a:pt x="6156" y="50778"/>
                  </a:cubicBezTo>
                  <a:cubicBezTo>
                    <a:pt x="6156" y="52972"/>
                    <a:pt x="4952" y="54926"/>
                    <a:pt x="2998" y="55890"/>
                  </a:cubicBezTo>
                  <a:cubicBezTo>
                    <a:pt x="2971" y="55917"/>
                    <a:pt x="2944" y="55970"/>
                    <a:pt x="2944" y="55997"/>
                  </a:cubicBezTo>
                  <a:cubicBezTo>
                    <a:pt x="2891" y="58004"/>
                    <a:pt x="1820" y="59798"/>
                    <a:pt x="107" y="60815"/>
                  </a:cubicBezTo>
                  <a:cubicBezTo>
                    <a:pt x="54" y="60815"/>
                    <a:pt x="27" y="60841"/>
                    <a:pt x="27" y="60895"/>
                  </a:cubicBezTo>
                  <a:cubicBezTo>
                    <a:pt x="0" y="60949"/>
                    <a:pt x="27" y="61002"/>
                    <a:pt x="80" y="61029"/>
                  </a:cubicBezTo>
                  <a:cubicBezTo>
                    <a:pt x="1820" y="62046"/>
                    <a:pt x="2891" y="63839"/>
                    <a:pt x="2944" y="65847"/>
                  </a:cubicBezTo>
                  <a:cubicBezTo>
                    <a:pt x="2944" y="65873"/>
                    <a:pt x="2971" y="65927"/>
                    <a:pt x="2998" y="65954"/>
                  </a:cubicBezTo>
                  <a:cubicBezTo>
                    <a:pt x="4952" y="66917"/>
                    <a:pt x="6156" y="68871"/>
                    <a:pt x="6156" y="71066"/>
                  </a:cubicBezTo>
                  <a:cubicBezTo>
                    <a:pt x="6156" y="73234"/>
                    <a:pt x="4952" y="75188"/>
                    <a:pt x="2998" y="76151"/>
                  </a:cubicBezTo>
                  <a:cubicBezTo>
                    <a:pt x="2971" y="76178"/>
                    <a:pt x="2944" y="76232"/>
                    <a:pt x="2944" y="76285"/>
                  </a:cubicBezTo>
                  <a:cubicBezTo>
                    <a:pt x="2891" y="78266"/>
                    <a:pt x="1820" y="80059"/>
                    <a:pt x="80" y="81076"/>
                  </a:cubicBezTo>
                  <a:cubicBezTo>
                    <a:pt x="27" y="81103"/>
                    <a:pt x="0" y="81183"/>
                    <a:pt x="54" y="81237"/>
                  </a:cubicBezTo>
                  <a:cubicBezTo>
                    <a:pt x="71" y="81288"/>
                    <a:pt x="109" y="81306"/>
                    <a:pt x="149" y="81306"/>
                  </a:cubicBezTo>
                  <a:cubicBezTo>
                    <a:pt x="171" y="81306"/>
                    <a:pt x="195" y="81300"/>
                    <a:pt x="214" y="81290"/>
                  </a:cubicBezTo>
                  <a:cubicBezTo>
                    <a:pt x="2008" y="80247"/>
                    <a:pt x="3105" y="78400"/>
                    <a:pt x="3185" y="76366"/>
                  </a:cubicBezTo>
                  <a:cubicBezTo>
                    <a:pt x="5193" y="75322"/>
                    <a:pt x="6424" y="73288"/>
                    <a:pt x="6424" y="71066"/>
                  </a:cubicBezTo>
                  <a:cubicBezTo>
                    <a:pt x="6424" y="68818"/>
                    <a:pt x="5193" y="66783"/>
                    <a:pt x="3185" y="65766"/>
                  </a:cubicBezTo>
                  <a:cubicBezTo>
                    <a:pt x="3105" y="63759"/>
                    <a:pt x="2088" y="61992"/>
                    <a:pt x="402" y="60922"/>
                  </a:cubicBezTo>
                  <a:cubicBezTo>
                    <a:pt x="2088" y="59878"/>
                    <a:pt x="3105" y="58085"/>
                    <a:pt x="3185" y="56077"/>
                  </a:cubicBezTo>
                  <a:cubicBezTo>
                    <a:pt x="5193" y="55060"/>
                    <a:pt x="6424" y="53026"/>
                    <a:pt x="6424" y="50778"/>
                  </a:cubicBezTo>
                  <a:cubicBezTo>
                    <a:pt x="6424" y="48556"/>
                    <a:pt x="5193" y="46522"/>
                    <a:pt x="3185" y="45505"/>
                  </a:cubicBezTo>
                  <a:cubicBezTo>
                    <a:pt x="3185" y="43604"/>
                    <a:pt x="2088" y="41731"/>
                    <a:pt x="402" y="40660"/>
                  </a:cubicBezTo>
                  <a:cubicBezTo>
                    <a:pt x="1900" y="39697"/>
                    <a:pt x="3319" y="37877"/>
                    <a:pt x="3185" y="35816"/>
                  </a:cubicBezTo>
                  <a:cubicBezTo>
                    <a:pt x="5193" y="34799"/>
                    <a:pt x="6424" y="32764"/>
                    <a:pt x="6424" y="30516"/>
                  </a:cubicBezTo>
                  <a:cubicBezTo>
                    <a:pt x="6424" y="28268"/>
                    <a:pt x="5193" y="26260"/>
                    <a:pt x="3185" y="25216"/>
                  </a:cubicBezTo>
                  <a:cubicBezTo>
                    <a:pt x="3105" y="23236"/>
                    <a:pt x="2061" y="21442"/>
                    <a:pt x="402" y="20399"/>
                  </a:cubicBezTo>
                  <a:cubicBezTo>
                    <a:pt x="2088" y="19328"/>
                    <a:pt x="3185" y="17454"/>
                    <a:pt x="3185" y="15608"/>
                  </a:cubicBezTo>
                  <a:cubicBezTo>
                    <a:pt x="3185" y="15581"/>
                    <a:pt x="3185" y="15581"/>
                    <a:pt x="3185" y="15554"/>
                  </a:cubicBezTo>
                  <a:cubicBezTo>
                    <a:pt x="5193" y="14510"/>
                    <a:pt x="6424" y="12503"/>
                    <a:pt x="6424" y="10254"/>
                  </a:cubicBezTo>
                  <a:cubicBezTo>
                    <a:pt x="6424" y="8006"/>
                    <a:pt x="5193" y="5999"/>
                    <a:pt x="3185" y="4955"/>
                  </a:cubicBezTo>
                  <a:cubicBezTo>
                    <a:pt x="3185" y="3028"/>
                    <a:pt x="2008" y="1047"/>
                    <a:pt x="214" y="30"/>
                  </a:cubicBezTo>
                  <a:cubicBezTo>
                    <a:pt x="194" y="10"/>
                    <a:pt x="169" y="1"/>
                    <a:pt x="14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3" name="Google Shape;513;p56"/>
            <p:cNvSpPr/>
            <p:nvPr/>
          </p:nvSpPr>
          <p:spPr>
            <a:xfrm>
              <a:off x="378625" y="2593575"/>
              <a:ext cx="159950" cy="2032875"/>
            </a:xfrm>
            <a:custGeom>
              <a:avLst/>
              <a:gdLst/>
              <a:ahLst/>
              <a:cxnLst/>
              <a:rect l="l" t="t" r="r" b="b"/>
              <a:pathLst>
                <a:path w="6398" h="81315" extrusionOk="0">
                  <a:moveTo>
                    <a:pt x="141" y="1"/>
                  </a:moveTo>
                  <a:cubicBezTo>
                    <a:pt x="95" y="1"/>
                    <a:pt x="47" y="26"/>
                    <a:pt x="28" y="65"/>
                  </a:cubicBezTo>
                  <a:cubicBezTo>
                    <a:pt x="1" y="92"/>
                    <a:pt x="1" y="118"/>
                    <a:pt x="1" y="118"/>
                  </a:cubicBezTo>
                  <a:cubicBezTo>
                    <a:pt x="1" y="172"/>
                    <a:pt x="28" y="225"/>
                    <a:pt x="54" y="225"/>
                  </a:cubicBezTo>
                  <a:cubicBezTo>
                    <a:pt x="1794" y="1243"/>
                    <a:pt x="2918" y="3116"/>
                    <a:pt x="2918" y="4963"/>
                  </a:cubicBezTo>
                  <a:cubicBezTo>
                    <a:pt x="2918" y="4990"/>
                    <a:pt x="2918" y="5017"/>
                    <a:pt x="2918" y="5043"/>
                  </a:cubicBezTo>
                  <a:cubicBezTo>
                    <a:pt x="2918" y="5070"/>
                    <a:pt x="2945" y="5124"/>
                    <a:pt x="2999" y="5150"/>
                  </a:cubicBezTo>
                  <a:cubicBezTo>
                    <a:pt x="4952" y="6141"/>
                    <a:pt x="6157" y="8095"/>
                    <a:pt x="6157" y="10263"/>
                  </a:cubicBezTo>
                  <a:cubicBezTo>
                    <a:pt x="6157" y="12431"/>
                    <a:pt x="4952" y="14384"/>
                    <a:pt x="2999" y="15375"/>
                  </a:cubicBezTo>
                  <a:cubicBezTo>
                    <a:pt x="2945" y="15402"/>
                    <a:pt x="2918" y="15428"/>
                    <a:pt x="2918" y="15482"/>
                  </a:cubicBezTo>
                  <a:cubicBezTo>
                    <a:pt x="2972" y="17329"/>
                    <a:pt x="1848" y="19256"/>
                    <a:pt x="81" y="20273"/>
                  </a:cubicBezTo>
                  <a:cubicBezTo>
                    <a:pt x="54" y="20300"/>
                    <a:pt x="28" y="20326"/>
                    <a:pt x="1" y="20353"/>
                  </a:cubicBezTo>
                  <a:cubicBezTo>
                    <a:pt x="1" y="20407"/>
                    <a:pt x="28" y="20487"/>
                    <a:pt x="54" y="20514"/>
                  </a:cubicBezTo>
                  <a:cubicBezTo>
                    <a:pt x="1794" y="21504"/>
                    <a:pt x="2865" y="23297"/>
                    <a:pt x="2918" y="25305"/>
                  </a:cubicBezTo>
                  <a:cubicBezTo>
                    <a:pt x="2918" y="25358"/>
                    <a:pt x="2945" y="25412"/>
                    <a:pt x="2999" y="25412"/>
                  </a:cubicBezTo>
                  <a:cubicBezTo>
                    <a:pt x="4952" y="26402"/>
                    <a:pt x="6157" y="28356"/>
                    <a:pt x="6157" y="30524"/>
                  </a:cubicBezTo>
                  <a:cubicBezTo>
                    <a:pt x="6157" y="32692"/>
                    <a:pt x="4952" y="34646"/>
                    <a:pt x="2999" y="35636"/>
                  </a:cubicBezTo>
                  <a:cubicBezTo>
                    <a:pt x="2945" y="35663"/>
                    <a:pt x="2918" y="35717"/>
                    <a:pt x="2918" y="35770"/>
                  </a:cubicBezTo>
                  <a:cubicBezTo>
                    <a:pt x="3079" y="37831"/>
                    <a:pt x="1607" y="39651"/>
                    <a:pt x="81" y="40535"/>
                  </a:cubicBezTo>
                  <a:cubicBezTo>
                    <a:pt x="54" y="40561"/>
                    <a:pt x="28" y="40588"/>
                    <a:pt x="1" y="40615"/>
                  </a:cubicBezTo>
                  <a:cubicBezTo>
                    <a:pt x="1" y="40668"/>
                    <a:pt x="28" y="40749"/>
                    <a:pt x="54" y="40775"/>
                  </a:cubicBezTo>
                  <a:cubicBezTo>
                    <a:pt x="1794" y="41766"/>
                    <a:pt x="2918" y="43639"/>
                    <a:pt x="2918" y="45540"/>
                  </a:cubicBezTo>
                  <a:cubicBezTo>
                    <a:pt x="2918" y="45540"/>
                    <a:pt x="2918" y="45566"/>
                    <a:pt x="2918" y="45566"/>
                  </a:cubicBezTo>
                  <a:cubicBezTo>
                    <a:pt x="2918" y="45620"/>
                    <a:pt x="2945" y="45674"/>
                    <a:pt x="2999" y="45674"/>
                  </a:cubicBezTo>
                  <a:cubicBezTo>
                    <a:pt x="4952" y="46664"/>
                    <a:pt x="6157" y="48618"/>
                    <a:pt x="6157" y="50786"/>
                  </a:cubicBezTo>
                  <a:cubicBezTo>
                    <a:pt x="6157" y="52954"/>
                    <a:pt x="4952" y="54934"/>
                    <a:pt x="2999" y="55898"/>
                  </a:cubicBezTo>
                  <a:cubicBezTo>
                    <a:pt x="2945" y="55925"/>
                    <a:pt x="2918" y="55952"/>
                    <a:pt x="2918" y="56005"/>
                  </a:cubicBezTo>
                  <a:cubicBezTo>
                    <a:pt x="2865" y="58012"/>
                    <a:pt x="1821" y="59806"/>
                    <a:pt x="81" y="60796"/>
                  </a:cubicBezTo>
                  <a:cubicBezTo>
                    <a:pt x="54" y="60823"/>
                    <a:pt x="28" y="60850"/>
                    <a:pt x="1" y="60903"/>
                  </a:cubicBezTo>
                  <a:cubicBezTo>
                    <a:pt x="1" y="60957"/>
                    <a:pt x="28" y="61010"/>
                    <a:pt x="54" y="61037"/>
                  </a:cubicBezTo>
                  <a:cubicBezTo>
                    <a:pt x="1794" y="62054"/>
                    <a:pt x="2865" y="63847"/>
                    <a:pt x="2918" y="65828"/>
                  </a:cubicBezTo>
                  <a:cubicBezTo>
                    <a:pt x="2918" y="65882"/>
                    <a:pt x="2945" y="65935"/>
                    <a:pt x="2999" y="65962"/>
                  </a:cubicBezTo>
                  <a:cubicBezTo>
                    <a:pt x="4952" y="66925"/>
                    <a:pt x="6157" y="68879"/>
                    <a:pt x="6157" y="71047"/>
                  </a:cubicBezTo>
                  <a:cubicBezTo>
                    <a:pt x="6157" y="73242"/>
                    <a:pt x="4952" y="75196"/>
                    <a:pt x="2999" y="76160"/>
                  </a:cubicBezTo>
                  <a:cubicBezTo>
                    <a:pt x="2945" y="76186"/>
                    <a:pt x="2918" y="76240"/>
                    <a:pt x="2918" y="76267"/>
                  </a:cubicBezTo>
                  <a:cubicBezTo>
                    <a:pt x="2865" y="78274"/>
                    <a:pt x="1821" y="80067"/>
                    <a:pt x="81" y="81084"/>
                  </a:cubicBezTo>
                  <a:cubicBezTo>
                    <a:pt x="1" y="81111"/>
                    <a:pt x="1" y="81191"/>
                    <a:pt x="28" y="81245"/>
                  </a:cubicBezTo>
                  <a:cubicBezTo>
                    <a:pt x="45" y="81296"/>
                    <a:pt x="83" y="81315"/>
                    <a:pt x="123" y="81315"/>
                  </a:cubicBezTo>
                  <a:cubicBezTo>
                    <a:pt x="145" y="81315"/>
                    <a:pt x="169" y="81308"/>
                    <a:pt x="188" y="81299"/>
                  </a:cubicBezTo>
                  <a:cubicBezTo>
                    <a:pt x="1981" y="80255"/>
                    <a:pt x="3106" y="78408"/>
                    <a:pt x="3159" y="76347"/>
                  </a:cubicBezTo>
                  <a:cubicBezTo>
                    <a:pt x="5167" y="75330"/>
                    <a:pt x="6398" y="73296"/>
                    <a:pt x="6398" y="71047"/>
                  </a:cubicBezTo>
                  <a:cubicBezTo>
                    <a:pt x="6398" y="68826"/>
                    <a:pt x="5167" y="66792"/>
                    <a:pt x="3159" y="65748"/>
                  </a:cubicBezTo>
                  <a:cubicBezTo>
                    <a:pt x="3106" y="63767"/>
                    <a:pt x="2062" y="61974"/>
                    <a:pt x="376" y="60930"/>
                  </a:cubicBezTo>
                  <a:cubicBezTo>
                    <a:pt x="2062" y="59859"/>
                    <a:pt x="3106" y="58093"/>
                    <a:pt x="3159" y="56085"/>
                  </a:cubicBezTo>
                  <a:cubicBezTo>
                    <a:pt x="5167" y="55068"/>
                    <a:pt x="6398" y="53034"/>
                    <a:pt x="6398" y="50786"/>
                  </a:cubicBezTo>
                  <a:cubicBezTo>
                    <a:pt x="6398" y="48537"/>
                    <a:pt x="5167" y="46530"/>
                    <a:pt x="3159" y="45486"/>
                  </a:cubicBezTo>
                  <a:cubicBezTo>
                    <a:pt x="3159" y="43586"/>
                    <a:pt x="2062" y="41739"/>
                    <a:pt x="376" y="40668"/>
                  </a:cubicBezTo>
                  <a:cubicBezTo>
                    <a:pt x="1901" y="39705"/>
                    <a:pt x="3293" y="37885"/>
                    <a:pt x="3186" y="35824"/>
                  </a:cubicBezTo>
                  <a:cubicBezTo>
                    <a:pt x="5167" y="34780"/>
                    <a:pt x="6398" y="32772"/>
                    <a:pt x="6398" y="30524"/>
                  </a:cubicBezTo>
                  <a:cubicBezTo>
                    <a:pt x="6398" y="28276"/>
                    <a:pt x="5167" y="26268"/>
                    <a:pt x="3159" y="25225"/>
                  </a:cubicBezTo>
                  <a:cubicBezTo>
                    <a:pt x="3079" y="23244"/>
                    <a:pt x="2035" y="21451"/>
                    <a:pt x="376" y="20407"/>
                  </a:cubicBezTo>
                  <a:cubicBezTo>
                    <a:pt x="2062" y="19336"/>
                    <a:pt x="3186" y="17436"/>
                    <a:pt x="3186" y="15616"/>
                  </a:cubicBezTo>
                  <a:cubicBezTo>
                    <a:pt x="3186" y="15589"/>
                    <a:pt x="3186" y="15589"/>
                    <a:pt x="3186" y="15562"/>
                  </a:cubicBezTo>
                  <a:cubicBezTo>
                    <a:pt x="5167" y="14518"/>
                    <a:pt x="6398" y="12511"/>
                    <a:pt x="6398" y="10263"/>
                  </a:cubicBezTo>
                  <a:cubicBezTo>
                    <a:pt x="6398" y="8014"/>
                    <a:pt x="5167" y="6007"/>
                    <a:pt x="3186" y="4963"/>
                  </a:cubicBezTo>
                  <a:cubicBezTo>
                    <a:pt x="3186" y="3036"/>
                    <a:pt x="1981" y="1055"/>
                    <a:pt x="188" y="11"/>
                  </a:cubicBezTo>
                  <a:cubicBezTo>
                    <a:pt x="174" y="4"/>
                    <a:pt x="158" y="1"/>
                    <a:pt x="14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4" name="Google Shape;514;p56"/>
            <p:cNvSpPr/>
            <p:nvPr/>
          </p:nvSpPr>
          <p:spPr>
            <a:xfrm>
              <a:off x="224725" y="2845375"/>
              <a:ext cx="159950" cy="2032675"/>
            </a:xfrm>
            <a:custGeom>
              <a:avLst/>
              <a:gdLst/>
              <a:ahLst/>
              <a:cxnLst/>
              <a:rect l="l" t="t" r="r" b="b"/>
              <a:pathLst>
                <a:path w="6398" h="81307" extrusionOk="0">
                  <a:moveTo>
                    <a:pt x="126" y="1"/>
                  </a:moveTo>
                  <a:cubicBezTo>
                    <a:pt x="81" y="1"/>
                    <a:pt x="44" y="24"/>
                    <a:pt x="27" y="57"/>
                  </a:cubicBezTo>
                  <a:cubicBezTo>
                    <a:pt x="27" y="84"/>
                    <a:pt x="1" y="110"/>
                    <a:pt x="1" y="137"/>
                  </a:cubicBezTo>
                  <a:cubicBezTo>
                    <a:pt x="1" y="164"/>
                    <a:pt x="27" y="217"/>
                    <a:pt x="81" y="244"/>
                  </a:cubicBezTo>
                  <a:cubicBezTo>
                    <a:pt x="1821" y="1234"/>
                    <a:pt x="2972" y="3162"/>
                    <a:pt x="2918" y="5035"/>
                  </a:cubicBezTo>
                  <a:cubicBezTo>
                    <a:pt x="2945" y="5089"/>
                    <a:pt x="2945" y="5142"/>
                    <a:pt x="2998" y="5142"/>
                  </a:cubicBezTo>
                  <a:cubicBezTo>
                    <a:pt x="4952" y="6133"/>
                    <a:pt x="6157" y="8086"/>
                    <a:pt x="6157" y="10254"/>
                  </a:cubicBezTo>
                  <a:cubicBezTo>
                    <a:pt x="6157" y="12422"/>
                    <a:pt x="4952" y="14376"/>
                    <a:pt x="2998" y="15367"/>
                  </a:cubicBezTo>
                  <a:cubicBezTo>
                    <a:pt x="2945" y="15393"/>
                    <a:pt x="2918" y="15447"/>
                    <a:pt x="2918" y="15474"/>
                  </a:cubicBezTo>
                  <a:cubicBezTo>
                    <a:pt x="2972" y="17321"/>
                    <a:pt x="1848" y="19248"/>
                    <a:pt x="108" y="20265"/>
                  </a:cubicBezTo>
                  <a:cubicBezTo>
                    <a:pt x="54" y="20292"/>
                    <a:pt x="27" y="20318"/>
                    <a:pt x="27" y="20345"/>
                  </a:cubicBezTo>
                  <a:cubicBezTo>
                    <a:pt x="1" y="20425"/>
                    <a:pt x="27" y="20479"/>
                    <a:pt x="81" y="20506"/>
                  </a:cubicBezTo>
                  <a:cubicBezTo>
                    <a:pt x="1794" y="21496"/>
                    <a:pt x="2865" y="23289"/>
                    <a:pt x="2918" y="25297"/>
                  </a:cubicBezTo>
                  <a:cubicBezTo>
                    <a:pt x="2945" y="25350"/>
                    <a:pt x="2972" y="25404"/>
                    <a:pt x="2998" y="25404"/>
                  </a:cubicBezTo>
                  <a:cubicBezTo>
                    <a:pt x="4952" y="26394"/>
                    <a:pt x="6157" y="28348"/>
                    <a:pt x="6157" y="30516"/>
                  </a:cubicBezTo>
                  <a:cubicBezTo>
                    <a:pt x="6157" y="32684"/>
                    <a:pt x="4952" y="34665"/>
                    <a:pt x="2998" y="35628"/>
                  </a:cubicBezTo>
                  <a:cubicBezTo>
                    <a:pt x="2945" y="35655"/>
                    <a:pt x="2918" y="35709"/>
                    <a:pt x="2918" y="35762"/>
                  </a:cubicBezTo>
                  <a:cubicBezTo>
                    <a:pt x="3106" y="37823"/>
                    <a:pt x="1633" y="39643"/>
                    <a:pt x="108" y="40526"/>
                  </a:cubicBezTo>
                  <a:cubicBezTo>
                    <a:pt x="54" y="40553"/>
                    <a:pt x="27" y="40580"/>
                    <a:pt x="27" y="40633"/>
                  </a:cubicBezTo>
                  <a:cubicBezTo>
                    <a:pt x="1" y="40687"/>
                    <a:pt x="27" y="40741"/>
                    <a:pt x="81" y="40767"/>
                  </a:cubicBezTo>
                  <a:cubicBezTo>
                    <a:pt x="1821" y="41784"/>
                    <a:pt x="2918" y="43631"/>
                    <a:pt x="2918" y="45532"/>
                  </a:cubicBezTo>
                  <a:cubicBezTo>
                    <a:pt x="2918" y="45558"/>
                    <a:pt x="2918" y="45558"/>
                    <a:pt x="2918" y="45558"/>
                  </a:cubicBezTo>
                  <a:cubicBezTo>
                    <a:pt x="2918" y="45612"/>
                    <a:pt x="2945" y="45665"/>
                    <a:pt x="2998" y="45692"/>
                  </a:cubicBezTo>
                  <a:cubicBezTo>
                    <a:pt x="4952" y="46656"/>
                    <a:pt x="6157" y="48610"/>
                    <a:pt x="6157" y="50778"/>
                  </a:cubicBezTo>
                  <a:cubicBezTo>
                    <a:pt x="6157" y="52972"/>
                    <a:pt x="4952" y="54926"/>
                    <a:pt x="2998" y="55890"/>
                  </a:cubicBezTo>
                  <a:cubicBezTo>
                    <a:pt x="2945" y="55917"/>
                    <a:pt x="2918" y="55970"/>
                    <a:pt x="2918" y="55997"/>
                  </a:cubicBezTo>
                  <a:cubicBezTo>
                    <a:pt x="2891" y="58004"/>
                    <a:pt x="1821" y="59798"/>
                    <a:pt x="108" y="60815"/>
                  </a:cubicBezTo>
                  <a:cubicBezTo>
                    <a:pt x="54" y="60815"/>
                    <a:pt x="27" y="60841"/>
                    <a:pt x="27" y="60895"/>
                  </a:cubicBezTo>
                  <a:cubicBezTo>
                    <a:pt x="1" y="60949"/>
                    <a:pt x="27" y="61002"/>
                    <a:pt x="81" y="61029"/>
                  </a:cubicBezTo>
                  <a:cubicBezTo>
                    <a:pt x="1821" y="62046"/>
                    <a:pt x="2891" y="63839"/>
                    <a:pt x="2918" y="65847"/>
                  </a:cubicBezTo>
                  <a:cubicBezTo>
                    <a:pt x="2918" y="65873"/>
                    <a:pt x="2945" y="65927"/>
                    <a:pt x="2998" y="65954"/>
                  </a:cubicBezTo>
                  <a:cubicBezTo>
                    <a:pt x="4952" y="66917"/>
                    <a:pt x="6157" y="68871"/>
                    <a:pt x="6157" y="71066"/>
                  </a:cubicBezTo>
                  <a:cubicBezTo>
                    <a:pt x="6157" y="73234"/>
                    <a:pt x="4952" y="75188"/>
                    <a:pt x="2998" y="76151"/>
                  </a:cubicBezTo>
                  <a:cubicBezTo>
                    <a:pt x="2945" y="76178"/>
                    <a:pt x="2918" y="76232"/>
                    <a:pt x="2918" y="76285"/>
                  </a:cubicBezTo>
                  <a:cubicBezTo>
                    <a:pt x="2891" y="78266"/>
                    <a:pt x="1821" y="80059"/>
                    <a:pt x="81" y="81076"/>
                  </a:cubicBezTo>
                  <a:cubicBezTo>
                    <a:pt x="27" y="81103"/>
                    <a:pt x="1" y="81183"/>
                    <a:pt x="27" y="81237"/>
                  </a:cubicBezTo>
                  <a:cubicBezTo>
                    <a:pt x="61" y="81288"/>
                    <a:pt x="95" y="81306"/>
                    <a:pt x="136" y="81306"/>
                  </a:cubicBezTo>
                  <a:cubicBezTo>
                    <a:pt x="160" y="81306"/>
                    <a:pt x="185" y="81300"/>
                    <a:pt x="215" y="81290"/>
                  </a:cubicBezTo>
                  <a:cubicBezTo>
                    <a:pt x="2008" y="80247"/>
                    <a:pt x="3106" y="78400"/>
                    <a:pt x="3186" y="76366"/>
                  </a:cubicBezTo>
                  <a:cubicBezTo>
                    <a:pt x="5166" y="75322"/>
                    <a:pt x="6398" y="73288"/>
                    <a:pt x="6398" y="71066"/>
                  </a:cubicBezTo>
                  <a:cubicBezTo>
                    <a:pt x="6398" y="68818"/>
                    <a:pt x="5166" y="66783"/>
                    <a:pt x="3186" y="65766"/>
                  </a:cubicBezTo>
                  <a:cubicBezTo>
                    <a:pt x="3106" y="63759"/>
                    <a:pt x="2062" y="61992"/>
                    <a:pt x="375" y="60922"/>
                  </a:cubicBezTo>
                  <a:cubicBezTo>
                    <a:pt x="2062" y="59878"/>
                    <a:pt x="3106" y="58085"/>
                    <a:pt x="3186" y="56077"/>
                  </a:cubicBezTo>
                  <a:cubicBezTo>
                    <a:pt x="5166" y="55060"/>
                    <a:pt x="6398" y="53026"/>
                    <a:pt x="6398" y="50778"/>
                  </a:cubicBezTo>
                  <a:cubicBezTo>
                    <a:pt x="6398" y="48556"/>
                    <a:pt x="5166" y="46522"/>
                    <a:pt x="3186" y="45505"/>
                  </a:cubicBezTo>
                  <a:cubicBezTo>
                    <a:pt x="3159" y="43604"/>
                    <a:pt x="2088" y="41731"/>
                    <a:pt x="375" y="40660"/>
                  </a:cubicBezTo>
                  <a:cubicBezTo>
                    <a:pt x="1901" y="39697"/>
                    <a:pt x="3293" y="37877"/>
                    <a:pt x="3186" y="35816"/>
                  </a:cubicBezTo>
                  <a:cubicBezTo>
                    <a:pt x="5166" y="34799"/>
                    <a:pt x="6398" y="32764"/>
                    <a:pt x="6398" y="30516"/>
                  </a:cubicBezTo>
                  <a:cubicBezTo>
                    <a:pt x="6398" y="28268"/>
                    <a:pt x="5166" y="26260"/>
                    <a:pt x="3186" y="25216"/>
                  </a:cubicBezTo>
                  <a:cubicBezTo>
                    <a:pt x="3079" y="23236"/>
                    <a:pt x="2062" y="21442"/>
                    <a:pt x="375" y="20399"/>
                  </a:cubicBezTo>
                  <a:cubicBezTo>
                    <a:pt x="2088" y="19328"/>
                    <a:pt x="3186" y="17454"/>
                    <a:pt x="3186" y="15608"/>
                  </a:cubicBezTo>
                  <a:cubicBezTo>
                    <a:pt x="3186" y="15581"/>
                    <a:pt x="3186" y="15581"/>
                    <a:pt x="3186" y="15554"/>
                  </a:cubicBezTo>
                  <a:cubicBezTo>
                    <a:pt x="5166" y="14510"/>
                    <a:pt x="6398" y="12503"/>
                    <a:pt x="6398" y="10254"/>
                  </a:cubicBezTo>
                  <a:cubicBezTo>
                    <a:pt x="6398" y="8006"/>
                    <a:pt x="5166" y="5999"/>
                    <a:pt x="3186" y="4955"/>
                  </a:cubicBezTo>
                  <a:cubicBezTo>
                    <a:pt x="3186" y="3028"/>
                    <a:pt x="1981" y="1047"/>
                    <a:pt x="215" y="30"/>
                  </a:cubicBezTo>
                  <a:cubicBezTo>
                    <a:pt x="184" y="10"/>
                    <a:pt x="153" y="1"/>
                    <a:pt x="12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15" name="Google Shape;515;p56"/>
          <p:cNvSpPr/>
          <p:nvPr/>
        </p:nvSpPr>
        <p:spPr>
          <a:xfrm rot="-7977677">
            <a:off x="1649745" y="498156"/>
            <a:ext cx="1601627" cy="1536805"/>
          </a:xfrm>
          <a:custGeom>
            <a:avLst/>
            <a:gdLst/>
            <a:ahLst/>
            <a:cxnLst/>
            <a:rect l="l" t="t" r="r" b="b"/>
            <a:pathLst>
              <a:path w="20582" h="19749" extrusionOk="0">
                <a:moveTo>
                  <a:pt x="15178" y="401"/>
                </a:moveTo>
                <a:cubicBezTo>
                  <a:pt x="11542" y="1"/>
                  <a:pt x="4470" y="1235"/>
                  <a:pt x="2235" y="7773"/>
                </a:cubicBezTo>
                <a:cubicBezTo>
                  <a:pt x="0" y="14311"/>
                  <a:pt x="7939" y="17947"/>
                  <a:pt x="11675" y="18848"/>
                </a:cubicBezTo>
                <a:cubicBezTo>
                  <a:pt x="15445" y="19748"/>
                  <a:pt x="20315" y="19448"/>
                  <a:pt x="20448" y="13477"/>
                </a:cubicBezTo>
                <a:cubicBezTo>
                  <a:pt x="20582" y="7506"/>
                  <a:pt x="18780" y="835"/>
                  <a:pt x="15178" y="4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6" name="Google Shape;516;p56"/>
          <p:cNvSpPr/>
          <p:nvPr/>
        </p:nvSpPr>
        <p:spPr>
          <a:xfrm>
            <a:off x="7092213" y="3598577"/>
            <a:ext cx="1434654" cy="1265482"/>
          </a:xfrm>
          <a:custGeom>
            <a:avLst/>
            <a:gdLst/>
            <a:ahLst/>
            <a:cxnLst/>
            <a:rect l="l" t="t" r="r" b="b"/>
            <a:pathLst>
              <a:path w="13679" h="12066" extrusionOk="0">
                <a:moveTo>
                  <a:pt x="7541" y="1"/>
                </a:moveTo>
                <a:cubicBezTo>
                  <a:pt x="7109" y="1"/>
                  <a:pt x="6648" y="24"/>
                  <a:pt x="6157" y="68"/>
                </a:cubicBezTo>
                <a:cubicBezTo>
                  <a:pt x="1981" y="443"/>
                  <a:pt x="28" y="3173"/>
                  <a:pt x="1" y="6385"/>
                </a:cubicBezTo>
                <a:cubicBezTo>
                  <a:pt x="598" y="10109"/>
                  <a:pt x="2003" y="12066"/>
                  <a:pt x="5300" y="12066"/>
                </a:cubicBezTo>
                <a:cubicBezTo>
                  <a:pt x="5700" y="12066"/>
                  <a:pt x="6128" y="12037"/>
                  <a:pt x="6585" y="11979"/>
                </a:cubicBezTo>
                <a:cubicBezTo>
                  <a:pt x="10680" y="11470"/>
                  <a:pt x="13678" y="9516"/>
                  <a:pt x="12822" y="4297"/>
                </a:cubicBezTo>
                <a:cubicBezTo>
                  <a:pt x="12326" y="1256"/>
                  <a:pt x="10731" y="1"/>
                  <a:pt x="7541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USTOM_45">
    <p:spTree>
      <p:nvGrpSpPr>
        <p:cNvPr id="1" name="Shape 5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8" name="Google Shape;518;p57"/>
          <p:cNvSpPr txBox="1">
            <a:spLocks noGrp="1"/>
          </p:cNvSpPr>
          <p:nvPr>
            <p:ph type="title"/>
          </p:nvPr>
        </p:nvSpPr>
        <p:spPr>
          <a:xfrm>
            <a:off x="713225" y="428875"/>
            <a:ext cx="3447600" cy="1196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anjari"/>
                <a:ea typeface="Manjari"/>
                <a:cs typeface="Manjari"/>
                <a:sym typeface="Manjari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anjari"/>
                <a:ea typeface="Manjari"/>
                <a:cs typeface="Manjari"/>
                <a:sym typeface="Manjari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anjari"/>
                <a:ea typeface="Manjari"/>
                <a:cs typeface="Manjari"/>
                <a:sym typeface="Manjari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anjari"/>
                <a:ea typeface="Manjari"/>
                <a:cs typeface="Manjari"/>
                <a:sym typeface="Manjari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anjari"/>
                <a:ea typeface="Manjari"/>
                <a:cs typeface="Manjari"/>
                <a:sym typeface="Manjari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anjari"/>
                <a:ea typeface="Manjari"/>
                <a:cs typeface="Manjari"/>
                <a:sym typeface="Manjari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anjari"/>
                <a:ea typeface="Manjari"/>
                <a:cs typeface="Manjari"/>
                <a:sym typeface="Manjari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anjari"/>
                <a:ea typeface="Manjari"/>
                <a:cs typeface="Manjari"/>
                <a:sym typeface="Manjari"/>
              </a:defRPr>
            </a:lvl9pPr>
          </a:lstStyle>
          <a:p>
            <a:endParaRPr/>
          </a:p>
        </p:txBody>
      </p:sp>
      <p:sp>
        <p:nvSpPr>
          <p:cNvPr id="519" name="Google Shape;519;p57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accent1">
              <a:alpha val="1676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0" name="Google Shape;520;p57"/>
          <p:cNvSpPr/>
          <p:nvPr/>
        </p:nvSpPr>
        <p:spPr>
          <a:xfrm rot="-1043092" flipH="1">
            <a:off x="-1049130" y="2041077"/>
            <a:ext cx="4658551" cy="4765146"/>
          </a:xfrm>
          <a:custGeom>
            <a:avLst/>
            <a:gdLst/>
            <a:ahLst/>
            <a:cxnLst/>
            <a:rect l="l" t="t" r="r" b="b"/>
            <a:pathLst>
              <a:path w="142469" h="136664" extrusionOk="0">
                <a:moveTo>
                  <a:pt x="97052" y="0"/>
                </a:moveTo>
                <a:cubicBezTo>
                  <a:pt x="94985" y="0"/>
                  <a:pt x="92658" y="685"/>
                  <a:pt x="89955" y="2065"/>
                </a:cubicBezTo>
                <a:cubicBezTo>
                  <a:pt x="76197" y="9104"/>
                  <a:pt x="81149" y="14564"/>
                  <a:pt x="82755" y="40634"/>
                </a:cubicBezTo>
                <a:cubicBezTo>
                  <a:pt x="85458" y="83646"/>
                  <a:pt x="12896" y="58112"/>
                  <a:pt x="4519" y="103881"/>
                </a:cubicBezTo>
                <a:cubicBezTo>
                  <a:pt x="0" y="128495"/>
                  <a:pt x="10558" y="136664"/>
                  <a:pt x="39417" y="136664"/>
                </a:cubicBezTo>
                <a:cubicBezTo>
                  <a:pt x="47997" y="136664"/>
                  <a:pt x="58195" y="135942"/>
                  <a:pt x="70095" y="134715"/>
                </a:cubicBezTo>
                <a:cubicBezTo>
                  <a:pt x="122047" y="129389"/>
                  <a:pt x="142469" y="101392"/>
                  <a:pt x="125767" y="56907"/>
                </a:cubicBezTo>
                <a:cubicBezTo>
                  <a:pt x="111706" y="19432"/>
                  <a:pt x="108060" y="0"/>
                  <a:pt x="97052" y="0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1" name="Google Shape;521;p57"/>
          <p:cNvSpPr/>
          <p:nvPr/>
        </p:nvSpPr>
        <p:spPr>
          <a:xfrm>
            <a:off x="1292525" y="2571748"/>
            <a:ext cx="1522302" cy="1342795"/>
          </a:xfrm>
          <a:custGeom>
            <a:avLst/>
            <a:gdLst/>
            <a:ahLst/>
            <a:cxnLst/>
            <a:rect l="l" t="t" r="r" b="b"/>
            <a:pathLst>
              <a:path w="13679" h="12066" extrusionOk="0">
                <a:moveTo>
                  <a:pt x="7541" y="1"/>
                </a:moveTo>
                <a:cubicBezTo>
                  <a:pt x="7109" y="1"/>
                  <a:pt x="6648" y="24"/>
                  <a:pt x="6157" y="68"/>
                </a:cubicBezTo>
                <a:cubicBezTo>
                  <a:pt x="1981" y="443"/>
                  <a:pt x="28" y="3173"/>
                  <a:pt x="1" y="6385"/>
                </a:cubicBezTo>
                <a:cubicBezTo>
                  <a:pt x="598" y="10109"/>
                  <a:pt x="2003" y="12066"/>
                  <a:pt x="5300" y="12066"/>
                </a:cubicBezTo>
                <a:cubicBezTo>
                  <a:pt x="5700" y="12066"/>
                  <a:pt x="6128" y="12037"/>
                  <a:pt x="6585" y="11979"/>
                </a:cubicBezTo>
                <a:cubicBezTo>
                  <a:pt x="10680" y="11470"/>
                  <a:pt x="13678" y="9516"/>
                  <a:pt x="12822" y="4297"/>
                </a:cubicBezTo>
                <a:cubicBezTo>
                  <a:pt x="12326" y="1256"/>
                  <a:pt x="10731" y="1"/>
                  <a:pt x="7541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2" name="Google Shape;522;p57"/>
          <p:cNvSpPr/>
          <p:nvPr/>
        </p:nvSpPr>
        <p:spPr>
          <a:xfrm rot="1300523">
            <a:off x="3760918" y="-1125827"/>
            <a:ext cx="2520837" cy="2900707"/>
          </a:xfrm>
          <a:custGeom>
            <a:avLst/>
            <a:gdLst/>
            <a:ahLst/>
            <a:cxnLst/>
            <a:rect l="l" t="t" r="r" b="b"/>
            <a:pathLst>
              <a:path w="72386" h="83294" extrusionOk="0">
                <a:moveTo>
                  <a:pt x="50403" y="3137"/>
                </a:moveTo>
                <a:cubicBezTo>
                  <a:pt x="56941" y="6272"/>
                  <a:pt x="64246" y="10108"/>
                  <a:pt x="60711" y="17614"/>
                </a:cubicBezTo>
                <a:cubicBezTo>
                  <a:pt x="57175" y="25119"/>
                  <a:pt x="44632" y="42031"/>
                  <a:pt x="52938" y="45433"/>
                </a:cubicBezTo>
                <a:cubicBezTo>
                  <a:pt x="61211" y="48803"/>
                  <a:pt x="72386" y="48302"/>
                  <a:pt x="71885" y="57942"/>
                </a:cubicBezTo>
                <a:cubicBezTo>
                  <a:pt x="71351" y="67583"/>
                  <a:pt x="54640" y="83294"/>
                  <a:pt x="40096" y="76189"/>
                </a:cubicBezTo>
                <a:cubicBezTo>
                  <a:pt x="25552" y="69084"/>
                  <a:pt x="35359" y="53839"/>
                  <a:pt x="20982" y="50137"/>
                </a:cubicBezTo>
                <a:cubicBezTo>
                  <a:pt x="6605" y="46434"/>
                  <a:pt x="1" y="20916"/>
                  <a:pt x="6939" y="13477"/>
                </a:cubicBezTo>
                <a:cubicBezTo>
                  <a:pt x="13877" y="6039"/>
                  <a:pt x="43865" y="1"/>
                  <a:pt x="50403" y="3137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umbers and text">
  <p:cSld name="CUSTOM_24">
    <p:spTree>
      <p:nvGrpSpPr>
        <p:cNvPr id="1" name="Shape 5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Google Shape;524;p58"/>
          <p:cNvSpPr/>
          <p:nvPr/>
        </p:nvSpPr>
        <p:spPr>
          <a:xfrm rot="2465585" flipH="1">
            <a:off x="-2193957" y="2702195"/>
            <a:ext cx="4267802" cy="2625668"/>
          </a:xfrm>
          <a:custGeom>
            <a:avLst/>
            <a:gdLst/>
            <a:ahLst/>
            <a:cxnLst/>
            <a:rect l="l" t="t" r="r" b="b"/>
            <a:pathLst>
              <a:path w="59643" h="36694" extrusionOk="0">
                <a:moveTo>
                  <a:pt x="6271" y="15779"/>
                </a:moveTo>
                <a:cubicBezTo>
                  <a:pt x="9374" y="14178"/>
                  <a:pt x="17513" y="18347"/>
                  <a:pt x="23150" y="11676"/>
                </a:cubicBezTo>
                <a:cubicBezTo>
                  <a:pt x="28787" y="5004"/>
                  <a:pt x="30455" y="1"/>
                  <a:pt x="37327" y="2302"/>
                </a:cubicBezTo>
                <a:cubicBezTo>
                  <a:pt x="44198" y="4571"/>
                  <a:pt x="43064" y="13410"/>
                  <a:pt x="47601" y="15779"/>
                </a:cubicBezTo>
                <a:cubicBezTo>
                  <a:pt x="52104" y="18147"/>
                  <a:pt x="59643" y="31690"/>
                  <a:pt x="43364" y="34192"/>
                </a:cubicBezTo>
                <a:cubicBezTo>
                  <a:pt x="27120" y="36694"/>
                  <a:pt x="10441" y="33158"/>
                  <a:pt x="5204" y="27520"/>
                </a:cubicBezTo>
                <a:cubicBezTo>
                  <a:pt x="0" y="21883"/>
                  <a:pt x="3136" y="17380"/>
                  <a:pt x="6271" y="15779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5" name="Google Shape;525;p58"/>
          <p:cNvSpPr/>
          <p:nvPr/>
        </p:nvSpPr>
        <p:spPr>
          <a:xfrm rot="-6430284" flipH="1">
            <a:off x="6992855" y="-1008460"/>
            <a:ext cx="3967958" cy="3604468"/>
          </a:xfrm>
          <a:custGeom>
            <a:avLst/>
            <a:gdLst/>
            <a:ahLst/>
            <a:cxnLst/>
            <a:rect l="l" t="t" r="r" b="b"/>
            <a:pathLst>
              <a:path w="65181" h="59210" extrusionOk="0">
                <a:moveTo>
                  <a:pt x="23617" y="9808"/>
                </a:moveTo>
                <a:cubicBezTo>
                  <a:pt x="25785" y="15712"/>
                  <a:pt x="27153" y="21883"/>
                  <a:pt x="35092" y="17079"/>
                </a:cubicBezTo>
                <a:cubicBezTo>
                  <a:pt x="42998" y="12309"/>
                  <a:pt x="55740" y="12376"/>
                  <a:pt x="59276" y="17546"/>
                </a:cubicBezTo>
                <a:cubicBezTo>
                  <a:pt x="62812" y="22717"/>
                  <a:pt x="56140" y="30055"/>
                  <a:pt x="55940" y="36393"/>
                </a:cubicBezTo>
                <a:cubicBezTo>
                  <a:pt x="55740" y="42731"/>
                  <a:pt x="65180" y="49603"/>
                  <a:pt x="57741" y="54406"/>
                </a:cubicBezTo>
                <a:cubicBezTo>
                  <a:pt x="50303" y="59210"/>
                  <a:pt x="31556" y="57108"/>
                  <a:pt x="33224" y="47535"/>
                </a:cubicBezTo>
                <a:cubicBezTo>
                  <a:pt x="34892" y="37928"/>
                  <a:pt x="25719" y="35026"/>
                  <a:pt x="17579" y="31256"/>
                </a:cubicBezTo>
                <a:cubicBezTo>
                  <a:pt x="9440" y="27520"/>
                  <a:pt x="0" y="13744"/>
                  <a:pt x="7706" y="6872"/>
                </a:cubicBezTo>
                <a:cubicBezTo>
                  <a:pt x="15411" y="1"/>
                  <a:pt x="21449" y="3870"/>
                  <a:pt x="23617" y="9808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6" name="Google Shape;526;p58"/>
          <p:cNvSpPr/>
          <p:nvPr/>
        </p:nvSpPr>
        <p:spPr>
          <a:xfrm>
            <a:off x="-458900" y="-740250"/>
            <a:ext cx="2037008" cy="2154203"/>
          </a:xfrm>
          <a:custGeom>
            <a:avLst/>
            <a:gdLst/>
            <a:ahLst/>
            <a:cxnLst/>
            <a:rect l="l" t="t" r="r" b="b"/>
            <a:pathLst>
              <a:path w="13679" h="12066" extrusionOk="0">
                <a:moveTo>
                  <a:pt x="7541" y="1"/>
                </a:moveTo>
                <a:cubicBezTo>
                  <a:pt x="7109" y="1"/>
                  <a:pt x="6648" y="24"/>
                  <a:pt x="6157" y="68"/>
                </a:cubicBezTo>
                <a:cubicBezTo>
                  <a:pt x="1981" y="443"/>
                  <a:pt x="28" y="3173"/>
                  <a:pt x="1" y="6385"/>
                </a:cubicBezTo>
                <a:cubicBezTo>
                  <a:pt x="598" y="10109"/>
                  <a:pt x="2003" y="12066"/>
                  <a:pt x="5300" y="12066"/>
                </a:cubicBezTo>
                <a:cubicBezTo>
                  <a:pt x="5700" y="12066"/>
                  <a:pt x="6128" y="12037"/>
                  <a:pt x="6585" y="11979"/>
                </a:cubicBezTo>
                <a:cubicBezTo>
                  <a:pt x="10680" y="11470"/>
                  <a:pt x="13678" y="9516"/>
                  <a:pt x="12822" y="4297"/>
                </a:cubicBezTo>
                <a:cubicBezTo>
                  <a:pt x="12326" y="1256"/>
                  <a:pt x="10731" y="1"/>
                  <a:pt x="7541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7" name="Google Shape;527;p58"/>
          <p:cNvSpPr txBox="1">
            <a:spLocks noGrp="1"/>
          </p:cNvSpPr>
          <p:nvPr>
            <p:ph type="subTitle" idx="1"/>
          </p:nvPr>
        </p:nvSpPr>
        <p:spPr>
          <a:xfrm>
            <a:off x="628701" y="3181975"/>
            <a:ext cx="2167800" cy="454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200" b="1">
                <a:solidFill>
                  <a:schemeClr val="accent2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8" name="Google Shape;528;p58"/>
          <p:cNvSpPr txBox="1">
            <a:spLocks noGrp="1"/>
          </p:cNvSpPr>
          <p:nvPr>
            <p:ph type="subTitle" idx="2"/>
          </p:nvPr>
        </p:nvSpPr>
        <p:spPr>
          <a:xfrm>
            <a:off x="3488100" y="3181975"/>
            <a:ext cx="2167800" cy="454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200" b="1">
                <a:solidFill>
                  <a:schemeClr val="accent2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9" name="Google Shape;529;p58"/>
          <p:cNvSpPr txBox="1">
            <a:spLocks noGrp="1"/>
          </p:cNvSpPr>
          <p:nvPr>
            <p:ph type="subTitle" idx="3"/>
          </p:nvPr>
        </p:nvSpPr>
        <p:spPr>
          <a:xfrm>
            <a:off x="628700" y="3649713"/>
            <a:ext cx="21678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0" name="Google Shape;530;p58"/>
          <p:cNvSpPr txBox="1">
            <a:spLocks noGrp="1"/>
          </p:cNvSpPr>
          <p:nvPr>
            <p:ph type="subTitle" idx="4"/>
          </p:nvPr>
        </p:nvSpPr>
        <p:spPr>
          <a:xfrm>
            <a:off x="3488100" y="3649713"/>
            <a:ext cx="21678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1" name="Google Shape;531;p58"/>
          <p:cNvSpPr txBox="1">
            <a:spLocks noGrp="1"/>
          </p:cNvSpPr>
          <p:nvPr>
            <p:ph type="title" hasCustomPrompt="1"/>
          </p:nvPr>
        </p:nvSpPr>
        <p:spPr>
          <a:xfrm>
            <a:off x="628699" y="1464438"/>
            <a:ext cx="2167800" cy="411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3000">
                <a:solidFill>
                  <a:schemeClr val="accent3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r>
              <a:t>xx%</a:t>
            </a:r>
          </a:p>
        </p:txBody>
      </p:sp>
      <p:sp>
        <p:nvSpPr>
          <p:cNvPr id="532" name="Google Shape;532;p58"/>
          <p:cNvSpPr txBox="1">
            <a:spLocks noGrp="1"/>
          </p:cNvSpPr>
          <p:nvPr>
            <p:ph type="title" idx="5" hasCustomPrompt="1"/>
          </p:nvPr>
        </p:nvSpPr>
        <p:spPr>
          <a:xfrm>
            <a:off x="3456213" y="1464438"/>
            <a:ext cx="2167800" cy="411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3000">
                <a:solidFill>
                  <a:schemeClr val="accent5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r>
              <a:t>xx%</a:t>
            </a:r>
          </a:p>
        </p:txBody>
      </p:sp>
      <p:sp>
        <p:nvSpPr>
          <p:cNvPr id="533" name="Google Shape;533;p58"/>
          <p:cNvSpPr txBox="1">
            <a:spLocks noGrp="1"/>
          </p:cNvSpPr>
          <p:nvPr>
            <p:ph type="subTitle" idx="6"/>
          </p:nvPr>
        </p:nvSpPr>
        <p:spPr>
          <a:xfrm>
            <a:off x="6347500" y="3181975"/>
            <a:ext cx="2167800" cy="454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200" b="1">
                <a:solidFill>
                  <a:schemeClr val="accent2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4" name="Google Shape;534;p58"/>
          <p:cNvSpPr txBox="1">
            <a:spLocks noGrp="1"/>
          </p:cNvSpPr>
          <p:nvPr>
            <p:ph type="subTitle" idx="7"/>
          </p:nvPr>
        </p:nvSpPr>
        <p:spPr>
          <a:xfrm>
            <a:off x="6347488" y="3649713"/>
            <a:ext cx="21678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5" name="Google Shape;535;p58"/>
          <p:cNvSpPr txBox="1">
            <a:spLocks noGrp="1"/>
          </p:cNvSpPr>
          <p:nvPr>
            <p:ph type="title" idx="8" hasCustomPrompt="1"/>
          </p:nvPr>
        </p:nvSpPr>
        <p:spPr>
          <a:xfrm>
            <a:off x="6347501" y="1464438"/>
            <a:ext cx="2167800" cy="411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3000">
                <a:solidFill>
                  <a:schemeClr val="accent3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r>
              <a:t>xx%</a:t>
            </a:r>
          </a:p>
        </p:txBody>
      </p:sp>
      <p:sp>
        <p:nvSpPr>
          <p:cNvPr id="536" name="Google Shape;536;p58"/>
          <p:cNvSpPr txBox="1">
            <a:spLocks noGrp="1"/>
          </p:cNvSpPr>
          <p:nvPr>
            <p:ph type="title" idx="9"/>
          </p:nvPr>
        </p:nvSpPr>
        <p:spPr>
          <a:xfrm>
            <a:off x="713250" y="523025"/>
            <a:ext cx="7717500" cy="541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>
                <a:solidFill>
                  <a:schemeClr val="accen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umbers and text 1">
  <p:cSld name="CUSTOM_25">
    <p:spTree>
      <p:nvGrpSpPr>
        <p:cNvPr id="1" name="Shape 5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Google Shape;538;p59"/>
          <p:cNvSpPr/>
          <p:nvPr/>
        </p:nvSpPr>
        <p:spPr>
          <a:xfrm rot="672094">
            <a:off x="5584289" y="562638"/>
            <a:ext cx="4680680" cy="4251900"/>
          </a:xfrm>
          <a:custGeom>
            <a:avLst/>
            <a:gdLst/>
            <a:ahLst/>
            <a:cxnLst/>
            <a:rect l="l" t="t" r="r" b="b"/>
            <a:pathLst>
              <a:path w="65181" h="59210" extrusionOk="0">
                <a:moveTo>
                  <a:pt x="23617" y="9808"/>
                </a:moveTo>
                <a:cubicBezTo>
                  <a:pt x="25785" y="15712"/>
                  <a:pt x="27153" y="21883"/>
                  <a:pt x="35092" y="17079"/>
                </a:cubicBezTo>
                <a:cubicBezTo>
                  <a:pt x="42998" y="12309"/>
                  <a:pt x="55740" y="12376"/>
                  <a:pt x="59276" y="17546"/>
                </a:cubicBezTo>
                <a:cubicBezTo>
                  <a:pt x="62812" y="22717"/>
                  <a:pt x="56140" y="30055"/>
                  <a:pt x="55940" y="36393"/>
                </a:cubicBezTo>
                <a:cubicBezTo>
                  <a:pt x="55740" y="42731"/>
                  <a:pt x="65180" y="49603"/>
                  <a:pt x="57741" y="54406"/>
                </a:cubicBezTo>
                <a:cubicBezTo>
                  <a:pt x="50303" y="59210"/>
                  <a:pt x="31556" y="57108"/>
                  <a:pt x="33224" y="47535"/>
                </a:cubicBezTo>
                <a:cubicBezTo>
                  <a:pt x="34892" y="37928"/>
                  <a:pt x="25719" y="35026"/>
                  <a:pt x="17579" y="31256"/>
                </a:cubicBezTo>
                <a:cubicBezTo>
                  <a:pt x="9440" y="27520"/>
                  <a:pt x="0" y="13744"/>
                  <a:pt x="7706" y="6872"/>
                </a:cubicBezTo>
                <a:cubicBezTo>
                  <a:pt x="15411" y="1"/>
                  <a:pt x="21449" y="3870"/>
                  <a:pt x="23617" y="9808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9" name="Google Shape;539;p59"/>
          <p:cNvSpPr/>
          <p:nvPr/>
        </p:nvSpPr>
        <p:spPr>
          <a:xfrm rot="3414914">
            <a:off x="-1520563" y="790995"/>
            <a:ext cx="3987256" cy="3391668"/>
          </a:xfrm>
          <a:custGeom>
            <a:avLst/>
            <a:gdLst/>
            <a:ahLst/>
            <a:cxnLst/>
            <a:rect l="l" t="t" r="r" b="b"/>
            <a:pathLst>
              <a:path w="61178" h="52038" extrusionOk="0">
                <a:moveTo>
                  <a:pt x="4170" y="12043"/>
                </a:moveTo>
                <a:cubicBezTo>
                  <a:pt x="7339" y="7239"/>
                  <a:pt x="14177" y="1"/>
                  <a:pt x="24184" y="5571"/>
                </a:cubicBezTo>
                <a:cubicBezTo>
                  <a:pt x="34191" y="11142"/>
                  <a:pt x="29988" y="17146"/>
                  <a:pt x="34024" y="21249"/>
                </a:cubicBezTo>
                <a:cubicBezTo>
                  <a:pt x="38061" y="25319"/>
                  <a:pt x="43198" y="25586"/>
                  <a:pt x="51103" y="27253"/>
                </a:cubicBezTo>
                <a:cubicBezTo>
                  <a:pt x="58976" y="28921"/>
                  <a:pt x="61177" y="36093"/>
                  <a:pt x="54472" y="41664"/>
                </a:cubicBezTo>
                <a:cubicBezTo>
                  <a:pt x="47801" y="47268"/>
                  <a:pt x="33758" y="52038"/>
                  <a:pt x="26819" y="46467"/>
                </a:cubicBezTo>
                <a:cubicBezTo>
                  <a:pt x="19848" y="40930"/>
                  <a:pt x="11108" y="34826"/>
                  <a:pt x="5537" y="31590"/>
                </a:cubicBezTo>
                <a:cubicBezTo>
                  <a:pt x="0" y="28388"/>
                  <a:pt x="967" y="16879"/>
                  <a:pt x="4170" y="12043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40" name="Google Shape;540;p59"/>
          <p:cNvGrpSpPr/>
          <p:nvPr/>
        </p:nvGrpSpPr>
        <p:grpSpPr>
          <a:xfrm rot="10800000" flipH="1">
            <a:off x="430416" y="1844182"/>
            <a:ext cx="1696762" cy="1688828"/>
            <a:chOff x="2414491" y="671177"/>
            <a:chExt cx="1830972" cy="1822411"/>
          </a:xfrm>
        </p:grpSpPr>
        <p:sp>
          <p:nvSpPr>
            <p:cNvPr id="541" name="Google Shape;541;p59"/>
            <p:cNvSpPr/>
            <p:nvPr/>
          </p:nvSpPr>
          <p:spPr>
            <a:xfrm>
              <a:off x="2414491" y="671177"/>
              <a:ext cx="1830972" cy="1822391"/>
            </a:xfrm>
            <a:custGeom>
              <a:avLst/>
              <a:gdLst/>
              <a:ahLst/>
              <a:cxnLst/>
              <a:rect l="l" t="t" r="r" b="b"/>
              <a:pathLst>
                <a:path w="45663" h="45449" extrusionOk="0">
                  <a:moveTo>
                    <a:pt x="10947" y="4979"/>
                  </a:moveTo>
                  <a:lnTo>
                    <a:pt x="15605" y="7656"/>
                  </a:lnTo>
                  <a:lnTo>
                    <a:pt x="15605" y="13062"/>
                  </a:lnTo>
                  <a:lnTo>
                    <a:pt x="10947" y="15766"/>
                  </a:lnTo>
                  <a:lnTo>
                    <a:pt x="6263" y="13062"/>
                  </a:lnTo>
                  <a:lnTo>
                    <a:pt x="6263" y="7656"/>
                  </a:lnTo>
                  <a:lnTo>
                    <a:pt x="10947" y="4979"/>
                  </a:lnTo>
                  <a:close/>
                  <a:moveTo>
                    <a:pt x="20449" y="4979"/>
                  </a:moveTo>
                  <a:lnTo>
                    <a:pt x="25133" y="7656"/>
                  </a:lnTo>
                  <a:lnTo>
                    <a:pt x="25133" y="13062"/>
                  </a:lnTo>
                  <a:lnTo>
                    <a:pt x="20449" y="15766"/>
                  </a:lnTo>
                  <a:lnTo>
                    <a:pt x="15792" y="13062"/>
                  </a:lnTo>
                  <a:lnTo>
                    <a:pt x="15792" y="7656"/>
                  </a:lnTo>
                  <a:lnTo>
                    <a:pt x="20449" y="4979"/>
                  </a:lnTo>
                  <a:close/>
                  <a:moveTo>
                    <a:pt x="29978" y="4979"/>
                  </a:moveTo>
                  <a:lnTo>
                    <a:pt x="34635" y="7656"/>
                  </a:lnTo>
                  <a:lnTo>
                    <a:pt x="34635" y="13062"/>
                  </a:lnTo>
                  <a:lnTo>
                    <a:pt x="29978" y="15766"/>
                  </a:lnTo>
                  <a:lnTo>
                    <a:pt x="25294" y="13062"/>
                  </a:lnTo>
                  <a:lnTo>
                    <a:pt x="25294" y="7656"/>
                  </a:lnTo>
                  <a:lnTo>
                    <a:pt x="29978" y="4979"/>
                  </a:lnTo>
                  <a:close/>
                  <a:moveTo>
                    <a:pt x="6183" y="13196"/>
                  </a:moveTo>
                  <a:lnTo>
                    <a:pt x="10867" y="15899"/>
                  </a:lnTo>
                  <a:lnTo>
                    <a:pt x="10867" y="21306"/>
                  </a:lnTo>
                  <a:lnTo>
                    <a:pt x="6183" y="23983"/>
                  </a:lnTo>
                  <a:lnTo>
                    <a:pt x="1526" y="21306"/>
                  </a:lnTo>
                  <a:lnTo>
                    <a:pt x="1526" y="15899"/>
                  </a:lnTo>
                  <a:lnTo>
                    <a:pt x="6183" y="13196"/>
                  </a:lnTo>
                  <a:close/>
                  <a:moveTo>
                    <a:pt x="15712" y="13196"/>
                  </a:moveTo>
                  <a:lnTo>
                    <a:pt x="20369" y="15899"/>
                  </a:lnTo>
                  <a:lnTo>
                    <a:pt x="20369" y="21306"/>
                  </a:lnTo>
                  <a:lnTo>
                    <a:pt x="15712" y="23983"/>
                  </a:lnTo>
                  <a:lnTo>
                    <a:pt x="11028" y="21306"/>
                  </a:lnTo>
                  <a:lnTo>
                    <a:pt x="11028" y="15899"/>
                  </a:lnTo>
                  <a:lnTo>
                    <a:pt x="15712" y="13196"/>
                  </a:lnTo>
                  <a:close/>
                  <a:moveTo>
                    <a:pt x="25213" y="13196"/>
                  </a:moveTo>
                  <a:lnTo>
                    <a:pt x="29871" y="15899"/>
                  </a:lnTo>
                  <a:lnTo>
                    <a:pt x="29871" y="21306"/>
                  </a:lnTo>
                  <a:lnTo>
                    <a:pt x="25213" y="23983"/>
                  </a:lnTo>
                  <a:lnTo>
                    <a:pt x="20529" y="21306"/>
                  </a:lnTo>
                  <a:lnTo>
                    <a:pt x="20529" y="15899"/>
                  </a:lnTo>
                  <a:lnTo>
                    <a:pt x="25213" y="13196"/>
                  </a:lnTo>
                  <a:close/>
                  <a:moveTo>
                    <a:pt x="34715" y="13196"/>
                  </a:moveTo>
                  <a:lnTo>
                    <a:pt x="39399" y="15899"/>
                  </a:lnTo>
                  <a:lnTo>
                    <a:pt x="39399" y="21306"/>
                  </a:lnTo>
                  <a:lnTo>
                    <a:pt x="34715" y="23983"/>
                  </a:lnTo>
                  <a:lnTo>
                    <a:pt x="30058" y="21306"/>
                  </a:lnTo>
                  <a:lnTo>
                    <a:pt x="30058" y="15899"/>
                  </a:lnTo>
                  <a:lnTo>
                    <a:pt x="34715" y="13196"/>
                  </a:lnTo>
                  <a:close/>
                  <a:moveTo>
                    <a:pt x="10947" y="21440"/>
                  </a:moveTo>
                  <a:lnTo>
                    <a:pt x="15605" y="24143"/>
                  </a:lnTo>
                  <a:lnTo>
                    <a:pt x="15605" y="29523"/>
                  </a:lnTo>
                  <a:lnTo>
                    <a:pt x="10947" y="32226"/>
                  </a:lnTo>
                  <a:lnTo>
                    <a:pt x="6263" y="29523"/>
                  </a:lnTo>
                  <a:lnTo>
                    <a:pt x="6263" y="24143"/>
                  </a:lnTo>
                  <a:lnTo>
                    <a:pt x="10947" y="21440"/>
                  </a:lnTo>
                  <a:close/>
                  <a:moveTo>
                    <a:pt x="20449" y="21440"/>
                  </a:moveTo>
                  <a:lnTo>
                    <a:pt x="25133" y="24143"/>
                  </a:lnTo>
                  <a:lnTo>
                    <a:pt x="25133" y="29523"/>
                  </a:lnTo>
                  <a:lnTo>
                    <a:pt x="20449" y="32226"/>
                  </a:lnTo>
                  <a:lnTo>
                    <a:pt x="15792" y="29523"/>
                  </a:lnTo>
                  <a:lnTo>
                    <a:pt x="15792" y="24143"/>
                  </a:lnTo>
                  <a:lnTo>
                    <a:pt x="20449" y="21440"/>
                  </a:lnTo>
                  <a:close/>
                  <a:moveTo>
                    <a:pt x="29978" y="21440"/>
                  </a:moveTo>
                  <a:lnTo>
                    <a:pt x="34635" y="24143"/>
                  </a:lnTo>
                  <a:lnTo>
                    <a:pt x="34635" y="29523"/>
                  </a:lnTo>
                  <a:lnTo>
                    <a:pt x="29978" y="32226"/>
                  </a:lnTo>
                  <a:lnTo>
                    <a:pt x="25294" y="29523"/>
                  </a:lnTo>
                  <a:lnTo>
                    <a:pt x="25294" y="24143"/>
                  </a:lnTo>
                  <a:lnTo>
                    <a:pt x="29978" y="21440"/>
                  </a:lnTo>
                  <a:close/>
                  <a:moveTo>
                    <a:pt x="39480" y="21440"/>
                  </a:moveTo>
                  <a:lnTo>
                    <a:pt x="44137" y="24143"/>
                  </a:lnTo>
                  <a:lnTo>
                    <a:pt x="44137" y="29523"/>
                  </a:lnTo>
                  <a:lnTo>
                    <a:pt x="39480" y="32226"/>
                  </a:lnTo>
                  <a:lnTo>
                    <a:pt x="34796" y="29523"/>
                  </a:lnTo>
                  <a:lnTo>
                    <a:pt x="34796" y="24143"/>
                  </a:lnTo>
                  <a:lnTo>
                    <a:pt x="39480" y="21440"/>
                  </a:lnTo>
                  <a:close/>
                  <a:moveTo>
                    <a:pt x="15712" y="29684"/>
                  </a:moveTo>
                  <a:lnTo>
                    <a:pt x="20369" y="32387"/>
                  </a:lnTo>
                  <a:lnTo>
                    <a:pt x="20369" y="37767"/>
                  </a:lnTo>
                  <a:lnTo>
                    <a:pt x="15712" y="40470"/>
                  </a:lnTo>
                  <a:lnTo>
                    <a:pt x="11028" y="37767"/>
                  </a:lnTo>
                  <a:lnTo>
                    <a:pt x="11028" y="32387"/>
                  </a:lnTo>
                  <a:lnTo>
                    <a:pt x="15712" y="29684"/>
                  </a:lnTo>
                  <a:close/>
                  <a:moveTo>
                    <a:pt x="25213" y="29684"/>
                  </a:moveTo>
                  <a:lnTo>
                    <a:pt x="29871" y="32387"/>
                  </a:lnTo>
                  <a:lnTo>
                    <a:pt x="29871" y="37767"/>
                  </a:lnTo>
                  <a:lnTo>
                    <a:pt x="25213" y="40470"/>
                  </a:lnTo>
                  <a:lnTo>
                    <a:pt x="20529" y="37767"/>
                  </a:lnTo>
                  <a:lnTo>
                    <a:pt x="20529" y="32387"/>
                  </a:lnTo>
                  <a:lnTo>
                    <a:pt x="25213" y="29684"/>
                  </a:lnTo>
                  <a:close/>
                  <a:moveTo>
                    <a:pt x="34715" y="29684"/>
                  </a:moveTo>
                  <a:lnTo>
                    <a:pt x="39399" y="32387"/>
                  </a:lnTo>
                  <a:lnTo>
                    <a:pt x="39399" y="37767"/>
                  </a:lnTo>
                  <a:lnTo>
                    <a:pt x="34715" y="40470"/>
                  </a:lnTo>
                  <a:lnTo>
                    <a:pt x="30058" y="37767"/>
                  </a:lnTo>
                  <a:lnTo>
                    <a:pt x="30058" y="32387"/>
                  </a:lnTo>
                  <a:lnTo>
                    <a:pt x="34715" y="29684"/>
                  </a:lnTo>
                  <a:close/>
                  <a:moveTo>
                    <a:pt x="20369" y="1"/>
                  </a:moveTo>
                  <a:lnTo>
                    <a:pt x="20369" y="4818"/>
                  </a:lnTo>
                  <a:lnTo>
                    <a:pt x="15712" y="7522"/>
                  </a:lnTo>
                  <a:lnTo>
                    <a:pt x="11028" y="4818"/>
                  </a:lnTo>
                  <a:lnTo>
                    <a:pt x="11028" y="3159"/>
                  </a:lnTo>
                  <a:cubicBezTo>
                    <a:pt x="10974" y="3186"/>
                    <a:pt x="10921" y="3239"/>
                    <a:pt x="10867" y="3266"/>
                  </a:cubicBezTo>
                  <a:lnTo>
                    <a:pt x="10867" y="4818"/>
                  </a:lnTo>
                  <a:lnTo>
                    <a:pt x="6183" y="7522"/>
                  </a:lnTo>
                  <a:lnTo>
                    <a:pt x="5915" y="7361"/>
                  </a:lnTo>
                  <a:cubicBezTo>
                    <a:pt x="5889" y="7415"/>
                    <a:pt x="5835" y="7442"/>
                    <a:pt x="5808" y="7495"/>
                  </a:cubicBezTo>
                  <a:lnTo>
                    <a:pt x="6103" y="7656"/>
                  </a:lnTo>
                  <a:lnTo>
                    <a:pt x="6103" y="13062"/>
                  </a:lnTo>
                  <a:lnTo>
                    <a:pt x="1419" y="15766"/>
                  </a:lnTo>
                  <a:lnTo>
                    <a:pt x="1124" y="15578"/>
                  </a:lnTo>
                  <a:cubicBezTo>
                    <a:pt x="1124" y="15632"/>
                    <a:pt x="1098" y="15685"/>
                    <a:pt x="1071" y="15739"/>
                  </a:cubicBezTo>
                  <a:lnTo>
                    <a:pt x="1338" y="15899"/>
                  </a:lnTo>
                  <a:lnTo>
                    <a:pt x="1338" y="21306"/>
                  </a:lnTo>
                  <a:lnTo>
                    <a:pt x="0" y="22082"/>
                  </a:lnTo>
                  <a:cubicBezTo>
                    <a:pt x="0" y="22136"/>
                    <a:pt x="0" y="22216"/>
                    <a:pt x="0" y="22270"/>
                  </a:cubicBezTo>
                  <a:lnTo>
                    <a:pt x="1419" y="21440"/>
                  </a:lnTo>
                  <a:lnTo>
                    <a:pt x="6103" y="24143"/>
                  </a:lnTo>
                  <a:lnTo>
                    <a:pt x="6103" y="29523"/>
                  </a:lnTo>
                  <a:lnTo>
                    <a:pt x="1927" y="31932"/>
                  </a:lnTo>
                  <a:cubicBezTo>
                    <a:pt x="1954" y="31986"/>
                    <a:pt x="1981" y="32039"/>
                    <a:pt x="2008" y="32093"/>
                  </a:cubicBezTo>
                  <a:lnTo>
                    <a:pt x="6183" y="29684"/>
                  </a:lnTo>
                  <a:lnTo>
                    <a:pt x="10867" y="32387"/>
                  </a:lnTo>
                  <a:lnTo>
                    <a:pt x="10867" y="37767"/>
                  </a:lnTo>
                  <a:lnTo>
                    <a:pt x="7548" y="39694"/>
                  </a:lnTo>
                  <a:cubicBezTo>
                    <a:pt x="7575" y="39721"/>
                    <a:pt x="7628" y="39774"/>
                    <a:pt x="7682" y="39801"/>
                  </a:cubicBezTo>
                  <a:lnTo>
                    <a:pt x="10947" y="37928"/>
                  </a:lnTo>
                  <a:lnTo>
                    <a:pt x="15605" y="40631"/>
                  </a:lnTo>
                  <a:lnTo>
                    <a:pt x="15605" y="44405"/>
                  </a:lnTo>
                  <a:cubicBezTo>
                    <a:pt x="15658" y="44405"/>
                    <a:pt x="15738" y="44432"/>
                    <a:pt x="15792" y="44458"/>
                  </a:cubicBezTo>
                  <a:lnTo>
                    <a:pt x="15792" y="40631"/>
                  </a:lnTo>
                  <a:lnTo>
                    <a:pt x="20449" y="37928"/>
                  </a:lnTo>
                  <a:lnTo>
                    <a:pt x="25133" y="40631"/>
                  </a:lnTo>
                  <a:lnTo>
                    <a:pt x="25133" y="45449"/>
                  </a:lnTo>
                  <a:cubicBezTo>
                    <a:pt x="25187" y="45449"/>
                    <a:pt x="25240" y="45449"/>
                    <a:pt x="25294" y="45422"/>
                  </a:cubicBezTo>
                  <a:lnTo>
                    <a:pt x="25294" y="40631"/>
                  </a:lnTo>
                  <a:lnTo>
                    <a:pt x="29978" y="37928"/>
                  </a:lnTo>
                  <a:lnTo>
                    <a:pt x="34635" y="40631"/>
                  </a:lnTo>
                  <a:lnTo>
                    <a:pt x="34635" y="42290"/>
                  </a:lnTo>
                  <a:cubicBezTo>
                    <a:pt x="34688" y="42237"/>
                    <a:pt x="34742" y="42210"/>
                    <a:pt x="34796" y="42183"/>
                  </a:cubicBezTo>
                  <a:lnTo>
                    <a:pt x="34796" y="40631"/>
                  </a:lnTo>
                  <a:lnTo>
                    <a:pt x="39480" y="37928"/>
                  </a:lnTo>
                  <a:lnTo>
                    <a:pt x="39747" y="38088"/>
                  </a:lnTo>
                  <a:cubicBezTo>
                    <a:pt x="39774" y="38035"/>
                    <a:pt x="39827" y="37981"/>
                    <a:pt x="39854" y="37954"/>
                  </a:cubicBezTo>
                  <a:lnTo>
                    <a:pt x="39560" y="37767"/>
                  </a:lnTo>
                  <a:lnTo>
                    <a:pt x="39560" y="32387"/>
                  </a:lnTo>
                  <a:lnTo>
                    <a:pt x="44244" y="29684"/>
                  </a:lnTo>
                  <a:lnTo>
                    <a:pt x="44538" y="29871"/>
                  </a:lnTo>
                  <a:cubicBezTo>
                    <a:pt x="44565" y="29791"/>
                    <a:pt x="44565" y="29737"/>
                    <a:pt x="44592" y="29684"/>
                  </a:cubicBezTo>
                  <a:lnTo>
                    <a:pt x="44324" y="29523"/>
                  </a:lnTo>
                  <a:lnTo>
                    <a:pt x="44324" y="24143"/>
                  </a:lnTo>
                  <a:lnTo>
                    <a:pt x="45662" y="23367"/>
                  </a:lnTo>
                  <a:cubicBezTo>
                    <a:pt x="45662" y="23314"/>
                    <a:pt x="45662" y="23233"/>
                    <a:pt x="45662" y="23153"/>
                  </a:cubicBezTo>
                  <a:lnTo>
                    <a:pt x="44244" y="23983"/>
                  </a:lnTo>
                  <a:lnTo>
                    <a:pt x="39560" y="21306"/>
                  </a:lnTo>
                  <a:lnTo>
                    <a:pt x="39560" y="15899"/>
                  </a:lnTo>
                  <a:lnTo>
                    <a:pt x="43735" y="13491"/>
                  </a:lnTo>
                  <a:cubicBezTo>
                    <a:pt x="43709" y="13437"/>
                    <a:pt x="43682" y="13383"/>
                    <a:pt x="43655" y="13330"/>
                  </a:cubicBezTo>
                  <a:lnTo>
                    <a:pt x="39480" y="15766"/>
                  </a:lnTo>
                  <a:lnTo>
                    <a:pt x="34796" y="13062"/>
                  </a:lnTo>
                  <a:lnTo>
                    <a:pt x="34796" y="7656"/>
                  </a:lnTo>
                  <a:lnTo>
                    <a:pt x="38114" y="5755"/>
                  </a:lnTo>
                  <a:cubicBezTo>
                    <a:pt x="38088" y="5702"/>
                    <a:pt x="38034" y="5675"/>
                    <a:pt x="37981" y="5621"/>
                  </a:cubicBezTo>
                  <a:lnTo>
                    <a:pt x="34715" y="7522"/>
                  </a:lnTo>
                  <a:lnTo>
                    <a:pt x="30058" y="4818"/>
                  </a:lnTo>
                  <a:lnTo>
                    <a:pt x="30058" y="1045"/>
                  </a:lnTo>
                  <a:cubicBezTo>
                    <a:pt x="30004" y="1018"/>
                    <a:pt x="29951" y="1018"/>
                    <a:pt x="29871" y="991"/>
                  </a:cubicBezTo>
                  <a:lnTo>
                    <a:pt x="29871" y="4818"/>
                  </a:lnTo>
                  <a:lnTo>
                    <a:pt x="25213" y="7522"/>
                  </a:lnTo>
                  <a:lnTo>
                    <a:pt x="20529" y="4818"/>
                  </a:lnTo>
                  <a:lnTo>
                    <a:pt x="2052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2" name="Google Shape;542;p59"/>
            <p:cNvSpPr/>
            <p:nvPr/>
          </p:nvSpPr>
          <p:spPr>
            <a:xfrm>
              <a:off x="2796545" y="833253"/>
              <a:ext cx="9704" cy="7538"/>
            </a:xfrm>
            <a:custGeom>
              <a:avLst/>
              <a:gdLst/>
              <a:ahLst/>
              <a:cxnLst/>
              <a:rect l="l" t="t" r="r" b="b"/>
              <a:pathLst>
                <a:path w="242" h="188" extrusionOk="0">
                  <a:moveTo>
                    <a:pt x="161" y="0"/>
                  </a:moveTo>
                  <a:cubicBezTo>
                    <a:pt x="108" y="27"/>
                    <a:pt x="54" y="81"/>
                    <a:pt x="1" y="107"/>
                  </a:cubicBezTo>
                  <a:lnTo>
                    <a:pt x="161" y="188"/>
                  </a:lnTo>
                  <a:lnTo>
                    <a:pt x="242" y="54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3" name="Google Shape;543;p59"/>
            <p:cNvSpPr/>
            <p:nvPr/>
          </p:nvSpPr>
          <p:spPr>
            <a:xfrm>
              <a:off x="2899597" y="677633"/>
              <a:ext cx="287659" cy="242590"/>
            </a:xfrm>
            <a:custGeom>
              <a:avLst/>
              <a:gdLst/>
              <a:ahLst/>
              <a:cxnLst/>
              <a:rect l="l" t="t" r="r" b="b"/>
              <a:pathLst>
                <a:path w="7174" h="6050" extrusionOk="0">
                  <a:moveTo>
                    <a:pt x="7173" y="0"/>
                  </a:moveTo>
                  <a:lnTo>
                    <a:pt x="7173" y="0"/>
                  </a:lnTo>
                  <a:cubicBezTo>
                    <a:pt x="7013" y="27"/>
                    <a:pt x="6852" y="54"/>
                    <a:pt x="6692" y="81"/>
                  </a:cubicBezTo>
                  <a:lnTo>
                    <a:pt x="3667" y="1794"/>
                  </a:lnTo>
                  <a:lnTo>
                    <a:pt x="3667" y="830"/>
                  </a:lnTo>
                  <a:cubicBezTo>
                    <a:pt x="3614" y="857"/>
                    <a:pt x="3560" y="857"/>
                    <a:pt x="3507" y="884"/>
                  </a:cubicBezTo>
                  <a:lnTo>
                    <a:pt x="3507" y="1794"/>
                  </a:lnTo>
                  <a:lnTo>
                    <a:pt x="2516" y="1231"/>
                  </a:lnTo>
                  <a:cubicBezTo>
                    <a:pt x="2463" y="1258"/>
                    <a:pt x="2382" y="1285"/>
                    <a:pt x="2329" y="1312"/>
                  </a:cubicBezTo>
                  <a:lnTo>
                    <a:pt x="3426" y="1954"/>
                  </a:lnTo>
                  <a:lnTo>
                    <a:pt x="0" y="3935"/>
                  </a:lnTo>
                  <a:lnTo>
                    <a:pt x="81" y="4069"/>
                  </a:lnTo>
                  <a:lnTo>
                    <a:pt x="3507" y="2115"/>
                  </a:lnTo>
                  <a:lnTo>
                    <a:pt x="3507" y="6049"/>
                  </a:lnTo>
                  <a:lnTo>
                    <a:pt x="3667" y="6049"/>
                  </a:lnTo>
                  <a:lnTo>
                    <a:pt x="3667" y="2115"/>
                  </a:lnTo>
                  <a:lnTo>
                    <a:pt x="7093" y="4069"/>
                  </a:lnTo>
                  <a:lnTo>
                    <a:pt x="7173" y="3935"/>
                  </a:lnTo>
                  <a:lnTo>
                    <a:pt x="3774" y="1954"/>
                  </a:lnTo>
                  <a:lnTo>
                    <a:pt x="717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4" name="Google Shape;544;p59"/>
            <p:cNvSpPr/>
            <p:nvPr/>
          </p:nvSpPr>
          <p:spPr>
            <a:xfrm>
              <a:off x="3280608" y="671177"/>
              <a:ext cx="288742" cy="249046"/>
            </a:xfrm>
            <a:custGeom>
              <a:avLst/>
              <a:gdLst/>
              <a:ahLst/>
              <a:cxnLst/>
              <a:rect l="l" t="t" r="r" b="b"/>
              <a:pathLst>
                <a:path w="7201" h="6211" extrusionOk="0">
                  <a:moveTo>
                    <a:pt x="107" y="1"/>
                  </a:moveTo>
                  <a:lnTo>
                    <a:pt x="0" y="134"/>
                  </a:lnTo>
                  <a:lnTo>
                    <a:pt x="3426" y="2115"/>
                  </a:lnTo>
                  <a:lnTo>
                    <a:pt x="0" y="4096"/>
                  </a:lnTo>
                  <a:lnTo>
                    <a:pt x="107" y="4230"/>
                  </a:lnTo>
                  <a:lnTo>
                    <a:pt x="3506" y="2276"/>
                  </a:lnTo>
                  <a:lnTo>
                    <a:pt x="3506" y="6210"/>
                  </a:lnTo>
                  <a:lnTo>
                    <a:pt x="3694" y="6210"/>
                  </a:lnTo>
                  <a:lnTo>
                    <a:pt x="3694" y="2276"/>
                  </a:lnTo>
                  <a:lnTo>
                    <a:pt x="7093" y="4230"/>
                  </a:lnTo>
                  <a:lnTo>
                    <a:pt x="7200" y="4096"/>
                  </a:lnTo>
                  <a:lnTo>
                    <a:pt x="3774" y="2115"/>
                  </a:lnTo>
                  <a:lnTo>
                    <a:pt x="6558" y="509"/>
                  </a:lnTo>
                  <a:cubicBezTo>
                    <a:pt x="6477" y="482"/>
                    <a:pt x="6397" y="456"/>
                    <a:pt x="6317" y="456"/>
                  </a:cubicBezTo>
                  <a:lnTo>
                    <a:pt x="3694" y="1955"/>
                  </a:lnTo>
                  <a:lnTo>
                    <a:pt x="3694" y="1"/>
                  </a:lnTo>
                  <a:lnTo>
                    <a:pt x="3506" y="1"/>
                  </a:lnTo>
                  <a:lnTo>
                    <a:pt x="3506" y="1955"/>
                  </a:lnTo>
                  <a:lnTo>
                    <a:pt x="10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5" name="Google Shape;545;p59"/>
            <p:cNvSpPr/>
            <p:nvPr/>
          </p:nvSpPr>
          <p:spPr>
            <a:xfrm>
              <a:off x="3662662" y="776354"/>
              <a:ext cx="109506" cy="64437"/>
            </a:xfrm>
            <a:custGeom>
              <a:avLst/>
              <a:gdLst/>
              <a:ahLst/>
              <a:cxnLst/>
              <a:rect l="l" t="t" r="r" b="b"/>
              <a:pathLst>
                <a:path w="2731" h="1607" extrusionOk="0">
                  <a:moveTo>
                    <a:pt x="2543" y="1"/>
                  </a:moveTo>
                  <a:lnTo>
                    <a:pt x="1" y="1473"/>
                  </a:lnTo>
                  <a:lnTo>
                    <a:pt x="81" y="1607"/>
                  </a:lnTo>
                  <a:lnTo>
                    <a:pt x="2731" y="81"/>
                  </a:lnTo>
                  <a:cubicBezTo>
                    <a:pt x="2677" y="54"/>
                    <a:pt x="2597" y="27"/>
                    <a:pt x="254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6" name="Google Shape;546;p59"/>
            <p:cNvSpPr/>
            <p:nvPr/>
          </p:nvSpPr>
          <p:spPr>
            <a:xfrm>
              <a:off x="3803246" y="797847"/>
              <a:ext cx="6496" cy="122378"/>
            </a:xfrm>
            <a:custGeom>
              <a:avLst/>
              <a:gdLst/>
              <a:ahLst/>
              <a:cxnLst/>
              <a:rect l="l" t="t" r="r" b="b"/>
              <a:pathLst>
                <a:path w="162" h="3052" extrusionOk="0">
                  <a:moveTo>
                    <a:pt x="1" y="0"/>
                  </a:moveTo>
                  <a:lnTo>
                    <a:pt x="1" y="3051"/>
                  </a:lnTo>
                  <a:lnTo>
                    <a:pt x="162" y="3051"/>
                  </a:lnTo>
                  <a:lnTo>
                    <a:pt x="162" y="107"/>
                  </a:lnTo>
                  <a:cubicBezTo>
                    <a:pt x="108" y="54"/>
                    <a:pt x="54" y="27"/>
                    <a:pt x="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7" name="Google Shape;547;p59"/>
            <p:cNvSpPr/>
            <p:nvPr/>
          </p:nvSpPr>
          <p:spPr>
            <a:xfrm>
              <a:off x="2475641" y="1246463"/>
              <a:ext cx="2205" cy="4331"/>
            </a:xfrm>
            <a:custGeom>
              <a:avLst/>
              <a:gdLst/>
              <a:ahLst/>
              <a:cxnLst/>
              <a:rect l="l" t="t" r="r" b="b"/>
              <a:pathLst>
                <a:path w="55" h="108" extrusionOk="0">
                  <a:moveTo>
                    <a:pt x="54" y="0"/>
                  </a:moveTo>
                  <a:cubicBezTo>
                    <a:pt x="28" y="27"/>
                    <a:pt x="28" y="54"/>
                    <a:pt x="1" y="107"/>
                  </a:cubicBezTo>
                  <a:lnTo>
                    <a:pt x="54" y="107"/>
                  </a:lnTo>
                  <a:lnTo>
                    <a:pt x="5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8" name="Google Shape;548;p59"/>
            <p:cNvSpPr/>
            <p:nvPr/>
          </p:nvSpPr>
          <p:spPr>
            <a:xfrm>
              <a:off x="2616265" y="1006036"/>
              <a:ext cx="2165" cy="2205"/>
            </a:xfrm>
            <a:custGeom>
              <a:avLst/>
              <a:gdLst/>
              <a:ahLst/>
              <a:cxnLst/>
              <a:rect l="l" t="t" r="r" b="b"/>
              <a:pathLst>
                <a:path w="54" h="55" extrusionOk="0">
                  <a:moveTo>
                    <a:pt x="54" y="1"/>
                  </a:moveTo>
                  <a:cubicBezTo>
                    <a:pt x="27" y="27"/>
                    <a:pt x="27" y="27"/>
                    <a:pt x="0" y="54"/>
                  </a:cubicBezTo>
                  <a:lnTo>
                    <a:pt x="54" y="27"/>
                  </a:lnTo>
                  <a:lnTo>
                    <a:pt x="5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9" name="Google Shape;549;p59"/>
            <p:cNvSpPr/>
            <p:nvPr/>
          </p:nvSpPr>
          <p:spPr>
            <a:xfrm>
              <a:off x="2535748" y="1119794"/>
              <a:ext cx="82681" cy="51565"/>
            </a:xfrm>
            <a:custGeom>
              <a:avLst/>
              <a:gdLst/>
              <a:ahLst/>
              <a:cxnLst/>
              <a:rect l="l" t="t" r="r" b="b"/>
              <a:pathLst>
                <a:path w="2062" h="1286" extrusionOk="0">
                  <a:moveTo>
                    <a:pt x="81" y="1"/>
                  </a:moveTo>
                  <a:cubicBezTo>
                    <a:pt x="54" y="54"/>
                    <a:pt x="27" y="108"/>
                    <a:pt x="1" y="135"/>
                  </a:cubicBezTo>
                  <a:lnTo>
                    <a:pt x="1981" y="1285"/>
                  </a:lnTo>
                  <a:lnTo>
                    <a:pt x="2062" y="1125"/>
                  </a:ln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0" name="Google Shape;550;p59"/>
            <p:cNvSpPr/>
            <p:nvPr/>
          </p:nvSpPr>
          <p:spPr>
            <a:xfrm>
              <a:off x="2711778" y="921268"/>
              <a:ext cx="287659" cy="329521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217"/>
                  </a:lnTo>
                  <a:lnTo>
                    <a:pt x="3667" y="8217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1" name="Google Shape;551;p59"/>
            <p:cNvSpPr/>
            <p:nvPr/>
          </p:nvSpPr>
          <p:spPr>
            <a:xfrm>
              <a:off x="3092789" y="921268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80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0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41"/>
                  </a:lnTo>
                  <a:lnTo>
                    <a:pt x="7093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2" name="Google Shape;552;p59"/>
            <p:cNvSpPr/>
            <p:nvPr/>
          </p:nvSpPr>
          <p:spPr>
            <a:xfrm>
              <a:off x="3474843" y="92126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480" y="3961"/>
                  </a:lnTo>
                  <a:lnTo>
                    <a:pt x="81" y="1981"/>
                  </a:lnTo>
                  <a:lnTo>
                    <a:pt x="1" y="2141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36"/>
                  </a:lnTo>
                  <a:lnTo>
                    <a:pt x="3480" y="4256"/>
                  </a:lnTo>
                  <a:lnTo>
                    <a:pt x="3480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3" name="Google Shape;553;p59"/>
            <p:cNvSpPr/>
            <p:nvPr/>
          </p:nvSpPr>
          <p:spPr>
            <a:xfrm>
              <a:off x="3855854" y="953467"/>
              <a:ext cx="287659" cy="296240"/>
            </a:xfrm>
            <a:custGeom>
              <a:avLst/>
              <a:gdLst/>
              <a:ahLst/>
              <a:cxnLst/>
              <a:rect l="l" t="t" r="r" b="b"/>
              <a:pathLst>
                <a:path w="7174" h="7388" extrusionOk="0">
                  <a:moveTo>
                    <a:pt x="3507" y="0"/>
                  </a:moveTo>
                  <a:lnTo>
                    <a:pt x="3507" y="3158"/>
                  </a:lnTo>
                  <a:lnTo>
                    <a:pt x="81" y="1178"/>
                  </a:lnTo>
                  <a:lnTo>
                    <a:pt x="0" y="1312"/>
                  </a:lnTo>
                  <a:lnTo>
                    <a:pt x="3426" y="3292"/>
                  </a:lnTo>
                  <a:lnTo>
                    <a:pt x="0" y="5273"/>
                  </a:lnTo>
                  <a:lnTo>
                    <a:pt x="81" y="5433"/>
                  </a:lnTo>
                  <a:lnTo>
                    <a:pt x="3507" y="3453"/>
                  </a:lnTo>
                  <a:lnTo>
                    <a:pt x="3507" y="7387"/>
                  </a:lnTo>
                  <a:lnTo>
                    <a:pt x="3667" y="7387"/>
                  </a:lnTo>
                  <a:lnTo>
                    <a:pt x="3667" y="3453"/>
                  </a:lnTo>
                  <a:lnTo>
                    <a:pt x="7093" y="5407"/>
                  </a:lnTo>
                  <a:lnTo>
                    <a:pt x="7174" y="5273"/>
                  </a:lnTo>
                  <a:lnTo>
                    <a:pt x="3748" y="3292"/>
                  </a:lnTo>
                  <a:lnTo>
                    <a:pt x="5434" y="2329"/>
                  </a:lnTo>
                  <a:cubicBezTo>
                    <a:pt x="5380" y="2302"/>
                    <a:pt x="5354" y="2248"/>
                    <a:pt x="5327" y="2195"/>
                  </a:cubicBezTo>
                  <a:lnTo>
                    <a:pt x="3667" y="3158"/>
                  </a:lnTo>
                  <a:lnTo>
                    <a:pt x="3667" y="187"/>
                  </a:lnTo>
                  <a:cubicBezTo>
                    <a:pt x="3614" y="134"/>
                    <a:pt x="3560" y="80"/>
                    <a:pt x="350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4" name="Google Shape;554;p59"/>
            <p:cNvSpPr/>
            <p:nvPr/>
          </p:nvSpPr>
          <p:spPr>
            <a:xfrm>
              <a:off x="2417699" y="1498640"/>
              <a:ext cx="7538" cy="9704"/>
            </a:xfrm>
            <a:custGeom>
              <a:avLst/>
              <a:gdLst/>
              <a:ahLst/>
              <a:cxnLst/>
              <a:rect l="l" t="t" r="r" b="b"/>
              <a:pathLst>
                <a:path w="188" h="242" extrusionOk="0">
                  <a:moveTo>
                    <a:pt x="1" y="1"/>
                  </a:moveTo>
                  <a:cubicBezTo>
                    <a:pt x="1" y="54"/>
                    <a:pt x="1" y="135"/>
                    <a:pt x="1" y="188"/>
                  </a:cubicBezTo>
                  <a:lnTo>
                    <a:pt x="108" y="242"/>
                  </a:lnTo>
                  <a:lnTo>
                    <a:pt x="188" y="108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5" name="Google Shape;555;p59"/>
            <p:cNvSpPr/>
            <p:nvPr/>
          </p:nvSpPr>
          <p:spPr>
            <a:xfrm>
              <a:off x="2518586" y="1259335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6" name="Google Shape;556;p59"/>
            <p:cNvSpPr/>
            <p:nvPr/>
          </p:nvSpPr>
          <p:spPr>
            <a:xfrm>
              <a:off x="2899597" y="1259335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3" y="6049"/>
                  </a:lnTo>
                  <a:lnTo>
                    <a:pt x="3774" y="4095"/>
                  </a:lnTo>
                  <a:lnTo>
                    <a:pt x="7173" y="2115"/>
                  </a:lnTo>
                  <a:lnTo>
                    <a:pt x="7093" y="1954"/>
                  </a:lnTo>
                  <a:lnTo>
                    <a:pt x="3667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7" name="Google Shape;557;p59"/>
            <p:cNvSpPr/>
            <p:nvPr/>
          </p:nvSpPr>
          <p:spPr>
            <a:xfrm>
              <a:off x="3280608" y="1259335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35"/>
                  </a:lnTo>
                  <a:lnTo>
                    <a:pt x="107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107" y="6210"/>
                  </a:lnTo>
                  <a:lnTo>
                    <a:pt x="3506" y="4229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29"/>
                  </a:lnTo>
                  <a:lnTo>
                    <a:pt x="7093" y="6210"/>
                  </a:lnTo>
                  <a:lnTo>
                    <a:pt x="7200" y="6049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54"/>
                  </a:lnTo>
                  <a:lnTo>
                    <a:pt x="3694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8" name="Google Shape;558;p59"/>
            <p:cNvSpPr/>
            <p:nvPr/>
          </p:nvSpPr>
          <p:spPr>
            <a:xfrm>
              <a:off x="3662662" y="1258252"/>
              <a:ext cx="287659" cy="329521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122"/>
                  </a:lnTo>
                  <a:lnTo>
                    <a:pt x="1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8" y="8218"/>
                  </a:lnTo>
                  <a:lnTo>
                    <a:pt x="3668" y="4256"/>
                  </a:lnTo>
                  <a:lnTo>
                    <a:pt x="7094" y="6237"/>
                  </a:lnTo>
                  <a:lnTo>
                    <a:pt x="7174" y="6076"/>
                  </a:lnTo>
                  <a:lnTo>
                    <a:pt x="3748" y="4122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9" name="Google Shape;559;p59"/>
            <p:cNvSpPr/>
            <p:nvPr/>
          </p:nvSpPr>
          <p:spPr>
            <a:xfrm>
              <a:off x="4043673" y="1258252"/>
              <a:ext cx="193230" cy="329521"/>
            </a:xfrm>
            <a:custGeom>
              <a:avLst/>
              <a:gdLst/>
              <a:ahLst/>
              <a:cxnLst/>
              <a:rect l="l" t="t" r="r" b="b"/>
              <a:pathLst>
                <a:path w="4819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7" y="8218"/>
                  </a:lnTo>
                  <a:lnTo>
                    <a:pt x="3667" y="4256"/>
                  </a:lnTo>
                  <a:lnTo>
                    <a:pt x="4818" y="4925"/>
                  </a:lnTo>
                  <a:cubicBezTo>
                    <a:pt x="4818" y="4845"/>
                    <a:pt x="4818" y="4765"/>
                    <a:pt x="4792" y="4711"/>
                  </a:cubicBezTo>
                  <a:lnTo>
                    <a:pt x="3774" y="4096"/>
                  </a:lnTo>
                  <a:lnTo>
                    <a:pt x="4604" y="3614"/>
                  </a:lnTo>
                  <a:cubicBezTo>
                    <a:pt x="4604" y="3560"/>
                    <a:pt x="4577" y="3507"/>
                    <a:pt x="4577" y="3453"/>
                  </a:cubicBezTo>
                  <a:lnTo>
                    <a:pt x="3667" y="3962"/>
                  </a:lnTo>
                  <a:lnTo>
                    <a:pt x="3667" y="295"/>
                  </a:lnTo>
                  <a:cubicBezTo>
                    <a:pt x="3641" y="188"/>
                    <a:pt x="3614" y="108"/>
                    <a:pt x="358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0" name="Google Shape;560;p59"/>
            <p:cNvSpPr/>
            <p:nvPr/>
          </p:nvSpPr>
          <p:spPr>
            <a:xfrm>
              <a:off x="2423072" y="1578074"/>
              <a:ext cx="195355" cy="328439"/>
            </a:xfrm>
            <a:custGeom>
              <a:avLst/>
              <a:gdLst/>
              <a:ahLst/>
              <a:cxnLst/>
              <a:rect l="l" t="t" r="r" b="b"/>
              <a:pathLst>
                <a:path w="4872" h="8191" extrusionOk="0">
                  <a:moveTo>
                    <a:pt x="1205" y="1"/>
                  </a:moveTo>
                  <a:lnTo>
                    <a:pt x="1205" y="3935"/>
                  </a:lnTo>
                  <a:lnTo>
                    <a:pt x="0" y="3266"/>
                  </a:lnTo>
                  <a:lnTo>
                    <a:pt x="0" y="3266"/>
                  </a:lnTo>
                  <a:cubicBezTo>
                    <a:pt x="0" y="3320"/>
                    <a:pt x="27" y="3400"/>
                    <a:pt x="27" y="3480"/>
                  </a:cubicBezTo>
                  <a:lnTo>
                    <a:pt x="1098" y="4096"/>
                  </a:lnTo>
                  <a:lnTo>
                    <a:pt x="214" y="4604"/>
                  </a:lnTo>
                  <a:cubicBezTo>
                    <a:pt x="241" y="4658"/>
                    <a:pt x="241" y="4738"/>
                    <a:pt x="268" y="4792"/>
                  </a:cubicBezTo>
                  <a:lnTo>
                    <a:pt x="1205" y="4256"/>
                  </a:lnTo>
                  <a:lnTo>
                    <a:pt x="1205" y="8030"/>
                  </a:lnTo>
                  <a:cubicBezTo>
                    <a:pt x="1205" y="8084"/>
                    <a:pt x="1232" y="8137"/>
                    <a:pt x="1258" y="8191"/>
                  </a:cubicBezTo>
                  <a:lnTo>
                    <a:pt x="1365" y="8191"/>
                  </a:lnTo>
                  <a:lnTo>
                    <a:pt x="1365" y="4256"/>
                  </a:lnTo>
                  <a:lnTo>
                    <a:pt x="4791" y="6210"/>
                  </a:lnTo>
                  <a:lnTo>
                    <a:pt x="4872" y="6076"/>
                  </a:lnTo>
                  <a:lnTo>
                    <a:pt x="1446" y="4096"/>
                  </a:lnTo>
                  <a:lnTo>
                    <a:pt x="4872" y="2115"/>
                  </a:lnTo>
                  <a:lnTo>
                    <a:pt x="4791" y="1981"/>
                  </a:lnTo>
                  <a:lnTo>
                    <a:pt x="1365" y="3935"/>
                  </a:lnTo>
                  <a:lnTo>
                    <a:pt x="136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1" name="Google Shape;561;p59"/>
            <p:cNvSpPr/>
            <p:nvPr/>
          </p:nvSpPr>
          <p:spPr>
            <a:xfrm>
              <a:off x="2711778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56"/>
                  </a:lnTo>
                  <a:lnTo>
                    <a:pt x="7093" y="6210"/>
                  </a:lnTo>
                  <a:lnTo>
                    <a:pt x="7173" y="6076"/>
                  </a:lnTo>
                  <a:lnTo>
                    <a:pt x="3774" y="4096"/>
                  </a:lnTo>
                  <a:lnTo>
                    <a:pt x="7173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2" name="Google Shape;562;p59"/>
            <p:cNvSpPr/>
            <p:nvPr/>
          </p:nvSpPr>
          <p:spPr>
            <a:xfrm>
              <a:off x="3092789" y="1578074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1"/>
                  </a:moveTo>
                  <a:lnTo>
                    <a:pt x="3506" y="3935"/>
                  </a:lnTo>
                  <a:lnTo>
                    <a:pt x="80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0" y="6210"/>
                  </a:lnTo>
                  <a:lnTo>
                    <a:pt x="3506" y="4230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30"/>
                  </a:lnTo>
                  <a:lnTo>
                    <a:pt x="7093" y="6210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15"/>
                  </a:lnTo>
                  <a:lnTo>
                    <a:pt x="7093" y="1981"/>
                  </a:lnTo>
                  <a:lnTo>
                    <a:pt x="3694" y="3935"/>
                  </a:lnTo>
                  <a:lnTo>
                    <a:pt x="369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3" name="Google Shape;563;p59"/>
            <p:cNvSpPr/>
            <p:nvPr/>
          </p:nvSpPr>
          <p:spPr>
            <a:xfrm>
              <a:off x="3474843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1" y="2115"/>
                  </a:lnTo>
                  <a:lnTo>
                    <a:pt x="3400" y="4096"/>
                  </a:lnTo>
                  <a:lnTo>
                    <a:pt x="1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480" y="8191"/>
                  </a:lnTo>
                  <a:lnTo>
                    <a:pt x="3668" y="8191"/>
                  </a:lnTo>
                  <a:lnTo>
                    <a:pt x="3668" y="4230"/>
                  </a:lnTo>
                  <a:lnTo>
                    <a:pt x="7094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4" y="1955"/>
                  </a:lnTo>
                  <a:lnTo>
                    <a:pt x="3668" y="3935"/>
                  </a:lnTo>
                  <a:lnTo>
                    <a:pt x="366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4" name="Google Shape;564;p59"/>
            <p:cNvSpPr/>
            <p:nvPr/>
          </p:nvSpPr>
          <p:spPr>
            <a:xfrm>
              <a:off x="3855854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30"/>
                  </a:lnTo>
                  <a:lnTo>
                    <a:pt x="7093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3" y="1955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5" name="Google Shape;565;p59"/>
            <p:cNvSpPr/>
            <p:nvPr/>
          </p:nvSpPr>
          <p:spPr>
            <a:xfrm>
              <a:off x="2518586" y="1919388"/>
              <a:ext cx="287659" cy="293033"/>
            </a:xfrm>
            <a:custGeom>
              <a:avLst/>
              <a:gdLst/>
              <a:ahLst/>
              <a:cxnLst/>
              <a:rect l="l" t="t" r="r" b="b"/>
              <a:pathLst>
                <a:path w="7174" h="730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1767" y="5059"/>
                  </a:lnTo>
                  <a:cubicBezTo>
                    <a:pt x="1821" y="5086"/>
                    <a:pt x="1847" y="5139"/>
                    <a:pt x="1874" y="5193"/>
                  </a:cubicBezTo>
                  <a:lnTo>
                    <a:pt x="3507" y="4256"/>
                  </a:lnTo>
                  <a:lnTo>
                    <a:pt x="3507" y="7120"/>
                  </a:lnTo>
                  <a:cubicBezTo>
                    <a:pt x="3560" y="7200"/>
                    <a:pt x="3614" y="7254"/>
                    <a:pt x="3667" y="7307"/>
                  </a:cubicBezTo>
                  <a:lnTo>
                    <a:pt x="3667" y="4256"/>
                  </a:lnTo>
                  <a:lnTo>
                    <a:pt x="7093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6" name="Google Shape;566;p59"/>
            <p:cNvSpPr/>
            <p:nvPr/>
          </p:nvSpPr>
          <p:spPr>
            <a:xfrm>
              <a:off x="2899597" y="191938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7" y="8190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7" name="Google Shape;567;p59"/>
            <p:cNvSpPr/>
            <p:nvPr/>
          </p:nvSpPr>
          <p:spPr>
            <a:xfrm>
              <a:off x="3280608" y="1919388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107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107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8" name="Google Shape;568;p59"/>
            <p:cNvSpPr/>
            <p:nvPr/>
          </p:nvSpPr>
          <p:spPr>
            <a:xfrm>
              <a:off x="3662662" y="191938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1" y="2115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9" name="Google Shape;569;p59"/>
            <p:cNvSpPr/>
            <p:nvPr/>
          </p:nvSpPr>
          <p:spPr>
            <a:xfrm>
              <a:off x="4043673" y="1998782"/>
              <a:ext cx="78391" cy="49400"/>
            </a:xfrm>
            <a:custGeom>
              <a:avLst/>
              <a:gdLst/>
              <a:ahLst/>
              <a:cxnLst/>
              <a:rect l="l" t="t" r="r" b="b"/>
              <a:pathLst>
                <a:path w="1955" h="1232" extrusionOk="0">
                  <a:moveTo>
                    <a:pt x="81" y="1"/>
                  </a:moveTo>
                  <a:lnTo>
                    <a:pt x="0" y="135"/>
                  </a:lnTo>
                  <a:lnTo>
                    <a:pt x="1874" y="1232"/>
                  </a:lnTo>
                  <a:cubicBezTo>
                    <a:pt x="1901" y="1178"/>
                    <a:pt x="1928" y="1125"/>
                    <a:pt x="1954" y="1071"/>
                  </a:cubicBez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0" name="Google Shape;570;p59"/>
            <p:cNvSpPr/>
            <p:nvPr/>
          </p:nvSpPr>
          <p:spPr>
            <a:xfrm>
              <a:off x="2884560" y="2317561"/>
              <a:ext cx="114879" cy="68727"/>
            </a:xfrm>
            <a:custGeom>
              <a:avLst/>
              <a:gdLst/>
              <a:ahLst/>
              <a:cxnLst/>
              <a:rect l="l" t="t" r="r" b="b"/>
              <a:pathLst>
                <a:path w="2865" h="1714" extrusionOk="0">
                  <a:moveTo>
                    <a:pt x="2784" y="0"/>
                  </a:moveTo>
                  <a:lnTo>
                    <a:pt x="1" y="1606"/>
                  </a:lnTo>
                  <a:cubicBezTo>
                    <a:pt x="54" y="1660"/>
                    <a:pt x="108" y="1686"/>
                    <a:pt x="161" y="1713"/>
                  </a:cubicBezTo>
                  <a:lnTo>
                    <a:pt x="2864" y="161"/>
                  </a:lnTo>
                  <a:lnTo>
                    <a:pt x="278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1" name="Google Shape;571;p59"/>
            <p:cNvSpPr/>
            <p:nvPr/>
          </p:nvSpPr>
          <p:spPr>
            <a:xfrm>
              <a:off x="2852362" y="2238127"/>
              <a:ext cx="6496" cy="129916"/>
            </a:xfrm>
            <a:custGeom>
              <a:avLst/>
              <a:gdLst/>
              <a:ahLst/>
              <a:cxnLst/>
              <a:rect l="l" t="t" r="r" b="b"/>
              <a:pathLst>
                <a:path w="162" h="3240" extrusionOk="0">
                  <a:moveTo>
                    <a:pt x="1" y="0"/>
                  </a:moveTo>
                  <a:lnTo>
                    <a:pt x="1" y="3132"/>
                  </a:lnTo>
                  <a:cubicBezTo>
                    <a:pt x="54" y="3159"/>
                    <a:pt x="108" y="3212"/>
                    <a:pt x="161" y="3239"/>
                  </a:cubicBez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2" name="Google Shape;572;p59"/>
            <p:cNvSpPr/>
            <p:nvPr/>
          </p:nvSpPr>
          <p:spPr>
            <a:xfrm>
              <a:off x="3092789" y="2238127"/>
              <a:ext cx="288742" cy="255461"/>
            </a:xfrm>
            <a:custGeom>
              <a:avLst/>
              <a:gdLst/>
              <a:ahLst/>
              <a:cxnLst/>
              <a:rect l="l" t="t" r="r" b="b"/>
              <a:pathLst>
                <a:path w="7201" h="6371" extrusionOk="0">
                  <a:moveTo>
                    <a:pt x="3506" y="0"/>
                  </a:moveTo>
                  <a:lnTo>
                    <a:pt x="3506" y="3962"/>
                  </a:lnTo>
                  <a:lnTo>
                    <a:pt x="80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455" y="5835"/>
                  </a:lnTo>
                  <a:cubicBezTo>
                    <a:pt x="535" y="5835"/>
                    <a:pt x="616" y="5862"/>
                    <a:pt x="696" y="5889"/>
                  </a:cubicBezTo>
                  <a:lnTo>
                    <a:pt x="3506" y="4256"/>
                  </a:lnTo>
                  <a:lnTo>
                    <a:pt x="3506" y="6371"/>
                  </a:lnTo>
                  <a:lnTo>
                    <a:pt x="3694" y="6371"/>
                  </a:lnTo>
                  <a:lnTo>
                    <a:pt x="3694" y="4256"/>
                  </a:lnTo>
                  <a:lnTo>
                    <a:pt x="7093" y="6237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42"/>
                  </a:lnTo>
                  <a:lnTo>
                    <a:pt x="7093" y="1981"/>
                  </a:lnTo>
                  <a:lnTo>
                    <a:pt x="3694" y="3962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3" name="Google Shape;573;p59"/>
            <p:cNvSpPr/>
            <p:nvPr/>
          </p:nvSpPr>
          <p:spPr>
            <a:xfrm>
              <a:off x="3474843" y="2238127"/>
              <a:ext cx="287659" cy="247963"/>
            </a:xfrm>
            <a:custGeom>
              <a:avLst/>
              <a:gdLst/>
              <a:ahLst/>
              <a:cxnLst/>
              <a:rect l="l" t="t" r="r" b="b"/>
              <a:pathLst>
                <a:path w="7174" h="6184" extrusionOk="0">
                  <a:moveTo>
                    <a:pt x="3507" y="0"/>
                  </a:moveTo>
                  <a:lnTo>
                    <a:pt x="3480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096"/>
                  </a:lnTo>
                  <a:lnTo>
                    <a:pt x="1" y="6076"/>
                  </a:lnTo>
                  <a:lnTo>
                    <a:pt x="54" y="6183"/>
                  </a:lnTo>
                  <a:lnTo>
                    <a:pt x="161" y="6183"/>
                  </a:lnTo>
                  <a:lnTo>
                    <a:pt x="3480" y="4256"/>
                  </a:lnTo>
                  <a:lnTo>
                    <a:pt x="3480" y="5354"/>
                  </a:lnTo>
                  <a:cubicBezTo>
                    <a:pt x="3560" y="5327"/>
                    <a:pt x="3614" y="5327"/>
                    <a:pt x="3668" y="5300"/>
                  </a:cubicBezTo>
                  <a:lnTo>
                    <a:pt x="3668" y="4256"/>
                  </a:lnTo>
                  <a:lnTo>
                    <a:pt x="4765" y="4899"/>
                  </a:lnTo>
                  <a:cubicBezTo>
                    <a:pt x="4845" y="4872"/>
                    <a:pt x="4899" y="4845"/>
                    <a:pt x="4979" y="4818"/>
                  </a:cubicBezTo>
                  <a:lnTo>
                    <a:pt x="3748" y="4096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4" name="Google Shape;574;p59"/>
            <p:cNvSpPr/>
            <p:nvPr/>
          </p:nvSpPr>
          <p:spPr>
            <a:xfrm>
              <a:off x="3855854" y="2317561"/>
              <a:ext cx="12911" cy="9704"/>
            </a:xfrm>
            <a:custGeom>
              <a:avLst/>
              <a:gdLst/>
              <a:ahLst/>
              <a:cxnLst/>
              <a:rect l="l" t="t" r="r" b="b"/>
              <a:pathLst>
                <a:path w="322" h="242" extrusionOk="0">
                  <a:moveTo>
                    <a:pt x="81" y="0"/>
                  </a:moveTo>
                  <a:lnTo>
                    <a:pt x="0" y="134"/>
                  </a:lnTo>
                  <a:lnTo>
                    <a:pt x="161" y="241"/>
                  </a:lnTo>
                  <a:cubicBezTo>
                    <a:pt x="215" y="214"/>
                    <a:pt x="268" y="161"/>
                    <a:pt x="322" y="134"/>
                  </a:cubicBezTo>
                  <a:lnTo>
                    <a:pt x="8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75" name="Google Shape;575;p59"/>
          <p:cNvSpPr/>
          <p:nvPr/>
        </p:nvSpPr>
        <p:spPr>
          <a:xfrm rot="1095657">
            <a:off x="1778030" y="3865579"/>
            <a:ext cx="1021004" cy="1333445"/>
          </a:xfrm>
          <a:custGeom>
            <a:avLst/>
            <a:gdLst/>
            <a:ahLst/>
            <a:cxnLst/>
            <a:rect l="l" t="t" r="r" b="b"/>
            <a:pathLst>
              <a:path w="17277" h="22564" extrusionOk="0">
                <a:moveTo>
                  <a:pt x="9074" y="0"/>
                </a:moveTo>
                <a:cubicBezTo>
                  <a:pt x="8555" y="0"/>
                  <a:pt x="8010" y="60"/>
                  <a:pt x="7441" y="188"/>
                </a:cubicBezTo>
                <a:cubicBezTo>
                  <a:pt x="2543" y="1285"/>
                  <a:pt x="1" y="6692"/>
                  <a:pt x="54" y="12607"/>
                </a:cubicBezTo>
                <a:cubicBezTo>
                  <a:pt x="134" y="18683"/>
                  <a:pt x="3989" y="22189"/>
                  <a:pt x="8592" y="22564"/>
                </a:cubicBezTo>
                <a:cubicBezTo>
                  <a:pt x="14641" y="22082"/>
                  <a:pt x="16354" y="18388"/>
                  <a:pt x="16836" y="12312"/>
                </a:cubicBezTo>
                <a:cubicBezTo>
                  <a:pt x="17276" y="6737"/>
                  <a:pt x="14567" y="0"/>
                  <a:pt x="9074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6" name="Google Shape;576;p59"/>
          <p:cNvSpPr txBox="1">
            <a:spLocks noGrp="1"/>
          </p:cNvSpPr>
          <p:nvPr>
            <p:ph type="subTitle" idx="1"/>
          </p:nvPr>
        </p:nvSpPr>
        <p:spPr>
          <a:xfrm>
            <a:off x="2718750" y="1540138"/>
            <a:ext cx="3706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6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7" name="Google Shape;577;p59"/>
          <p:cNvSpPr txBox="1">
            <a:spLocks noGrp="1"/>
          </p:cNvSpPr>
          <p:nvPr>
            <p:ph type="title" hasCustomPrompt="1"/>
          </p:nvPr>
        </p:nvSpPr>
        <p:spPr>
          <a:xfrm>
            <a:off x="2718750" y="967438"/>
            <a:ext cx="37065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4600">
                <a:solidFill>
                  <a:schemeClr val="accent1"/>
                </a:solidFill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r>
              <a:t>xx%</a:t>
            </a:r>
          </a:p>
        </p:txBody>
      </p:sp>
      <p:sp>
        <p:nvSpPr>
          <p:cNvPr id="578" name="Google Shape;578;p59"/>
          <p:cNvSpPr txBox="1">
            <a:spLocks noGrp="1"/>
          </p:cNvSpPr>
          <p:nvPr>
            <p:ph type="subTitle" idx="2"/>
          </p:nvPr>
        </p:nvSpPr>
        <p:spPr>
          <a:xfrm>
            <a:off x="2718750" y="2673663"/>
            <a:ext cx="3706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6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9" name="Google Shape;579;p59"/>
          <p:cNvSpPr txBox="1">
            <a:spLocks noGrp="1"/>
          </p:cNvSpPr>
          <p:nvPr>
            <p:ph type="title" idx="3" hasCustomPrompt="1"/>
          </p:nvPr>
        </p:nvSpPr>
        <p:spPr>
          <a:xfrm>
            <a:off x="2718750" y="2100933"/>
            <a:ext cx="37065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4600">
                <a:solidFill>
                  <a:schemeClr val="accent1"/>
                </a:solidFill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r>
              <a:t>xx%</a:t>
            </a:r>
          </a:p>
        </p:txBody>
      </p:sp>
      <p:sp>
        <p:nvSpPr>
          <p:cNvPr id="580" name="Google Shape;580;p59"/>
          <p:cNvSpPr txBox="1">
            <a:spLocks noGrp="1"/>
          </p:cNvSpPr>
          <p:nvPr>
            <p:ph type="subTitle" idx="4"/>
          </p:nvPr>
        </p:nvSpPr>
        <p:spPr>
          <a:xfrm>
            <a:off x="2718750" y="3807163"/>
            <a:ext cx="3706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6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81" name="Google Shape;581;p59"/>
          <p:cNvSpPr txBox="1">
            <a:spLocks noGrp="1"/>
          </p:cNvSpPr>
          <p:nvPr>
            <p:ph type="title" idx="5" hasCustomPrompt="1"/>
          </p:nvPr>
        </p:nvSpPr>
        <p:spPr>
          <a:xfrm>
            <a:off x="2718750" y="3234463"/>
            <a:ext cx="37065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4600">
                <a:solidFill>
                  <a:schemeClr val="accent1"/>
                </a:solidFill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r>
              <a:t>xx%</a:t>
            </a:r>
          </a:p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umbers and text 2">
  <p:cSld name="CUSTOM_42">
    <p:spTree>
      <p:nvGrpSpPr>
        <p:cNvPr id="1" name="Shape 5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" name="Google Shape;583;p60"/>
          <p:cNvSpPr/>
          <p:nvPr/>
        </p:nvSpPr>
        <p:spPr>
          <a:xfrm rot="-5711992" flipH="1">
            <a:off x="5768678" y="-1266940"/>
            <a:ext cx="4814640" cy="4095332"/>
          </a:xfrm>
          <a:custGeom>
            <a:avLst/>
            <a:gdLst/>
            <a:ahLst/>
            <a:cxnLst/>
            <a:rect l="l" t="t" r="r" b="b"/>
            <a:pathLst>
              <a:path w="61178" h="52038" extrusionOk="0">
                <a:moveTo>
                  <a:pt x="4170" y="12043"/>
                </a:moveTo>
                <a:cubicBezTo>
                  <a:pt x="7339" y="7239"/>
                  <a:pt x="14177" y="1"/>
                  <a:pt x="24184" y="5571"/>
                </a:cubicBezTo>
                <a:cubicBezTo>
                  <a:pt x="34191" y="11142"/>
                  <a:pt x="29988" y="17146"/>
                  <a:pt x="34024" y="21249"/>
                </a:cubicBezTo>
                <a:cubicBezTo>
                  <a:pt x="38061" y="25319"/>
                  <a:pt x="43198" y="25586"/>
                  <a:pt x="51103" y="27253"/>
                </a:cubicBezTo>
                <a:cubicBezTo>
                  <a:pt x="58976" y="28921"/>
                  <a:pt x="61177" y="36093"/>
                  <a:pt x="54472" y="41664"/>
                </a:cubicBezTo>
                <a:cubicBezTo>
                  <a:pt x="47801" y="47268"/>
                  <a:pt x="33758" y="52038"/>
                  <a:pt x="26819" y="46467"/>
                </a:cubicBezTo>
                <a:cubicBezTo>
                  <a:pt x="19848" y="40930"/>
                  <a:pt x="11108" y="34826"/>
                  <a:pt x="5537" y="31590"/>
                </a:cubicBezTo>
                <a:cubicBezTo>
                  <a:pt x="0" y="28388"/>
                  <a:pt x="967" y="16879"/>
                  <a:pt x="4170" y="12043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4" name="Google Shape;584;p60"/>
          <p:cNvSpPr/>
          <p:nvPr/>
        </p:nvSpPr>
        <p:spPr>
          <a:xfrm rot="672094">
            <a:off x="-1743086" y="2060813"/>
            <a:ext cx="4680680" cy="4251900"/>
          </a:xfrm>
          <a:custGeom>
            <a:avLst/>
            <a:gdLst/>
            <a:ahLst/>
            <a:cxnLst/>
            <a:rect l="l" t="t" r="r" b="b"/>
            <a:pathLst>
              <a:path w="65181" h="59210" extrusionOk="0">
                <a:moveTo>
                  <a:pt x="23617" y="9808"/>
                </a:moveTo>
                <a:cubicBezTo>
                  <a:pt x="25785" y="15712"/>
                  <a:pt x="27153" y="21883"/>
                  <a:pt x="35092" y="17079"/>
                </a:cubicBezTo>
                <a:cubicBezTo>
                  <a:pt x="42998" y="12309"/>
                  <a:pt x="55740" y="12376"/>
                  <a:pt x="59276" y="17546"/>
                </a:cubicBezTo>
                <a:cubicBezTo>
                  <a:pt x="62812" y="22717"/>
                  <a:pt x="56140" y="30055"/>
                  <a:pt x="55940" y="36393"/>
                </a:cubicBezTo>
                <a:cubicBezTo>
                  <a:pt x="55740" y="42731"/>
                  <a:pt x="65180" y="49603"/>
                  <a:pt x="57741" y="54406"/>
                </a:cubicBezTo>
                <a:cubicBezTo>
                  <a:pt x="50303" y="59210"/>
                  <a:pt x="31556" y="57108"/>
                  <a:pt x="33224" y="47535"/>
                </a:cubicBezTo>
                <a:cubicBezTo>
                  <a:pt x="34892" y="37928"/>
                  <a:pt x="25719" y="35026"/>
                  <a:pt x="17579" y="31256"/>
                </a:cubicBezTo>
                <a:cubicBezTo>
                  <a:pt x="9440" y="27520"/>
                  <a:pt x="0" y="13744"/>
                  <a:pt x="7706" y="6872"/>
                </a:cubicBezTo>
                <a:cubicBezTo>
                  <a:pt x="15411" y="1"/>
                  <a:pt x="21449" y="3870"/>
                  <a:pt x="23617" y="9808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85" name="Google Shape;585;p60"/>
          <p:cNvGrpSpPr/>
          <p:nvPr/>
        </p:nvGrpSpPr>
        <p:grpSpPr>
          <a:xfrm rot="10800000" flipH="1">
            <a:off x="6689741" y="646757"/>
            <a:ext cx="1696762" cy="1688828"/>
            <a:chOff x="2414491" y="671177"/>
            <a:chExt cx="1830972" cy="1822411"/>
          </a:xfrm>
        </p:grpSpPr>
        <p:sp>
          <p:nvSpPr>
            <p:cNvPr id="586" name="Google Shape;586;p60"/>
            <p:cNvSpPr/>
            <p:nvPr/>
          </p:nvSpPr>
          <p:spPr>
            <a:xfrm>
              <a:off x="2414491" y="671177"/>
              <a:ext cx="1830972" cy="1822391"/>
            </a:xfrm>
            <a:custGeom>
              <a:avLst/>
              <a:gdLst/>
              <a:ahLst/>
              <a:cxnLst/>
              <a:rect l="l" t="t" r="r" b="b"/>
              <a:pathLst>
                <a:path w="45663" h="45449" extrusionOk="0">
                  <a:moveTo>
                    <a:pt x="10947" y="4979"/>
                  </a:moveTo>
                  <a:lnTo>
                    <a:pt x="15605" y="7656"/>
                  </a:lnTo>
                  <a:lnTo>
                    <a:pt x="15605" y="13062"/>
                  </a:lnTo>
                  <a:lnTo>
                    <a:pt x="10947" y="15766"/>
                  </a:lnTo>
                  <a:lnTo>
                    <a:pt x="6263" y="13062"/>
                  </a:lnTo>
                  <a:lnTo>
                    <a:pt x="6263" y="7656"/>
                  </a:lnTo>
                  <a:lnTo>
                    <a:pt x="10947" y="4979"/>
                  </a:lnTo>
                  <a:close/>
                  <a:moveTo>
                    <a:pt x="20449" y="4979"/>
                  </a:moveTo>
                  <a:lnTo>
                    <a:pt x="25133" y="7656"/>
                  </a:lnTo>
                  <a:lnTo>
                    <a:pt x="25133" y="13062"/>
                  </a:lnTo>
                  <a:lnTo>
                    <a:pt x="20449" y="15766"/>
                  </a:lnTo>
                  <a:lnTo>
                    <a:pt x="15792" y="13062"/>
                  </a:lnTo>
                  <a:lnTo>
                    <a:pt x="15792" y="7656"/>
                  </a:lnTo>
                  <a:lnTo>
                    <a:pt x="20449" y="4979"/>
                  </a:lnTo>
                  <a:close/>
                  <a:moveTo>
                    <a:pt x="29978" y="4979"/>
                  </a:moveTo>
                  <a:lnTo>
                    <a:pt x="34635" y="7656"/>
                  </a:lnTo>
                  <a:lnTo>
                    <a:pt x="34635" y="13062"/>
                  </a:lnTo>
                  <a:lnTo>
                    <a:pt x="29978" y="15766"/>
                  </a:lnTo>
                  <a:lnTo>
                    <a:pt x="25294" y="13062"/>
                  </a:lnTo>
                  <a:lnTo>
                    <a:pt x="25294" y="7656"/>
                  </a:lnTo>
                  <a:lnTo>
                    <a:pt x="29978" y="4979"/>
                  </a:lnTo>
                  <a:close/>
                  <a:moveTo>
                    <a:pt x="6183" y="13196"/>
                  </a:moveTo>
                  <a:lnTo>
                    <a:pt x="10867" y="15899"/>
                  </a:lnTo>
                  <a:lnTo>
                    <a:pt x="10867" y="21306"/>
                  </a:lnTo>
                  <a:lnTo>
                    <a:pt x="6183" y="23983"/>
                  </a:lnTo>
                  <a:lnTo>
                    <a:pt x="1526" y="21306"/>
                  </a:lnTo>
                  <a:lnTo>
                    <a:pt x="1526" y="15899"/>
                  </a:lnTo>
                  <a:lnTo>
                    <a:pt x="6183" y="13196"/>
                  </a:lnTo>
                  <a:close/>
                  <a:moveTo>
                    <a:pt x="15712" y="13196"/>
                  </a:moveTo>
                  <a:lnTo>
                    <a:pt x="20369" y="15899"/>
                  </a:lnTo>
                  <a:lnTo>
                    <a:pt x="20369" y="21306"/>
                  </a:lnTo>
                  <a:lnTo>
                    <a:pt x="15712" y="23983"/>
                  </a:lnTo>
                  <a:lnTo>
                    <a:pt x="11028" y="21306"/>
                  </a:lnTo>
                  <a:lnTo>
                    <a:pt x="11028" y="15899"/>
                  </a:lnTo>
                  <a:lnTo>
                    <a:pt x="15712" y="13196"/>
                  </a:lnTo>
                  <a:close/>
                  <a:moveTo>
                    <a:pt x="25213" y="13196"/>
                  </a:moveTo>
                  <a:lnTo>
                    <a:pt x="29871" y="15899"/>
                  </a:lnTo>
                  <a:lnTo>
                    <a:pt x="29871" y="21306"/>
                  </a:lnTo>
                  <a:lnTo>
                    <a:pt x="25213" y="23983"/>
                  </a:lnTo>
                  <a:lnTo>
                    <a:pt x="20529" y="21306"/>
                  </a:lnTo>
                  <a:lnTo>
                    <a:pt x="20529" y="15899"/>
                  </a:lnTo>
                  <a:lnTo>
                    <a:pt x="25213" y="13196"/>
                  </a:lnTo>
                  <a:close/>
                  <a:moveTo>
                    <a:pt x="34715" y="13196"/>
                  </a:moveTo>
                  <a:lnTo>
                    <a:pt x="39399" y="15899"/>
                  </a:lnTo>
                  <a:lnTo>
                    <a:pt x="39399" y="21306"/>
                  </a:lnTo>
                  <a:lnTo>
                    <a:pt x="34715" y="23983"/>
                  </a:lnTo>
                  <a:lnTo>
                    <a:pt x="30058" y="21306"/>
                  </a:lnTo>
                  <a:lnTo>
                    <a:pt x="30058" y="15899"/>
                  </a:lnTo>
                  <a:lnTo>
                    <a:pt x="34715" y="13196"/>
                  </a:lnTo>
                  <a:close/>
                  <a:moveTo>
                    <a:pt x="10947" y="21440"/>
                  </a:moveTo>
                  <a:lnTo>
                    <a:pt x="15605" y="24143"/>
                  </a:lnTo>
                  <a:lnTo>
                    <a:pt x="15605" y="29523"/>
                  </a:lnTo>
                  <a:lnTo>
                    <a:pt x="10947" y="32226"/>
                  </a:lnTo>
                  <a:lnTo>
                    <a:pt x="6263" y="29523"/>
                  </a:lnTo>
                  <a:lnTo>
                    <a:pt x="6263" y="24143"/>
                  </a:lnTo>
                  <a:lnTo>
                    <a:pt x="10947" y="21440"/>
                  </a:lnTo>
                  <a:close/>
                  <a:moveTo>
                    <a:pt x="20449" y="21440"/>
                  </a:moveTo>
                  <a:lnTo>
                    <a:pt x="25133" y="24143"/>
                  </a:lnTo>
                  <a:lnTo>
                    <a:pt x="25133" y="29523"/>
                  </a:lnTo>
                  <a:lnTo>
                    <a:pt x="20449" y="32226"/>
                  </a:lnTo>
                  <a:lnTo>
                    <a:pt x="15792" y="29523"/>
                  </a:lnTo>
                  <a:lnTo>
                    <a:pt x="15792" y="24143"/>
                  </a:lnTo>
                  <a:lnTo>
                    <a:pt x="20449" y="21440"/>
                  </a:lnTo>
                  <a:close/>
                  <a:moveTo>
                    <a:pt x="29978" y="21440"/>
                  </a:moveTo>
                  <a:lnTo>
                    <a:pt x="34635" y="24143"/>
                  </a:lnTo>
                  <a:lnTo>
                    <a:pt x="34635" y="29523"/>
                  </a:lnTo>
                  <a:lnTo>
                    <a:pt x="29978" y="32226"/>
                  </a:lnTo>
                  <a:lnTo>
                    <a:pt x="25294" y="29523"/>
                  </a:lnTo>
                  <a:lnTo>
                    <a:pt x="25294" y="24143"/>
                  </a:lnTo>
                  <a:lnTo>
                    <a:pt x="29978" y="21440"/>
                  </a:lnTo>
                  <a:close/>
                  <a:moveTo>
                    <a:pt x="39480" y="21440"/>
                  </a:moveTo>
                  <a:lnTo>
                    <a:pt x="44137" y="24143"/>
                  </a:lnTo>
                  <a:lnTo>
                    <a:pt x="44137" y="29523"/>
                  </a:lnTo>
                  <a:lnTo>
                    <a:pt x="39480" y="32226"/>
                  </a:lnTo>
                  <a:lnTo>
                    <a:pt x="34796" y="29523"/>
                  </a:lnTo>
                  <a:lnTo>
                    <a:pt x="34796" y="24143"/>
                  </a:lnTo>
                  <a:lnTo>
                    <a:pt x="39480" y="21440"/>
                  </a:lnTo>
                  <a:close/>
                  <a:moveTo>
                    <a:pt x="15712" y="29684"/>
                  </a:moveTo>
                  <a:lnTo>
                    <a:pt x="20369" y="32387"/>
                  </a:lnTo>
                  <a:lnTo>
                    <a:pt x="20369" y="37767"/>
                  </a:lnTo>
                  <a:lnTo>
                    <a:pt x="15712" y="40470"/>
                  </a:lnTo>
                  <a:lnTo>
                    <a:pt x="11028" y="37767"/>
                  </a:lnTo>
                  <a:lnTo>
                    <a:pt x="11028" y="32387"/>
                  </a:lnTo>
                  <a:lnTo>
                    <a:pt x="15712" y="29684"/>
                  </a:lnTo>
                  <a:close/>
                  <a:moveTo>
                    <a:pt x="25213" y="29684"/>
                  </a:moveTo>
                  <a:lnTo>
                    <a:pt x="29871" y="32387"/>
                  </a:lnTo>
                  <a:lnTo>
                    <a:pt x="29871" y="37767"/>
                  </a:lnTo>
                  <a:lnTo>
                    <a:pt x="25213" y="40470"/>
                  </a:lnTo>
                  <a:lnTo>
                    <a:pt x="20529" y="37767"/>
                  </a:lnTo>
                  <a:lnTo>
                    <a:pt x="20529" y="32387"/>
                  </a:lnTo>
                  <a:lnTo>
                    <a:pt x="25213" y="29684"/>
                  </a:lnTo>
                  <a:close/>
                  <a:moveTo>
                    <a:pt x="34715" y="29684"/>
                  </a:moveTo>
                  <a:lnTo>
                    <a:pt x="39399" y="32387"/>
                  </a:lnTo>
                  <a:lnTo>
                    <a:pt x="39399" y="37767"/>
                  </a:lnTo>
                  <a:lnTo>
                    <a:pt x="34715" y="40470"/>
                  </a:lnTo>
                  <a:lnTo>
                    <a:pt x="30058" y="37767"/>
                  </a:lnTo>
                  <a:lnTo>
                    <a:pt x="30058" y="32387"/>
                  </a:lnTo>
                  <a:lnTo>
                    <a:pt x="34715" y="29684"/>
                  </a:lnTo>
                  <a:close/>
                  <a:moveTo>
                    <a:pt x="20369" y="1"/>
                  </a:moveTo>
                  <a:lnTo>
                    <a:pt x="20369" y="4818"/>
                  </a:lnTo>
                  <a:lnTo>
                    <a:pt x="15712" y="7522"/>
                  </a:lnTo>
                  <a:lnTo>
                    <a:pt x="11028" y="4818"/>
                  </a:lnTo>
                  <a:lnTo>
                    <a:pt x="11028" y="3159"/>
                  </a:lnTo>
                  <a:cubicBezTo>
                    <a:pt x="10974" y="3186"/>
                    <a:pt x="10921" y="3239"/>
                    <a:pt x="10867" y="3266"/>
                  </a:cubicBezTo>
                  <a:lnTo>
                    <a:pt x="10867" y="4818"/>
                  </a:lnTo>
                  <a:lnTo>
                    <a:pt x="6183" y="7522"/>
                  </a:lnTo>
                  <a:lnTo>
                    <a:pt x="5915" y="7361"/>
                  </a:lnTo>
                  <a:cubicBezTo>
                    <a:pt x="5889" y="7415"/>
                    <a:pt x="5835" y="7442"/>
                    <a:pt x="5808" y="7495"/>
                  </a:cubicBezTo>
                  <a:lnTo>
                    <a:pt x="6103" y="7656"/>
                  </a:lnTo>
                  <a:lnTo>
                    <a:pt x="6103" y="13062"/>
                  </a:lnTo>
                  <a:lnTo>
                    <a:pt x="1419" y="15766"/>
                  </a:lnTo>
                  <a:lnTo>
                    <a:pt x="1124" y="15578"/>
                  </a:lnTo>
                  <a:cubicBezTo>
                    <a:pt x="1124" y="15632"/>
                    <a:pt x="1098" y="15685"/>
                    <a:pt x="1071" y="15739"/>
                  </a:cubicBezTo>
                  <a:lnTo>
                    <a:pt x="1338" y="15899"/>
                  </a:lnTo>
                  <a:lnTo>
                    <a:pt x="1338" y="21306"/>
                  </a:lnTo>
                  <a:lnTo>
                    <a:pt x="0" y="22082"/>
                  </a:lnTo>
                  <a:cubicBezTo>
                    <a:pt x="0" y="22136"/>
                    <a:pt x="0" y="22216"/>
                    <a:pt x="0" y="22270"/>
                  </a:cubicBezTo>
                  <a:lnTo>
                    <a:pt x="1419" y="21440"/>
                  </a:lnTo>
                  <a:lnTo>
                    <a:pt x="6103" y="24143"/>
                  </a:lnTo>
                  <a:lnTo>
                    <a:pt x="6103" y="29523"/>
                  </a:lnTo>
                  <a:lnTo>
                    <a:pt x="1927" y="31932"/>
                  </a:lnTo>
                  <a:cubicBezTo>
                    <a:pt x="1954" y="31986"/>
                    <a:pt x="1981" y="32039"/>
                    <a:pt x="2008" y="32093"/>
                  </a:cubicBezTo>
                  <a:lnTo>
                    <a:pt x="6183" y="29684"/>
                  </a:lnTo>
                  <a:lnTo>
                    <a:pt x="10867" y="32387"/>
                  </a:lnTo>
                  <a:lnTo>
                    <a:pt x="10867" y="37767"/>
                  </a:lnTo>
                  <a:lnTo>
                    <a:pt x="7548" y="39694"/>
                  </a:lnTo>
                  <a:cubicBezTo>
                    <a:pt x="7575" y="39721"/>
                    <a:pt x="7628" y="39774"/>
                    <a:pt x="7682" y="39801"/>
                  </a:cubicBezTo>
                  <a:lnTo>
                    <a:pt x="10947" y="37928"/>
                  </a:lnTo>
                  <a:lnTo>
                    <a:pt x="15605" y="40631"/>
                  </a:lnTo>
                  <a:lnTo>
                    <a:pt x="15605" y="44405"/>
                  </a:lnTo>
                  <a:cubicBezTo>
                    <a:pt x="15658" y="44405"/>
                    <a:pt x="15738" y="44432"/>
                    <a:pt x="15792" y="44458"/>
                  </a:cubicBezTo>
                  <a:lnTo>
                    <a:pt x="15792" y="40631"/>
                  </a:lnTo>
                  <a:lnTo>
                    <a:pt x="20449" y="37928"/>
                  </a:lnTo>
                  <a:lnTo>
                    <a:pt x="25133" y="40631"/>
                  </a:lnTo>
                  <a:lnTo>
                    <a:pt x="25133" y="45449"/>
                  </a:lnTo>
                  <a:cubicBezTo>
                    <a:pt x="25187" y="45449"/>
                    <a:pt x="25240" y="45449"/>
                    <a:pt x="25294" y="45422"/>
                  </a:cubicBezTo>
                  <a:lnTo>
                    <a:pt x="25294" y="40631"/>
                  </a:lnTo>
                  <a:lnTo>
                    <a:pt x="29978" y="37928"/>
                  </a:lnTo>
                  <a:lnTo>
                    <a:pt x="34635" y="40631"/>
                  </a:lnTo>
                  <a:lnTo>
                    <a:pt x="34635" y="42290"/>
                  </a:lnTo>
                  <a:cubicBezTo>
                    <a:pt x="34688" y="42237"/>
                    <a:pt x="34742" y="42210"/>
                    <a:pt x="34796" y="42183"/>
                  </a:cubicBezTo>
                  <a:lnTo>
                    <a:pt x="34796" y="40631"/>
                  </a:lnTo>
                  <a:lnTo>
                    <a:pt x="39480" y="37928"/>
                  </a:lnTo>
                  <a:lnTo>
                    <a:pt x="39747" y="38088"/>
                  </a:lnTo>
                  <a:cubicBezTo>
                    <a:pt x="39774" y="38035"/>
                    <a:pt x="39827" y="37981"/>
                    <a:pt x="39854" y="37954"/>
                  </a:cubicBezTo>
                  <a:lnTo>
                    <a:pt x="39560" y="37767"/>
                  </a:lnTo>
                  <a:lnTo>
                    <a:pt x="39560" y="32387"/>
                  </a:lnTo>
                  <a:lnTo>
                    <a:pt x="44244" y="29684"/>
                  </a:lnTo>
                  <a:lnTo>
                    <a:pt x="44538" y="29871"/>
                  </a:lnTo>
                  <a:cubicBezTo>
                    <a:pt x="44565" y="29791"/>
                    <a:pt x="44565" y="29737"/>
                    <a:pt x="44592" y="29684"/>
                  </a:cubicBezTo>
                  <a:lnTo>
                    <a:pt x="44324" y="29523"/>
                  </a:lnTo>
                  <a:lnTo>
                    <a:pt x="44324" y="24143"/>
                  </a:lnTo>
                  <a:lnTo>
                    <a:pt x="45662" y="23367"/>
                  </a:lnTo>
                  <a:cubicBezTo>
                    <a:pt x="45662" y="23314"/>
                    <a:pt x="45662" y="23233"/>
                    <a:pt x="45662" y="23153"/>
                  </a:cubicBezTo>
                  <a:lnTo>
                    <a:pt x="44244" y="23983"/>
                  </a:lnTo>
                  <a:lnTo>
                    <a:pt x="39560" y="21306"/>
                  </a:lnTo>
                  <a:lnTo>
                    <a:pt x="39560" y="15899"/>
                  </a:lnTo>
                  <a:lnTo>
                    <a:pt x="43735" y="13491"/>
                  </a:lnTo>
                  <a:cubicBezTo>
                    <a:pt x="43709" y="13437"/>
                    <a:pt x="43682" y="13383"/>
                    <a:pt x="43655" y="13330"/>
                  </a:cubicBezTo>
                  <a:lnTo>
                    <a:pt x="39480" y="15766"/>
                  </a:lnTo>
                  <a:lnTo>
                    <a:pt x="34796" y="13062"/>
                  </a:lnTo>
                  <a:lnTo>
                    <a:pt x="34796" y="7656"/>
                  </a:lnTo>
                  <a:lnTo>
                    <a:pt x="38114" y="5755"/>
                  </a:lnTo>
                  <a:cubicBezTo>
                    <a:pt x="38088" y="5702"/>
                    <a:pt x="38034" y="5675"/>
                    <a:pt x="37981" y="5621"/>
                  </a:cubicBezTo>
                  <a:lnTo>
                    <a:pt x="34715" y="7522"/>
                  </a:lnTo>
                  <a:lnTo>
                    <a:pt x="30058" y="4818"/>
                  </a:lnTo>
                  <a:lnTo>
                    <a:pt x="30058" y="1045"/>
                  </a:lnTo>
                  <a:cubicBezTo>
                    <a:pt x="30004" y="1018"/>
                    <a:pt x="29951" y="1018"/>
                    <a:pt x="29871" y="991"/>
                  </a:cubicBezTo>
                  <a:lnTo>
                    <a:pt x="29871" y="4818"/>
                  </a:lnTo>
                  <a:lnTo>
                    <a:pt x="25213" y="7522"/>
                  </a:lnTo>
                  <a:lnTo>
                    <a:pt x="20529" y="4818"/>
                  </a:lnTo>
                  <a:lnTo>
                    <a:pt x="2052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7" name="Google Shape;587;p60"/>
            <p:cNvSpPr/>
            <p:nvPr/>
          </p:nvSpPr>
          <p:spPr>
            <a:xfrm>
              <a:off x="2796545" y="833253"/>
              <a:ext cx="9704" cy="7538"/>
            </a:xfrm>
            <a:custGeom>
              <a:avLst/>
              <a:gdLst/>
              <a:ahLst/>
              <a:cxnLst/>
              <a:rect l="l" t="t" r="r" b="b"/>
              <a:pathLst>
                <a:path w="242" h="188" extrusionOk="0">
                  <a:moveTo>
                    <a:pt x="161" y="0"/>
                  </a:moveTo>
                  <a:cubicBezTo>
                    <a:pt x="108" y="27"/>
                    <a:pt x="54" y="81"/>
                    <a:pt x="1" y="107"/>
                  </a:cubicBezTo>
                  <a:lnTo>
                    <a:pt x="161" y="188"/>
                  </a:lnTo>
                  <a:lnTo>
                    <a:pt x="242" y="54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8" name="Google Shape;588;p60"/>
            <p:cNvSpPr/>
            <p:nvPr/>
          </p:nvSpPr>
          <p:spPr>
            <a:xfrm>
              <a:off x="2899597" y="677633"/>
              <a:ext cx="287659" cy="242590"/>
            </a:xfrm>
            <a:custGeom>
              <a:avLst/>
              <a:gdLst/>
              <a:ahLst/>
              <a:cxnLst/>
              <a:rect l="l" t="t" r="r" b="b"/>
              <a:pathLst>
                <a:path w="7174" h="6050" extrusionOk="0">
                  <a:moveTo>
                    <a:pt x="7173" y="0"/>
                  </a:moveTo>
                  <a:lnTo>
                    <a:pt x="7173" y="0"/>
                  </a:lnTo>
                  <a:cubicBezTo>
                    <a:pt x="7013" y="27"/>
                    <a:pt x="6852" y="54"/>
                    <a:pt x="6692" y="81"/>
                  </a:cubicBezTo>
                  <a:lnTo>
                    <a:pt x="3667" y="1794"/>
                  </a:lnTo>
                  <a:lnTo>
                    <a:pt x="3667" y="830"/>
                  </a:lnTo>
                  <a:cubicBezTo>
                    <a:pt x="3614" y="857"/>
                    <a:pt x="3560" y="857"/>
                    <a:pt x="3507" y="884"/>
                  </a:cubicBezTo>
                  <a:lnTo>
                    <a:pt x="3507" y="1794"/>
                  </a:lnTo>
                  <a:lnTo>
                    <a:pt x="2516" y="1231"/>
                  </a:lnTo>
                  <a:cubicBezTo>
                    <a:pt x="2463" y="1258"/>
                    <a:pt x="2382" y="1285"/>
                    <a:pt x="2329" y="1312"/>
                  </a:cubicBezTo>
                  <a:lnTo>
                    <a:pt x="3426" y="1954"/>
                  </a:lnTo>
                  <a:lnTo>
                    <a:pt x="0" y="3935"/>
                  </a:lnTo>
                  <a:lnTo>
                    <a:pt x="81" y="4069"/>
                  </a:lnTo>
                  <a:lnTo>
                    <a:pt x="3507" y="2115"/>
                  </a:lnTo>
                  <a:lnTo>
                    <a:pt x="3507" y="6049"/>
                  </a:lnTo>
                  <a:lnTo>
                    <a:pt x="3667" y="6049"/>
                  </a:lnTo>
                  <a:lnTo>
                    <a:pt x="3667" y="2115"/>
                  </a:lnTo>
                  <a:lnTo>
                    <a:pt x="7093" y="4069"/>
                  </a:lnTo>
                  <a:lnTo>
                    <a:pt x="7173" y="3935"/>
                  </a:lnTo>
                  <a:lnTo>
                    <a:pt x="3774" y="1954"/>
                  </a:lnTo>
                  <a:lnTo>
                    <a:pt x="717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9" name="Google Shape;589;p60"/>
            <p:cNvSpPr/>
            <p:nvPr/>
          </p:nvSpPr>
          <p:spPr>
            <a:xfrm>
              <a:off x="3280608" y="671177"/>
              <a:ext cx="288742" cy="249046"/>
            </a:xfrm>
            <a:custGeom>
              <a:avLst/>
              <a:gdLst/>
              <a:ahLst/>
              <a:cxnLst/>
              <a:rect l="l" t="t" r="r" b="b"/>
              <a:pathLst>
                <a:path w="7201" h="6211" extrusionOk="0">
                  <a:moveTo>
                    <a:pt x="107" y="1"/>
                  </a:moveTo>
                  <a:lnTo>
                    <a:pt x="0" y="134"/>
                  </a:lnTo>
                  <a:lnTo>
                    <a:pt x="3426" y="2115"/>
                  </a:lnTo>
                  <a:lnTo>
                    <a:pt x="0" y="4096"/>
                  </a:lnTo>
                  <a:lnTo>
                    <a:pt x="107" y="4230"/>
                  </a:lnTo>
                  <a:lnTo>
                    <a:pt x="3506" y="2276"/>
                  </a:lnTo>
                  <a:lnTo>
                    <a:pt x="3506" y="6210"/>
                  </a:lnTo>
                  <a:lnTo>
                    <a:pt x="3694" y="6210"/>
                  </a:lnTo>
                  <a:lnTo>
                    <a:pt x="3694" y="2276"/>
                  </a:lnTo>
                  <a:lnTo>
                    <a:pt x="7093" y="4230"/>
                  </a:lnTo>
                  <a:lnTo>
                    <a:pt x="7200" y="4096"/>
                  </a:lnTo>
                  <a:lnTo>
                    <a:pt x="3774" y="2115"/>
                  </a:lnTo>
                  <a:lnTo>
                    <a:pt x="6558" y="509"/>
                  </a:lnTo>
                  <a:cubicBezTo>
                    <a:pt x="6477" y="482"/>
                    <a:pt x="6397" y="456"/>
                    <a:pt x="6317" y="456"/>
                  </a:cubicBezTo>
                  <a:lnTo>
                    <a:pt x="3694" y="1955"/>
                  </a:lnTo>
                  <a:lnTo>
                    <a:pt x="3694" y="1"/>
                  </a:lnTo>
                  <a:lnTo>
                    <a:pt x="3506" y="1"/>
                  </a:lnTo>
                  <a:lnTo>
                    <a:pt x="3506" y="1955"/>
                  </a:lnTo>
                  <a:lnTo>
                    <a:pt x="10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0" name="Google Shape;590;p60"/>
            <p:cNvSpPr/>
            <p:nvPr/>
          </p:nvSpPr>
          <p:spPr>
            <a:xfrm>
              <a:off x="3662662" y="776354"/>
              <a:ext cx="109506" cy="64437"/>
            </a:xfrm>
            <a:custGeom>
              <a:avLst/>
              <a:gdLst/>
              <a:ahLst/>
              <a:cxnLst/>
              <a:rect l="l" t="t" r="r" b="b"/>
              <a:pathLst>
                <a:path w="2731" h="1607" extrusionOk="0">
                  <a:moveTo>
                    <a:pt x="2543" y="1"/>
                  </a:moveTo>
                  <a:lnTo>
                    <a:pt x="1" y="1473"/>
                  </a:lnTo>
                  <a:lnTo>
                    <a:pt x="81" y="1607"/>
                  </a:lnTo>
                  <a:lnTo>
                    <a:pt x="2731" y="81"/>
                  </a:lnTo>
                  <a:cubicBezTo>
                    <a:pt x="2677" y="54"/>
                    <a:pt x="2597" y="27"/>
                    <a:pt x="254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1" name="Google Shape;591;p60"/>
            <p:cNvSpPr/>
            <p:nvPr/>
          </p:nvSpPr>
          <p:spPr>
            <a:xfrm>
              <a:off x="3803246" y="797847"/>
              <a:ext cx="6496" cy="122378"/>
            </a:xfrm>
            <a:custGeom>
              <a:avLst/>
              <a:gdLst/>
              <a:ahLst/>
              <a:cxnLst/>
              <a:rect l="l" t="t" r="r" b="b"/>
              <a:pathLst>
                <a:path w="162" h="3052" extrusionOk="0">
                  <a:moveTo>
                    <a:pt x="1" y="0"/>
                  </a:moveTo>
                  <a:lnTo>
                    <a:pt x="1" y="3051"/>
                  </a:lnTo>
                  <a:lnTo>
                    <a:pt x="162" y="3051"/>
                  </a:lnTo>
                  <a:lnTo>
                    <a:pt x="162" y="107"/>
                  </a:lnTo>
                  <a:cubicBezTo>
                    <a:pt x="108" y="54"/>
                    <a:pt x="54" y="27"/>
                    <a:pt x="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2" name="Google Shape;592;p60"/>
            <p:cNvSpPr/>
            <p:nvPr/>
          </p:nvSpPr>
          <p:spPr>
            <a:xfrm>
              <a:off x="2475641" y="1246463"/>
              <a:ext cx="2205" cy="4331"/>
            </a:xfrm>
            <a:custGeom>
              <a:avLst/>
              <a:gdLst/>
              <a:ahLst/>
              <a:cxnLst/>
              <a:rect l="l" t="t" r="r" b="b"/>
              <a:pathLst>
                <a:path w="55" h="108" extrusionOk="0">
                  <a:moveTo>
                    <a:pt x="54" y="0"/>
                  </a:moveTo>
                  <a:cubicBezTo>
                    <a:pt x="28" y="27"/>
                    <a:pt x="28" y="54"/>
                    <a:pt x="1" y="107"/>
                  </a:cubicBezTo>
                  <a:lnTo>
                    <a:pt x="54" y="107"/>
                  </a:lnTo>
                  <a:lnTo>
                    <a:pt x="5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3" name="Google Shape;593;p60"/>
            <p:cNvSpPr/>
            <p:nvPr/>
          </p:nvSpPr>
          <p:spPr>
            <a:xfrm>
              <a:off x="2616265" y="1006036"/>
              <a:ext cx="2165" cy="2205"/>
            </a:xfrm>
            <a:custGeom>
              <a:avLst/>
              <a:gdLst/>
              <a:ahLst/>
              <a:cxnLst/>
              <a:rect l="l" t="t" r="r" b="b"/>
              <a:pathLst>
                <a:path w="54" h="55" extrusionOk="0">
                  <a:moveTo>
                    <a:pt x="54" y="1"/>
                  </a:moveTo>
                  <a:cubicBezTo>
                    <a:pt x="27" y="27"/>
                    <a:pt x="27" y="27"/>
                    <a:pt x="0" y="54"/>
                  </a:cubicBezTo>
                  <a:lnTo>
                    <a:pt x="54" y="27"/>
                  </a:lnTo>
                  <a:lnTo>
                    <a:pt x="5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4" name="Google Shape;594;p60"/>
            <p:cNvSpPr/>
            <p:nvPr/>
          </p:nvSpPr>
          <p:spPr>
            <a:xfrm>
              <a:off x="2535748" y="1119794"/>
              <a:ext cx="82681" cy="51565"/>
            </a:xfrm>
            <a:custGeom>
              <a:avLst/>
              <a:gdLst/>
              <a:ahLst/>
              <a:cxnLst/>
              <a:rect l="l" t="t" r="r" b="b"/>
              <a:pathLst>
                <a:path w="2062" h="1286" extrusionOk="0">
                  <a:moveTo>
                    <a:pt x="81" y="1"/>
                  </a:moveTo>
                  <a:cubicBezTo>
                    <a:pt x="54" y="54"/>
                    <a:pt x="27" y="108"/>
                    <a:pt x="1" y="135"/>
                  </a:cubicBezTo>
                  <a:lnTo>
                    <a:pt x="1981" y="1285"/>
                  </a:lnTo>
                  <a:lnTo>
                    <a:pt x="2062" y="1125"/>
                  </a:ln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5" name="Google Shape;595;p60"/>
            <p:cNvSpPr/>
            <p:nvPr/>
          </p:nvSpPr>
          <p:spPr>
            <a:xfrm>
              <a:off x="2711778" y="921268"/>
              <a:ext cx="287659" cy="329521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217"/>
                  </a:lnTo>
                  <a:lnTo>
                    <a:pt x="3667" y="8217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6" name="Google Shape;596;p60"/>
            <p:cNvSpPr/>
            <p:nvPr/>
          </p:nvSpPr>
          <p:spPr>
            <a:xfrm>
              <a:off x="3092789" y="921268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80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0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41"/>
                  </a:lnTo>
                  <a:lnTo>
                    <a:pt x="7093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7" name="Google Shape;597;p60"/>
            <p:cNvSpPr/>
            <p:nvPr/>
          </p:nvSpPr>
          <p:spPr>
            <a:xfrm>
              <a:off x="3474843" y="92126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480" y="3961"/>
                  </a:lnTo>
                  <a:lnTo>
                    <a:pt x="81" y="1981"/>
                  </a:lnTo>
                  <a:lnTo>
                    <a:pt x="1" y="2141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36"/>
                  </a:lnTo>
                  <a:lnTo>
                    <a:pt x="3480" y="4256"/>
                  </a:lnTo>
                  <a:lnTo>
                    <a:pt x="3480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8" name="Google Shape;598;p60"/>
            <p:cNvSpPr/>
            <p:nvPr/>
          </p:nvSpPr>
          <p:spPr>
            <a:xfrm>
              <a:off x="3855854" y="953467"/>
              <a:ext cx="287659" cy="296240"/>
            </a:xfrm>
            <a:custGeom>
              <a:avLst/>
              <a:gdLst/>
              <a:ahLst/>
              <a:cxnLst/>
              <a:rect l="l" t="t" r="r" b="b"/>
              <a:pathLst>
                <a:path w="7174" h="7388" extrusionOk="0">
                  <a:moveTo>
                    <a:pt x="3507" y="0"/>
                  </a:moveTo>
                  <a:lnTo>
                    <a:pt x="3507" y="3158"/>
                  </a:lnTo>
                  <a:lnTo>
                    <a:pt x="81" y="1178"/>
                  </a:lnTo>
                  <a:lnTo>
                    <a:pt x="0" y="1312"/>
                  </a:lnTo>
                  <a:lnTo>
                    <a:pt x="3426" y="3292"/>
                  </a:lnTo>
                  <a:lnTo>
                    <a:pt x="0" y="5273"/>
                  </a:lnTo>
                  <a:lnTo>
                    <a:pt x="81" y="5433"/>
                  </a:lnTo>
                  <a:lnTo>
                    <a:pt x="3507" y="3453"/>
                  </a:lnTo>
                  <a:lnTo>
                    <a:pt x="3507" y="7387"/>
                  </a:lnTo>
                  <a:lnTo>
                    <a:pt x="3667" y="7387"/>
                  </a:lnTo>
                  <a:lnTo>
                    <a:pt x="3667" y="3453"/>
                  </a:lnTo>
                  <a:lnTo>
                    <a:pt x="7093" y="5407"/>
                  </a:lnTo>
                  <a:lnTo>
                    <a:pt x="7174" y="5273"/>
                  </a:lnTo>
                  <a:lnTo>
                    <a:pt x="3748" y="3292"/>
                  </a:lnTo>
                  <a:lnTo>
                    <a:pt x="5434" y="2329"/>
                  </a:lnTo>
                  <a:cubicBezTo>
                    <a:pt x="5380" y="2302"/>
                    <a:pt x="5354" y="2248"/>
                    <a:pt x="5327" y="2195"/>
                  </a:cubicBezTo>
                  <a:lnTo>
                    <a:pt x="3667" y="3158"/>
                  </a:lnTo>
                  <a:lnTo>
                    <a:pt x="3667" y="187"/>
                  </a:lnTo>
                  <a:cubicBezTo>
                    <a:pt x="3614" y="134"/>
                    <a:pt x="3560" y="80"/>
                    <a:pt x="350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9" name="Google Shape;599;p60"/>
            <p:cNvSpPr/>
            <p:nvPr/>
          </p:nvSpPr>
          <p:spPr>
            <a:xfrm>
              <a:off x="2417699" y="1498640"/>
              <a:ext cx="7538" cy="9704"/>
            </a:xfrm>
            <a:custGeom>
              <a:avLst/>
              <a:gdLst/>
              <a:ahLst/>
              <a:cxnLst/>
              <a:rect l="l" t="t" r="r" b="b"/>
              <a:pathLst>
                <a:path w="188" h="242" extrusionOk="0">
                  <a:moveTo>
                    <a:pt x="1" y="1"/>
                  </a:moveTo>
                  <a:cubicBezTo>
                    <a:pt x="1" y="54"/>
                    <a:pt x="1" y="135"/>
                    <a:pt x="1" y="188"/>
                  </a:cubicBezTo>
                  <a:lnTo>
                    <a:pt x="108" y="242"/>
                  </a:lnTo>
                  <a:lnTo>
                    <a:pt x="188" y="108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0" name="Google Shape;600;p60"/>
            <p:cNvSpPr/>
            <p:nvPr/>
          </p:nvSpPr>
          <p:spPr>
            <a:xfrm>
              <a:off x="2518586" y="1259335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1" name="Google Shape;601;p60"/>
            <p:cNvSpPr/>
            <p:nvPr/>
          </p:nvSpPr>
          <p:spPr>
            <a:xfrm>
              <a:off x="2899597" y="1259335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3" y="6049"/>
                  </a:lnTo>
                  <a:lnTo>
                    <a:pt x="3774" y="4095"/>
                  </a:lnTo>
                  <a:lnTo>
                    <a:pt x="7173" y="2115"/>
                  </a:lnTo>
                  <a:lnTo>
                    <a:pt x="7093" y="1954"/>
                  </a:lnTo>
                  <a:lnTo>
                    <a:pt x="3667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2" name="Google Shape;602;p60"/>
            <p:cNvSpPr/>
            <p:nvPr/>
          </p:nvSpPr>
          <p:spPr>
            <a:xfrm>
              <a:off x="3280608" y="1259335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35"/>
                  </a:lnTo>
                  <a:lnTo>
                    <a:pt x="107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107" y="6210"/>
                  </a:lnTo>
                  <a:lnTo>
                    <a:pt x="3506" y="4229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29"/>
                  </a:lnTo>
                  <a:lnTo>
                    <a:pt x="7093" y="6210"/>
                  </a:lnTo>
                  <a:lnTo>
                    <a:pt x="7200" y="6049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54"/>
                  </a:lnTo>
                  <a:lnTo>
                    <a:pt x="3694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3" name="Google Shape;603;p60"/>
            <p:cNvSpPr/>
            <p:nvPr/>
          </p:nvSpPr>
          <p:spPr>
            <a:xfrm>
              <a:off x="3662662" y="1258252"/>
              <a:ext cx="287659" cy="329521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122"/>
                  </a:lnTo>
                  <a:lnTo>
                    <a:pt x="1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8" y="8218"/>
                  </a:lnTo>
                  <a:lnTo>
                    <a:pt x="3668" y="4256"/>
                  </a:lnTo>
                  <a:lnTo>
                    <a:pt x="7094" y="6237"/>
                  </a:lnTo>
                  <a:lnTo>
                    <a:pt x="7174" y="6076"/>
                  </a:lnTo>
                  <a:lnTo>
                    <a:pt x="3748" y="4122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4" name="Google Shape;604;p60"/>
            <p:cNvSpPr/>
            <p:nvPr/>
          </p:nvSpPr>
          <p:spPr>
            <a:xfrm>
              <a:off x="4043673" y="1258252"/>
              <a:ext cx="193230" cy="329521"/>
            </a:xfrm>
            <a:custGeom>
              <a:avLst/>
              <a:gdLst/>
              <a:ahLst/>
              <a:cxnLst/>
              <a:rect l="l" t="t" r="r" b="b"/>
              <a:pathLst>
                <a:path w="4819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7" y="8218"/>
                  </a:lnTo>
                  <a:lnTo>
                    <a:pt x="3667" y="4256"/>
                  </a:lnTo>
                  <a:lnTo>
                    <a:pt x="4818" y="4925"/>
                  </a:lnTo>
                  <a:cubicBezTo>
                    <a:pt x="4818" y="4845"/>
                    <a:pt x="4818" y="4765"/>
                    <a:pt x="4792" y="4711"/>
                  </a:cubicBezTo>
                  <a:lnTo>
                    <a:pt x="3774" y="4096"/>
                  </a:lnTo>
                  <a:lnTo>
                    <a:pt x="4604" y="3614"/>
                  </a:lnTo>
                  <a:cubicBezTo>
                    <a:pt x="4604" y="3560"/>
                    <a:pt x="4577" y="3507"/>
                    <a:pt x="4577" y="3453"/>
                  </a:cubicBezTo>
                  <a:lnTo>
                    <a:pt x="3667" y="3962"/>
                  </a:lnTo>
                  <a:lnTo>
                    <a:pt x="3667" y="295"/>
                  </a:lnTo>
                  <a:cubicBezTo>
                    <a:pt x="3641" y="188"/>
                    <a:pt x="3614" y="108"/>
                    <a:pt x="358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5" name="Google Shape;605;p60"/>
            <p:cNvSpPr/>
            <p:nvPr/>
          </p:nvSpPr>
          <p:spPr>
            <a:xfrm>
              <a:off x="2423072" y="1578074"/>
              <a:ext cx="195355" cy="328439"/>
            </a:xfrm>
            <a:custGeom>
              <a:avLst/>
              <a:gdLst/>
              <a:ahLst/>
              <a:cxnLst/>
              <a:rect l="l" t="t" r="r" b="b"/>
              <a:pathLst>
                <a:path w="4872" h="8191" extrusionOk="0">
                  <a:moveTo>
                    <a:pt x="1205" y="1"/>
                  </a:moveTo>
                  <a:lnTo>
                    <a:pt x="1205" y="3935"/>
                  </a:lnTo>
                  <a:lnTo>
                    <a:pt x="0" y="3266"/>
                  </a:lnTo>
                  <a:lnTo>
                    <a:pt x="0" y="3266"/>
                  </a:lnTo>
                  <a:cubicBezTo>
                    <a:pt x="0" y="3320"/>
                    <a:pt x="27" y="3400"/>
                    <a:pt x="27" y="3480"/>
                  </a:cubicBezTo>
                  <a:lnTo>
                    <a:pt x="1098" y="4096"/>
                  </a:lnTo>
                  <a:lnTo>
                    <a:pt x="214" y="4604"/>
                  </a:lnTo>
                  <a:cubicBezTo>
                    <a:pt x="241" y="4658"/>
                    <a:pt x="241" y="4738"/>
                    <a:pt x="268" y="4792"/>
                  </a:cubicBezTo>
                  <a:lnTo>
                    <a:pt x="1205" y="4256"/>
                  </a:lnTo>
                  <a:lnTo>
                    <a:pt x="1205" y="8030"/>
                  </a:lnTo>
                  <a:cubicBezTo>
                    <a:pt x="1205" y="8084"/>
                    <a:pt x="1232" y="8137"/>
                    <a:pt x="1258" y="8191"/>
                  </a:cubicBezTo>
                  <a:lnTo>
                    <a:pt x="1365" y="8191"/>
                  </a:lnTo>
                  <a:lnTo>
                    <a:pt x="1365" y="4256"/>
                  </a:lnTo>
                  <a:lnTo>
                    <a:pt x="4791" y="6210"/>
                  </a:lnTo>
                  <a:lnTo>
                    <a:pt x="4872" y="6076"/>
                  </a:lnTo>
                  <a:lnTo>
                    <a:pt x="1446" y="4096"/>
                  </a:lnTo>
                  <a:lnTo>
                    <a:pt x="4872" y="2115"/>
                  </a:lnTo>
                  <a:lnTo>
                    <a:pt x="4791" y="1981"/>
                  </a:lnTo>
                  <a:lnTo>
                    <a:pt x="1365" y="3935"/>
                  </a:lnTo>
                  <a:lnTo>
                    <a:pt x="136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6" name="Google Shape;606;p60"/>
            <p:cNvSpPr/>
            <p:nvPr/>
          </p:nvSpPr>
          <p:spPr>
            <a:xfrm>
              <a:off x="2711778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56"/>
                  </a:lnTo>
                  <a:lnTo>
                    <a:pt x="7093" y="6210"/>
                  </a:lnTo>
                  <a:lnTo>
                    <a:pt x="7173" y="6076"/>
                  </a:lnTo>
                  <a:lnTo>
                    <a:pt x="3774" y="4096"/>
                  </a:lnTo>
                  <a:lnTo>
                    <a:pt x="7173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7" name="Google Shape;607;p60"/>
            <p:cNvSpPr/>
            <p:nvPr/>
          </p:nvSpPr>
          <p:spPr>
            <a:xfrm>
              <a:off x="3092789" y="1578074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1"/>
                  </a:moveTo>
                  <a:lnTo>
                    <a:pt x="3506" y="3935"/>
                  </a:lnTo>
                  <a:lnTo>
                    <a:pt x="80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0" y="6210"/>
                  </a:lnTo>
                  <a:lnTo>
                    <a:pt x="3506" y="4230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30"/>
                  </a:lnTo>
                  <a:lnTo>
                    <a:pt x="7093" y="6210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15"/>
                  </a:lnTo>
                  <a:lnTo>
                    <a:pt x="7093" y="1981"/>
                  </a:lnTo>
                  <a:lnTo>
                    <a:pt x="3694" y="3935"/>
                  </a:lnTo>
                  <a:lnTo>
                    <a:pt x="369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8" name="Google Shape;608;p60"/>
            <p:cNvSpPr/>
            <p:nvPr/>
          </p:nvSpPr>
          <p:spPr>
            <a:xfrm>
              <a:off x="3474843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1" y="2115"/>
                  </a:lnTo>
                  <a:lnTo>
                    <a:pt x="3400" y="4096"/>
                  </a:lnTo>
                  <a:lnTo>
                    <a:pt x="1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480" y="8191"/>
                  </a:lnTo>
                  <a:lnTo>
                    <a:pt x="3668" y="8191"/>
                  </a:lnTo>
                  <a:lnTo>
                    <a:pt x="3668" y="4230"/>
                  </a:lnTo>
                  <a:lnTo>
                    <a:pt x="7094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4" y="1955"/>
                  </a:lnTo>
                  <a:lnTo>
                    <a:pt x="3668" y="3935"/>
                  </a:lnTo>
                  <a:lnTo>
                    <a:pt x="366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9" name="Google Shape;609;p60"/>
            <p:cNvSpPr/>
            <p:nvPr/>
          </p:nvSpPr>
          <p:spPr>
            <a:xfrm>
              <a:off x="3855854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30"/>
                  </a:lnTo>
                  <a:lnTo>
                    <a:pt x="7093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3" y="1955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0" name="Google Shape;610;p60"/>
            <p:cNvSpPr/>
            <p:nvPr/>
          </p:nvSpPr>
          <p:spPr>
            <a:xfrm>
              <a:off x="2518586" y="1919388"/>
              <a:ext cx="287659" cy="293033"/>
            </a:xfrm>
            <a:custGeom>
              <a:avLst/>
              <a:gdLst/>
              <a:ahLst/>
              <a:cxnLst/>
              <a:rect l="l" t="t" r="r" b="b"/>
              <a:pathLst>
                <a:path w="7174" h="730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1767" y="5059"/>
                  </a:lnTo>
                  <a:cubicBezTo>
                    <a:pt x="1821" y="5086"/>
                    <a:pt x="1847" y="5139"/>
                    <a:pt x="1874" y="5193"/>
                  </a:cubicBezTo>
                  <a:lnTo>
                    <a:pt x="3507" y="4256"/>
                  </a:lnTo>
                  <a:lnTo>
                    <a:pt x="3507" y="7120"/>
                  </a:lnTo>
                  <a:cubicBezTo>
                    <a:pt x="3560" y="7200"/>
                    <a:pt x="3614" y="7254"/>
                    <a:pt x="3667" y="7307"/>
                  </a:cubicBezTo>
                  <a:lnTo>
                    <a:pt x="3667" y="4256"/>
                  </a:lnTo>
                  <a:lnTo>
                    <a:pt x="7093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1" name="Google Shape;611;p60"/>
            <p:cNvSpPr/>
            <p:nvPr/>
          </p:nvSpPr>
          <p:spPr>
            <a:xfrm>
              <a:off x="2899597" y="191938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7" y="8190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2" name="Google Shape;612;p60"/>
            <p:cNvSpPr/>
            <p:nvPr/>
          </p:nvSpPr>
          <p:spPr>
            <a:xfrm>
              <a:off x="3280608" y="1919388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107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107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3" name="Google Shape;613;p60"/>
            <p:cNvSpPr/>
            <p:nvPr/>
          </p:nvSpPr>
          <p:spPr>
            <a:xfrm>
              <a:off x="3662662" y="191938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1" y="2115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4" name="Google Shape;614;p60"/>
            <p:cNvSpPr/>
            <p:nvPr/>
          </p:nvSpPr>
          <p:spPr>
            <a:xfrm>
              <a:off x="4043673" y="1998782"/>
              <a:ext cx="78391" cy="49400"/>
            </a:xfrm>
            <a:custGeom>
              <a:avLst/>
              <a:gdLst/>
              <a:ahLst/>
              <a:cxnLst/>
              <a:rect l="l" t="t" r="r" b="b"/>
              <a:pathLst>
                <a:path w="1955" h="1232" extrusionOk="0">
                  <a:moveTo>
                    <a:pt x="81" y="1"/>
                  </a:moveTo>
                  <a:lnTo>
                    <a:pt x="0" y="135"/>
                  </a:lnTo>
                  <a:lnTo>
                    <a:pt x="1874" y="1232"/>
                  </a:lnTo>
                  <a:cubicBezTo>
                    <a:pt x="1901" y="1178"/>
                    <a:pt x="1928" y="1125"/>
                    <a:pt x="1954" y="1071"/>
                  </a:cubicBez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5" name="Google Shape;615;p60"/>
            <p:cNvSpPr/>
            <p:nvPr/>
          </p:nvSpPr>
          <p:spPr>
            <a:xfrm>
              <a:off x="2884560" y="2317561"/>
              <a:ext cx="114879" cy="68727"/>
            </a:xfrm>
            <a:custGeom>
              <a:avLst/>
              <a:gdLst/>
              <a:ahLst/>
              <a:cxnLst/>
              <a:rect l="l" t="t" r="r" b="b"/>
              <a:pathLst>
                <a:path w="2865" h="1714" extrusionOk="0">
                  <a:moveTo>
                    <a:pt x="2784" y="0"/>
                  </a:moveTo>
                  <a:lnTo>
                    <a:pt x="1" y="1606"/>
                  </a:lnTo>
                  <a:cubicBezTo>
                    <a:pt x="54" y="1660"/>
                    <a:pt x="108" y="1686"/>
                    <a:pt x="161" y="1713"/>
                  </a:cubicBezTo>
                  <a:lnTo>
                    <a:pt x="2864" y="161"/>
                  </a:lnTo>
                  <a:lnTo>
                    <a:pt x="278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6" name="Google Shape;616;p60"/>
            <p:cNvSpPr/>
            <p:nvPr/>
          </p:nvSpPr>
          <p:spPr>
            <a:xfrm>
              <a:off x="2852362" y="2238127"/>
              <a:ext cx="6496" cy="129916"/>
            </a:xfrm>
            <a:custGeom>
              <a:avLst/>
              <a:gdLst/>
              <a:ahLst/>
              <a:cxnLst/>
              <a:rect l="l" t="t" r="r" b="b"/>
              <a:pathLst>
                <a:path w="162" h="3240" extrusionOk="0">
                  <a:moveTo>
                    <a:pt x="1" y="0"/>
                  </a:moveTo>
                  <a:lnTo>
                    <a:pt x="1" y="3132"/>
                  </a:lnTo>
                  <a:cubicBezTo>
                    <a:pt x="54" y="3159"/>
                    <a:pt x="108" y="3212"/>
                    <a:pt x="161" y="3239"/>
                  </a:cubicBez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7" name="Google Shape;617;p60"/>
            <p:cNvSpPr/>
            <p:nvPr/>
          </p:nvSpPr>
          <p:spPr>
            <a:xfrm>
              <a:off x="3092789" y="2238127"/>
              <a:ext cx="288742" cy="255461"/>
            </a:xfrm>
            <a:custGeom>
              <a:avLst/>
              <a:gdLst/>
              <a:ahLst/>
              <a:cxnLst/>
              <a:rect l="l" t="t" r="r" b="b"/>
              <a:pathLst>
                <a:path w="7201" h="6371" extrusionOk="0">
                  <a:moveTo>
                    <a:pt x="3506" y="0"/>
                  </a:moveTo>
                  <a:lnTo>
                    <a:pt x="3506" y="3962"/>
                  </a:lnTo>
                  <a:lnTo>
                    <a:pt x="80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455" y="5835"/>
                  </a:lnTo>
                  <a:cubicBezTo>
                    <a:pt x="535" y="5835"/>
                    <a:pt x="616" y="5862"/>
                    <a:pt x="696" y="5889"/>
                  </a:cubicBezTo>
                  <a:lnTo>
                    <a:pt x="3506" y="4256"/>
                  </a:lnTo>
                  <a:lnTo>
                    <a:pt x="3506" y="6371"/>
                  </a:lnTo>
                  <a:lnTo>
                    <a:pt x="3694" y="6371"/>
                  </a:lnTo>
                  <a:lnTo>
                    <a:pt x="3694" y="4256"/>
                  </a:lnTo>
                  <a:lnTo>
                    <a:pt x="7093" y="6237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42"/>
                  </a:lnTo>
                  <a:lnTo>
                    <a:pt x="7093" y="1981"/>
                  </a:lnTo>
                  <a:lnTo>
                    <a:pt x="3694" y="3962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8" name="Google Shape;618;p60"/>
            <p:cNvSpPr/>
            <p:nvPr/>
          </p:nvSpPr>
          <p:spPr>
            <a:xfrm>
              <a:off x="3474843" y="2238127"/>
              <a:ext cx="287659" cy="247963"/>
            </a:xfrm>
            <a:custGeom>
              <a:avLst/>
              <a:gdLst/>
              <a:ahLst/>
              <a:cxnLst/>
              <a:rect l="l" t="t" r="r" b="b"/>
              <a:pathLst>
                <a:path w="7174" h="6184" extrusionOk="0">
                  <a:moveTo>
                    <a:pt x="3507" y="0"/>
                  </a:moveTo>
                  <a:lnTo>
                    <a:pt x="3480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096"/>
                  </a:lnTo>
                  <a:lnTo>
                    <a:pt x="1" y="6076"/>
                  </a:lnTo>
                  <a:lnTo>
                    <a:pt x="54" y="6183"/>
                  </a:lnTo>
                  <a:lnTo>
                    <a:pt x="161" y="6183"/>
                  </a:lnTo>
                  <a:lnTo>
                    <a:pt x="3480" y="4256"/>
                  </a:lnTo>
                  <a:lnTo>
                    <a:pt x="3480" y="5354"/>
                  </a:lnTo>
                  <a:cubicBezTo>
                    <a:pt x="3560" y="5327"/>
                    <a:pt x="3614" y="5327"/>
                    <a:pt x="3668" y="5300"/>
                  </a:cubicBezTo>
                  <a:lnTo>
                    <a:pt x="3668" y="4256"/>
                  </a:lnTo>
                  <a:lnTo>
                    <a:pt x="4765" y="4899"/>
                  </a:lnTo>
                  <a:cubicBezTo>
                    <a:pt x="4845" y="4872"/>
                    <a:pt x="4899" y="4845"/>
                    <a:pt x="4979" y="4818"/>
                  </a:cubicBezTo>
                  <a:lnTo>
                    <a:pt x="3748" y="4096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9" name="Google Shape;619;p60"/>
            <p:cNvSpPr/>
            <p:nvPr/>
          </p:nvSpPr>
          <p:spPr>
            <a:xfrm>
              <a:off x="3855854" y="2317561"/>
              <a:ext cx="12911" cy="9704"/>
            </a:xfrm>
            <a:custGeom>
              <a:avLst/>
              <a:gdLst/>
              <a:ahLst/>
              <a:cxnLst/>
              <a:rect l="l" t="t" r="r" b="b"/>
              <a:pathLst>
                <a:path w="322" h="242" extrusionOk="0">
                  <a:moveTo>
                    <a:pt x="81" y="0"/>
                  </a:moveTo>
                  <a:lnTo>
                    <a:pt x="0" y="134"/>
                  </a:lnTo>
                  <a:lnTo>
                    <a:pt x="161" y="241"/>
                  </a:lnTo>
                  <a:cubicBezTo>
                    <a:pt x="215" y="214"/>
                    <a:pt x="268" y="161"/>
                    <a:pt x="322" y="134"/>
                  </a:cubicBezTo>
                  <a:lnTo>
                    <a:pt x="8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20" name="Google Shape;620;p60"/>
          <p:cNvSpPr/>
          <p:nvPr/>
        </p:nvSpPr>
        <p:spPr>
          <a:xfrm rot="2354015">
            <a:off x="1787599" y="2882800"/>
            <a:ext cx="1434657" cy="1265485"/>
          </a:xfrm>
          <a:custGeom>
            <a:avLst/>
            <a:gdLst/>
            <a:ahLst/>
            <a:cxnLst/>
            <a:rect l="l" t="t" r="r" b="b"/>
            <a:pathLst>
              <a:path w="13679" h="12066" extrusionOk="0">
                <a:moveTo>
                  <a:pt x="7541" y="1"/>
                </a:moveTo>
                <a:cubicBezTo>
                  <a:pt x="7109" y="1"/>
                  <a:pt x="6648" y="24"/>
                  <a:pt x="6157" y="68"/>
                </a:cubicBezTo>
                <a:cubicBezTo>
                  <a:pt x="1981" y="443"/>
                  <a:pt x="28" y="3173"/>
                  <a:pt x="1" y="6385"/>
                </a:cubicBezTo>
                <a:cubicBezTo>
                  <a:pt x="598" y="10109"/>
                  <a:pt x="2003" y="12066"/>
                  <a:pt x="5300" y="12066"/>
                </a:cubicBezTo>
                <a:cubicBezTo>
                  <a:pt x="5700" y="12066"/>
                  <a:pt x="6128" y="12037"/>
                  <a:pt x="6585" y="11979"/>
                </a:cubicBezTo>
                <a:cubicBezTo>
                  <a:pt x="10680" y="11470"/>
                  <a:pt x="13678" y="9516"/>
                  <a:pt x="12822" y="4297"/>
                </a:cubicBezTo>
                <a:cubicBezTo>
                  <a:pt x="12326" y="1256"/>
                  <a:pt x="10731" y="1"/>
                  <a:pt x="7541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1" name="Google Shape;621;p60"/>
          <p:cNvSpPr txBox="1">
            <a:spLocks noGrp="1"/>
          </p:cNvSpPr>
          <p:nvPr>
            <p:ph type="subTitle" idx="1"/>
          </p:nvPr>
        </p:nvSpPr>
        <p:spPr>
          <a:xfrm>
            <a:off x="1817226" y="1367900"/>
            <a:ext cx="2167800" cy="454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None/>
              <a:defRPr sz="2200" b="1">
                <a:solidFill>
                  <a:schemeClr val="accent2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22" name="Google Shape;622;p60"/>
          <p:cNvSpPr txBox="1">
            <a:spLocks noGrp="1"/>
          </p:cNvSpPr>
          <p:nvPr>
            <p:ph type="subTitle" idx="2"/>
          </p:nvPr>
        </p:nvSpPr>
        <p:spPr>
          <a:xfrm>
            <a:off x="5158650" y="3076250"/>
            <a:ext cx="2167800" cy="454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2200" b="1">
                <a:solidFill>
                  <a:schemeClr val="accent2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23" name="Google Shape;623;p60"/>
          <p:cNvSpPr txBox="1">
            <a:spLocks noGrp="1"/>
          </p:cNvSpPr>
          <p:nvPr>
            <p:ph type="subTitle" idx="3"/>
          </p:nvPr>
        </p:nvSpPr>
        <p:spPr>
          <a:xfrm>
            <a:off x="1817225" y="1835638"/>
            <a:ext cx="21678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None/>
              <a:defRPr sz="1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24" name="Google Shape;624;p60"/>
          <p:cNvSpPr txBox="1">
            <a:spLocks noGrp="1"/>
          </p:cNvSpPr>
          <p:nvPr>
            <p:ph type="subTitle" idx="4"/>
          </p:nvPr>
        </p:nvSpPr>
        <p:spPr>
          <a:xfrm>
            <a:off x="5158650" y="3543988"/>
            <a:ext cx="21678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25" name="Google Shape;625;p60"/>
          <p:cNvSpPr txBox="1">
            <a:spLocks noGrp="1"/>
          </p:cNvSpPr>
          <p:nvPr>
            <p:ph type="title" hasCustomPrompt="1"/>
          </p:nvPr>
        </p:nvSpPr>
        <p:spPr>
          <a:xfrm>
            <a:off x="713225" y="1682475"/>
            <a:ext cx="1104000" cy="411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3000">
                <a:solidFill>
                  <a:schemeClr val="accent3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r>
              <a:t>xx%</a:t>
            </a:r>
          </a:p>
        </p:txBody>
      </p:sp>
      <p:sp>
        <p:nvSpPr>
          <p:cNvPr id="626" name="Google Shape;626;p60"/>
          <p:cNvSpPr txBox="1">
            <a:spLocks noGrp="1"/>
          </p:cNvSpPr>
          <p:nvPr>
            <p:ph type="title" idx="5" hasCustomPrompt="1"/>
          </p:nvPr>
        </p:nvSpPr>
        <p:spPr>
          <a:xfrm>
            <a:off x="7326450" y="3390825"/>
            <a:ext cx="1104000" cy="411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3000">
                <a:solidFill>
                  <a:schemeClr val="accent5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r>
              <a:t>xx%</a:t>
            </a:r>
          </a:p>
        </p:txBody>
      </p:sp>
      <p:sp>
        <p:nvSpPr>
          <p:cNvPr id="627" name="Google Shape;627;p60"/>
          <p:cNvSpPr txBox="1">
            <a:spLocks noGrp="1"/>
          </p:cNvSpPr>
          <p:nvPr>
            <p:ph type="title" idx="6"/>
          </p:nvPr>
        </p:nvSpPr>
        <p:spPr>
          <a:xfrm>
            <a:off x="713250" y="523025"/>
            <a:ext cx="7717500" cy="541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>
                <a:solidFill>
                  <a:schemeClr val="accen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umbers and text 3">
  <p:cSld name="CUSTOM_46">
    <p:spTree>
      <p:nvGrpSpPr>
        <p:cNvPr id="1" name="Shape 6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9" name="Google Shape;629;p61"/>
          <p:cNvSpPr txBox="1">
            <a:spLocks noGrp="1"/>
          </p:cNvSpPr>
          <p:nvPr>
            <p:ph type="subTitle" idx="1"/>
          </p:nvPr>
        </p:nvSpPr>
        <p:spPr>
          <a:xfrm>
            <a:off x="924775" y="2021538"/>
            <a:ext cx="3706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None/>
              <a:defRPr sz="16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0" name="Google Shape;630;p61"/>
          <p:cNvSpPr txBox="1">
            <a:spLocks noGrp="1"/>
          </p:cNvSpPr>
          <p:nvPr>
            <p:ph type="title" hasCustomPrompt="1"/>
          </p:nvPr>
        </p:nvSpPr>
        <p:spPr>
          <a:xfrm>
            <a:off x="924775" y="1415738"/>
            <a:ext cx="48444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5600">
                <a:solidFill>
                  <a:schemeClr val="accent1"/>
                </a:solidFill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1800">
                <a:solidFill>
                  <a:schemeClr val="accent1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1800">
                <a:solidFill>
                  <a:schemeClr val="accent1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1800">
                <a:solidFill>
                  <a:schemeClr val="accent1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1800">
                <a:solidFill>
                  <a:schemeClr val="accent1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1800">
                <a:solidFill>
                  <a:schemeClr val="accent1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1800">
                <a:solidFill>
                  <a:schemeClr val="accent1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1800">
                <a:solidFill>
                  <a:schemeClr val="accent1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1800">
                <a:solidFill>
                  <a:schemeClr val="accen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31" name="Google Shape;631;p61"/>
          <p:cNvSpPr txBox="1">
            <a:spLocks noGrp="1"/>
          </p:cNvSpPr>
          <p:nvPr>
            <p:ph type="subTitle" idx="2"/>
          </p:nvPr>
        </p:nvSpPr>
        <p:spPr>
          <a:xfrm>
            <a:off x="924775" y="3155063"/>
            <a:ext cx="3706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None/>
              <a:defRPr sz="16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2" name="Google Shape;632;p61"/>
          <p:cNvSpPr txBox="1">
            <a:spLocks noGrp="1"/>
          </p:cNvSpPr>
          <p:nvPr>
            <p:ph type="title" idx="3" hasCustomPrompt="1"/>
          </p:nvPr>
        </p:nvSpPr>
        <p:spPr>
          <a:xfrm>
            <a:off x="924775" y="2549236"/>
            <a:ext cx="48444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5600">
                <a:solidFill>
                  <a:schemeClr val="accent1"/>
                </a:solidFill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1800">
                <a:solidFill>
                  <a:schemeClr val="accent1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1800">
                <a:solidFill>
                  <a:schemeClr val="accent1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1800">
                <a:solidFill>
                  <a:schemeClr val="accent1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1800">
                <a:solidFill>
                  <a:schemeClr val="accent1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1800">
                <a:solidFill>
                  <a:schemeClr val="accent1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1800">
                <a:solidFill>
                  <a:schemeClr val="accent1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1800">
                <a:solidFill>
                  <a:schemeClr val="accent1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1800">
                <a:solidFill>
                  <a:schemeClr val="accent1"/>
                </a:solidFill>
              </a:defRPr>
            </a:lvl9pPr>
          </a:lstStyle>
          <a:p>
            <a:r>
              <a:t>xx%</a:t>
            </a:r>
          </a:p>
        </p:txBody>
      </p:sp>
      <p:grpSp>
        <p:nvGrpSpPr>
          <p:cNvPr id="633" name="Google Shape;633;p61"/>
          <p:cNvGrpSpPr/>
          <p:nvPr/>
        </p:nvGrpSpPr>
        <p:grpSpPr>
          <a:xfrm flipH="1">
            <a:off x="6914055" y="-80449"/>
            <a:ext cx="2277317" cy="5304377"/>
            <a:chOff x="224725" y="566950"/>
            <a:chExt cx="1850875" cy="4311100"/>
          </a:xfrm>
        </p:grpSpPr>
        <p:sp>
          <p:nvSpPr>
            <p:cNvPr id="634" name="Google Shape;634;p61"/>
            <p:cNvSpPr/>
            <p:nvPr/>
          </p:nvSpPr>
          <p:spPr>
            <a:xfrm>
              <a:off x="1914975" y="566950"/>
              <a:ext cx="160625" cy="2033000"/>
            </a:xfrm>
            <a:custGeom>
              <a:avLst/>
              <a:gdLst/>
              <a:ahLst/>
              <a:cxnLst/>
              <a:rect l="l" t="t" r="r" b="b"/>
              <a:pathLst>
                <a:path w="6425" h="81320" extrusionOk="0">
                  <a:moveTo>
                    <a:pt x="126" y="1"/>
                  </a:moveTo>
                  <a:cubicBezTo>
                    <a:pt x="81" y="1"/>
                    <a:pt x="44" y="24"/>
                    <a:pt x="27" y="57"/>
                  </a:cubicBezTo>
                  <a:cubicBezTo>
                    <a:pt x="27" y="84"/>
                    <a:pt x="27" y="110"/>
                    <a:pt x="27" y="137"/>
                  </a:cubicBezTo>
                  <a:cubicBezTo>
                    <a:pt x="27" y="164"/>
                    <a:pt x="27" y="217"/>
                    <a:pt x="81" y="244"/>
                  </a:cubicBezTo>
                  <a:cubicBezTo>
                    <a:pt x="1821" y="1261"/>
                    <a:pt x="2972" y="3188"/>
                    <a:pt x="2945" y="5035"/>
                  </a:cubicBezTo>
                  <a:cubicBezTo>
                    <a:pt x="2945" y="5089"/>
                    <a:pt x="2972" y="5142"/>
                    <a:pt x="2998" y="5169"/>
                  </a:cubicBezTo>
                  <a:cubicBezTo>
                    <a:pt x="4952" y="6133"/>
                    <a:pt x="6157" y="8086"/>
                    <a:pt x="6157" y="10255"/>
                  </a:cubicBezTo>
                  <a:cubicBezTo>
                    <a:pt x="6157" y="12449"/>
                    <a:pt x="4952" y="14403"/>
                    <a:pt x="2998" y="15367"/>
                  </a:cubicBezTo>
                  <a:cubicBezTo>
                    <a:pt x="2945" y="15394"/>
                    <a:pt x="2945" y="15447"/>
                    <a:pt x="2945" y="15501"/>
                  </a:cubicBezTo>
                  <a:cubicBezTo>
                    <a:pt x="2998" y="17321"/>
                    <a:pt x="1848" y="19248"/>
                    <a:pt x="108" y="20292"/>
                  </a:cubicBezTo>
                  <a:cubicBezTo>
                    <a:pt x="54" y="20292"/>
                    <a:pt x="27" y="20318"/>
                    <a:pt x="27" y="20372"/>
                  </a:cubicBezTo>
                  <a:cubicBezTo>
                    <a:pt x="1" y="20425"/>
                    <a:pt x="27" y="20479"/>
                    <a:pt x="81" y="20506"/>
                  </a:cubicBezTo>
                  <a:cubicBezTo>
                    <a:pt x="1794" y="21496"/>
                    <a:pt x="2865" y="23316"/>
                    <a:pt x="2945" y="25324"/>
                  </a:cubicBezTo>
                  <a:cubicBezTo>
                    <a:pt x="2945" y="25350"/>
                    <a:pt x="2972" y="25404"/>
                    <a:pt x="2998" y="25431"/>
                  </a:cubicBezTo>
                  <a:cubicBezTo>
                    <a:pt x="4952" y="26394"/>
                    <a:pt x="6157" y="28348"/>
                    <a:pt x="6157" y="30543"/>
                  </a:cubicBezTo>
                  <a:cubicBezTo>
                    <a:pt x="6157" y="32711"/>
                    <a:pt x="4952" y="34665"/>
                    <a:pt x="2998" y="35628"/>
                  </a:cubicBezTo>
                  <a:cubicBezTo>
                    <a:pt x="2945" y="35655"/>
                    <a:pt x="2918" y="35709"/>
                    <a:pt x="2945" y="35762"/>
                  </a:cubicBezTo>
                  <a:cubicBezTo>
                    <a:pt x="3106" y="37823"/>
                    <a:pt x="1633" y="39643"/>
                    <a:pt x="108" y="40553"/>
                  </a:cubicBezTo>
                  <a:cubicBezTo>
                    <a:pt x="54" y="40553"/>
                    <a:pt x="27" y="40580"/>
                    <a:pt x="27" y="40633"/>
                  </a:cubicBezTo>
                  <a:cubicBezTo>
                    <a:pt x="1" y="40687"/>
                    <a:pt x="27" y="40741"/>
                    <a:pt x="81" y="40767"/>
                  </a:cubicBezTo>
                  <a:cubicBezTo>
                    <a:pt x="1821" y="41784"/>
                    <a:pt x="2945" y="43658"/>
                    <a:pt x="2945" y="45532"/>
                  </a:cubicBezTo>
                  <a:cubicBezTo>
                    <a:pt x="2945" y="45558"/>
                    <a:pt x="2945" y="45558"/>
                    <a:pt x="2945" y="45585"/>
                  </a:cubicBezTo>
                  <a:cubicBezTo>
                    <a:pt x="2945" y="45612"/>
                    <a:pt x="2972" y="45665"/>
                    <a:pt x="2998" y="45692"/>
                  </a:cubicBezTo>
                  <a:cubicBezTo>
                    <a:pt x="4952" y="46656"/>
                    <a:pt x="6157" y="48636"/>
                    <a:pt x="6157" y="50804"/>
                  </a:cubicBezTo>
                  <a:cubicBezTo>
                    <a:pt x="6157" y="52972"/>
                    <a:pt x="4952" y="54926"/>
                    <a:pt x="2998" y="55917"/>
                  </a:cubicBezTo>
                  <a:cubicBezTo>
                    <a:pt x="2972" y="55917"/>
                    <a:pt x="2945" y="55970"/>
                    <a:pt x="2945" y="56024"/>
                  </a:cubicBezTo>
                  <a:cubicBezTo>
                    <a:pt x="2891" y="58004"/>
                    <a:pt x="1821" y="59798"/>
                    <a:pt x="108" y="60815"/>
                  </a:cubicBezTo>
                  <a:cubicBezTo>
                    <a:pt x="54" y="60815"/>
                    <a:pt x="27" y="60868"/>
                    <a:pt x="27" y="60895"/>
                  </a:cubicBezTo>
                  <a:cubicBezTo>
                    <a:pt x="1" y="60949"/>
                    <a:pt x="27" y="61002"/>
                    <a:pt x="81" y="61029"/>
                  </a:cubicBezTo>
                  <a:cubicBezTo>
                    <a:pt x="1821" y="62046"/>
                    <a:pt x="2891" y="63839"/>
                    <a:pt x="2945" y="65847"/>
                  </a:cubicBezTo>
                  <a:cubicBezTo>
                    <a:pt x="2945" y="65900"/>
                    <a:pt x="2972" y="65927"/>
                    <a:pt x="2998" y="65954"/>
                  </a:cubicBezTo>
                  <a:cubicBezTo>
                    <a:pt x="4952" y="66944"/>
                    <a:pt x="6157" y="68898"/>
                    <a:pt x="6157" y="71066"/>
                  </a:cubicBezTo>
                  <a:cubicBezTo>
                    <a:pt x="6157" y="73234"/>
                    <a:pt x="4952" y="75188"/>
                    <a:pt x="2998" y="76178"/>
                  </a:cubicBezTo>
                  <a:cubicBezTo>
                    <a:pt x="2972" y="76178"/>
                    <a:pt x="2945" y="76232"/>
                    <a:pt x="2945" y="76285"/>
                  </a:cubicBezTo>
                  <a:cubicBezTo>
                    <a:pt x="2891" y="78266"/>
                    <a:pt x="1821" y="80086"/>
                    <a:pt x="81" y="81076"/>
                  </a:cubicBezTo>
                  <a:cubicBezTo>
                    <a:pt x="27" y="81130"/>
                    <a:pt x="1" y="81183"/>
                    <a:pt x="27" y="81264"/>
                  </a:cubicBezTo>
                  <a:cubicBezTo>
                    <a:pt x="61" y="81297"/>
                    <a:pt x="104" y="81320"/>
                    <a:pt x="145" y="81320"/>
                  </a:cubicBezTo>
                  <a:cubicBezTo>
                    <a:pt x="170" y="81320"/>
                    <a:pt x="194" y="81311"/>
                    <a:pt x="215" y="81290"/>
                  </a:cubicBezTo>
                  <a:cubicBezTo>
                    <a:pt x="2008" y="80273"/>
                    <a:pt x="3106" y="78427"/>
                    <a:pt x="3186" y="76366"/>
                  </a:cubicBezTo>
                  <a:cubicBezTo>
                    <a:pt x="5166" y="75322"/>
                    <a:pt x="6424" y="73314"/>
                    <a:pt x="6424" y="71066"/>
                  </a:cubicBezTo>
                  <a:cubicBezTo>
                    <a:pt x="6424" y="68818"/>
                    <a:pt x="5166" y="66784"/>
                    <a:pt x="3186" y="65766"/>
                  </a:cubicBezTo>
                  <a:cubicBezTo>
                    <a:pt x="3106" y="63786"/>
                    <a:pt x="2062" y="61992"/>
                    <a:pt x="375" y="60922"/>
                  </a:cubicBezTo>
                  <a:cubicBezTo>
                    <a:pt x="2062" y="59878"/>
                    <a:pt x="3106" y="58085"/>
                    <a:pt x="3186" y="56104"/>
                  </a:cubicBezTo>
                  <a:cubicBezTo>
                    <a:pt x="5166" y="55060"/>
                    <a:pt x="6424" y="53053"/>
                    <a:pt x="6424" y="50804"/>
                  </a:cubicBezTo>
                  <a:cubicBezTo>
                    <a:pt x="6424" y="48556"/>
                    <a:pt x="5166" y="46522"/>
                    <a:pt x="3186" y="45505"/>
                  </a:cubicBezTo>
                  <a:cubicBezTo>
                    <a:pt x="3159" y="43604"/>
                    <a:pt x="2088" y="41731"/>
                    <a:pt x="375" y="40660"/>
                  </a:cubicBezTo>
                  <a:cubicBezTo>
                    <a:pt x="1901" y="39723"/>
                    <a:pt x="3320" y="37877"/>
                    <a:pt x="3186" y="35816"/>
                  </a:cubicBezTo>
                  <a:cubicBezTo>
                    <a:pt x="5193" y="34799"/>
                    <a:pt x="6424" y="32764"/>
                    <a:pt x="6424" y="30543"/>
                  </a:cubicBezTo>
                  <a:cubicBezTo>
                    <a:pt x="6424" y="28295"/>
                    <a:pt x="5166" y="26260"/>
                    <a:pt x="3186" y="25243"/>
                  </a:cubicBezTo>
                  <a:cubicBezTo>
                    <a:pt x="3106" y="23236"/>
                    <a:pt x="2062" y="21443"/>
                    <a:pt x="375" y="20399"/>
                  </a:cubicBezTo>
                  <a:cubicBezTo>
                    <a:pt x="2088" y="19328"/>
                    <a:pt x="3186" y="17454"/>
                    <a:pt x="3186" y="15608"/>
                  </a:cubicBezTo>
                  <a:cubicBezTo>
                    <a:pt x="3186" y="15608"/>
                    <a:pt x="3186" y="15581"/>
                    <a:pt x="3186" y="15554"/>
                  </a:cubicBezTo>
                  <a:cubicBezTo>
                    <a:pt x="5166" y="14537"/>
                    <a:pt x="6424" y="12503"/>
                    <a:pt x="6424" y="10255"/>
                  </a:cubicBezTo>
                  <a:cubicBezTo>
                    <a:pt x="6424" y="8033"/>
                    <a:pt x="5166" y="5999"/>
                    <a:pt x="3186" y="4982"/>
                  </a:cubicBezTo>
                  <a:lnTo>
                    <a:pt x="3186" y="4955"/>
                  </a:lnTo>
                  <a:cubicBezTo>
                    <a:pt x="3186" y="3028"/>
                    <a:pt x="2008" y="1074"/>
                    <a:pt x="215" y="30"/>
                  </a:cubicBezTo>
                  <a:cubicBezTo>
                    <a:pt x="184" y="10"/>
                    <a:pt x="153" y="1"/>
                    <a:pt x="12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5" name="Google Shape;635;p61"/>
            <p:cNvSpPr/>
            <p:nvPr/>
          </p:nvSpPr>
          <p:spPr>
            <a:xfrm>
              <a:off x="1761075" y="818875"/>
              <a:ext cx="160625" cy="2032875"/>
            </a:xfrm>
            <a:custGeom>
              <a:avLst/>
              <a:gdLst/>
              <a:ahLst/>
              <a:cxnLst/>
              <a:rect l="l" t="t" r="r" b="b"/>
              <a:pathLst>
                <a:path w="6425" h="81315" extrusionOk="0">
                  <a:moveTo>
                    <a:pt x="149" y="1"/>
                  </a:moveTo>
                  <a:cubicBezTo>
                    <a:pt x="110" y="1"/>
                    <a:pt x="71" y="20"/>
                    <a:pt x="54" y="70"/>
                  </a:cubicBezTo>
                  <a:cubicBezTo>
                    <a:pt x="27" y="70"/>
                    <a:pt x="27" y="97"/>
                    <a:pt x="27" y="124"/>
                  </a:cubicBezTo>
                  <a:cubicBezTo>
                    <a:pt x="27" y="178"/>
                    <a:pt x="54" y="204"/>
                    <a:pt x="81" y="231"/>
                  </a:cubicBezTo>
                  <a:cubicBezTo>
                    <a:pt x="1821" y="1248"/>
                    <a:pt x="2972" y="3175"/>
                    <a:pt x="2945" y="5022"/>
                  </a:cubicBezTo>
                  <a:cubicBezTo>
                    <a:pt x="2945" y="5076"/>
                    <a:pt x="2972" y="5129"/>
                    <a:pt x="2998" y="5156"/>
                  </a:cubicBezTo>
                  <a:cubicBezTo>
                    <a:pt x="4952" y="6119"/>
                    <a:pt x="6183" y="8073"/>
                    <a:pt x="6183" y="10268"/>
                  </a:cubicBezTo>
                  <a:cubicBezTo>
                    <a:pt x="6183" y="12436"/>
                    <a:pt x="4952" y="14390"/>
                    <a:pt x="2998" y="15354"/>
                  </a:cubicBezTo>
                  <a:cubicBezTo>
                    <a:pt x="2972" y="15380"/>
                    <a:pt x="2945" y="15461"/>
                    <a:pt x="2945" y="15487"/>
                  </a:cubicBezTo>
                  <a:cubicBezTo>
                    <a:pt x="2998" y="17334"/>
                    <a:pt x="1847" y="19235"/>
                    <a:pt x="108" y="20278"/>
                  </a:cubicBezTo>
                  <a:cubicBezTo>
                    <a:pt x="81" y="20278"/>
                    <a:pt x="27" y="20305"/>
                    <a:pt x="27" y="20359"/>
                  </a:cubicBezTo>
                  <a:cubicBezTo>
                    <a:pt x="27" y="20412"/>
                    <a:pt x="27" y="20466"/>
                    <a:pt x="81" y="20493"/>
                  </a:cubicBezTo>
                  <a:cubicBezTo>
                    <a:pt x="1821" y="21510"/>
                    <a:pt x="2891" y="23303"/>
                    <a:pt x="2945" y="25310"/>
                  </a:cubicBezTo>
                  <a:cubicBezTo>
                    <a:pt x="2945" y="25364"/>
                    <a:pt x="2972" y="25391"/>
                    <a:pt x="2998" y="25417"/>
                  </a:cubicBezTo>
                  <a:cubicBezTo>
                    <a:pt x="4952" y="26381"/>
                    <a:pt x="6183" y="28362"/>
                    <a:pt x="6183" y="30530"/>
                  </a:cubicBezTo>
                  <a:cubicBezTo>
                    <a:pt x="6183" y="32698"/>
                    <a:pt x="4952" y="34652"/>
                    <a:pt x="2998" y="35642"/>
                  </a:cubicBezTo>
                  <a:cubicBezTo>
                    <a:pt x="2972" y="35642"/>
                    <a:pt x="2945" y="35695"/>
                    <a:pt x="2945" y="35749"/>
                  </a:cubicBezTo>
                  <a:cubicBezTo>
                    <a:pt x="3105" y="37837"/>
                    <a:pt x="1633" y="39630"/>
                    <a:pt x="108" y="40540"/>
                  </a:cubicBezTo>
                  <a:cubicBezTo>
                    <a:pt x="81" y="40540"/>
                    <a:pt x="27" y="40594"/>
                    <a:pt x="27" y="40620"/>
                  </a:cubicBezTo>
                  <a:cubicBezTo>
                    <a:pt x="27" y="40674"/>
                    <a:pt x="27" y="40727"/>
                    <a:pt x="81" y="40754"/>
                  </a:cubicBezTo>
                  <a:cubicBezTo>
                    <a:pt x="1821" y="41771"/>
                    <a:pt x="2945" y="43645"/>
                    <a:pt x="2945" y="45545"/>
                  </a:cubicBezTo>
                  <a:cubicBezTo>
                    <a:pt x="2945" y="45545"/>
                    <a:pt x="2945" y="45545"/>
                    <a:pt x="2945" y="45572"/>
                  </a:cubicBezTo>
                  <a:cubicBezTo>
                    <a:pt x="2945" y="45626"/>
                    <a:pt x="2972" y="45652"/>
                    <a:pt x="2998" y="45679"/>
                  </a:cubicBezTo>
                  <a:cubicBezTo>
                    <a:pt x="4952" y="46669"/>
                    <a:pt x="6183" y="48623"/>
                    <a:pt x="6183" y="50791"/>
                  </a:cubicBezTo>
                  <a:cubicBezTo>
                    <a:pt x="6183" y="52959"/>
                    <a:pt x="4952" y="54913"/>
                    <a:pt x="2998" y="55904"/>
                  </a:cubicBezTo>
                  <a:cubicBezTo>
                    <a:pt x="2972" y="55930"/>
                    <a:pt x="2945" y="55957"/>
                    <a:pt x="2945" y="56011"/>
                  </a:cubicBezTo>
                  <a:cubicBezTo>
                    <a:pt x="2891" y="57991"/>
                    <a:pt x="1847" y="59785"/>
                    <a:pt x="108" y="60802"/>
                  </a:cubicBezTo>
                  <a:cubicBezTo>
                    <a:pt x="81" y="60828"/>
                    <a:pt x="27" y="60855"/>
                    <a:pt x="27" y="60882"/>
                  </a:cubicBezTo>
                  <a:cubicBezTo>
                    <a:pt x="27" y="60935"/>
                    <a:pt x="27" y="60989"/>
                    <a:pt x="81" y="61016"/>
                  </a:cubicBezTo>
                  <a:cubicBezTo>
                    <a:pt x="1821" y="62033"/>
                    <a:pt x="2891" y="63826"/>
                    <a:pt x="2945" y="65834"/>
                  </a:cubicBezTo>
                  <a:cubicBezTo>
                    <a:pt x="2945" y="65887"/>
                    <a:pt x="2972" y="65914"/>
                    <a:pt x="2998" y="65941"/>
                  </a:cubicBezTo>
                  <a:cubicBezTo>
                    <a:pt x="4952" y="66931"/>
                    <a:pt x="6183" y="68885"/>
                    <a:pt x="6183" y="71053"/>
                  </a:cubicBezTo>
                  <a:cubicBezTo>
                    <a:pt x="6183" y="73221"/>
                    <a:pt x="4952" y="75175"/>
                    <a:pt x="2998" y="76165"/>
                  </a:cubicBezTo>
                  <a:cubicBezTo>
                    <a:pt x="2972" y="76192"/>
                    <a:pt x="2945" y="76219"/>
                    <a:pt x="2945" y="76272"/>
                  </a:cubicBezTo>
                  <a:cubicBezTo>
                    <a:pt x="2891" y="78280"/>
                    <a:pt x="1821" y="80073"/>
                    <a:pt x="81" y="81090"/>
                  </a:cubicBezTo>
                  <a:cubicBezTo>
                    <a:pt x="27" y="81117"/>
                    <a:pt x="1" y="81197"/>
                    <a:pt x="54" y="81251"/>
                  </a:cubicBezTo>
                  <a:cubicBezTo>
                    <a:pt x="74" y="81290"/>
                    <a:pt x="122" y="81315"/>
                    <a:pt x="167" y="81315"/>
                  </a:cubicBezTo>
                  <a:cubicBezTo>
                    <a:pt x="184" y="81315"/>
                    <a:pt x="200" y="81311"/>
                    <a:pt x="215" y="81304"/>
                  </a:cubicBezTo>
                  <a:cubicBezTo>
                    <a:pt x="2008" y="80260"/>
                    <a:pt x="3105" y="78413"/>
                    <a:pt x="3186" y="76352"/>
                  </a:cubicBezTo>
                  <a:cubicBezTo>
                    <a:pt x="5193" y="75309"/>
                    <a:pt x="6424" y="73301"/>
                    <a:pt x="6424" y="71053"/>
                  </a:cubicBezTo>
                  <a:cubicBezTo>
                    <a:pt x="6424" y="68805"/>
                    <a:pt x="5193" y="66797"/>
                    <a:pt x="3186" y="65753"/>
                  </a:cubicBezTo>
                  <a:cubicBezTo>
                    <a:pt x="3132" y="63773"/>
                    <a:pt x="2088" y="61979"/>
                    <a:pt x="402" y="60909"/>
                  </a:cubicBezTo>
                  <a:cubicBezTo>
                    <a:pt x="2088" y="59865"/>
                    <a:pt x="3132" y="58072"/>
                    <a:pt x="3186" y="56091"/>
                  </a:cubicBezTo>
                  <a:cubicBezTo>
                    <a:pt x="5193" y="55047"/>
                    <a:pt x="6424" y="53040"/>
                    <a:pt x="6424" y="50791"/>
                  </a:cubicBezTo>
                  <a:cubicBezTo>
                    <a:pt x="6424" y="48543"/>
                    <a:pt x="5193" y="46536"/>
                    <a:pt x="3186" y="45492"/>
                  </a:cubicBezTo>
                  <a:cubicBezTo>
                    <a:pt x="3186" y="43591"/>
                    <a:pt x="2088" y="41718"/>
                    <a:pt x="402" y="40647"/>
                  </a:cubicBezTo>
                  <a:cubicBezTo>
                    <a:pt x="1901" y="39710"/>
                    <a:pt x="3320" y="37890"/>
                    <a:pt x="3186" y="35829"/>
                  </a:cubicBezTo>
                  <a:cubicBezTo>
                    <a:pt x="5193" y="34785"/>
                    <a:pt x="6424" y="32751"/>
                    <a:pt x="6424" y="30530"/>
                  </a:cubicBezTo>
                  <a:cubicBezTo>
                    <a:pt x="6424" y="28281"/>
                    <a:pt x="5193" y="26247"/>
                    <a:pt x="3186" y="25230"/>
                  </a:cubicBezTo>
                  <a:cubicBezTo>
                    <a:pt x="3105" y="23223"/>
                    <a:pt x="2062" y="21429"/>
                    <a:pt x="402" y="20386"/>
                  </a:cubicBezTo>
                  <a:cubicBezTo>
                    <a:pt x="2115" y="19315"/>
                    <a:pt x="3212" y="17415"/>
                    <a:pt x="3186" y="15541"/>
                  </a:cubicBezTo>
                  <a:cubicBezTo>
                    <a:pt x="5193" y="14524"/>
                    <a:pt x="6424" y="12490"/>
                    <a:pt x="6424" y="10268"/>
                  </a:cubicBezTo>
                  <a:cubicBezTo>
                    <a:pt x="6424" y="8020"/>
                    <a:pt x="5193" y="5986"/>
                    <a:pt x="3186" y="4969"/>
                  </a:cubicBezTo>
                  <a:lnTo>
                    <a:pt x="3186" y="4942"/>
                  </a:lnTo>
                  <a:cubicBezTo>
                    <a:pt x="3186" y="3041"/>
                    <a:pt x="2008" y="1061"/>
                    <a:pt x="215" y="17"/>
                  </a:cubicBezTo>
                  <a:cubicBezTo>
                    <a:pt x="195" y="7"/>
                    <a:pt x="172" y="1"/>
                    <a:pt x="14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6" name="Google Shape;636;p61"/>
            <p:cNvSpPr/>
            <p:nvPr/>
          </p:nvSpPr>
          <p:spPr>
            <a:xfrm>
              <a:off x="1607850" y="566950"/>
              <a:ext cx="159950" cy="2033000"/>
            </a:xfrm>
            <a:custGeom>
              <a:avLst/>
              <a:gdLst/>
              <a:ahLst/>
              <a:cxnLst/>
              <a:rect l="l" t="t" r="r" b="b"/>
              <a:pathLst>
                <a:path w="6398" h="81320" extrusionOk="0">
                  <a:moveTo>
                    <a:pt x="119" y="1"/>
                  </a:moveTo>
                  <a:cubicBezTo>
                    <a:pt x="81" y="1"/>
                    <a:pt x="44" y="24"/>
                    <a:pt x="27" y="57"/>
                  </a:cubicBezTo>
                  <a:cubicBezTo>
                    <a:pt x="0" y="84"/>
                    <a:pt x="0" y="110"/>
                    <a:pt x="0" y="137"/>
                  </a:cubicBezTo>
                  <a:cubicBezTo>
                    <a:pt x="0" y="164"/>
                    <a:pt x="27" y="217"/>
                    <a:pt x="81" y="244"/>
                  </a:cubicBezTo>
                  <a:cubicBezTo>
                    <a:pt x="1820" y="1261"/>
                    <a:pt x="2944" y="3188"/>
                    <a:pt x="2918" y="5035"/>
                  </a:cubicBezTo>
                  <a:cubicBezTo>
                    <a:pt x="2918" y="5089"/>
                    <a:pt x="2944" y="5142"/>
                    <a:pt x="2998" y="5169"/>
                  </a:cubicBezTo>
                  <a:cubicBezTo>
                    <a:pt x="4952" y="6133"/>
                    <a:pt x="6156" y="8086"/>
                    <a:pt x="6156" y="10255"/>
                  </a:cubicBezTo>
                  <a:cubicBezTo>
                    <a:pt x="6156" y="12449"/>
                    <a:pt x="4952" y="14403"/>
                    <a:pt x="2998" y="15367"/>
                  </a:cubicBezTo>
                  <a:cubicBezTo>
                    <a:pt x="2944" y="15394"/>
                    <a:pt x="2918" y="15447"/>
                    <a:pt x="2918" y="15501"/>
                  </a:cubicBezTo>
                  <a:cubicBezTo>
                    <a:pt x="2971" y="17347"/>
                    <a:pt x="1847" y="19248"/>
                    <a:pt x="81" y="20292"/>
                  </a:cubicBezTo>
                  <a:cubicBezTo>
                    <a:pt x="54" y="20292"/>
                    <a:pt x="27" y="20318"/>
                    <a:pt x="0" y="20372"/>
                  </a:cubicBezTo>
                  <a:cubicBezTo>
                    <a:pt x="0" y="20425"/>
                    <a:pt x="27" y="20479"/>
                    <a:pt x="81" y="20506"/>
                  </a:cubicBezTo>
                  <a:cubicBezTo>
                    <a:pt x="1794" y="21496"/>
                    <a:pt x="2864" y="23316"/>
                    <a:pt x="2918" y="25324"/>
                  </a:cubicBezTo>
                  <a:cubicBezTo>
                    <a:pt x="2918" y="25350"/>
                    <a:pt x="2944" y="25404"/>
                    <a:pt x="2998" y="25431"/>
                  </a:cubicBezTo>
                  <a:cubicBezTo>
                    <a:pt x="4952" y="26394"/>
                    <a:pt x="6156" y="28348"/>
                    <a:pt x="6156" y="30543"/>
                  </a:cubicBezTo>
                  <a:cubicBezTo>
                    <a:pt x="6156" y="32711"/>
                    <a:pt x="4952" y="34665"/>
                    <a:pt x="2998" y="35628"/>
                  </a:cubicBezTo>
                  <a:cubicBezTo>
                    <a:pt x="2944" y="35655"/>
                    <a:pt x="2918" y="35709"/>
                    <a:pt x="2918" y="35762"/>
                  </a:cubicBezTo>
                  <a:cubicBezTo>
                    <a:pt x="3078" y="37823"/>
                    <a:pt x="1633" y="39643"/>
                    <a:pt x="81" y="40553"/>
                  </a:cubicBezTo>
                  <a:cubicBezTo>
                    <a:pt x="54" y="40553"/>
                    <a:pt x="27" y="40580"/>
                    <a:pt x="0" y="40633"/>
                  </a:cubicBezTo>
                  <a:cubicBezTo>
                    <a:pt x="0" y="40687"/>
                    <a:pt x="27" y="40741"/>
                    <a:pt x="81" y="40767"/>
                  </a:cubicBezTo>
                  <a:cubicBezTo>
                    <a:pt x="1820" y="41784"/>
                    <a:pt x="2918" y="43658"/>
                    <a:pt x="2918" y="45532"/>
                  </a:cubicBezTo>
                  <a:cubicBezTo>
                    <a:pt x="2918" y="45558"/>
                    <a:pt x="2918" y="45558"/>
                    <a:pt x="2918" y="45585"/>
                  </a:cubicBezTo>
                  <a:cubicBezTo>
                    <a:pt x="2918" y="45612"/>
                    <a:pt x="2944" y="45665"/>
                    <a:pt x="2998" y="45692"/>
                  </a:cubicBezTo>
                  <a:cubicBezTo>
                    <a:pt x="4952" y="46656"/>
                    <a:pt x="6156" y="48636"/>
                    <a:pt x="6156" y="50804"/>
                  </a:cubicBezTo>
                  <a:cubicBezTo>
                    <a:pt x="6156" y="52972"/>
                    <a:pt x="4952" y="54926"/>
                    <a:pt x="2998" y="55917"/>
                  </a:cubicBezTo>
                  <a:cubicBezTo>
                    <a:pt x="2944" y="55917"/>
                    <a:pt x="2918" y="55970"/>
                    <a:pt x="2918" y="56024"/>
                  </a:cubicBezTo>
                  <a:cubicBezTo>
                    <a:pt x="2864" y="58004"/>
                    <a:pt x="1820" y="59798"/>
                    <a:pt x="81" y="60815"/>
                  </a:cubicBezTo>
                  <a:cubicBezTo>
                    <a:pt x="54" y="60815"/>
                    <a:pt x="27" y="60868"/>
                    <a:pt x="0" y="60895"/>
                  </a:cubicBezTo>
                  <a:cubicBezTo>
                    <a:pt x="0" y="60949"/>
                    <a:pt x="27" y="61002"/>
                    <a:pt x="81" y="61029"/>
                  </a:cubicBezTo>
                  <a:cubicBezTo>
                    <a:pt x="1820" y="62046"/>
                    <a:pt x="2864" y="63839"/>
                    <a:pt x="2918" y="65847"/>
                  </a:cubicBezTo>
                  <a:cubicBezTo>
                    <a:pt x="2918" y="65900"/>
                    <a:pt x="2944" y="65927"/>
                    <a:pt x="2998" y="65954"/>
                  </a:cubicBezTo>
                  <a:cubicBezTo>
                    <a:pt x="4952" y="66944"/>
                    <a:pt x="6156" y="68898"/>
                    <a:pt x="6156" y="71066"/>
                  </a:cubicBezTo>
                  <a:cubicBezTo>
                    <a:pt x="6156" y="73234"/>
                    <a:pt x="4952" y="75188"/>
                    <a:pt x="2998" y="76178"/>
                  </a:cubicBezTo>
                  <a:cubicBezTo>
                    <a:pt x="2944" y="76178"/>
                    <a:pt x="2918" y="76232"/>
                    <a:pt x="2918" y="76285"/>
                  </a:cubicBezTo>
                  <a:cubicBezTo>
                    <a:pt x="2864" y="78266"/>
                    <a:pt x="1820" y="80086"/>
                    <a:pt x="81" y="81076"/>
                  </a:cubicBezTo>
                  <a:cubicBezTo>
                    <a:pt x="27" y="81130"/>
                    <a:pt x="0" y="81183"/>
                    <a:pt x="27" y="81264"/>
                  </a:cubicBezTo>
                  <a:cubicBezTo>
                    <a:pt x="44" y="81297"/>
                    <a:pt x="81" y="81320"/>
                    <a:pt x="119" y="81320"/>
                  </a:cubicBezTo>
                  <a:cubicBezTo>
                    <a:pt x="143" y="81320"/>
                    <a:pt x="167" y="81311"/>
                    <a:pt x="188" y="81290"/>
                  </a:cubicBezTo>
                  <a:cubicBezTo>
                    <a:pt x="1981" y="80273"/>
                    <a:pt x="3105" y="78427"/>
                    <a:pt x="3185" y="76366"/>
                  </a:cubicBezTo>
                  <a:cubicBezTo>
                    <a:pt x="5166" y="75322"/>
                    <a:pt x="6397" y="73314"/>
                    <a:pt x="6397" y="71066"/>
                  </a:cubicBezTo>
                  <a:cubicBezTo>
                    <a:pt x="6397" y="68818"/>
                    <a:pt x="5166" y="66784"/>
                    <a:pt x="3185" y="65766"/>
                  </a:cubicBezTo>
                  <a:cubicBezTo>
                    <a:pt x="3105" y="63786"/>
                    <a:pt x="2061" y="61992"/>
                    <a:pt x="375" y="60922"/>
                  </a:cubicBezTo>
                  <a:cubicBezTo>
                    <a:pt x="2061" y="59878"/>
                    <a:pt x="3105" y="58085"/>
                    <a:pt x="3185" y="56104"/>
                  </a:cubicBezTo>
                  <a:cubicBezTo>
                    <a:pt x="5166" y="55060"/>
                    <a:pt x="6397" y="53053"/>
                    <a:pt x="6397" y="50804"/>
                  </a:cubicBezTo>
                  <a:cubicBezTo>
                    <a:pt x="6397" y="48556"/>
                    <a:pt x="5166" y="46522"/>
                    <a:pt x="3185" y="45505"/>
                  </a:cubicBezTo>
                  <a:cubicBezTo>
                    <a:pt x="3159" y="43604"/>
                    <a:pt x="2061" y="41731"/>
                    <a:pt x="375" y="40660"/>
                  </a:cubicBezTo>
                  <a:cubicBezTo>
                    <a:pt x="1901" y="39723"/>
                    <a:pt x="3292" y="37877"/>
                    <a:pt x="3185" y="35816"/>
                  </a:cubicBezTo>
                  <a:cubicBezTo>
                    <a:pt x="5166" y="34799"/>
                    <a:pt x="6397" y="32764"/>
                    <a:pt x="6397" y="30543"/>
                  </a:cubicBezTo>
                  <a:cubicBezTo>
                    <a:pt x="6397" y="28295"/>
                    <a:pt x="5166" y="26260"/>
                    <a:pt x="3185" y="25243"/>
                  </a:cubicBezTo>
                  <a:cubicBezTo>
                    <a:pt x="3078" y="23236"/>
                    <a:pt x="2061" y="21443"/>
                    <a:pt x="375" y="20399"/>
                  </a:cubicBezTo>
                  <a:cubicBezTo>
                    <a:pt x="2061" y="19328"/>
                    <a:pt x="3185" y="17454"/>
                    <a:pt x="3185" y="15608"/>
                  </a:cubicBezTo>
                  <a:cubicBezTo>
                    <a:pt x="3185" y="15608"/>
                    <a:pt x="3185" y="15581"/>
                    <a:pt x="3185" y="15554"/>
                  </a:cubicBezTo>
                  <a:cubicBezTo>
                    <a:pt x="5166" y="14537"/>
                    <a:pt x="6397" y="12503"/>
                    <a:pt x="6397" y="10255"/>
                  </a:cubicBezTo>
                  <a:cubicBezTo>
                    <a:pt x="6397" y="8033"/>
                    <a:pt x="5166" y="5999"/>
                    <a:pt x="3185" y="4982"/>
                  </a:cubicBezTo>
                  <a:lnTo>
                    <a:pt x="3185" y="4955"/>
                  </a:lnTo>
                  <a:cubicBezTo>
                    <a:pt x="3185" y="3028"/>
                    <a:pt x="1981" y="1074"/>
                    <a:pt x="188" y="30"/>
                  </a:cubicBezTo>
                  <a:cubicBezTo>
                    <a:pt x="167" y="10"/>
                    <a:pt x="143" y="1"/>
                    <a:pt x="11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7" name="Google Shape;637;p61"/>
            <p:cNvSpPr/>
            <p:nvPr/>
          </p:nvSpPr>
          <p:spPr>
            <a:xfrm>
              <a:off x="1453950" y="818875"/>
              <a:ext cx="160600" cy="2032875"/>
            </a:xfrm>
            <a:custGeom>
              <a:avLst/>
              <a:gdLst/>
              <a:ahLst/>
              <a:cxnLst/>
              <a:rect l="l" t="t" r="r" b="b"/>
              <a:pathLst>
                <a:path w="6424" h="81315" extrusionOk="0">
                  <a:moveTo>
                    <a:pt x="136" y="1"/>
                  </a:moveTo>
                  <a:cubicBezTo>
                    <a:pt x="95" y="1"/>
                    <a:pt x="61" y="20"/>
                    <a:pt x="27" y="70"/>
                  </a:cubicBezTo>
                  <a:cubicBezTo>
                    <a:pt x="27" y="70"/>
                    <a:pt x="27" y="97"/>
                    <a:pt x="27" y="124"/>
                  </a:cubicBezTo>
                  <a:cubicBezTo>
                    <a:pt x="27" y="178"/>
                    <a:pt x="27" y="204"/>
                    <a:pt x="80" y="231"/>
                  </a:cubicBezTo>
                  <a:cubicBezTo>
                    <a:pt x="1820" y="1248"/>
                    <a:pt x="2971" y="3175"/>
                    <a:pt x="2944" y="5022"/>
                  </a:cubicBezTo>
                  <a:cubicBezTo>
                    <a:pt x="2944" y="5076"/>
                    <a:pt x="2971" y="5129"/>
                    <a:pt x="2998" y="5156"/>
                  </a:cubicBezTo>
                  <a:cubicBezTo>
                    <a:pt x="4952" y="6119"/>
                    <a:pt x="6156" y="8073"/>
                    <a:pt x="6156" y="10268"/>
                  </a:cubicBezTo>
                  <a:cubicBezTo>
                    <a:pt x="6156" y="12436"/>
                    <a:pt x="4952" y="14390"/>
                    <a:pt x="2998" y="15354"/>
                  </a:cubicBezTo>
                  <a:cubicBezTo>
                    <a:pt x="2971" y="15380"/>
                    <a:pt x="2944" y="15434"/>
                    <a:pt x="2944" y="15487"/>
                  </a:cubicBezTo>
                  <a:cubicBezTo>
                    <a:pt x="2944" y="15514"/>
                    <a:pt x="2944" y="15568"/>
                    <a:pt x="2944" y="15595"/>
                  </a:cubicBezTo>
                  <a:cubicBezTo>
                    <a:pt x="2944" y="17415"/>
                    <a:pt x="1820" y="19261"/>
                    <a:pt x="107" y="20278"/>
                  </a:cubicBezTo>
                  <a:cubicBezTo>
                    <a:pt x="54" y="20278"/>
                    <a:pt x="27" y="20305"/>
                    <a:pt x="27" y="20359"/>
                  </a:cubicBezTo>
                  <a:cubicBezTo>
                    <a:pt x="0" y="20412"/>
                    <a:pt x="27" y="20466"/>
                    <a:pt x="80" y="20493"/>
                  </a:cubicBezTo>
                  <a:cubicBezTo>
                    <a:pt x="1793" y="21510"/>
                    <a:pt x="2864" y="23303"/>
                    <a:pt x="2944" y="25310"/>
                  </a:cubicBezTo>
                  <a:cubicBezTo>
                    <a:pt x="2944" y="25364"/>
                    <a:pt x="2971" y="25391"/>
                    <a:pt x="2998" y="25417"/>
                  </a:cubicBezTo>
                  <a:cubicBezTo>
                    <a:pt x="4952" y="26381"/>
                    <a:pt x="6156" y="28362"/>
                    <a:pt x="6156" y="30530"/>
                  </a:cubicBezTo>
                  <a:cubicBezTo>
                    <a:pt x="6156" y="32698"/>
                    <a:pt x="4952" y="34652"/>
                    <a:pt x="2998" y="35642"/>
                  </a:cubicBezTo>
                  <a:cubicBezTo>
                    <a:pt x="2944" y="35642"/>
                    <a:pt x="2918" y="35695"/>
                    <a:pt x="2944" y="35749"/>
                  </a:cubicBezTo>
                  <a:cubicBezTo>
                    <a:pt x="3105" y="37837"/>
                    <a:pt x="1633" y="39630"/>
                    <a:pt x="107" y="40540"/>
                  </a:cubicBezTo>
                  <a:cubicBezTo>
                    <a:pt x="54" y="40540"/>
                    <a:pt x="27" y="40594"/>
                    <a:pt x="27" y="40620"/>
                  </a:cubicBezTo>
                  <a:cubicBezTo>
                    <a:pt x="0" y="40674"/>
                    <a:pt x="27" y="40727"/>
                    <a:pt x="80" y="40754"/>
                  </a:cubicBezTo>
                  <a:cubicBezTo>
                    <a:pt x="1820" y="41771"/>
                    <a:pt x="2944" y="43645"/>
                    <a:pt x="2944" y="45545"/>
                  </a:cubicBezTo>
                  <a:cubicBezTo>
                    <a:pt x="2944" y="45545"/>
                    <a:pt x="2944" y="45572"/>
                    <a:pt x="2944" y="45572"/>
                  </a:cubicBezTo>
                  <a:cubicBezTo>
                    <a:pt x="2944" y="45626"/>
                    <a:pt x="2971" y="45652"/>
                    <a:pt x="2998" y="45679"/>
                  </a:cubicBezTo>
                  <a:cubicBezTo>
                    <a:pt x="4952" y="46669"/>
                    <a:pt x="6156" y="48623"/>
                    <a:pt x="6156" y="50791"/>
                  </a:cubicBezTo>
                  <a:cubicBezTo>
                    <a:pt x="6156" y="52959"/>
                    <a:pt x="4952" y="54913"/>
                    <a:pt x="2998" y="55904"/>
                  </a:cubicBezTo>
                  <a:cubicBezTo>
                    <a:pt x="2971" y="55930"/>
                    <a:pt x="2944" y="55957"/>
                    <a:pt x="2944" y="56011"/>
                  </a:cubicBezTo>
                  <a:cubicBezTo>
                    <a:pt x="2891" y="57991"/>
                    <a:pt x="1820" y="59785"/>
                    <a:pt x="107" y="60802"/>
                  </a:cubicBezTo>
                  <a:cubicBezTo>
                    <a:pt x="54" y="60828"/>
                    <a:pt x="27" y="60855"/>
                    <a:pt x="27" y="60882"/>
                  </a:cubicBezTo>
                  <a:cubicBezTo>
                    <a:pt x="0" y="60935"/>
                    <a:pt x="27" y="60989"/>
                    <a:pt x="80" y="61016"/>
                  </a:cubicBezTo>
                  <a:cubicBezTo>
                    <a:pt x="1820" y="62033"/>
                    <a:pt x="2891" y="63826"/>
                    <a:pt x="2944" y="65834"/>
                  </a:cubicBezTo>
                  <a:cubicBezTo>
                    <a:pt x="2944" y="65887"/>
                    <a:pt x="2971" y="65914"/>
                    <a:pt x="2998" y="65941"/>
                  </a:cubicBezTo>
                  <a:cubicBezTo>
                    <a:pt x="4952" y="66931"/>
                    <a:pt x="6156" y="68885"/>
                    <a:pt x="6156" y="71053"/>
                  </a:cubicBezTo>
                  <a:cubicBezTo>
                    <a:pt x="6156" y="73221"/>
                    <a:pt x="4952" y="75175"/>
                    <a:pt x="2998" y="76165"/>
                  </a:cubicBezTo>
                  <a:cubicBezTo>
                    <a:pt x="2971" y="76192"/>
                    <a:pt x="2944" y="76219"/>
                    <a:pt x="2944" y="76272"/>
                  </a:cubicBezTo>
                  <a:cubicBezTo>
                    <a:pt x="2891" y="78280"/>
                    <a:pt x="1820" y="80073"/>
                    <a:pt x="80" y="81090"/>
                  </a:cubicBezTo>
                  <a:cubicBezTo>
                    <a:pt x="27" y="81117"/>
                    <a:pt x="0" y="81197"/>
                    <a:pt x="27" y="81251"/>
                  </a:cubicBezTo>
                  <a:cubicBezTo>
                    <a:pt x="66" y="81290"/>
                    <a:pt x="120" y="81315"/>
                    <a:pt x="167" y="81315"/>
                  </a:cubicBezTo>
                  <a:cubicBezTo>
                    <a:pt x="184" y="81315"/>
                    <a:pt x="200" y="81311"/>
                    <a:pt x="214" y="81304"/>
                  </a:cubicBezTo>
                  <a:cubicBezTo>
                    <a:pt x="2008" y="80260"/>
                    <a:pt x="3105" y="78413"/>
                    <a:pt x="3185" y="76352"/>
                  </a:cubicBezTo>
                  <a:cubicBezTo>
                    <a:pt x="5166" y="75309"/>
                    <a:pt x="6424" y="73301"/>
                    <a:pt x="6424" y="71053"/>
                  </a:cubicBezTo>
                  <a:cubicBezTo>
                    <a:pt x="6424" y="68805"/>
                    <a:pt x="5166" y="66797"/>
                    <a:pt x="3185" y="65753"/>
                  </a:cubicBezTo>
                  <a:cubicBezTo>
                    <a:pt x="3105" y="63773"/>
                    <a:pt x="2061" y="61979"/>
                    <a:pt x="375" y="60909"/>
                  </a:cubicBezTo>
                  <a:cubicBezTo>
                    <a:pt x="2061" y="59865"/>
                    <a:pt x="3105" y="58072"/>
                    <a:pt x="3185" y="56091"/>
                  </a:cubicBezTo>
                  <a:cubicBezTo>
                    <a:pt x="5166" y="55047"/>
                    <a:pt x="6424" y="53040"/>
                    <a:pt x="6424" y="50791"/>
                  </a:cubicBezTo>
                  <a:cubicBezTo>
                    <a:pt x="6424" y="48543"/>
                    <a:pt x="5193" y="46536"/>
                    <a:pt x="3185" y="45492"/>
                  </a:cubicBezTo>
                  <a:cubicBezTo>
                    <a:pt x="3159" y="43591"/>
                    <a:pt x="2088" y="41718"/>
                    <a:pt x="375" y="40647"/>
                  </a:cubicBezTo>
                  <a:cubicBezTo>
                    <a:pt x="1901" y="39710"/>
                    <a:pt x="3319" y="37890"/>
                    <a:pt x="3185" y="35829"/>
                  </a:cubicBezTo>
                  <a:cubicBezTo>
                    <a:pt x="5193" y="34785"/>
                    <a:pt x="6424" y="32751"/>
                    <a:pt x="6424" y="30530"/>
                  </a:cubicBezTo>
                  <a:cubicBezTo>
                    <a:pt x="6424" y="28281"/>
                    <a:pt x="5166" y="26247"/>
                    <a:pt x="3185" y="25230"/>
                  </a:cubicBezTo>
                  <a:cubicBezTo>
                    <a:pt x="3105" y="23223"/>
                    <a:pt x="2061" y="21429"/>
                    <a:pt x="375" y="20386"/>
                  </a:cubicBezTo>
                  <a:cubicBezTo>
                    <a:pt x="2088" y="19315"/>
                    <a:pt x="3185" y="17441"/>
                    <a:pt x="3185" y="15595"/>
                  </a:cubicBezTo>
                  <a:cubicBezTo>
                    <a:pt x="3185" y="15595"/>
                    <a:pt x="3185" y="15568"/>
                    <a:pt x="3185" y="15541"/>
                  </a:cubicBezTo>
                  <a:cubicBezTo>
                    <a:pt x="5193" y="14524"/>
                    <a:pt x="6424" y="12490"/>
                    <a:pt x="6424" y="10268"/>
                  </a:cubicBezTo>
                  <a:cubicBezTo>
                    <a:pt x="6424" y="8020"/>
                    <a:pt x="5193" y="5986"/>
                    <a:pt x="3185" y="4969"/>
                  </a:cubicBezTo>
                  <a:cubicBezTo>
                    <a:pt x="3185" y="3041"/>
                    <a:pt x="2008" y="1061"/>
                    <a:pt x="214" y="17"/>
                  </a:cubicBezTo>
                  <a:cubicBezTo>
                    <a:pt x="185" y="7"/>
                    <a:pt x="159" y="1"/>
                    <a:pt x="13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8" name="Google Shape;638;p61"/>
            <p:cNvSpPr/>
            <p:nvPr/>
          </p:nvSpPr>
          <p:spPr>
            <a:xfrm>
              <a:off x="1300050" y="566950"/>
              <a:ext cx="160600" cy="2033000"/>
            </a:xfrm>
            <a:custGeom>
              <a:avLst/>
              <a:gdLst/>
              <a:ahLst/>
              <a:cxnLst/>
              <a:rect l="l" t="t" r="r" b="b"/>
              <a:pathLst>
                <a:path w="6424" h="81320" extrusionOk="0">
                  <a:moveTo>
                    <a:pt x="146" y="1"/>
                  </a:moveTo>
                  <a:cubicBezTo>
                    <a:pt x="107" y="1"/>
                    <a:pt x="70" y="24"/>
                    <a:pt x="54" y="57"/>
                  </a:cubicBezTo>
                  <a:cubicBezTo>
                    <a:pt x="27" y="84"/>
                    <a:pt x="27" y="110"/>
                    <a:pt x="27" y="137"/>
                  </a:cubicBezTo>
                  <a:cubicBezTo>
                    <a:pt x="27" y="164"/>
                    <a:pt x="54" y="217"/>
                    <a:pt x="80" y="244"/>
                  </a:cubicBezTo>
                  <a:cubicBezTo>
                    <a:pt x="1820" y="1261"/>
                    <a:pt x="2971" y="3188"/>
                    <a:pt x="2944" y="5035"/>
                  </a:cubicBezTo>
                  <a:cubicBezTo>
                    <a:pt x="2944" y="5089"/>
                    <a:pt x="2971" y="5142"/>
                    <a:pt x="3025" y="5169"/>
                  </a:cubicBezTo>
                  <a:cubicBezTo>
                    <a:pt x="4952" y="6133"/>
                    <a:pt x="6183" y="8086"/>
                    <a:pt x="6183" y="10255"/>
                  </a:cubicBezTo>
                  <a:cubicBezTo>
                    <a:pt x="6183" y="12449"/>
                    <a:pt x="4952" y="14403"/>
                    <a:pt x="3025" y="15367"/>
                  </a:cubicBezTo>
                  <a:cubicBezTo>
                    <a:pt x="2971" y="15394"/>
                    <a:pt x="2944" y="15447"/>
                    <a:pt x="2944" y="15501"/>
                  </a:cubicBezTo>
                  <a:cubicBezTo>
                    <a:pt x="2998" y="17321"/>
                    <a:pt x="1847" y="19248"/>
                    <a:pt x="107" y="20292"/>
                  </a:cubicBezTo>
                  <a:cubicBezTo>
                    <a:pt x="80" y="20292"/>
                    <a:pt x="54" y="20318"/>
                    <a:pt x="27" y="20372"/>
                  </a:cubicBezTo>
                  <a:cubicBezTo>
                    <a:pt x="27" y="20425"/>
                    <a:pt x="27" y="20479"/>
                    <a:pt x="80" y="20506"/>
                  </a:cubicBezTo>
                  <a:cubicBezTo>
                    <a:pt x="1820" y="21496"/>
                    <a:pt x="2891" y="23316"/>
                    <a:pt x="2944" y="25324"/>
                  </a:cubicBezTo>
                  <a:cubicBezTo>
                    <a:pt x="2944" y="25350"/>
                    <a:pt x="2971" y="25404"/>
                    <a:pt x="3025" y="25431"/>
                  </a:cubicBezTo>
                  <a:cubicBezTo>
                    <a:pt x="4952" y="26394"/>
                    <a:pt x="6183" y="28348"/>
                    <a:pt x="6183" y="30543"/>
                  </a:cubicBezTo>
                  <a:cubicBezTo>
                    <a:pt x="6183" y="32711"/>
                    <a:pt x="4952" y="34665"/>
                    <a:pt x="3025" y="35628"/>
                  </a:cubicBezTo>
                  <a:cubicBezTo>
                    <a:pt x="2971" y="35655"/>
                    <a:pt x="2944" y="35709"/>
                    <a:pt x="2944" y="35762"/>
                  </a:cubicBezTo>
                  <a:cubicBezTo>
                    <a:pt x="3105" y="37823"/>
                    <a:pt x="1633" y="39643"/>
                    <a:pt x="107" y="40553"/>
                  </a:cubicBezTo>
                  <a:cubicBezTo>
                    <a:pt x="80" y="40553"/>
                    <a:pt x="54" y="40580"/>
                    <a:pt x="27" y="40633"/>
                  </a:cubicBezTo>
                  <a:cubicBezTo>
                    <a:pt x="27" y="40687"/>
                    <a:pt x="27" y="40741"/>
                    <a:pt x="80" y="40767"/>
                  </a:cubicBezTo>
                  <a:cubicBezTo>
                    <a:pt x="1820" y="41784"/>
                    <a:pt x="2944" y="43658"/>
                    <a:pt x="2944" y="45532"/>
                  </a:cubicBezTo>
                  <a:cubicBezTo>
                    <a:pt x="2944" y="45558"/>
                    <a:pt x="2944" y="45558"/>
                    <a:pt x="2944" y="45585"/>
                  </a:cubicBezTo>
                  <a:cubicBezTo>
                    <a:pt x="2944" y="45612"/>
                    <a:pt x="2971" y="45665"/>
                    <a:pt x="3025" y="45692"/>
                  </a:cubicBezTo>
                  <a:cubicBezTo>
                    <a:pt x="4952" y="46656"/>
                    <a:pt x="6183" y="48636"/>
                    <a:pt x="6183" y="50804"/>
                  </a:cubicBezTo>
                  <a:cubicBezTo>
                    <a:pt x="6183" y="52972"/>
                    <a:pt x="4952" y="54926"/>
                    <a:pt x="3025" y="55917"/>
                  </a:cubicBezTo>
                  <a:cubicBezTo>
                    <a:pt x="2971" y="55917"/>
                    <a:pt x="2944" y="55970"/>
                    <a:pt x="2944" y="56024"/>
                  </a:cubicBezTo>
                  <a:cubicBezTo>
                    <a:pt x="2891" y="58004"/>
                    <a:pt x="1847" y="59798"/>
                    <a:pt x="107" y="60815"/>
                  </a:cubicBezTo>
                  <a:cubicBezTo>
                    <a:pt x="80" y="60815"/>
                    <a:pt x="54" y="60868"/>
                    <a:pt x="27" y="60895"/>
                  </a:cubicBezTo>
                  <a:cubicBezTo>
                    <a:pt x="27" y="60949"/>
                    <a:pt x="27" y="61002"/>
                    <a:pt x="80" y="61029"/>
                  </a:cubicBezTo>
                  <a:cubicBezTo>
                    <a:pt x="1820" y="62046"/>
                    <a:pt x="2891" y="63839"/>
                    <a:pt x="2944" y="65847"/>
                  </a:cubicBezTo>
                  <a:cubicBezTo>
                    <a:pt x="2944" y="65900"/>
                    <a:pt x="2971" y="65927"/>
                    <a:pt x="3025" y="65954"/>
                  </a:cubicBezTo>
                  <a:cubicBezTo>
                    <a:pt x="4952" y="66944"/>
                    <a:pt x="6183" y="68898"/>
                    <a:pt x="6183" y="71066"/>
                  </a:cubicBezTo>
                  <a:cubicBezTo>
                    <a:pt x="6183" y="73234"/>
                    <a:pt x="4952" y="75188"/>
                    <a:pt x="3025" y="76178"/>
                  </a:cubicBezTo>
                  <a:cubicBezTo>
                    <a:pt x="2971" y="76178"/>
                    <a:pt x="2944" y="76232"/>
                    <a:pt x="2944" y="76285"/>
                  </a:cubicBezTo>
                  <a:cubicBezTo>
                    <a:pt x="2891" y="78266"/>
                    <a:pt x="1820" y="80086"/>
                    <a:pt x="80" y="81076"/>
                  </a:cubicBezTo>
                  <a:cubicBezTo>
                    <a:pt x="27" y="81130"/>
                    <a:pt x="0" y="81183"/>
                    <a:pt x="54" y="81264"/>
                  </a:cubicBezTo>
                  <a:cubicBezTo>
                    <a:pt x="70" y="81297"/>
                    <a:pt x="107" y="81320"/>
                    <a:pt x="146" y="81320"/>
                  </a:cubicBezTo>
                  <a:cubicBezTo>
                    <a:pt x="169" y="81320"/>
                    <a:pt x="194" y="81311"/>
                    <a:pt x="214" y="81290"/>
                  </a:cubicBezTo>
                  <a:cubicBezTo>
                    <a:pt x="2007" y="80273"/>
                    <a:pt x="3105" y="78427"/>
                    <a:pt x="3185" y="76366"/>
                  </a:cubicBezTo>
                  <a:cubicBezTo>
                    <a:pt x="5193" y="75322"/>
                    <a:pt x="6424" y="73314"/>
                    <a:pt x="6424" y="71066"/>
                  </a:cubicBezTo>
                  <a:cubicBezTo>
                    <a:pt x="6424" y="68818"/>
                    <a:pt x="5193" y="66784"/>
                    <a:pt x="3185" y="65766"/>
                  </a:cubicBezTo>
                  <a:cubicBezTo>
                    <a:pt x="3132" y="63786"/>
                    <a:pt x="2088" y="61992"/>
                    <a:pt x="402" y="60922"/>
                  </a:cubicBezTo>
                  <a:cubicBezTo>
                    <a:pt x="2088" y="59878"/>
                    <a:pt x="3132" y="58085"/>
                    <a:pt x="3185" y="56104"/>
                  </a:cubicBezTo>
                  <a:cubicBezTo>
                    <a:pt x="5193" y="55060"/>
                    <a:pt x="6424" y="53053"/>
                    <a:pt x="6424" y="50804"/>
                  </a:cubicBezTo>
                  <a:cubicBezTo>
                    <a:pt x="6424" y="48556"/>
                    <a:pt x="5193" y="46522"/>
                    <a:pt x="3185" y="45505"/>
                  </a:cubicBezTo>
                  <a:cubicBezTo>
                    <a:pt x="3185" y="43604"/>
                    <a:pt x="2088" y="41731"/>
                    <a:pt x="402" y="40660"/>
                  </a:cubicBezTo>
                  <a:cubicBezTo>
                    <a:pt x="1927" y="39723"/>
                    <a:pt x="3319" y="37903"/>
                    <a:pt x="3212" y="35816"/>
                  </a:cubicBezTo>
                  <a:cubicBezTo>
                    <a:pt x="5193" y="34799"/>
                    <a:pt x="6424" y="32764"/>
                    <a:pt x="6424" y="30543"/>
                  </a:cubicBezTo>
                  <a:cubicBezTo>
                    <a:pt x="6424" y="28295"/>
                    <a:pt x="5193" y="26260"/>
                    <a:pt x="3185" y="25243"/>
                  </a:cubicBezTo>
                  <a:cubicBezTo>
                    <a:pt x="3105" y="23236"/>
                    <a:pt x="2061" y="21443"/>
                    <a:pt x="402" y="20399"/>
                  </a:cubicBezTo>
                  <a:cubicBezTo>
                    <a:pt x="2088" y="19328"/>
                    <a:pt x="3185" y="17454"/>
                    <a:pt x="3185" y="15608"/>
                  </a:cubicBezTo>
                  <a:cubicBezTo>
                    <a:pt x="3185" y="15608"/>
                    <a:pt x="3185" y="15581"/>
                    <a:pt x="3185" y="15554"/>
                  </a:cubicBezTo>
                  <a:cubicBezTo>
                    <a:pt x="5193" y="14537"/>
                    <a:pt x="6424" y="12503"/>
                    <a:pt x="6424" y="10255"/>
                  </a:cubicBezTo>
                  <a:cubicBezTo>
                    <a:pt x="6424" y="8033"/>
                    <a:pt x="5193" y="5999"/>
                    <a:pt x="3185" y="4982"/>
                  </a:cubicBezTo>
                  <a:lnTo>
                    <a:pt x="3185" y="4955"/>
                  </a:lnTo>
                  <a:cubicBezTo>
                    <a:pt x="3185" y="3028"/>
                    <a:pt x="2007" y="1074"/>
                    <a:pt x="214" y="30"/>
                  </a:cubicBezTo>
                  <a:cubicBezTo>
                    <a:pt x="194" y="10"/>
                    <a:pt x="169" y="1"/>
                    <a:pt x="14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9" name="Google Shape;639;p61"/>
            <p:cNvSpPr/>
            <p:nvPr/>
          </p:nvSpPr>
          <p:spPr>
            <a:xfrm>
              <a:off x="1146800" y="818875"/>
              <a:ext cx="159950" cy="2032875"/>
            </a:xfrm>
            <a:custGeom>
              <a:avLst/>
              <a:gdLst/>
              <a:ahLst/>
              <a:cxnLst/>
              <a:rect l="l" t="t" r="r" b="b"/>
              <a:pathLst>
                <a:path w="6398" h="81315" extrusionOk="0">
                  <a:moveTo>
                    <a:pt x="123" y="1"/>
                  </a:moveTo>
                  <a:cubicBezTo>
                    <a:pt x="83" y="1"/>
                    <a:pt x="44" y="20"/>
                    <a:pt x="28" y="70"/>
                  </a:cubicBezTo>
                  <a:cubicBezTo>
                    <a:pt x="28" y="70"/>
                    <a:pt x="1" y="97"/>
                    <a:pt x="1" y="124"/>
                  </a:cubicBezTo>
                  <a:cubicBezTo>
                    <a:pt x="1" y="178"/>
                    <a:pt x="28" y="204"/>
                    <a:pt x="81" y="231"/>
                  </a:cubicBezTo>
                  <a:cubicBezTo>
                    <a:pt x="1821" y="1248"/>
                    <a:pt x="2972" y="3175"/>
                    <a:pt x="2918" y="5022"/>
                  </a:cubicBezTo>
                  <a:cubicBezTo>
                    <a:pt x="2918" y="5076"/>
                    <a:pt x="2945" y="5129"/>
                    <a:pt x="2998" y="5156"/>
                  </a:cubicBezTo>
                  <a:cubicBezTo>
                    <a:pt x="4952" y="6119"/>
                    <a:pt x="6157" y="8073"/>
                    <a:pt x="6157" y="10268"/>
                  </a:cubicBezTo>
                  <a:cubicBezTo>
                    <a:pt x="6157" y="12436"/>
                    <a:pt x="4952" y="14390"/>
                    <a:pt x="2998" y="15354"/>
                  </a:cubicBezTo>
                  <a:cubicBezTo>
                    <a:pt x="2945" y="15380"/>
                    <a:pt x="2918" y="15434"/>
                    <a:pt x="2918" y="15487"/>
                  </a:cubicBezTo>
                  <a:cubicBezTo>
                    <a:pt x="2998" y="17334"/>
                    <a:pt x="1848" y="19235"/>
                    <a:pt x="81" y="20278"/>
                  </a:cubicBezTo>
                  <a:cubicBezTo>
                    <a:pt x="54" y="20278"/>
                    <a:pt x="28" y="20305"/>
                    <a:pt x="1" y="20359"/>
                  </a:cubicBezTo>
                  <a:cubicBezTo>
                    <a:pt x="1" y="20412"/>
                    <a:pt x="28" y="20466"/>
                    <a:pt x="81" y="20493"/>
                  </a:cubicBezTo>
                  <a:cubicBezTo>
                    <a:pt x="1794" y="21510"/>
                    <a:pt x="2865" y="23303"/>
                    <a:pt x="2918" y="25310"/>
                  </a:cubicBezTo>
                  <a:cubicBezTo>
                    <a:pt x="2918" y="25364"/>
                    <a:pt x="2945" y="25391"/>
                    <a:pt x="2998" y="25417"/>
                  </a:cubicBezTo>
                  <a:cubicBezTo>
                    <a:pt x="4952" y="26381"/>
                    <a:pt x="6157" y="28362"/>
                    <a:pt x="6157" y="30530"/>
                  </a:cubicBezTo>
                  <a:cubicBezTo>
                    <a:pt x="6157" y="32698"/>
                    <a:pt x="4952" y="34652"/>
                    <a:pt x="2998" y="35642"/>
                  </a:cubicBezTo>
                  <a:cubicBezTo>
                    <a:pt x="2945" y="35642"/>
                    <a:pt x="2918" y="35695"/>
                    <a:pt x="2918" y="35749"/>
                  </a:cubicBezTo>
                  <a:cubicBezTo>
                    <a:pt x="3079" y="37837"/>
                    <a:pt x="1633" y="39630"/>
                    <a:pt x="81" y="40540"/>
                  </a:cubicBezTo>
                  <a:cubicBezTo>
                    <a:pt x="54" y="40540"/>
                    <a:pt x="28" y="40594"/>
                    <a:pt x="1" y="40620"/>
                  </a:cubicBezTo>
                  <a:cubicBezTo>
                    <a:pt x="1" y="40674"/>
                    <a:pt x="28" y="40727"/>
                    <a:pt x="81" y="40754"/>
                  </a:cubicBezTo>
                  <a:cubicBezTo>
                    <a:pt x="1821" y="41771"/>
                    <a:pt x="2918" y="43645"/>
                    <a:pt x="2918" y="45545"/>
                  </a:cubicBezTo>
                  <a:cubicBezTo>
                    <a:pt x="2918" y="45545"/>
                    <a:pt x="2918" y="45545"/>
                    <a:pt x="2918" y="45572"/>
                  </a:cubicBezTo>
                  <a:cubicBezTo>
                    <a:pt x="2918" y="45626"/>
                    <a:pt x="2945" y="45652"/>
                    <a:pt x="2998" y="45679"/>
                  </a:cubicBezTo>
                  <a:cubicBezTo>
                    <a:pt x="4952" y="46669"/>
                    <a:pt x="6157" y="48623"/>
                    <a:pt x="6157" y="50791"/>
                  </a:cubicBezTo>
                  <a:cubicBezTo>
                    <a:pt x="6157" y="52959"/>
                    <a:pt x="4952" y="54913"/>
                    <a:pt x="2998" y="55904"/>
                  </a:cubicBezTo>
                  <a:cubicBezTo>
                    <a:pt x="2945" y="55930"/>
                    <a:pt x="2918" y="55957"/>
                    <a:pt x="2918" y="56011"/>
                  </a:cubicBezTo>
                  <a:cubicBezTo>
                    <a:pt x="2891" y="57991"/>
                    <a:pt x="1821" y="59785"/>
                    <a:pt x="81" y="60802"/>
                  </a:cubicBezTo>
                  <a:cubicBezTo>
                    <a:pt x="54" y="60828"/>
                    <a:pt x="28" y="60855"/>
                    <a:pt x="1" y="60882"/>
                  </a:cubicBezTo>
                  <a:cubicBezTo>
                    <a:pt x="1" y="60935"/>
                    <a:pt x="28" y="60989"/>
                    <a:pt x="81" y="61016"/>
                  </a:cubicBezTo>
                  <a:cubicBezTo>
                    <a:pt x="1821" y="62033"/>
                    <a:pt x="2891" y="63826"/>
                    <a:pt x="2918" y="65834"/>
                  </a:cubicBezTo>
                  <a:cubicBezTo>
                    <a:pt x="2918" y="65887"/>
                    <a:pt x="2945" y="65914"/>
                    <a:pt x="2998" y="65941"/>
                  </a:cubicBezTo>
                  <a:cubicBezTo>
                    <a:pt x="4952" y="66931"/>
                    <a:pt x="6157" y="68885"/>
                    <a:pt x="6157" y="71053"/>
                  </a:cubicBezTo>
                  <a:cubicBezTo>
                    <a:pt x="6157" y="73221"/>
                    <a:pt x="4952" y="75175"/>
                    <a:pt x="2998" y="76165"/>
                  </a:cubicBezTo>
                  <a:cubicBezTo>
                    <a:pt x="2945" y="76192"/>
                    <a:pt x="2918" y="76219"/>
                    <a:pt x="2918" y="76272"/>
                  </a:cubicBezTo>
                  <a:cubicBezTo>
                    <a:pt x="2891" y="78280"/>
                    <a:pt x="1821" y="80073"/>
                    <a:pt x="81" y="81090"/>
                  </a:cubicBezTo>
                  <a:cubicBezTo>
                    <a:pt x="28" y="81117"/>
                    <a:pt x="1" y="81197"/>
                    <a:pt x="28" y="81251"/>
                  </a:cubicBezTo>
                  <a:cubicBezTo>
                    <a:pt x="47" y="81290"/>
                    <a:pt x="95" y="81315"/>
                    <a:pt x="151" y="81315"/>
                  </a:cubicBezTo>
                  <a:cubicBezTo>
                    <a:pt x="172" y="81315"/>
                    <a:pt x="193" y="81311"/>
                    <a:pt x="215" y="81304"/>
                  </a:cubicBezTo>
                  <a:cubicBezTo>
                    <a:pt x="1981" y="80260"/>
                    <a:pt x="3106" y="78413"/>
                    <a:pt x="3186" y="76352"/>
                  </a:cubicBezTo>
                  <a:cubicBezTo>
                    <a:pt x="5167" y="75309"/>
                    <a:pt x="6398" y="73301"/>
                    <a:pt x="6398" y="71053"/>
                  </a:cubicBezTo>
                  <a:cubicBezTo>
                    <a:pt x="6398" y="68805"/>
                    <a:pt x="5167" y="66797"/>
                    <a:pt x="3186" y="65753"/>
                  </a:cubicBezTo>
                  <a:cubicBezTo>
                    <a:pt x="3106" y="63773"/>
                    <a:pt x="2062" y="61979"/>
                    <a:pt x="375" y="60909"/>
                  </a:cubicBezTo>
                  <a:cubicBezTo>
                    <a:pt x="2062" y="59865"/>
                    <a:pt x="3106" y="58072"/>
                    <a:pt x="3186" y="56091"/>
                  </a:cubicBezTo>
                  <a:cubicBezTo>
                    <a:pt x="5167" y="55047"/>
                    <a:pt x="6398" y="53040"/>
                    <a:pt x="6398" y="50791"/>
                  </a:cubicBezTo>
                  <a:cubicBezTo>
                    <a:pt x="6398" y="48543"/>
                    <a:pt x="5167" y="46536"/>
                    <a:pt x="3186" y="45492"/>
                  </a:cubicBezTo>
                  <a:cubicBezTo>
                    <a:pt x="3159" y="43591"/>
                    <a:pt x="2088" y="41718"/>
                    <a:pt x="375" y="40647"/>
                  </a:cubicBezTo>
                  <a:cubicBezTo>
                    <a:pt x="1901" y="39710"/>
                    <a:pt x="3293" y="37890"/>
                    <a:pt x="3186" y="35829"/>
                  </a:cubicBezTo>
                  <a:cubicBezTo>
                    <a:pt x="5167" y="34785"/>
                    <a:pt x="6398" y="32751"/>
                    <a:pt x="6398" y="30530"/>
                  </a:cubicBezTo>
                  <a:cubicBezTo>
                    <a:pt x="6398" y="28281"/>
                    <a:pt x="5167" y="26247"/>
                    <a:pt x="3186" y="25230"/>
                  </a:cubicBezTo>
                  <a:cubicBezTo>
                    <a:pt x="3079" y="23223"/>
                    <a:pt x="2062" y="21429"/>
                    <a:pt x="375" y="20386"/>
                  </a:cubicBezTo>
                  <a:cubicBezTo>
                    <a:pt x="2088" y="19315"/>
                    <a:pt x="3186" y="17415"/>
                    <a:pt x="3186" y="15541"/>
                  </a:cubicBezTo>
                  <a:cubicBezTo>
                    <a:pt x="5167" y="14524"/>
                    <a:pt x="6398" y="12490"/>
                    <a:pt x="6398" y="10268"/>
                  </a:cubicBezTo>
                  <a:cubicBezTo>
                    <a:pt x="6398" y="8020"/>
                    <a:pt x="5167" y="5986"/>
                    <a:pt x="3186" y="4969"/>
                  </a:cubicBezTo>
                  <a:lnTo>
                    <a:pt x="3186" y="4942"/>
                  </a:lnTo>
                  <a:cubicBezTo>
                    <a:pt x="3186" y="3041"/>
                    <a:pt x="1981" y="1061"/>
                    <a:pt x="188" y="17"/>
                  </a:cubicBezTo>
                  <a:cubicBezTo>
                    <a:pt x="169" y="7"/>
                    <a:pt x="145" y="1"/>
                    <a:pt x="12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0" name="Google Shape;640;p61"/>
            <p:cNvSpPr/>
            <p:nvPr/>
          </p:nvSpPr>
          <p:spPr>
            <a:xfrm>
              <a:off x="992900" y="566950"/>
              <a:ext cx="160625" cy="2033000"/>
            </a:xfrm>
            <a:custGeom>
              <a:avLst/>
              <a:gdLst/>
              <a:ahLst/>
              <a:cxnLst/>
              <a:rect l="l" t="t" r="r" b="b"/>
              <a:pathLst>
                <a:path w="6425" h="81320" extrusionOk="0">
                  <a:moveTo>
                    <a:pt x="145" y="1"/>
                  </a:moveTo>
                  <a:cubicBezTo>
                    <a:pt x="104" y="1"/>
                    <a:pt x="60" y="24"/>
                    <a:pt x="27" y="57"/>
                  </a:cubicBezTo>
                  <a:cubicBezTo>
                    <a:pt x="27" y="84"/>
                    <a:pt x="27" y="110"/>
                    <a:pt x="27" y="137"/>
                  </a:cubicBezTo>
                  <a:cubicBezTo>
                    <a:pt x="27" y="164"/>
                    <a:pt x="54" y="217"/>
                    <a:pt x="81" y="244"/>
                  </a:cubicBezTo>
                  <a:cubicBezTo>
                    <a:pt x="1821" y="1261"/>
                    <a:pt x="2972" y="3188"/>
                    <a:pt x="2945" y="5035"/>
                  </a:cubicBezTo>
                  <a:cubicBezTo>
                    <a:pt x="2945" y="5089"/>
                    <a:pt x="2972" y="5142"/>
                    <a:pt x="2998" y="5169"/>
                  </a:cubicBezTo>
                  <a:cubicBezTo>
                    <a:pt x="4952" y="6133"/>
                    <a:pt x="6157" y="8086"/>
                    <a:pt x="6157" y="10255"/>
                  </a:cubicBezTo>
                  <a:cubicBezTo>
                    <a:pt x="6157" y="12449"/>
                    <a:pt x="4952" y="14403"/>
                    <a:pt x="2998" y="15367"/>
                  </a:cubicBezTo>
                  <a:cubicBezTo>
                    <a:pt x="2972" y="15394"/>
                    <a:pt x="2945" y="15447"/>
                    <a:pt x="2945" y="15501"/>
                  </a:cubicBezTo>
                  <a:cubicBezTo>
                    <a:pt x="2998" y="17347"/>
                    <a:pt x="1847" y="19248"/>
                    <a:pt x="108" y="20292"/>
                  </a:cubicBezTo>
                  <a:cubicBezTo>
                    <a:pt x="54" y="20292"/>
                    <a:pt x="27" y="20318"/>
                    <a:pt x="27" y="20372"/>
                  </a:cubicBezTo>
                  <a:cubicBezTo>
                    <a:pt x="1" y="20425"/>
                    <a:pt x="27" y="20479"/>
                    <a:pt x="81" y="20506"/>
                  </a:cubicBezTo>
                  <a:cubicBezTo>
                    <a:pt x="1794" y="21496"/>
                    <a:pt x="2865" y="23289"/>
                    <a:pt x="2945" y="25324"/>
                  </a:cubicBezTo>
                  <a:cubicBezTo>
                    <a:pt x="2945" y="25350"/>
                    <a:pt x="2972" y="25404"/>
                    <a:pt x="2998" y="25431"/>
                  </a:cubicBezTo>
                  <a:cubicBezTo>
                    <a:pt x="4952" y="26394"/>
                    <a:pt x="6157" y="28348"/>
                    <a:pt x="6157" y="30543"/>
                  </a:cubicBezTo>
                  <a:cubicBezTo>
                    <a:pt x="6157" y="32711"/>
                    <a:pt x="4952" y="34665"/>
                    <a:pt x="2998" y="35628"/>
                  </a:cubicBezTo>
                  <a:cubicBezTo>
                    <a:pt x="2972" y="35655"/>
                    <a:pt x="2945" y="35709"/>
                    <a:pt x="2945" y="35762"/>
                  </a:cubicBezTo>
                  <a:cubicBezTo>
                    <a:pt x="3105" y="37823"/>
                    <a:pt x="1633" y="39643"/>
                    <a:pt x="108" y="40553"/>
                  </a:cubicBezTo>
                  <a:cubicBezTo>
                    <a:pt x="54" y="40553"/>
                    <a:pt x="27" y="40580"/>
                    <a:pt x="27" y="40633"/>
                  </a:cubicBezTo>
                  <a:cubicBezTo>
                    <a:pt x="1" y="40687"/>
                    <a:pt x="27" y="40741"/>
                    <a:pt x="81" y="40767"/>
                  </a:cubicBezTo>
                  <a:cubicBezTo>
                    <a:pt x="1821" y="41784"/>
                    <a:pt x="2945" y="43658"/>
                    <a:pt x="2945" y="45532"/>
                  </a:cubicBezTo>
                  <a:cubicBezTo>
                    <a:pt x="2945" y="45558"/>
                    <a:pt x="2945" y="45558"/>
                    <a:pt x="2945" y="45585"/>
                  </a:cubicBezTo>
                  <a:cubicBezTo>
                    <a:pt x="2945" y="45612"/>
                    <a:pt x="2972" y="45665"/>
                    <a:pt x="2998" y="45692"/>
                  </a:cubicBezTo>
                  <a:cubicBezTo>
                    <a:pt x="4952" y="46656"/>
                    <a:pt x="6157" y="48636"/>
                    <a:pt x="6157" y="50804"/>
                  </a:cubicBezTo>
                  <a:cubicBezTo>
                    <a:pt x="6157" y="52972"/>
                    <a:pt x="4952" y="54926"/>
                    <a:pt x="2998" y="55917"/>
                  </a:cubicBezTo>
                  <a:cubicBezTo>
                    <a:pt x="2972" y="55917"/>
                    <a:pt x="2945" y="55970"/>
                    <a:pt x="2945" y="56024"/>
                  </a:cubicBezTo>
                  <a:cubicBezTo>
                    <a:pt x="2891" y="58004"/>
                    <a:pt x="1821" y="59798"/>
                    <a:pt x="108" y="60815"/>
                  </a:cubicBezTo>
                  <a:cubicBezTo>
                    <a:pt x="54" y="60815"/>
                    <a:pt x="27" y="60868"/>
                    <a:pt x="27" y="60895"/>
                  </a:cubicBezTo>
                  <a:cubicBezTo>
                    <a:pt x="1" y="60949"/>
                    <a:pt x="27" y="61002"/>
                    <a:pt x="81" y="61029"/>
                  </a:cubicBezTo>
                  <a:cubicBezTo>
                    <a:pt x="1821" y="62046"/>
                    <a:pt x="2891" y="63839"/>
                    <a:pt x="2945" y="65847"/>
                  </a:cubicBezTo>
                  <a:cubicBezTo>
                    <a:pt x="2945" y="65900"/>
                    <a:pt x="2972" y="65927"/>
                    <a:pt x="2998" y="65954"/>
                  </a:cubicBezTo>
                  <a:cubicBezTo>
                    <a:pt x="4952" y="66944"/>
                    <a:pt x="6157" y="68898"/>
                    <a:pt x="6157" y="71066"/>
                  </a:cubicBezTo>
                  <a:cubicBezTo>
                    <a:pt x="6157" y="73234"/>
                    <a:pt x="4952" y="75188"/>
                    <a:pt x="2998" y="76178"/>
                  </a:cubicBezTo>
                  <a:cubicBezTo>
                    <a:pt x="2972" y="76178"/>
                    <a:pt x="2945" y="76232"/>
                    <a:pt x="2945" y="76285"/>
                  </a:cubicBezTo>
                  <a:cubicBezTo>
                    <a:pt x="2891" y="78266"/>
                    <a:pt x="1821" y="80086"/>
                    <a:pt x="81" y="81076"/>
                  </a:cubicBezTo>
                  <a:cubicBezTo>
                    <a:pt x="27" y="81130"/>
                    <a:pt x="1" y="81183"/>
                    <a:pt x="27" y="81264"/>
                  </a:cubicBezTo>
                  <a:cubicBezTo>
                    <a:pt x="60" y="81297"/>
                    <a:pt x="104" y="81320"/>
                    <a:pt x="145" y="81320"/>
                  </a:cubicBezTo>
                  <a:cubicBezTo>
                    <a:pt x="170" y="81320"/>
                    <a:pt x="194" y="81311"/>
                    <a:pt x="215" y="81290"/>
                  </a:cubicBezTo>
                  <a:cubicBezTo>
                    <a:pt x="2008" y="80273"/>
                    <a:pt x="3105" y="78427"/>
                    <a:pt x="3186" y="76366"/>
                  </a:cubicBezTo>
                  <a:cubicBezTo>
                    <a:pt x="5193" y="75322"/>
                    <a:pt x="6424" y="73314"/>
                    <a:pt x="6424" y="71066"/>
                  </a:cubicBezTo>
                  <a:cubicBezTo>
                    <a:pt x="6424" y="68818"/>
                    <a:pt x="5193" y="66784"/>
                    <a:pt x="3186" y="65766"/>
                  </a:cubicBezTo>
                  <a:cubicBezTo>
                    <a:pt x="3105" y="63786"/>
                    <a:pt x="2088" y="61992"/>
                    <a:pt x="402" y="60922"/>
                  </a:cubicBezTo>
                  <a:cubicBezTo>
                    <a:pt x="2088" y="59878"/>
                    <a:pt x="3105" y="58085"/>
                    <a:pt x="3186" y="56104"/>
                  </a:cubicBezTo>
                  <a:cubicBezTo>
                    <a:pt x="5193" y="55060"/>
                    <a:pt x="6424" y="53053"/>
                    <a:pt x="6424" y="50804"/>
                  </a:cubicBezTo>
                  <a:cubicBezTo>
                    <a:pt x="6424" y="48556"/>
                    <a:pt x="5193" y="46522"/>
                    <a:pt x="3186" y="45505"/>
                  </a:cubicBezTo>
                  <a:cubicBezTo>
                    <a:pt x="3159" y="43604"/>
                    <a:pt x="2088" y="41731"/>
                    <a:pt x="402" y="40660"/>
                  </a:cubicBezTo>
                  <a:cubicBezTo>
                    <a:pt x="1901" y="39723"/>
                    <a:pt x="3320" y="37877"/>
                    <a:pt x="3186" y="35816"/>
                  </a:cubicBezTo>
                  <a:cubicBezTo>
                    <a:pt x="5193" y="34799"/>
                    <a:pt x="6424" y="32764"/>
                    <a:pt x="6424" y="30543"/>
                  </a:cubicBezTo>
                  <a:cubicBezTo>
                    <a:pt x="6424" y="28295"/>
                    <a:pt x="5193" y="26260"/>
                    <a:pt x="3186" y="25243"/>
                  </a:cubicBezTo>
                  <a:cubicBezTo>
                    <a:pt x="3105" y="23236"/>
                    <a:pt x="2062" y="21443"/>
                    <a:pt x="402" y="20399"/>
                  </a:cubicBezTo>
                  <a:cubicBezTo>
                    <a:pt x="2088" y="19328"/>
                    <a:pt x="3186" y="17454"/>
                    <a:pt x="3186" y="15608"/>
                  </a:cubicBezTo>
                  <a:cubicBezTo>
                    <a:pt x="3186" y="15608"/>
                    <a:pt x="3186" y="15581"/>
                    <a:pt x="3186" y="15554"/>
                  </a:cubicBezTo>
                  <a:cubicBezTo>
                    <a:pt x="5193" y="14537"/>
                    <a:pt x="6424" y="12503"/>
                    <a:pt x="6424" y="10255"/>
                  </a:cubicBezTo>
                  <a:cubicBezTo>
                    <a:pt x="6424" y="8033"/>
                    <a:pt x="5193" y="5999"/>
                    <a:pt x="3186" y="4982"/>
                  </a:cubicBezTo>
                  <a:lnTo>
                    <a:pt x="3186" y="4955"/>
                  </a:lnTo>
                  <a:cubicBezTo>
                    <a:pt x="3186" y="3028"/>
                    <a:pt x="2008" y="1074"/>
                    <a:pt x="215" y="30"/>
                  </a:cubicBezTo>
                  <a:cubicBezTo>
                    <a:pt x="194" y="10"/>
                    <a:pt x="170" y="1"/>
                    <a:pt x="14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1" name="Google Shape;641;p61"/>
            <p:cNvSpPr/>
            <p:nvPr/>
          </p:nvSpPr>
          <p:spPr>
            <a:xfrm>
              <a:off x="839675" y="818875"/>
              <a:ext cx="159950" cy="2032875"/>
            </a:xfrm>
            <a:custGeom>
              <a:avLst/>
              <a:gdLst/>
              <a:ahLst/>
              <a:cxnLst/>
              <a:rect l="l" t="t" r="r" b="b"/>
              <a:pathLst>
                <a:path w="6398" h="81315" extrusionOk="0">
                  <a:moveTo>
                    <a:pt x="122" y="1"/>
                  </a:moveTo>
                  <a:cubicBezTo>
                    <a:pt x="83" y="1"/>
                    <a:pt x="44" y="20"/>
                    <a:pt x="27" y="70"/>
                  </a:cubicBezTo>
                  <a:cubicBezTo>
                    <a:pt x="0" y="70"/>
                    <a:pt x="0" y="97"/>
                    <a:pt x="0" y="124"/>
                  </a:cubicBezTo>
                  <a:cubicBezTo>
                    <a:pt x="0" y="178"/>
                    <a:pt x="27" y="204"/>
                    <a:pt x="54" y="231"/>
                  </a:cubicBezTo>
                  <a:cubicBezTo>
                    <a:pt x="1794" y="1248"/>
                    <a:pt x="2971" y="3175"/>
                    <a:pt x="2918" y="5022"/>
                  </a:cubicBezTo>
                  <a:cubicBezTo>
                    <a:pt x="2918" y="5076"/>
                    <a:pt x="2945" y="5129"/>
                    <a:pt x="2998" y="5156"/>
                  </a:cubicBezTo>
                  <a:cubicBezTo>
                    <a:pt x="4925" y="6119"/>
                    <a:pt x="6156" y="8073"/>
                    <a:pt x="6156" y="10268"/>
                  </a:cubicBezTo>
                  <a:cubicBezTo>
                    <a:pt x="6156" y="12436"/>
                    <a:pt x="4925" y="14390"/>
                    <a:pt x="2998" y="15354"/>
                  </a:cubicBezTo>
                  <a:cubicBezTo>
                    <a:pt x="2945" y="15380"/>
                    <a:pt x="2918" y="15434"/>
                    <a:pt x="2918" y="15487"/>
                  </a:cubicBezTo>
                  <a:cubicBezTo>
                    <a:pt x="2971" y="17334"/>
                    <a:pt x="1847" y="19235"/>
                    <a:pt x="81" y="20278"/>
                  </a:cubicBezTo>
                  <a:cubicBezTo>
                    <a:pt x="54" y="20278"/>
                    <a:pt x="27" y="20305"/>
                    <a:pt x="0" y="20359"/>
                  </a:cubicBezTo>
                  <a:cubicBezTo>
                    <a:pt x="0" y="20412"/>
                    <a:pt x="27" y="20466"/>
                    <a:pt x="54" y="20493"/>
                  </a:cubicBezTo>
                  <a:cubicBezTo>
                    <a:pt x="1794" y="21510"/>
                    <a:pt x="2864" y="23303"/>
                    <a:pt x="2918" y="25310"/>
                  </a:cubicBezTo>
                  <a:cubicBezTo>
                    <a:pt x="2918" y="25364"/>
                    <a:pt x="2945" y="25391"/>
                    <a:pt x="2998" y="25417"/>
                  </a:cubicBezTo>
                  <a:cubicBezTo>
                    <a:pt x="4925" y="26381"/>
                    <a:pt x="6156" y="28362"/>
                    <a:pt x="6156" y="30530"/>
                  </a:cubicBezTo>
                  <a:cubicBezTo>
                    <a:pt x="6156" y="32698"/>
                    <a:pt x="4925" y="34652"/>
                    <a:pt x="2998" y="35642"/>
                  </a:cubicBezTo>
                  <a:cubicBezTo>
                    <a:pt x="2945" y="35642"/>
                    <a:pt x="2918" y="35695"/>
                    <a:pt x="2918" y="35749"/>
                  </a:cubicBezTo>
                  <a:cubicBezTo>
                    <a:pt x="3078" y="37837"/>
                    <a:pt x="1606" y="39630"/>
                    <a:pt x="81" y="40540"/>
                  </a:cubicBezTo>
                  <a:cubicBezTo>
                    <a:pt x="54" y="40540"/>
                    <a:pt x="27" y="40594"/>
                    <a:pt x="0" y="40620"/>
                  </a:cubicBezTo>
                  <a:cubicBezTo>
                    <a:pt x="0" y="40674"/>
                    <a:pt x="27" y="40727"/>
                    <a:pt x="54" y="40754"/>
                  </a:cubicBezTo>
                  <a:cubicBezTo>
                    <a:pt x="1794" y="41771"/>
                    <a:pt x="2918" y="43645"/>
                    <a:pt x="2918" y="45545"/>
                  </a:cubicBezTo>
                  <a:cubicBezTo>
                    <a:pt x="2918" y="45545"/>
                    <a:pt x="2918" y="45545"/>
                    <a:pt x="2918" y="45572"/>
                  </a:cubicBezTo>
                  <a:cubicBezTo>
                    <a:pt x="2918" y="45626"/>
                    <a:pt x="2945" y="45652"/>
                    <a:pt x="2998" y="45679"/>
                  </a:cubicBezTo>
                  <a:cubicBezTo>
                    <a:pt x="4925" y="46669"/>
                    <a:pt x="6156" y="48623"/>
                    <a:pt x="6156" y="50791"/>
                  </a:cubicBezTo>
                  <a:cubicBezTo>
                    <a:pt x="6156" y="52959"/>
                    <a:pt x="4925" y="54913"/>
                    <a:pt x="2998" y="55904"/>
                  </a:cubicBezTo>
                  <a:cubicBezTo>
                    <a:pt x="2945" y="55930"/>
                    <a:pt x="2918" y="55957"/>
                    <a:pt x="2918" y="56011"/>
                  </a:cubicBezTo>
                  <a:cubicBezTo>
                    <a:pt x="2864" y="57991"/>
                    <a:pt x="1820" y="59785"/>
                    <a:pt x="81" y="60802"/>
                  </a:cubicBezTo>
                  <a:cubicBezTo>
                    <a:pt x="54" y="60828"/>
                    <a:pt x="27" y="60855"/>
                    <a:pt x="0" y="60882"/>
                  </a:cubicBezTo>
                  <a:cubicBezTo>
                    <a:pt x="0" y="60935"/>
                    <a:pt x="27" y="60989"/>
                    <a:pt x="54" y="61016"/>
                  </a:cubicBezTo>
                  <a:cubicBezTo>
                    <a:pt x="1794" y="62033"/>
                    <a:pt x="2864" y="63826"/>
                    <a:pt x="2918" y="65834"/>
                  </a:cubicBezTo>
                  <a:cubicBezTo>
                    <a:pt x="2918" y="65887"/>
                    <a:pt x="2945" y="65914"/>
                    <a:pt x="2998" y="65941"/>
                  </a:cubicBezTo>
                  <a:cubicBezTo>
                    <a:pt x="4925" y="66931"/>
                    <a:pt x="6156" y="68885"/>
                    <a:pt x="6156" y="71053"/>
                  </a:cubicBezTo>
                  <a:cubicBezTo>
                    <a:pt x="6156" y="73221"/>
                    <a:pt x="4925" y="75175"/>
                    <a:pt x="2998" y="76165"/>
                  </a:cubicBezTo>
                  <a:cubicBezTo>
                    <a:pt x="2945" y="76192"/>
                    <a:pt x="2918" y="76219"/>
                    <a:pt x="2918" y="76272"/>
                  </a:cubicBezTo>
                  <a:cubicBezTo>
                    <a:pt x="2864" y="78280"/>
                    <a:pt x="1794" y="80073"/>
                    <a:pt x="81" y="81090"/>
                  </a:cubicBezTo>
                  <a:cubicBezTo>
                    <a:pt x="0" y="81117"/>
                    <a:pt x="0" y="81197"/>
                    <a:pt x="27" y="81251"/>
                  </a:cubicBezTo>
                  <a:cubicBezTo>
                    <a:pt x="47" y="81290"/>
                    <a:pt x="95" y="81315"/>
                    <a:pt x="140" y="81315"/>
                  </a:cubicBezTo>
                  <a:cubicBezTo>
                    <a:pt x="157" y="81315"/>
                    <a:pt x="173" y="81311"/>
                    <a:pt x="188" y="81304"/>
                  </a:cubicBezTo>
                  <a:cubicBezTo>
                    <a:pt x="1981" y="80260"/>
                    <a:pt x="3105" y="78413"/>
                    <a:pt x="3159" y="76352"/>
                  </a:cubicBezTo>
                  <a:cubicBezTo>
                    <a:pt x="5166" y="75309"/>
                    <a:pt x="6397" y="73301"/>
                    <a:pt x="6397" y="71053"/>
                  </a:cubicBezTo>
                  <a:cubicBezTo>
                    <a:pt x="6397" y="68805"/>
                    <a:pt x="5166" y="66797"/>
                    <a:pt x="3159" y="65753"/>
                  </a:cubicBezTo>
                  <a:cubicBezTo>
                    <a:pt x="3105" y="63773"/>
                    <a:pt x="2061" y="61979"/>
                    <a:pt x="375" y="60909"/>
                  </a:cubicBezTo>
                  <a:cubicBezTo>
                    <a:pt x="2061" y="59865"/>
                    <a:pt x="3105" y="58072"/>
                    <a:pt x="3159" y="56091"/>
                  </a:cubicBezTo>
                  <a:cubicBezTo>
                    <a:pt x="5166" y="55047"/>
                    <a:pt x="6397" y="53040"/>
                    <a:pt x="6397" y="50791"/>
                  </a:cubicBezTo>
                  <a:cubicBezTo>
                    <a:pt x="6397" y="48543"/>
                    <a:pt x="5166" y="46536"/>
                    <a:pt x="3159" y="45492"/>
                  </a:cubicBezTo>
                  <a:cubicBezTo>
                    <a:pt x="3159" y="43591"/>
                    <a:pt x="2061" y="41718"/>
                    <a:pt x="375" y="40647"/>
                  </a:cubicBezTo>
                  <a:cubicBezTo>
                    <a:pt x="1901" y="39710"/>
                    <a:pt x="3292" y="37890"/>
                    <a:pt x="3185" y="35829"/>
                  </a:cubicBezTo>
                  <a:cubicBezTo>
                    <a:pt x="5166" y="34785"/>
                    <a:pt x="6397" y="32751"/>
                    <a:pt x="6397" y="30530"/>
                  </a:cubicBezTo>
                  <a:cubicBezTo>
                    <a:pt x="6397" y="28281"/>
                    <a:pt x="5166" y="26247"/>
                    <a:pt x="3159" y="25230"/>
                  </a:cubicBezTo>
                  <a:cubicBezTo>
                    <a:pt x="3078" y="23223"/>
                    <a:pt x="2035" y="21429"/>
                    <a:pt x="375" y="20386"/>
                  </a:cubicBezTo>
                  <a:cubicBezTo>
                    <a:pt x="2061" y="19315"/>
                    <a:pt x="3159" y="17441"/>
                    <a:pt x="3159" y="15595"/>
                  </a:cubicBezTo>
                  <a:cubicBezTo>
                    <a:pt x="3159" y="15595"/>
                    <a:pt x="3159" y="15568"/>
                    <a:pt x="3159" y="15541"/>
                  </a:cubicBezTo>
                  <a:cubicBezTo>
                    <a:pt x="5166" y="14524"/>
                    <a:pt x="6397" y="12490"/>
                    <a:pt x="6397" y="10268"/>
                  </a:cubicBezTo>
                  <a:cubicBezTo>
                    <a:pt x="6397" y="8020"/>
                    <a:pt x="5166" y="5986"/>
                    <a:pt x="3159" y="4969"/>
                  </a:cubicBezTo>
                  <a:lnTo>
                    <a:pt x="3159" y="4942"/>
                  </a:lnTo>
                  <a:cubicBezTo>
                    <a:pt x="3159" y="3041"/>
                    <a:pt x="1981" y="1061"/>
                    <a:pt x="188" y="17"/>
                  </a:cubicBezTo>
                  <a:cubicBezTo>
                    <a:pt x="168" y="7"/>
                    <a:pt x="145" y="1"/>
                    <a:pt x="12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2" name="Google Shape;642;p61"/>
            <p:cNvSpPr/>
            <p:nvPr/>
          </p:nvSpPr>
          <p:spPr>
            <a:xfrm>
              <a:off x="685775" y="566950"/>
              <a:ext cx="159950" cy="2033000"/>
            </a:xfrm>
            <a:custGeom>
              <a:avLst/>
              <a:gdLst/>
              <a:ahLst/>
              <a:cxnLst/>
              <a:rect l="l" t="t" r="r" b="b"/>
              <a:pathLst>
                <a:path w="6398" h="81320" extrusionOk="0">
                  <a:moveTo>
                    <a:pt x="119" y="1"/>
                  </a:moveTo>
                  <a:cubicBezTo>
                    <a:pt x="81" y="1"/>
                    <a:pt x="44" y="24"/>
                    <a:pt x="27" y="57"/>
                  </a:cubicBezTo>
                  <a:cubicBezTo>
                    <a:pt x="27" y="84"/>
                    <a:pt x="0" y="110"/>
                    <a:pt x="0" y="137"/>
                  </a:cubicBezTo>
                  <a:cubicBezTo>
                    <a:pt x="0" y="164"/>
                    <a:pt x="27" y="217"/>
                    <a:pt x="81" y="244"/>
                  </a:cubicBezTo>
                  <a:cubicBezTo>
                    <a:pt x="1820" y="1261"/>
                    <a:pt x="2944" y="3188"/>
                    <a:pt x="2918" y="5035"/>
                  </a:cubicBezTo>
                  <a:cubicBezTo>
                    <a:pt x="2918" y="5089"/>
                    <a:pt x="2944" y="5142"/>
                    <a:pt x="2998" y="5169"/>
                  </a:cubicBezTo>
                  <a:cubicBezTo>
                    <a:pt x="4952" y="6133"/>
                    <a:pt x="6156" y="8086"/>
                    <a:pt x="6156" y="10255"/>
                  </a:cubicBezTo>
                  <a:cubicBezTo>
                    <a:pt x="6156" y="12449"/>
                    <a:pt x="4952" y="14403"/>
                    <a:pt x="2998" y="15367"/>
                  </a:cubicBezTo>
                  <a:cubicBezTo>
                    <a:pt x="2944" y="15394"/>
                    <a:pt x="2918" y="15447"/>
                    <a:pt x="2918" y="15501"/>
                  </a:cubicBezTo>
                  <a:cubicBezTo>
                    <a:pt x="2998" y="17347"/>
                    <a:pt x="1847" y="19248"/>
                    <a:pt x="81" y="20292"/>
                  </a:cubicBezTo>
                  <a:cubicBezTo>
                    <a:pt x="54" y="20292"/>
                    <a:pt x="27" y="20318"/>
                    <a:pt x="27" y="20372"/>
                  </a:cubicBezTo>
                  <a:cubicBezTo>
                    <a:pt x="0" y="20425"/>
                    <a:pt x="27" y="20479"/>
                    <a:pt x="81" y="20506"/>
                  </a:cubicBezTo>
                  <a:cubicBezTo>
                    <a:pt x="1794" y="21496"/>
                    <a:pt x="2864" y="23316"/>
                    <a:pt x="2918" y="25324"/>
                  </a:cubicBezTo>
                  <a:cubicBezTo>
                    <a:pt x="2918" y="25350"/>
                    <a:pt x="2944" y="25404"/>
                    <a:pt x="2998" y="25431"/>
                  </a:cubicBezTo>
                  <a:cubicBezTo>
                    <a:pt x="4952" y="26394"/>
                    <a:pt x="6156" y="28348"/>
                    <a:pt x="6156" y="30543"/>
                  </a:cubicBezTo>
                  <a:cubicBezTo>
                    <a:pt x="6156" y="32711"/>
                    <a:pt x="4952" y="34665"/>
                    <a:pt x="2998" y="35628"/>
                  </a:cubicBezTo>
                  <a:cubicBezTo>
                    <a:pt x="2944" y="35655"/>
                    <a:pt x="2918" y="35709"/>
                    <a:pt x="2918" y="35762"/>
                  </a:cubicBezTo>
                  <a:cubicBezTo>
                    <a:pt x="3078" y="37823"/>
                    <a:pt x="1633" y="39643"/>
                    <a:pt x="81" y="40553"/>
                  </a:cubicBezTo>
                  <a:cubicBezTo>
                    <a:pt x="54" y="40553"/>
                    <a:pt x="27" y="40580"/>
                    <a:pt x="27" y="40633"/>
                  </a:cubicBezTo>
                  <a:cubicBezTo>
                    <a:pt x="0" y="40687"/>
                    <a:pt x="27" y="40741"/>
                    <a:pt x="81" y="40767"/>
                  </a:cubicBezTo>
                  <a:cubicBezTo>
                    <a:pt x="1820" y="41784"/>
                    <a:pt x="2918" y="43658"/>
                    <a:pt x="2918" y="45532"/>
                  </a:cubicBezTo>
                  <a:cubicBezTo>
                    <a:pt x="2918" y="45558"/>
                    <a:pt x="2918" y="45558"/>
                    <a:pt x="2918" y="45585"/>
                  </a:cubicBezTo>
                  <a:cubicBezTo>
                    <a:pt x="2918" y="45612"/>
                    <a:pt x="2944" y="45665"/>
                    <a:pt x="2998" y="45692"/>
                  </a:cubicBezTo>
                  <a:cubicBezTo>
                    <a:pt x="4952" y="46656"/>
                    <a:pt x="6156" y="48636"/>
                    <a:pt x="6156" y="50804"/>
                  </a:cubicBezTo>
                  <a:cubicBezTo>
                    <a:pt x="6156" y="52972"/>
                    <a:pt x="4952" y="54926"/>
                    <a:pt x="2998" y="55917"/>
                  </a:cubicBezTo>
                  <a:cubicBezTo>
                    <a:pt x="2944" y="55917"/>
                    <a:pt x="2918" y="55970"/>
                    <a:pt x="2918" y="56024"/>
                  </a:cubicBezTo>
                  <a:cubicBezTo>
                    <a:pt x="2891" y="58004"/>
                    <a:pt x="1820" y="59798"/>
                    <a:pt x="81" y="60815"/>
                  </a:cubicBezTo>
                  <a:cubicBezTo>
                    <a:pt x="54" y="60815"/>
                    <a:pt x="27" y="60868"/>
                    <a:pt x="27" y="60895"/>
                  </a:cubicBezTo>
                  <a:cubicBezTo>
                    <a:pt x="0" y="60949"/>
                    <a:pt x="27" y="61002"/>
                    <a:pt x="81" y="61029"/>
                  </a:cubicBezTo>
                  <a:cubicBezTo>
                    <a:pt x="1820" y="62046"/>
                    <a:pt x="2891" y="63839"/>
                    <a:pt x="2918" y="65847"/>
                  </a:cubicBezTo>
                  <a:cubicBezTo>
                    <a:pt x="2918" y="65900"/>
                    <a:pt x="2944" y="65927"/>
                    <a:pt x="2998" y="65954"/>
                  </a:cubicBezTo>
                  <a:cubicBezTo>
                    <a:pt x="4952" y="66944"/>
                    <a:pt x="6156" y="68898"/>
                    <a:pt x="6156" y="71066"/>
                  </a:cubicBezTo>
                  <a:cubicBezTo>
                    <a:pt x="6156" y="73234"/>
                    <a:pt x="4952" y="75188"/>
                    <a:pt x="2998" y="76178"/>
                  </a:cubicBezTo>
                  <a:cubicBezTo>
                    <a:pt x="2944" y="76178"/>
                    <a:pt x="2918" y="76232"/>
                    <a:pt x="2918" y="76285"/>
                  </a:cubicBezTo>
                  <a:cubicBezTo>
                    <a:pt x="2891" y="78293"/>
                    <a:pt x="1820" y="80086"/>
                    <a:pt x="81" y="81076"/>
                  </a:cubicBezTo>
                  <a:cubicBezTo>
                    <a:pt x="27" y="81130"/>
                    <a:pt x="0" y="81183"/>
                    <a:pt x="27" y="81264"/>
                  </a:cubicBezTo>
                  <a:cubicBezTo>
                    <a:pt x="60" y="81297"/>
                    <a:pt x="93" y="81320"/>
                    <a:pt x="133" y="81320"/>
                  </a:cubicBezTo>
                  <a:cubicBezTo>
                    <a:pt x="157" y="81320"/>
                    <a:pt x="184" y="81311"/>
                    <a:pt x="214" y="81290"/>
                  </a:cubicBezTo>
                  <a:cubicBezTo>
                    <a:pt x="2008" y="80273"/>
                    <a:pt x="3105" y="78427"/>
                    <a:pt x="3185" y="76366"/>
                  </a:cubicBezTo>
                  <a:cubicBezTo>
                    <a:pt x="5166" y="75322"/>
                    <a:pt x="6397" y="73314"/>
                    <a:pt x="6397" y="71066"/>
                  </a:cubicBezTo>
                  <a:cubicBezTo>
                    <a:pt x="6397" y="68818"/>
                    <a:pt x="5166" y="66784"/>
                    <a:pt x="3185" y="65766"/>
                  </a:cubicBezTo>
                  <a:cubicBezTo>
                    <a:pt x="3105" y="63786"/>
                    <a:pt x="2061" y="61992"/>
                    <a:pt x="375" y="60922"/>
                  </a:cubicBezTo>
                  <a:cubicBezTo>
                    <a:pt x="2061" y="59878"/>
                    <a:pt x="3105" y="58085"/>
                    <a:pt x="3185" y="56104"/>
                  </a:cubicBezTo>
                  <a:cubicBezTo>
                    <a:pt x="5166" y="55060"/>
                    <a:pt x="6397" y="53053"/>
                    <a:pt x="6397" y="50804"/>
                  </a:cubicBezTo>
                  <a:cubicBezTo>
                    <a:pt x="6397" y="48556"/>
                    <a:pt x="5166" y="46522"/>
                    <a:pt x="3185" y="45505"/>
                  </a:cubicBezTo>
                  <a:cubicBezTo>
                    <a:pt x="3159" y="43604"/>
                    <a:pt x="2088" y="41731"/>
                    <a:pt x="375" y="40660"/>
                  </a:cubicBezTo>
                  <a:cubicBezTo>
                    <a:pt x="1901" y="39723"/>
                    <a:pt x="3292" y="37903"/>
                    <a:pt x="3185" y="35816"/>
                  </a:cubicBezTo>
                  <a:cubicBezTo>
                    <a:pt x="5166" y="34799"/>
                    <a:pt x="6397" y="32764"/>
                    <a:pt x="6397" y="30543"/>
                  </a:cubicBezTo>
                  <a:cubicBezTo>
                    <a:pt x="6397" y="28295"/>
                    <a:pt x="5166" y="26260"/>
                    <a:pt x="3185" y="25243"/>
                  </a:cubicBezTo>
                  <a:cubicBezTo>
                    <a:pt x="3078" y="23236"/>
                    <a:pt x="2061" y="21443"/>
                    <a:pt x="375" y="20399"/>
                  </a:cubicBezTo>
                  <a:cubicBezTo>
                    <a:pt x="2088" y="19328"/>
                    <a:pt x="3185" y="17401"/>
                    <a:pt x="3185" y="15554"/>
                  </a:cubicBezTo>
                  <a:cubicBezTo>
                    <a:pt x="5166" y="14537"/>
                    <a:pt x="6397" y="12503"/>
                    <a:pt x="6397" y="10255"/>
                  </a:cubicBezTo>
                  <a:cubicBezTo>
                    <a:pt x="6397" y="8033"/>
                    <a:pt x="5166" y="5999"/>
                    <a:pt x="3185" y="4982"/>
                  </a:cubicBezTo>
                  <a:lnTo>
                    <a:pt x="3185" y="4955"/>
                  </a:lnTo>
                  <a:cubicBezTo>
                    <a:pt x="3185" y="3028"/>
                    <a:pt x="1981" y="1074"/>
                    <a:pt x="188" y="30"/>
                  </a:cubicBezTo>
                  <a:cubicBezTo>
                    <a:pt x="167" y="10"/>
                    <a:pt x="143" y="1"/>
                    <a:pt x="11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3" name="Google Shape;643;p61"/>
            <p:cNvSpPr/>
            <p:nvPr/>
          </p:nvSpPr>
          <p:spPr>
            <a:xfrm>
              <a:off x="531875" y="818875"/>
              <a:ext cx="160600" cy="2032875"/>
            </a:xfrm>
            <a:custGeom>
              <a:avLst/>
              <a:gdLst/>
              <a:ahLst/>
              <a:cxnLst/>
              <a:rect l="l" t="t" r="r" b="b"/>
              <a:pathLst>
                <a:path w="6424" h="81315" extrusionOk="0">
                  <a:moveTo>
                    <a:pt x="147" y="1"/>
                  </a:moveTo>
                  <a:cubicBezTo>
                    <a:pt x="106" y="1"/>
                    <a:pt x="61" y="20"/>
                    <a:pt x="27" y="70"/>
                  </a:cubicBezTo>
                  <a:cubicBezTo>
                    <a:pt x="27" y="70"/>
                    <a:pt x="27" y="97"/>
                    <a:pt x="27" y="124"/>
                  </a:cubicBezTo>
                  <a:cubicBezTo>
                    <a:pt x="27" y="178"/>
                    <a:pt x="54" y="204"/>
                    <a:pt x="80" y="231"/>
                  </a:cubicBezTo>
                  <a:cubicBezTo>
                    <a:pt x="1820" y="1248"/>
                    <a:pt x="2971" y="3175"/>
                    <a:pt x="2944" y="5022"/>
                  </a:cubicBezTo>
                  <a:cubicBezTo>
                    <a:pt x="2944" y="5076"/>
                    <a:pt x="2971" y="5129"/>
                    <a:pt x="2998" y="5156"/>
                  </a:cubicBezTo>
                  <a:cubicBezTo>
                    <a:pt x="4952" y="6119"/>
                    <a:pt x="6156" y="8073"/>
                    <a:pt x="6156" y="10268"/>
                  </a:cubicBezTo>
                  <a:cubicBezTo>
                    <a:pt x="6156" y="12436"/>
                    <a:pt x="4952" y="14390"/>
                    <a:pt x="2998" y="15354"/>
                  </a:cubicBezTo>
                  <a:cubicBezTo>
                    <a:pt x="2971" y="15380"/>
                    <a:pt x="2944" y="15461"/>
                    <a:pt x="2944" y="15487"/>
                  </a:cubicBezTo>
                  <a:cubicBezTo>
                    <a:pt x="2998" y="17334"/>
                    <a:pt x="1847" y="19235"/>
                    <a:pt x="107" y="20278"/>
                  </a:cubicBezTo>
                  <a:cubicBezTo>
                    <a:pt x="54" y="20278"/>
                    <a:pt x="27" y="20305"/>
                    <a:pt x="27" y="20359"/>
                  </a:cubicBezTo>
                  <a:cubicBezTo>
                    <a:pt x="0" y="20412"/>
                    <a:pt x="27" y="20466"/>
                    <a:pt x="80" y="20493"/>
                  </a:cubicBezTo>
                  <a:cubicBezTo>
                    <a:pt x="1793" y="21510"/>
                    <a:pt x="2864" y="23303"/>
                    <a:pt x="2944" y="25310"/>
                  </a:cubicBezTo>
                  <a:cubicBezTo>
                    <a:pt x="2944" y="25364"/>
                    <a:pt x="2971" y="25391"/>
                    <a:pt x="2998" y="25417"/>
                  </a:cubicBezTo>
                  <a:cubicBezTo>
                    <a:pt x="4952" y="26381"/>
                    <a:pt x="6156" y="28362"/>
                    <a:pt x="6156" y="30530"/>
                  </a:cubicBezTo>
                  <a:cubicBezTo>
                    <a:pt x="6156" y="32698"/>
                    <a:pt x="4952" y="34652"/>
                    <a:pt x="2998" y="35642"/>
                  </a:cubicBezTo>
                  <a:cubicBezTo>
                    <a:pt x="2971" y="35642"/>
                    <a:pt x="2944" y="35695"/>
                    <a:pt x="2944" y="35749"/>
                  </a:cubicBezTo>
                  <a:cubicBezTo>
                    <a:pt x="3105" y="37837"/>
                    <a:pt x="1633" y="39630"/>
                    <a:pt x="107" y="40540"/>
                  </a:cubicBezTo>
                  <a:cubicBezTo>
                    <a:pt x="54" y="40540"/>
                    <a:pt x="27" y="40594"/>
                    <a:pt x="27" y="40620"/>
                  </a:cubicBezTo>
                  <a:cubicBezTo>
                    <a:pt x="0" y="40674"/>
                    <a:pt x="27" y="40727"/>
                    <a:pt x="80" y="40754"/>
                  </a:cubicBezTo>
                  <a:cubicBezTo>
                    <a:pt x="1820" y="41771"/>
                    <a:pt x="2944" y="43645"/>
                    <a:pt x="2944" y="45545"/>
                  </a:cubicBezTo>
                  <a:cubicBezTo>
                    <a:pt x="2944" y="45545"/>
                    <a:pt x="2944" y="45545"/>
                    <a:pt x="2944" y="45572"/>
                  </a:cubicBezTo>
                  <a:cubicBezTo>
                    <a:pt x="2944" y="45626"/>
                    <a:pt x="2971" y="45652"/>
                    <a:pt x="2998" y="45679"/>
                  </a:cubicBezTo>
                  <a:cubicBezTo>
                    <a:pt x="4952" y="46669"/>
                    <a:pt x="6156" y="48623"/>
                    <a:pt x="6156" y="50791"/>
                  </a:cubicBezTo>
                  <a:cubicBezTo>
                    <a:pt x="6156" y="52959"/>
                    <a:pt x="4952" y="54913"/>
                    <a:pt x="2998" y="55904"/>
                  </a:cubicBezTo>
                  <a:cubicBezTo>
                    <a:pt x="2971" y="55930"/>
                    <a:pt x="2944" y="55957"/>
                    <a:pt x="2944" y="56011"/>
                  </a:cubicBezTo>
                  <a:cubicBezTo>
                    <a:pt x="2891" y="57991"/>
                    <a:pt x="1820" y="59785"/>
                    <a:pt x="107" y="60802"/>
                  </a:cubicBezTo>
                  <a:cubicBezTo>
                    <a:pt x="54" y="60828"/>
                    <a:pt x="27" y="60855"/>
                    <a:pt x="27" y="60882"/>
                  </a:cubicBezTo>
                  <a:cubicBezTo>
                    <a:pt x="0" y="60935"/>
                    <a:pt x="27" y="60989"/>
                    <a:pt x="80" y="61016"/>
                  </a:cubicBezTo>
                  <a:cubicBezTo>
                    <a:pt x="1820" y="62033"/>
                    <a:pt x="2891" y="63826"/>
                    <a:pt x="2944" y="65834"/>
                  </a:cubicBezTo>
                  <a:cubicBezTo>
                    <a:pt x="2944" y="65887"/>
                    <a:pt x="2971" y="65914"/>
                    <a:pt x="2998" y="65941"/>
                  </a:cubicBezTo>
                  <a:cubicBezTo>
                    <a:pt x="4952" y="66931"/>
                    <a:pt x="6156" y="68885"/>
                    <a:pt x="6156" y="71053"/>
                  </a:cubicBezTo>
                  <a:cubicBezTo>
                    <a:pt x="6156" y="73221"/>
                    <a:pt x="4952" y="75175"/>
                    <a:pt x="2998" y="76165"/>
                  </a:cubicBezTo>
                  <a:cubicBezTo>
                    <a:pt x="2971" y="76192"/>
                    <a:pt x="2944" y="76219"/>
                    <a:pt x="2944" y="76272"/>
                  </a:cubicBezTo>
                  <a:cubicBezTo>
                    <a:pt x="2891" y="78280"/>
                    <a:pt x="1820" y="80073"/>
                    <a:pt x="80" y="81090"/>
                  </a:cubicBezTo>
                  <a:cubicBezTo>
                    <a:pt x="27" y="81117"/>
                    <a:pt x="0" y="81197"/>
                    <a:pt x="54" y="81251"/>
                  </a:cubicBezTo>
                  <a:cubicBezTo>
                    <a:pt x="73" y="81290"/>
                    <a:pt x="122" y="81315"/>
                    <a:pt x="167" y="81315"/>
                  </a:cubicBezTo>
                  <a:cubicBezTo>
                    <a:pt x="184" y="81315"/>
                    <a:pt x="200" y="81311"/>
                    <a:pt x="214" y="81304"/>
                  </a:cubicBezTo>
                  <a:cubicBezTo>
                    <a:pt x="2008" y="80260"/>
                    <a:pt x="3105" y="78413"/>
                    <a:pt x="3185" y="76352"/>
                  </a:cubicBezTo>
                  <a:cubicBezTo>
                    <a:pt x="5193" y="75309"/>
                    <a:pt x="6424" y="73301"/>
                    <a:pt x="6424" y="71053"/>
                  </a:cubicBezTo>
                  <a:cubicBezTo>
                    <a:pt x="6424" y="68805"/>
                    <a:pt x="5193" y="66797"/>
                    <a:pt x="3185" y="65753"/>
                  </a:cubicBezTo>
                  <a:cubicBezTo>
                    <a:pt x="3105" y="63773"/>
                    <a:pt x="2088" y="61979"/>
                    <a:pt x="402" y="60909"/>
                  </a:cubicBezTo>
                  <a:cubicBezTo>
                    <a:pt x="2088" y="59865"/>
                    <a:pt x="3105" y="58072"/>
                    <a:pt x="3185" y="56091"/>
                  </a:cubicBezTo>
                  <a:cubicBezTo>
                    <a:pt x="5193" y="55047"/>
                    <a:pt x="6424" y="53040"/>
                    <a:pt x="6424" y="50791"/>
                  </a:cubicBezTo>
                  <a:cubicBezTo>
                    <a:pt x="6424" y="48543"/>
                    <a:pt x="5193" y="46536"/>
                    <a:pt x="3185" y="45492"/>
                  </a:cubicBezTo>
                  <a:cubicBezTo>
                    <a:pt x="3185" y="43591"/>
                    <a:pt x="2088" y="41718"/>
                    <a:pt x="402" y="40647"/>
                  </a:cubicBezTo>
                  <a:cubicBezTo>
                    <a:pt x="1900" y="39710"/>
                    <a:pt x="3319" y="37890"/>
                    <a:pt x="3185" y="35829"/>
                  </a:cubicBezTo>
                  <a:cubicBezTo>
                    <a:pt x="5193" y="34785"/>
                    <a:pt x="6424" y="32751"/>
                    <a:pt x="6424" y="30530"/>
                  </a:cubicBezTo>
                  <a:cubicBezTo>
                    <a:pt x="6424" y="28281"/>
                    <a:pt x="5193" y="26247"/>
                    <a:pt x="3185" y="25230"/>
                  </a:cubicBezTo>
                  <a:cubicBezTo>
                    <a:pt x="3105" y="23223"/>
                    <a:pt x="2061" y="21429"/>
                    <a:pt x="402" y="20386"/>
                  </a:cubicBezTo>
                  <a:cubicBezTo>
                    <a:pt x="2088" y="19315"/>
                    <a:pt x="3185" y="17441"/>
                    <a:pt x="3185" y="15595"/>
                  </a:cubicBezTo>
                  <a:cubicBezTo>
                    <a:pt x="3185" y="15595"/>
                    <a:pt x="3185" y="15568"/>
                    <a:pt x="3185" y="15541"/>
                  </a:cubicBezTo>
                  <a:cubicBezTo>
                    <a:pt x="5193" y="14524"/>
                    <a:pt x="6424" y="12490"/>
                    <a:pt x="6424" y="10268"/>
                  </a:cubicBezTo>
                  <a:cubicBezTo>
                    <a:pt x="6424" y="8020"/>
                    <a:pt x="5193" y="5986"/>
                    <a:pt x="3185" y="4969"/>
                  </a:cubicBezTo>
                  <a:lnTo>
                    <a:pt x="3185" y="4942"/>
                  </a:lnTo>
                  <a:cubicBezTo>
                    <a:pt x="3185" y="3041"/>
                    <a:pt x="2008" y="1061"/>
                    <a:pt x="214" y="17"/>
                  </a:cubicBezTo>
                  <a:cubicBezTo>
                    <a:pt x="195" y="7"/>
                    <a:pt x="171" y="1"/>
                    <a:pt x="1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4" name="Google Shape;644;p61"/>
            <p:cNvSpPr/>
            <p:nvPr/>
          </p:nvSpPr>
          <p:spPr>
            <a:xfrm>
              <a:off x="378625" y="566950"/>
              <a:ext cx="159950" cy="2033000"/>
            </a:xfrm>
            <a:custGeom>
              <a:avLst/>
              <a:gdLst/>
              <a:ahLst/>
              <a:cxnLst/>
              <a:rect l="l" t="t" r="r" b="b"/>
              <a:pathLst>
                <a:path w="6398" h="81320" extrusionOk="0">
                  <a:moveTo>
                    <a:pt x="120" y="1"/>
                  </a:moveTo>
                  <a:cubicBezTo>
                    <a:pt x="81" y="1"/>
                    <a:pt x="44" y="24"/>
                    <a:pt x="28" y="57"/>
                  </a:cubicBezTo>
                  <a:cubicBezTo>
                    <a:pt x="1" y="84"/>
                    <a:pt x="1" y="110"/>
                    <a:pt x="1" y="137"/>
                  </a:cubicBezTo>
                  <a:cubicBezTo>
                    <a:pt x="1" y="164"/>
                    <a:pt x="28" y="217"/>
                    <a:pt x="54" y="244"/>
                  </a:cubicBezTo>
                  <a:cubicBezTo>
                    <a:pt x="1821" y="1261"/>
                    <a:pt x="2972" y="3188"/>
                    <a:pt x="2918" y="5035"/>
                  </a:cubicBezTo>
                  <a:cubicBezTo>
                    <a:pt x="2918" y="5116"/>
                    <a:pt x="2945" y="5142"/>
                    <a:pt x="2999" y="5169"/>
                  </a:cubicBezTo>
                  <a:cubicBezTo>
                    <a:pt x="4952" y="6133"/>
                    <a:pt x="6157" y="8086"/>
                    <a:pt x="6157" y="10255"/>
                  </a:cubicBezTo>
                  <a:cubicBezTo>
                    <a:pt x="6157" y="12449"/>
                    <a:pt x="4952" y="14403"/>
                    <a:pt x="2999" y="15367"/>
                  </a:cubicBezTo>
                  <a:cubicBezTo>
                    <a:pt x="2945" y="15394"/>
                    <a:pt x="2918" y="15447"/>
                    <a:pt x="2918" y="15501"/>
                  </a:cubicBezTo>
                  <a:cubicBezTo>
                    <a:pt x="2972" y="17347"/>
                    <a:pt x="1848" y="19248"/>
                    <a:pt x="81" y="20292"/>
                  </a:cubicBezTo>
                  <a:cubicBezTo>
                    <a:pt x="54" y="20292"/>
                    <a:pt x="28" y="20318"/>
                    <a:pt x="1" y="20372"/>
                  </a:cubicBezTo>
                  <a:cubicBezTo>
                    <a:pt x="1" y="20425"/>
                    <a:pt x="28" y="20479"/>
                    <a:pt x="54" y="20506"/>
                  </a:cubicBezTo>
                  <a:cubicBezTo>
                    <a:pt x="1794" y="21496"/>
                    <a:pt x="2865" y="23316"/>
                    <a:pt x="2918" y="25324"/>
                  </a:cubicBezTo>
                  <a:cubicBezTo>
                    <a:pt x="2918" y="25350"/>
                    <a:pt x="2945" y="25404"/>
                    <a:pt x="2999" y="25431"/>
                  </a:cubicBezTo>
                  <a:cubicBezTo>
                    <a:pt x="4952" y="26394"/>
                    <a:pt x="6157" y="28348"/>
                    <a:pt x="6157" y="30543"/>
                  </a:cubicBezTo>
                  <a:cubicBezTo>
                    <a:pt x="6157" y="32711"/>
                    <a:pt x="4952" y="34665"/>
                    <a:pt x="2999" y="35628"/>
                  </a:cubicBezTo>
                  <a:cubicBezTo>
                    <a:pt x="2945" y="35655"/>
                    <a:pt x="2918" y="35709"/>
                    <a:pt x="2918" y="35762"/>
                  </a:cubicBezTo>
                  <a:cubicBezTo>
                    <a:pt x="3079" y="37823"/>
                    <a:pt x="1607" y="39643"/>
                    <a:pt x="81" y="40553"/>
                  </a:cubicBezTo>
                  <a:cubicBezTo>
                    <a:pt x="54" y="40553"/>
                    <a:pt x="28" y="40580"/>
                    <a:pt x="1" y="40633"/>
                  </a:cubicBezTo>
                  <a:cubicBezTo>
                    <a:pt x="1" y="40687"/>
                    <a:pt x="28" y="40741"/>
                    <a:pt x="54" y="40767"/>
                  </a:cubicBezTo>
                  <a:cubicBezTo>
                    <a:pt x="1794" y="41784"/>
                    <a:pt x="2918" y="43658"/>
                    <a:pt x="2918" y="45532"/>
                  </a:cubicBezTo>
                  <a:cubicBezTo>
                    <a:pt x="2918" y="45558"/>
                    <a:pt x="2918" y="45558"/>
                    <a:pt x="2918" y="45585"/>
                  </a:cubicBezTo>
                  <a:cubicBezTo>
                    <a:pt x="2918" y="45612"/>
                    <a:pt x="2945" y="45665"/>
                    <a:pt x="2999" y="45692"/>
                  </a:cubicBezTo>
                  <a:cubicBezTo>
                    <a:pt x="4952" y="46656"/>
                    <a:pt x="6157" y="48636"/>
                    <a:pt x="6157" y="50804"/>
                  </a:cubicBezTo>
                  <a:cubicBezTo>
                    <a:pt x="6157" y="52972"/>
                    <a:pt x="4952" y="54926"/>
                    <a:pt x="2999" y="55917"/>
                  </a:cubicBezTo>
                  <a:cubicBezTo>
                    <a:pt x="2945" y="55917"/>
                    <a:pt x="2918" y="55970"/>
                    <a:pt x="2918" y="56024"/>
                  </a:cubicBezTo>
                  <a:cubicBezTo>
                    <a:pt x="2865" y="58004"/>
                    <a:pt x="1821" y="59798"/>
                    <a:pt x="81" y="60815"/>
                  </a:cubicBezTo>
                  <a:cubicBezTo>
                    <a:pt x="54" y="60815"/>
                    <a:pt x="28" y="60868"/>
                    <a:pt x="1" y="60895"/>
                  </a:cubicBezTo>
                  <a:cubicBezTo>
                    <a:pt x="1" y="60949"/>
                    <a:pt x="28" y="61002"/>
                    <a:pt x="54" y="61029"/>
                  </a:cubicBezTo>
                  <a:cubicBezTo>
                    <a:pt x="1794" y="62046"/>
                    <a:pt x="2865" y="63839"/>
                    <a:pt x="2918" y="65847"/>
                  </a:cubicBezTo>
                  <a:cubicBezTo>
                    <a:pt x="2918" y="65900"/>
                    <a:pt x="2945" y="65927"/>
                    <a:pt x="2999" y="65954"/>
                  </a:cubicBezTo>
                  <a:cubicBezTo>
                    <a:pt x="4952" y="66944"/>
                    <a:pt x="6157" y="68898"/>
                    <a:pt x="6157" y="71066"/>
                  </a:cubicBezTo>
                  <a:cubicBezTo>
                    <a:pt x="6157" y="73234"/>
                    <a:pt x="4952" y="75188"/>
                    <a:pt x="2999" y="76178"/>
                  </a:cubicBezTo>
                  <a:cubicBezTo>
                    <a:pt x="2945" y="76178"/>
                    <a:pt x="2918" y="76232"/>
                    <a:pt x="2918" y="76285"/>
                  </a:cubicBezTo>
                  <a:cubicBezTo>
                    <a:pt x="2865" y="78293"/>
                    <a:pt x="1821" y="80086"/>
                    <a:pt x="81" y="81076"/>
                  </a:cubicBezTo>
                  <a:cubicBezTo>
                    <a:pt x="1" y="81130"/>
                    <a:pt x="1" y="81183"/>
                    <a:pt x="28" y="81264"/>
                  </a:cubicBezTo>
                  <a:cubicBezTo>
                    <a:pt x="44" y="81297"/>
                    <a:pt x="81" y="81320"/>
                    <a:pt x="120" y="81320"/>
                  </a:cubicBezTo>
                  <a:cubicBezTo>
                    <a:pt x="143" y="81320"/>
                    <a:pt x="168" y="81311"/>
                    <a:pt x="188" y="81290"/>
                  </a:cubicBezTo>
                  <a:cubicBezTo>
                    <a:pt x="1981" y="80273"/>
                    <a:pt x="3106" y="78427"/>
                    <a:pt x="3159" y="76366"/>
                  </a:cubicBezTo>
                  <a:cubicBezTo>
                    <a:pt x="5167" y="75322"/>
                    <a:pt x="6398" y="73314"/>
                    <a:pt x="6398" y="71066"/>
                  </a:cubicBezTo>
                  <a:cubicBezTo>
                    <a:pt x="6398" y="68818"/>
                    <a:pt x="5167" y="66784"/>
                    <a:pt x="3159" y="65766"/>
                  </a:cubicBezTo>
                  <a:cubicBezTo>
                    <a:pt x="3106" y="63786"/>
                    <a:pt x="2062" y="61992"/>
                    <a:pt x="376" y="60922"/>
                  </a:cubicBezTo>
                  <a:cubicBezTo>
                    <a:pt x="2062" y="59878"/>
                    <a:pt x="3106" y="58085"/>
                    <a:pt x="3159" y="56104"/>
                  </a:cubicBezTo>
                  <a:cubicBezTo>
                    <a:pt x="5167" y="55060"/>
                    <a:pt x="6398" y="53053"/>
                    <a:pt x="6398" y="50804"/>
                  </a:cubicBezTo>
                  <a:cubicBezTo>
                    <a:pt x="6398" y="48556"/>
                    <a:pt x="5167" y="46522"/>
                    <a:pt x="3159" y="45505"/>
                  </a:cubicBezTo>
                  <a:cubicBezTo>
                    <a:pt x="3159" y="43604"/>
                    <a:pt x="2062" y="41731"/>
                    <a:pt x="376" y="40660"/>
                  </a:cubicBezTo>
                  <a:cubicBezTo>
                    <a:pt x="1901" y="39723"/>
                    <a:pt x="3293" y="37903"/>
                    <a:pt x="3186" y="35816"/>
                  </a:cubicBezTo>
                  <a:cubicBezTo>
                    <a:pt x="5167" y="34799"/>
                    <a:pt x="6398" y="32764"/>
                    <a:pt x="6398" y="30543"/>
                  </a:cubicBezTo>
                  <a:cubicBezTo>
                    <a:pt x="6398" y="28295"/>
                    <a:pt x="5167" y="26260"/>
                    <a:pt x="3159" y="25243"/>
                  </a:cubicBezTo>
                  <a:cubicBezTo>
                    <a:pt x="3079" y="23236"/>
                    <a:pt x="2035" y="21443"/>
                    <a:pt x="376" y="20399"/>
                  </a:cubicBezTo>
                  <a:cubicBezTo>
                    <a:pt x="2089" y="19328"/>
                    <a:pt x="3186" y="17401"/>
                    <a:pt x="3186" y="15554"/>
                  </a:cubicBezTo>
                  <a:cubicBezTo>
                    <a:pt x="5167" y="14537"/>
                    <a:pt x="6398" y="12503"/>
                    <a:pt x="6398" y="10255"/>
                  </a:cubicBezTo>
                  <a:cubicBezTo>
                    <a:pt x="6398" y="8033"/>
                    <a:pt x="5167" y="5999"/>
                    <a:pt x="3186" y="4982"/>
                  </a:cubicBezTo>
                  <a:lnTo>
                    <a:pt x="3186" y="4955"/>
                  </a:lnTo>
                  <a:cubicBezTo>
                    <a:pt x="3186" y="3028"/>
                    <a:pt x="1981" y="1074"/>
                    <a:pt x="188" y="30"/>
                  </a:cubicBezTo>
                  <a:cubicBezTo>
                    <a:pt x="168" y="10"/>
                    <a:pt x="143" y="1"/>
                    <a:pt x="12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5" name="Google Shape;645;p61"/>
            <p:cNvSpPr/>
            <p:nvPr/>
          </p:nvSpPr>
          <p:spPr>
            <a:xfrm>
              <a:off x="224725" y="818875"/>
              <a:ext cx="159950" cy="2032875"/>
            </a:xfrm>
            <a:custGeom>
              <a:avLst/>
              <a:gdLst/>
              <a:ahLst/>
              <a:cxnLst/>
              <a:rect l="l" t="t" r="r" b="b"/>
              <a:pathLst>
                <a:path w="6398" h="81315" extrusionOk="0">
                  <a:moveTo>
                    <a:pt x="129" y="1"/>
                  </a:moveTo>
                  <a:cubicBezTo>
                    <a:pt x="83" y="1"/>
                    <a:pt x="44" y="20"/>
                    <a:pt x="27" y="70"/>
                  </a:cubicBezTo>
                  <a:cubicBezTo>
                    <a:pt x="27" y="70"/>
                    <a:pt x="1" y="97"/>
                    <a:pt x="1" y="124"/>
                  </a:cubicBezTo>
                  <a:cubicBezTo>
                    <a:pt x="1" y="178"/>
                    <a:pt x="27" y="204"/>
                    <a:pt x="81" y="231"/>
                  </a:cubicBezTo>
                  <a:cubicBezTo>
                    <a:pt x="1821" y="1248"/>
                    <a:pt x="2972" y="3175"/>
                    <a:pt x="2918" y="5022"/>
                  </a:cubicBezTo>
                  <a:cubicBezTo>
                    <a:pt x="2945" y="5076"/>
                    <a:pt x="2945" y="5129"/>
                    <a:pt x="2998" y="5156"/>
                  </a:cubicBezTo>
                  <a:cubicBezTo>
                    <a:pt x="4952" y="6119"/>
                    <a:pt x="6157" y="8073"/>
                    <a:pt x="6157" y="10268"/>
                  </a:cubicBezTo>
                  <a:cubicBezTo>
                    <a:pt x="6157" y="12436"/>
                    <a:pt x="4952" y="14390"/>
                    <a:pt x="2998" y="15354"/>
                  </a:cubicBezTo>
                  <a:cubicBezTo>
                    <a:pt x="2945" y="15380"/>
                    <a:pt x="2918" y="15461"/>
                    <a:pt x="2918" y="15487"/>
                  </a:cubicBezTo>
                  <a:cubicBezTo>
                    <a:pt x="2998" y="17334"/>
                    <a:pt x="1848" y="19235"/>
                    <a:pt x="108" y="20278"/>
                  </a:cubicBezTo>
                  <a:cubicBezTo>
                    <a:pt x="54" y="20278"/>
                    <a:pt x="27" y="20305"/>
                    <a:pt x="27" y="20359"/>
                  </a:cubicBezTo>
                  <a:cubicBezTo>
                    <a:pt x="1" y="20412"/>
                    <a:pt x="27" y="20466"/>
                    <a:pt x="81" y="20493"/>
                  </a:cubicBezTo>
                  <a:cubicBezTo>
                    <a:pt x="1794" y="21510"/>
                    <a:pt x="2865" y="23303"/>
                    <a:pt x="2918" y="25310"/>
                  </a:cubicBezTo>
                  <a:cubicBezTo>
                    <a:pt x="2945" y="25364"/>
                    <a:pt x="2972" y="25391"/>
                    <a:pt x="2998" y="25417"/>
                  </a:cubicBezTo>
                  <a:cubicBezTo>
                    <a:pt x="4952" y="26381"/>
                    <a:pt x="6157" y="28362"/>
                    <a:pt x="6157" y="30530"/>
                  </a:cubicBezTo>
                  <a:cubicBezTo>
                    <a:pt x="6157" y="32698"/>
                    <a:pt x="4952" y="34652"/>
                    <a:pt x="2998" y="35642"/>
                  </a:cubicBezTo>
                  <a:cubicBezTo>
                    <a:pt x="2945" y="35642"/>
                    <a:pt x="2918" y="35695"/>
                    <a:pt x="2918" y="35749"/>
                  </a:cubicBezTo>
                  <a:cubicBezTo>
                    <a:pt x="3106" y="37837"/>
                    <a:pt x="1633" y="39630"/>
                    <a:pt x="108" y="40540"/>
                  </a:cubicBezTo>
                  <a:cubicBezTo>
                    <a:pt x="54" y="40540"/>
                    <a:pt x="27" y="40594"/>
                    <a:pt x="27" y="40620"/>
                  </a:cubicBezTo>
                  <a:cubicBezTo>
                    <a:pt x="1" y="40674"/>
                    <a:pt x="27" y="40727"/>
                    <a:pt x="81" y="40754"/>
                  </a:cubicBezTo>
                  <a:cubicBezTo>
                    <a:pt x="1821" y="41771"/>
                    <a:pt x="2918" y="43645"/>
                    <a:pt x="2918" y="45545"/>
                  </a:cubicBezTo>
                  <a:cubicBezTo>
                    <a:pt x="2918" y="45545"/>
                    <a:pt x="2918" y="45545"/>
                    <a:pt x="2918" y="45572"/>
                  </a:cubicBezTo>
                  <a:cubicBezTo>
                    <a:pt x="2918" y="45626"/>
                    <a:pt x="2945" y="45652"/>
                    <a:pt x="2998" y="45679"/>
                  </a:cubicBezTo>
                  <a:cubicBezTo>
                    <a:pt x="4952" y="46669"/>
                    <a:pt x="6157" y="48623"/>
                    <a:pt x="6157" y="50791"/>
                  </a:cubicBezTo>
                  <a:cubicBezTo>
                    <a:pt x="6157" y="52959"/>
                    <a:pt x="4952" y="54913"/>
                    <a:pt x="2998" y="55904"/>
                  </a:cubicBezTo>
                  <a:cubicBezTo>
                    <a:pt x="2945" y="55930"/>
                    <a:pt x="2918" y="55957"/>
                    <a:pt x="2918" y="56011"/>
                  </a:cubicBezTo>
                  <a:cubicBezTo>
                    <a:pt x="2891" y="57991"/>
                    <a:pt x="1821" y="59785"/>
                    <a:pt x="108" y="60802"/>
                  </a:cubicBezTo>
                  <a:cubicBezTo>
                    <a:pt x="54" y="60828"/>
                    <a:pt x="27" y="60855"/>
                    <a:pt x="27" y="60882"/>
                  </a:cubicBezTo>
                  <a:cubicBezTo>
                    <a:pt x="1" y="60935"/>
                    <a:pt x="27" y="60989"/>
                    <a:pt x="81" y="61016"/>
                  </a:cubicBezTo>
                  <a:cubicBezTo>
                    <a:pt x="1821" y="62033"/>
                    <a:pt x="2891" y="63826"/>
                    <a:pt x="2918" y="65834"/>
                  </a:cubicBezTo>
                  <a:cubicBezTo>
                    <a:pt x="2918" y="65887"/>
                    <a:pt x="2945" y="65914"/>
                    <a:pt x="2998" y="65941"/>
                  </a:cubicBezTo>
                  <a:cubicBezTo>
                    <a:pt x="4952" y="66931"/>
                    <a:pt x="6157" y="68885"/>
                    <a:pt x="6157" y="71053"/>
                  </a:cubicBezTo>
                  <a:cubicBezTo>
                    <a:pt x="6157" y="73221"/>
                    <a:pt x="4952" y="75175"/>
                    <a:pt x="2998" y="76165"/>
                  </a:cubicBezTo>
                  <a:cubicBezTo>
                    <a:pt x="2945" y="76192"/>
                    <a:pt x="2918" y="76219"/>
                    <a:pt x="2918" y="76272"/>
                  </a:cubicBezTo>
                  <a:cubicBezTo>
                    <a:pt x="2891" y="78280"/>
                    <a:pt x="1821" y="80073"/>
                    <a:pt x="81" y="81090"/>
                  </a:cubicBezTo>
                  <a:cubicBezTo>
                    <a:pt x="27" y="81117"/>
                    <a:pt x="1" y="81197"/>
                    <a:pt x="27" y="81251"/>
                  </a:cubicBezTo>
                  <a:cubicBezTo>
                    <a:pt x="67" y="81290"/>
                    <a:pt x="106" y="81315"/>
                    <a:pt x="156" y="81315"/>
                  </a:cubicBezTo>
                  <a:cubicBezTo>
                    <a:pt x="174" y="81315"/>
                    <a:pt x="193" y="81311"/>
                    <a:pt x="215" y="81304"/>
                  </a:cubicBezTo>
                  <a:cubicBezTo>
                    <a:pt x="2008" y="80260"/>
                    <a:pt x="3106" y="78413"/>
                    <a:pt x="3186" y="76352"/>
                  </a:cubicBezTo>
                  <a:cubicBezTo>
                    <a:pt x="5166" y="75309"/>
                    <a:pt x="6398" y="73301"/>
                    <a:pt x="6398" y="71053"/>
                  </a:cubicBezTo>
                  <a:cubicBezTo>
                    <a:pt x="6398" y="68805"/>
                    <a:pt x="5166" y="66797"/>
                    <a:pt x="3186" y="65753"/>
                  </a:cubicBezTo>
                  <a:cubicBezTo>
                    <a:pt x="3106" y="63773"/>
                    <a:pt x="2062" y="61979"/>
                    <a:pt x="375" y="60909"/>
                  </a:cubicBezTo>
                  <a:cubicBezTo>
                    <a:pt x="2062" y="59865"/>
                    <a:pt x="3106" y="58072"/>
                    <a:pt x="3186" y="56091"/>
                  </a:cubicBezTo>
                  <a:cubicBezTo>
                    <a:pt x="5166" y="55047"/>
                    <a:pt x="6398" y="53040"/>
                    <a:pt x="6398" y="50791"/>
                  </a:cubicBezTo>
                  <a:cubicBezTo>
                    <a:pt x="6398" y="48543"/>
                    <a:pt x="5166" y="46536"/>
                    <a:pt x="3186" y="45492"/>
                  </a:cubicBezTo>
                  <a:cubicBezTo>
                    <a:pt x="3159" y="43591"/>
                    <a:pt x="2088" y="41718"/>
                    <a:pt x="375" y="40647"/>
                  </a:cubicBezTo>
                  <a:cubicBezTo>
                    <a:pt x="1901" y="39710"/>
                    <a:pt x="3320" y="37890"/>
                    <a:pt x="3186" y="35829"/>
                  </a:cubicBezTo>
                  <a:cubicBezTo>
                    <a:pt x="5166" y="34785"/>
                    <a:pt x="6398" y="32751"/>
                    <a:pt x="6398" y="30530"/>
                  </a:cubicBezTo>
                  <a:cubicBezTo>
                    <a:pt x="6398" y="28281"/>
                    <a:pt x="5166" y="26247"/>
                    <a:pt x="3186" y="25230"/>
                  </a:cubicBezTo>
                  <a:cubicBezTo>
                    <a:pt x="3079" y="23223"/>
                    <a:pt x="2062" y="21429"/>
                    <a:pt x="375" y="20386"/>
                  </a:cubicBezTo>
                  <a:cubicBezTo>
                    <a:pt x="2088" y="19315"/>
                    <a:pt x="3186" y="17441"/>
                    <a:pt x="3186" y="15595"/>
                  </a:cubicBezTo>
                  <a:cubicBezTo>
                    <a:pt x="3186" y="15595"/>
                    <a:pt x="3186" y="15568"/>
                    <a:pt x="3186" y="15541"/>
                  </a:cubicBezTo>
                  <a:cubicBezTo>
                    <a:pt x="5166" y="14524"/>
                    <a:pt x="6398" y="12490"/>
                    <a:pt x="6398" y="10268"/>
                  </a:cubicBezTo>
                  <a:cubicBezTo>
                    <a:pt x="6398" y="8020"/>
                    <a:pt x="5166" y="5986"/>
                    <a:pt x="3186" y="4969"/>
                  </a:cubicBezTo>
                  <a:lnTo>
                    <a:pt x="3186" y="4942"/>
                  </a:lnTo>
                  <a:cubicBezTo>
                    <a:pt x="3186" y="3041"/>
                    <a:pt x="1981" y="1061"/>
                    <a:pt x="215" y="17"/>
                  </a:cubicBezTo>
                  <a:cubicBezTo>
                    <a:pt x="185" y="7"/>
                    <a:pt x="156" y="1"/>
                    <a:pt x="12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6" name="Google Shape;646;p61"/>
            <p:cNvSpPr/>
            <p:nvPr/>
          </p:nvSpPr>
          <p:spPr>
            <a:xfrm>
              <a:off x="1914975" y="2593575"/>
              <a:ext cx="160625" cy="2032875"/>
            </a:xfrm>
            <a:custGeom>
              <a:avLst/>
              <a:gdLst/>
              <a:ahLst/>
              <a:cxnLst/>
              <a:rect l="l" t="t" r="r" b="b"/>
              <a:pathLst>
                <a:path w="6425" h="81315" extrusionOk="0">
                  <a:moveTo>
                    <a:pt x="151" y="1"/>
                  </a:moveTo>
                  <a:cubicBezTo>
                    <a:pt x="95" y="1"/>
                    <a:pt x="47" y="26"/>
                    <a:pt x="27" y="65"/>
                  </a:cubicBezTo>
                  <a:cubicBezTo>
                    <a:pt x="27" y="92"/>
                    <a:pt x="27" y="118"/>
                    <a:pt x="27" y="118"/>
                  </a:cubicBezTo>
                  <a:cubicBezTo>
                    <a:pt x="27" y="172"/>
                    <a:pt x="27" y="225"/>
                    <a:pt x="81" y="225"/>
                  </a:cubicBezTo>
                  <a:cubicBezTo>
                    <a:pt x="1821" y="1243"/>
                    <a:pt x="2972" y="3170"/>
                    <a:pt x="2945" y="5043"/>
                  </a:cubicBezTo>
                  <a:cubicBezTo>
                    <a:pt x="2945" y="5070"/>
                    <a:pt x="2972" y="5124"/>
                    <a:pt x="2998" y="5150"/>
                  </a:cubicBezTo>
                  <a:cubicBezTo>
                    <a:pt x="4952" y="6141"/>
                    <a:pt x="6157" y="8095"/>
                    <a:pt x="6157" y="10263"/>
                  </a:cubicBezTo>
                  <a:cubicBezTo>
                    <a:pt x="6157" y="12431"/>
                    <a:pt x="4952" y="14384"/>
                    <a:pt x="2998" y="15375"/>
                  </a:cubicBezTo>
                  <a:cubicBezTo>
                    <a:pt x="2945" y="15402"/>
                    <a:pt x="2945" y="15428"/>
                    <a:pt x="2945" y="15482"/>
                  </a:cubicBezTo>
                  <a:cubicBezTo>
                    <a:pt x="2998" y="17355"/>
                    <a:pt x="1848" y="19256"/>
                    <a:pt x="108" y="20273"/>
                  </a:cubicBezTo>
                  <a:cubicBezTo>
                    <a:pt x="54" y="20300"/>
                    <a:pt x="27" y="20326"/>
                    <a:pt x="27" y="20353"/>
                  </a:cubicBezTo>
                  <a:cubicBezTo>
                    <a:pt x="1" y="20407"/>
                    <a:pt x="27" y="20460"/>
                    <a:pt x="81" y="20514"/>
                  </a:cubicBezTo>
                  <a:cubicBezTo>
                    <a:pt x="1794" y="21504"/>
                    <a:pt x="2865" y="23297"/>
                    <a:pt x="2945" y="25305"/>
                  </a:cubicBezTo>
                  <a:cubicBezTo>
                    <a:pt x="2945" y="25358"/>
                    <a:pt x="2972" y="25385"/>
                    <a:pt x="2998" y="25412"/>
                  </a:cubicBezTo>
                  <a:cubicBezTo>
                    <a:pt x="4952" y="26402"/>
                    <a:pt x="6157" y="28356"/>
                    <a:pt x="6157" y="30524"/>
                  </a:cubicBezTo>
                  <a:cubicBezTo>
                    <a:pt x="6157" y="32692"/>
                    <a:pt x="4952" y="34646"/>
                    <a:pt x="2998" y="35636"/>
                  </a:cubicBezTo>
                  <a:cubicBezTo>
                    <a:pt x="2945" y="35663"/>
                    <a:pt x="2918" y="35717"/>
                    <a:pt x="2945" y="35770"/>
                  </a:cubicBezTo>
                  <a:cubicBezTo>
                    <a:pt x="3106" y="37831"/>
                    <a:pt x="1633" y="39651"/>
                    <a:pt x="108" y="40535"/>
                  </a:cubicBezTo>
                  <a:cubicBezTo>
                    <a:pt x="54" y="40561"/>
                    <a:pt x="27" y="40588"/>
                    <a:pt x="27" y="40615"/>
                  </a:cubicBezTo>
                  <a:cubicBezTo>
                    <a:pt x="1" y="40668"/>
                    <a:pt x="27" y="40749"/>
                    <a:pt x="81" y="40775"/>
                  </a:cubicBezTo>
                  <a:cubicBezTo>
                    <a:pt x="1821" y="41766"/>
                    <a:pt x="2945" y="43639"/>
                    <a:pt x="2945" y="45540"/>
                  </a:cubicBezTo>
                  <a:cubicBezTo>
                    <a:pt x="2945" y="45540"/>
                    <a:pt x="2945" y="45566"/>
                    <a:pt x="2945" y="45566"/>
                  </a:cubicBezTo>
                  <a:cubicBezTo>
                    <a:pt x="2945" y="45620"/>
                    <a:pt x="2972" y="45674"/>
                    <a:pt x="2998" y="45674"/>
                  </a:cubicBezTo>
                  <a:cubicBezTo>
                    <a:pt x="4952" y="46664"/>
                    <a:pt x="6157" y="48618"/>
                    <a:pt x="6157" y="50786"/>
                  </a:cubicBezTo>
                  <a:cubicBezTo>
                    <a:pt x="6157" y="52954"/>
                    <a:pt x="4952" y="54934"/>
                    <a:pt x="2998" y="55898"/>
                  </a:cubicBezTo>
                  <a:cubicBezTo>
                    <a:pt x="2972" y="55925"/>
                    <a:pt x="2945" y="55952"/>
                    <a:pt x="2945" y="56005"/>
                  </a:cubicBezTo>
                  <a:cubicBezTo>
                    <a:pt x="2891" y="58012"/>
                    <a:pt x="1821" y="59806"/>
                    <a:pt x="108" y="60796"/>
                  </a:cubicBezTo>
                  <a:cubicBezTo>
                    <a:pt x="54" y="60823"/>
                    <a:pt x="27" y="60850"/>
                    <a:pt x="27" y="60903"/>
                  </a:cubicBezTo>
                  <a:cubicBezTo>
                    <a:pt x="1" y="60957"/>
                    <a:pt x="27" y="61010"/>
                    <a:pt x="81" y="61037"/>
                  </a:cubicBezTo>
                  <a:cubicBezTo>
                    <a:pt x="1821" y="62054"/>
                    <a:pt x="2891" y="63847"/>
                    <a:pt x="2945" y="65828"/>
                  </a:cubicBezTo>
                  <a:cubicBezTo>
                    <a:pt x="2945" y="65882"/>
                    <a:pt x="2972" y="65935"/>
                    <a:pt x="2998" y="65962"/>
                  </a:cubicBezTo>
                  <a:cubicBezTo>
                    <a:pt x="4952" y="66925"/>
                    <a:pt x="6157" y="68879"/>
                    <a:pt x="6157" y="71047"/>
                  </a:cubicBezTo>
                  <a:cubicBezTo>
                    <a:pt x="6157" y="73242"/>
                    <a:pt x="4952" y="75196"/>
                    <a:pt x="2998" y="76160"/>
                  </a:cubicBezTo>
                  <a:cubicBezTo>
                    <a:pt x="2972" y="76186"/>
                    <a:pt x="2945" y="76240"/>
                    <a:pt x="2945" y="76267"/>
                  </a:cubicBezTo>
                  <a:cubicBezTo>
                    <a:pt x="2891" y="78274"/>
                    <a:pt x="1821" y="80067"/>
                    <a:pt x="81" y="81084"/>
                  </a:cubicBezTo>
                  <a:cubicBezTo>
                    <a:pt x="27" y="81111"/>
                    <a:pt x="1" y="81191"/>
                    <a:pt x="27" y="81245"/>
                  </a:cubicBezTo>
                  <a:cubicBezTo>
                    <a:pt x="61" y="81296"/>
                    <a:pt x="106" y="81315"/>
                    <a:pt x="148" y="81315"/>
                  </a:cubicBezTo>
                  <a:cubicBezTo>
                    <a:pt x="172" y="81315"/>
                    <a:pt x="195" y="81308"/>
                    <a:pt x="215" y="81299"/>
                  </a:cubicBezTo>
                  <a:cubicBezTo>
                    <a:pt x="2008" y="80255"/>
                    <a:pt x="3106" y="78408"/>
                    <a:pt x="3186" y="76347"/>
                  </a:cubicBezTo>
                  <a:cubicBezTo>
                    <a:pt x="5166" y="75330"/>
                    <a:pt x="6424" y="73296"/>
                    <a:pt x="6424" y="71047"/>
                  </a:cubicBezTo>
                  <a:cubicBezTo>
                    <a:pt x="6424" y="68826"/>
                    <a:pt x="5166" y="66792"/>
                    <a:pt x="3186" y="65748"/>
                  </a:cubicBezTo>
                  <a:cubicBezTo>
                    <a:pt x="3106" y="63767"/>
                    <a:pt x="2062" y="61974"/>
                    <a:pt x="375" y="60930"/>
                  </a:cubicBezTo>
                  <a:cubicBezTo>
                    <a:pt x="2062" y="59859"/>
                    <a:pt x="3106" y="58093"/>
                    <a:pt x="3186" y="56085"/>
                  </a:cubicBezTo>
                  <a:cubicBezTo>
                    <a:pt x="5166" y="55068"/>
                    <a:pt x="6424" y="53034"/>
                    <a:pt x="6424" y="50786"/>
                  </a:cubicBezTo>
                  <a:cubicBezTo>
                    <a:pt x="6424" y="48537"/>
                    <a:pt x="5166" y="46530"/>
                    <a:pt x="3186" y="45486"/>
                  </a:cubicBezTo>
                  <a:cubicBezTo>
                    <a:pt x="3159" y="43586"/>
                    <a:pt x="2088" y="41739"/>
                    <a:pt x="375" y="40668"/>
                  </a:cubicBezTo>
                  <a:cubicBezTo>
                    <a:pt x="1901" y="39705"/>
                    <a:pt x="3320" y="37885"/>
                    <a:pt x="3186" y="35824"/>
                  </a:cubicBezTo>
                  <a:cubicBezTo>
                    <a:pt x="5193" y="34780"/>
                    <a:pt x="6424" y="32772"/>
                    <a:pt x="6424" y="30524"/>
                  </a:cubicBezTo>
                  <a:cubicBezTo>
                    <a:pt x="6424" y="28276"/>
                    <a:pt x="5166" y="26268"/>
                    <a:pt x="3186" y="25225"/>
                  </a:cubicBezTo>
                  <a:cubicBezTo>
                    <a:pt x="3106" y="23244"/>
                    <a:pt x="2062" y="21451"/>
                    <a:pt x="375" y="20407"/>
                  </a:cubicBezTo>
                  <a:cubicBezTo>
                    <a:pt x="2088" y="19336"/>
                    <a:pt x="3186" y="17436"/>
                    <a:pt x="3186" y="15616"/>
                  </a:cubicBezTo>
                  <a:cubicBezTo>
                    <a:pt x="3186" y="15589"/>
                    <a:pt x="3186" y="15562"/>
                    <a:pt x="3186" y="15562"/>
                  </a:cubicBezTo>
                  <a:cubicBezTo>
                    <a:pt x="5166" y="14518"/>
                    <a:pt x="6424" y="12511"/>
                    <a:pt x="6424" y="10263"/>
                  </a:cubicBezTo>
                  <a:cubicBezTo>
                    <a:pt x="6424" y="8014"/>
                    <a:pt x="5166" y="6007"/>
                    <a:pt x="3186" y="4963"/>
                  </a:cubicBezTo>
                  <a:cubicBezTo>
                    <a:pt x="3186" y="3036"/>
                    <a:pt x="2008" y="1055"/>
                    <a:pt x="215" y="11"/>
                  </a:cubicBezTo>
                  <a:cubicBezTo>
                    <a:pt x="193" y="4"/>
                    <a:pt x="172" y="1"/>
                    <a:pt x="15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7" name="Google Shape;647;p61"/>
            <p:cNvSpPr/>
            <p:nvPr/>
          </p:nvSpPr>
          <p:spPr>
            <a:xfrm>
              <a:off x="1761075" y="2845375"/>
              <a:ext cx="160625" cy="2032675"/>
            </a:xfrm>
            <a:custGeom>
              <a:avLst/>
              <a:gdLst/>
              <a:ahLst/>
              <a:cxnLst/>
              <a:rect l="l" t="t" r="r" b="b"/>
              <a:pathLst>
                <a:path w="6425" h="81307" extrusionOk="0">
                  <a:moveTo>
                    <a:pt x="146" y="1"/>
                  </a:moveTo>
                  <a:cubicBezTo>
                    <a:pt x="108" y="1"/>
                    <a:pt x="71" y="24"/>
                    <a:pt x="54" y="57"/>
                  </a:cubicBezTo>
                  <a:cubicBezTo>
                    <a:pt x="27" y="84"/>
                    <a:pt x="27" y="110"/>
                    <a:pt x="27" y="137"/>
                  </a:cubicBezTo>
                  <a:cubicBezTo>
                    <a:pt x="27" y="164"/>
                    <a:pt x="54" y="217"/>
                    <a:pt x="81" y="244"/>
                  </a:cubicBezTo>
                  <a:cubicBezTo>
                    <a:pt x="1821" y="1234"/>
                    <a:pt x="2972" y="3162"/>
                    <a:pt x="2945" y="5035"/>
                  </a:cubicBezTo>
                  <a:cubicBezTo>
                    <a:pt x="2945" y="5089"/>
                    <a:pt x="2972" y="5142"/>
                    <a:pt x="2998" y="5142"/>
                  </a:cubicBezTo>
                  <a:cubicBezTo>
                    <a:pt x="4952" y="6133"/>
                    <a:pt x="6183" y="8086"/>
                    <a:pt x="6183" y="10254"/>
                  </a:cubicBezTo>
                  <a:cubicBezTo>
                    <a:pt x="6183" y="12422"/>
                    <a:pt x="4952" y="14376"/>
                    <a:pt x="2998" y="15367"/>
                  </a:cubicBezTo>
                  <a:cubicBezTo>
                    <a:pt x="2972" y="15393"/>
                    <a:pt x="2945" y="15447"/>
                    <a:pt x="2945" y="15474"/>
                  </a:cubicBezTo>
                  <a:cubicBezTo>
                    <a:pt x="2998" y="17321"/>
                    <a:pt x="1847" y="19248"/>
                    <a:pt x="108" y="20265"/>
                  </a:cubicBezTo>
                  <a:cubicBezTo>
                    <a:pt x="81" y="20292"/>
                    <a:pt x="27" y="20318"/>
                    <a:pt x="27" y="20345"/>
                  </a:cubicBezTo>
                  <a:cubicBezTo>
                    <a:pt x="27" y="20425"/>
                    <a:pt x="27" y="20479"/>
                    <a:pt x="81" y="20506"/>
                  </a:cubicBezTo>
                  <a:cubicBezTo>
                    <a:pt x="1821" y="21496"/>
                    <a:pt x="2891" y="23289"/>
                    <a:pt x="2945" y="25297"/>
                  </a:cubicBezTo>
                  <a:cubicBezTo>
                    <a:pt x="2945" y="25350"/>
                    <a:pt x="2972" y="25404"/>
                    <a:pt x="2998" y="25404"/>
                  </a:cubicBezTo>
                  <a:cubicBezTo>
                    <a:pt x="4952" y="26394"/>
                    <a:pt x="6183" y="28348"/>
                    <a:pt x="6183" y="30516"/>
                  </a:cubicBezTo>
                  <a:cubicBezTo>
                    <a:pt x="6183" y="32684"/>
                    <a:pt x="4952" y="34665"/>
                    <a:pt x="2998" y="35628"/>
                  </a:cubicBezTo>
                  <a:cubicBezTo>
                    <a:pt x="2972" y="35655"/>
                    <a:pt x="2945" y="35709"/>
                    <a:pt x="2945" y="35762"/>
                  </a:cubicBezTo>
                  <a:cubicBezTo>
                    <a:pt x="3105" y="37823"/>
                    <a:pt x="1633" y="39643"/>
                    <a:pt x="108" y="40526"/>
                  </a:cubicBezTo>
                  <a:cubicBezTo>
                    <a:pt x="81" y="40553"/>
                    <a:pt x="27" y="40580"/>
                    <a:pt x="27" y="40633"/>
                  </a:cubicBezTo>
                  <a:cubicBezTo>
                    <a:pt x="27" y="40687"/>
                    <a:pt x="27" y="40741"/>
                    <a:pt x="81" y="40767"/>
                  </a:cubicBezTo>
                  <a:cubicBezTo>
                    <a:pt x="1821" y="41784"/>
                    <a:pt x="2945" y="43631"/>
                    <a:pt x="2945" y="45532"/>
                  </a:cubicBezTo>
                  <a:lnTo>
                    <a:pt x="2945" y="45558"/>
                  </a:lnTo>
                  <a:cubicBezTo>
                    <a:pt x="2945" y="45612"/>
                    <a:pt x="2972" y="45665"/>
                    <a:pt x="2998" y="45692"/>
                  </a:cubicBezTo>
                  <a:cubicBezTo>
                    <a:pt x="4952" y="46656"/>
                    <a:pt x="6183" y="48610"/>
                    <a:pt x="6183" y="50778"/>
                  </a:cubicBezTo>
                  <a:cubicBezTo>
                    <a:pt x="6183" y="52972"/>
                    <a:pt x="4952" y="54926"/>
                    <a:pt x="2998" y="55890"/>
                  </a:cubicBezTo>
                  <a:cubicBezTo>
                    <a:pt x="2972" y="55917"/>
                    <a:pt x="2945" y="55970"/>
                    <a:pt x="2945" y="55997"/>
                  </a:cubicBezTo>
                  <a:cubicBezTo>
                    <a:pt x="2891" y="58004"/>
                    <a:pt x="1847" y="59798"/>
                    <a:pt x="108" y="60815"/>
                  </a:cubicBezTo>
                  <a:cubicBezTo>
                    <a:pt x="81" y="60815"/>
                    <a:pt x="27" y="60841"/>
                    <a:pt x="27" y="60895"/>
                  </a:cubicBezTo>
                  <a:cubicBezTo>
                    <a:pt x="27" y="60949"/>
                    <a:pt x="27" y="61002"/>
                    <a:pt x="81" y="61029"/>
                  </a:cubicBezTo>
                  <a:cubicBezTo>
                    <a:pt x="1821" y="62046"/>
                    <a:pt x="2891" y="63839"/>
                    <a:pt x="2945" y="65847"/>
                  </a:cubicBezTo>
                  <a:cubicBezTo>
                    <a:pt x="2945" y="65873"/>
                    <a:pt x="2972" y="65927"/>
                    <a:pt x="2998" y="65954"/>
                  </a:cubicBezTo>
                  <a:cubicBezTo>
                    <a:pt x="4952" y="66917"/>
                    <a:pt x="6183" y="68871"/>
                    <a:pt x="6183" y="71066"/>
                  </a:cubicBezTo>
                  <a:cubicBezTo>
                    <a:pt x="6183" y="73234"/>
                    <a:pt x="4952" y="75188"/>
                    <a:pt x="2998" y="76151"/>
                  </a:cubicBezTo>
                  <a:cubicBezTo>
                    <a:pt x="2972" y="76178"/>
                    <a:pt x="2945" y="76232"/>
                    <a:pt x="2945" y="76285"/>
                  </a:cubicBezTo>
                  <a:cubicBezTo>
                    <a:pt x="2891" y="78266"/>
                    <a:pt x="1821" y="80059"/>
                    <a:pt x="81" y="81076"/>
                  </a:cubicBezTo>
                  <a:cubicBezTo>
                    <a:pt x="27" y="81103"/>
                    <a:pt x="1" y="81183"/>
                    <a:pt x="54" y="81237"/>
                  </a:cubicBezTo>
                  <a:cubicBezTo>
                    <a:pt x="71" y="81288"/>
                    <a:pt x="110" y="81306"/>
                    <a:pt x="149" y="81306"/>
                  </a:cubicBezTo>
                  <a:cubicBezTo>
                    <a:pt x="172" y="81306"/>
                    <a:pt x="195" y="81300"/>
                    <a:pt x="215" y="81290"/>
                  </a:cubicBezTo>
                  <a:cubicBezTo>
                    <a:pt x="2008" y="80247"/>
                    <a:pt x="3105" y="78400"/>
                    <a:pt x="3186" y="76366"/>
                  </a:cubicBezTo>
                  <a:cubicBezTo>
                    <a:pt x="5193" y="75322"/>
                    <a:pt x="6424" y="73288"/>
                    <a:pt x="6424" y="71066"/>
                  </a:cubicBezTo>
                  <a:cubicBezTo>
                    <a:pt x="6424" y="68818"/>
                    <a:pt x="5193" y="66783"/>
                    <a:pt x="3186" y="65766"/>
                  </a:cubicBezTo>
                  <a:cubicBezTo>
                    <a:pt x="3132" y="63759"/>
                    <a:pt x="2088" y="61992"/>
                    <a:pt x="402" y="60922"/>
                  </a:cubicBezTo>
                  <a:cubicBezTo>
                    <a:pt x="2088" y="59878"/>
                    <a:pt x="3132" y="58085"/>
                    <a:pt x="3186" y="56077"/>
                  </a:cubicBezTo>
                  <a:cubicBezTo>
                    <a:pt x="5193" y="55060"/>
                    <a:pt x="6424" y="53026"/>
                    <a:pt x="6424" y="50778"/>
                  </a:cubicBezTo>
                  <a:cubicBezTo>
                    <a:pt x="6424" y="48556"/>
                    <a:pt x="5193" y="46522"/>
                    <a:pt x="3186" y="45505"/>
                  </a:cubicBezTo>
                  <a:cubicBezTo>
                    <a:pt x="3186" y="43604"/>
                    <a:pt x="2088" y="41731"/>
                    <a:pt x="402" y="40660"/>
                  </a:cubicBezTo>
                  <a:cubicBezTo>
                    <a:pt x="1901" y="39697"/>
                    <a:pt x="3320" y="37877"/>
                    <a:pt x="3186" y="35816"/>
                  </a:cubicBezTo>
                  <a:cubicBezTo>
                    <a:pt x="5193" y="34799"/>
                    <a:pt x="6424" y="32764"/>
                    <a:pt x="6424" y="30516"/>
                  </a:cubicBezTo>
                  <a:cubicBezTo>
                    <a:pt x="6424" y="28268"/>
                    <a:pt x="5193" y="26260"/>
                    <a:pt x="3186" y="25216"/>
                  </a:cubicBezTo>
                  <a:cubicBezTo>
                    <a:pt x="3105" y="23236"/>
                    <a:pt x="2062" y="21442"/>
                    <a:pt x="402" y="20399"/>
                  </a:cubicBezTo>
                  <a:cubicBezTo>
                    <a:pt x="2115" y="19328"/>
                    <a:pt x="3212" y="17401"/>
                    <a:pt x="3186" y="15554"/>
                  </a:cubicBezTo>
                  <a:cubicBezTo>
                    <a:pt x="5193" y="14510"/>
                    <a:pt x="6424" y="12503"/>
                    <a:pt x="6424" y="10254"/>
                  </a:cubicBezTo>
                  <a:cubicBezTo>
                    <a:pt x="6424" y="8006"/>
                    <a:pt x="5193" y="5999"/>
                    <a:pt x="3186" y="4955"/>
                  </a:cubicBezTo>
                  <a:cubicBezTo>
                    <a:pt x="3186" y="3028"/>
                    <a:pt x="2008" y="1047"/>
                    <a:pt x="215" y="30"/>
                  </a:cubicBezTo>
                  <a:cubicBezTo>
                    <a:pt x="194" y="10"/>
                    <a:pt x="170" y="1"/>
                    <a:pt x="14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8" name="Google Shape;648;p61"/>
            <p:cNvSpPr/>
            <p:nvPr/>
          </p:nvSpPr>
          <p:spPr>
            <a:xfrm>
              <a:off x="1607850" y="2593575"/>
              <a:ext cx="159950" cy="2032875"/>
            </a:xfrm>
            <a:custGeom>
              <a:avLst/>
              <a:gdLst/>
              <a:ahLst/>
              <a:cxnLst/>
              <a:rect l="l" t="t" r="r" b="b"/>
              <a:pathLst>
                <a:path w="6398" h="81315" extrusionOk="0">
                  <a:moveTo>
                    <a:pt x="140" y="1"/>
                  </a:moveTo>
                  <a:cubicBezTo>
                    <a:pt x="95" y="1"/>
                    <a:pt x="47" y="26"/>
                    <a:pt x="27" y="65"/>
                  </a:cubicBezTo>
                  <a:cubicBezTo>
                    <a:pt x="0" y="92"/>
                    <a:pt x="0" y="118"/>
                    <a:pt x="0" y="118"/>
                  </a:cubicBezTo>
                  <a:cubicBezTo>
                    <a:pt x="0" y="172"/>
                    <a:pt x="27" y="225"/>
                    <a:pt x="81" y="225"/>
                  </a:cubicBezTo>
                  <a:cubicBezTo>
                    <a:pt x="1820" y="1243"/>
                    <a:pt x="2944" y="3170"/>
                    <a:pt x="2918" y="5043"/>
                  </a:cubicBezTo>
                  <a:cubicBezTo>
                    <a:pt x="2918" y="5070"/>
                    <a:pt x="2944" y="5124"/>
                    <a:pt x="2998" y="5150"/>
                  </a:cubicBezTo>
                  <a:cubicBezTo>
                    <a:pt x="4952" y="6141"/>
                    <a:pt x="6156" y="8095"/>
                    <a:pt x="6156" y="10263"/>
                  </a:cubicBezTo>
                  <a:cubicBezTo>
                    <a:pt x="6156" y="12431"/>
                    <a:pt x="4952" y="14384"/>
                    <a:pt x="2998" y="15375"/>
                  </a:cubicBezTo>
                  <a:cubicBezTo>
                    <a:pt x="2944" y="15402"/>
                    <a:pt x="2918" y="15428"/>
                    <a:pt x="2918" y="15482"/>
                  </a:cubicBezTo>
                  <a:cubicBezTo>
                    <a:pt x="2971" y="17329"/>
                    <a:pt x="1847" y="19256"/>
                    <a:pt x="81" y="20273"/>
                  </a:cubicBezTo>
                  <a:cubicBezTo>
                    <a:pt x="54" y="20300"/>
                    <a:pt x="27" y="20326"/>
                    <a:pt x="0" y="20353"/>
                  </a:cubicBezTo>
                  <a:cubicBezTo>
                    <a:pt x="0" y="20407"/>
                    <a:pt x="27" y="20460"/>
                    <a:pt x="81" y="20514"/>
                  </a:cubicBezTo>
                  <a:cubicBezTo>
                    <a:pt x="1794" y="21504"/>
                    <a:pt x="2864" y="23297"/>
                    <a:pt x="2918" y="25305"/>
                  </a:cubicBezTo>
                  <a:cubicBezTo>
                    <a:pt x="2918" y="25358"/>
                    <a:pt x="2944" y="25385"/>
                    <a:pt x="2998" y="25412"/>
                  </a:cubicBezTo>
                  <a:cubicBezTo>
                    <a:pt x="4952" y="26402"/>
                    <a:pt x="6156" y="28356"/>
                    <a:pt x="6156" y="30524"/>
                  </a:cubicBezTo>
                  <a:cubicBezTo>
                    <a:pt x="6156" y="32692"/>
                    <a:pt x="4952" y="34646"/>
                    <a:pt x="2998" y="35636"/>
                  </a:cubicBezTo>
                  <a:cubicBezTo>
                    <a:pt x="2944" y="35663"/>
                    <a:pt x="2918" y="35717"/>
                    <a:pt x="2918" y="35770"/>
                  </a:cubicBezTo>
                  <a:cubicBezTo>
                    <a:pt x="3078" y="37831"/>
                    <a:pt x="1633" y="39651"/>
                    <a:pt x="81" y="40535"/>
                  </a:cubicBezTo>
                  <a:cubicBezTo>
                    <a:pt x="54" y="40561"/>
                    <a:pt x="27" y="40588"/>
                    <a:pt x="0" y="40615"/>
                  </a:cubicBezTo>
                  <a:cubicBezTo>
                    <a:pt x="0" y="40668"/>
                    <a:pt x="27" y="40749"/>
                    <a:pt x="81" y="40775"/>
                  </a:cubicBezTo>
                  <a:cubicBezTo>
                    <a:pt x="1820" y="41766"/>
                    <a:pt x="2918" y="43639"/>
                    <a:pt x="2918" y="45540"/>
                  </a:cubicBezTo>
                  <a:cubicBezTo>
                    <a:pt x="2918" y="45540"/>
                    <a:pt x="2918" y="45566"/>
                    <a:pt x="2918" y="45566"/>
                  </a:cubicBezTo>
                  <a:cubicBezTo>
                    <a:pt x="2918" y="45620"/>
                    <a:pt x="2944" y="45674"/>
                    <a:pt x="2998" y="45674"/>
                  </a:cubicBezTo>
                  <a:cubicBezTo>
                    <a:pt x="4952" y="46664"/>
                    <a:pt x="6156" y="48618"/>
                    <a:pt x="6156" y="50786"/>
                  </a:cubicBezTo>
                  <a:cubicBezTo>
                    <a:pt x="6156" y="52954"/>
                    <a:pt x="4952" y="54934"/>
                    <a:pt x="2998" y="55898"/>
                  </a:cubicBezTo>
                  <a:cubicBezTo>
                    <a:pt x="2944" y="55925"/>
                    <a:pt x="2918" y="55952"/>
                    <a:pt x="2918" y="56005"/>
                  </a:cubicBezTo>
                  <a:cubicBezTo>
                    <a:pt x="2864" y="58012"/>
                    <a:pt x="1820" y="59806"/>
                    <a:pt x="81" y="60796"/>
                  </a:cubicBezTo>
                  <a:cubicBezTo>
                    <a:pt x="54" y="60823"/>
                    <a:pt x="27" y="60850"/>
                    <a:pt x="0" y="60903"/>
                  </a:cubicBezTo>
                  <a:cubicBezTo>
                    <a:pt x="0" y="60957"/>
                    <a:pt x="27" y="61010"/>
                    <a:pt x="81" y="61037"/>
                  </a:cubicBezTo>
                  <a:cubicBezTo>
                    <a:pt x="1820" y="62054"/>
                    <a:pt x="2864" y="63847"/>
                    <a:pt x="2918" y="65828"/>
                  </a:cubicBezTo>
                  <a:cubicBezTo>
                    <a:pt x="2918" y="65882"/>
                    <a:pt x="2944" y="65935"/>
                    <a:pt x="2998" y="65962"/>
                  </a:cubicBezTo>
                  <a:cubicBezTo>
                    <a:pt x="4952" y="66925"/>
                    <a:pt x="6156" y="68879"/>
                    <a:pt x="6156" y="71047"/>
                  </a:cubicBezTo>
                  <a:cubicBezTo>
                    <a:pt x="6156" y="73242"/>
                    <a:pt x="4952" y="75196"/>
                    <a:pt x="2998" y="76160"/>
                  </a:cubicBezTo>
                  <a:cubicBezTo>
                    <a:pt x="2944" y="76186"/>
                    <a:pt x="2918" y="76240"/>
                    <a:pt x="2918" y="76267"/>
                  </a:cubicBezTo>
                  <a:cubicBezTo>
                    <a:pt x="2864" y="78274"/>
                    <a:pt x="1820" y="80067"/>
                    <a:pt x="81" y="81084"/>
                  </a:cubicBezTo>
                  <a:cubicBezTo>
                    <a:pt x="27" y="81111"/>
                    <a:pt x="0" y="81191"/>
                    <a:pt x="27" y="81245"/>
                  </a:cubicBezTo>
                  <a:cubicBezTo>
                    <a:pt x="44" y="81296"/>
                    <a:pt x="82" y="81315"/>
                    <a:pt x="122" y="81315"/>
                  </a:cubicBezTo>
                  <a:cubicBezTo>
                    <a:pt x="145" y="81315"/>
                    <a:pt x="168" y="81308"/>
                    <a:pt x="188" y="81299"/>
                  </a:cubicBezTo>
                  <a:cubicBezTo>
                    <a:pt x="1981" y="80255"/>
                    <a:pt x="3105" y="78408"/>
                    <a:pt x="3185" y="76347"/>
                  </a:cubicBezTo>
                  <a:cubicBezTo>
                    <a:pt x="5166" y="75330"/>
                    <a:pt x="6397" y="73296"/>
                    <a:pt x="6397" y="71047"/>
                  </a:cubicBezTo>
                  <a:cubicBezTo>
                    <a:pt x="6397" y="68826"/>
                    <a:pt x="5166" y="66792"/>
                    <a:pt x="3185" y="65748"/>
                  </a:cubicBezTo>
                  <a:cubicBezTo>
                    <a:pt x="3105" y="63767"/>
                    <a:pt x="2061" y="61974"/>
                    <a:pt x="375" y="60930"/>
                  </a:cubicBezTo>
                  <a:cubicBezTo>
                    <a:pt x="2061" y="59859"/>
                    <a:pt x="3105" y="58093"/>
                    <a:pt x="3185" y="56085"/>
                  </a:cubicBezTo>
                  <a:cubicBezTo>
                    <a:pt x="5166" y="55068"/>
                    <a:pt x="6397" y="53034"/>
                    <a:pt x="6397" y="50786"/>
                  </a:cubicBezTo>
                  <a:cubicBezTo>
                    <a:pt x="6397" y="48537"/>
                    <a:pt x="5166" y="46530"/>
                    <a:pt x="3185" y="45486"/>
                  </a:cubicBezTo>
                  <a:cubicBezTo>
                    <a:pt x="3159" y="43586"/>
                    <a:pt x="2061" y="41739"/>
                    <a:pt x="375" y="40668"/>
                  </a:cubicBezTo>
                  <a:cubicBezTo>
                    <a:pt x="1901" y="39705"/>
                    <a:pt x="3292" y="37885"/>
                    <a:pt x="3185" y="35824"/>
                  </a:cubicBezTo>
                  <a:cubicBezTo>
                    <a:pt x="5166" y="34780"/>
                    <a:pt x="6397" y="32772"/>
                    <a:pt x="6397" y="30524"/>
                  </a:cubicBezTo>
                  <a:cubicBezTo>
                    <a:pt x="6397" y="28276"/>
                    <a:pt x="5166" y="26268"/>
                    <a:pt x="3185" y="25225"/>
                  </a:cubicBezTo>
                  <a:cubicBezTo>
                    <a:pt x="3078" y="23244"/>
                    <a:pt x="2061" y="21451"/>
                    <a:pt x="375" y="20407"/>
                  </a:cubicBezTo>
                  <a:cubicBezTo>
                    <a:pt x="2061" y="19336"/>
                    <a:pt x="3185" y="17436"/>
                    <a:pt x="3185" y="15616"/>
                  </a:cubicBezTo>
                  <a:cubicBezTo>
                    <a:pt x="3185" y="15589"/>
                    <a:pt x="3185" y="15562"/>
                    <a:pt x="3185" y="15562"/>
                  </a:cubicBezTo>
                  <a:cubicBezTo>
                    <a:pt x="5166" y="14518"/>
                    <a:pt x="6397" y="12511"/>
                    <a:pt x="6397" y="10263"/>
                  </a:cubicBezTo>
                  <a:cubicBezTo>
                    <a:pt x="6397" y="8014"/>
                    <a:pt x="5166" y="6007"/>
                    <a:pt x="3185" y="4963"/>
                  </a:cubicBezTo>
                  <a:cubicBezTo>
                    <a:pt x="3185" y="3036"/>
                    <a:pt x="1981" y="1055"/>
                    <a:pt x="188" y="11"/>
                  </a:cubicBezTo>
                  <a:cubicBezTo>
                    <a:pt x="173" y="4"/>
                    <a:pt x="157" y="1"/>
                    <a:pt x="14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9" name="Google Shape;649;p61"/>
            <p:cNvSpPr/>
            <p:nvPr/>
          </p:nvSpPr>
          <p:spPr>
            <a:xfrm>
              <a:off x="1453950" y="2845375"/>
              <a:ext cx="160600" cy="2032675"/>
            </a:xfrm>
            <a:custGeom>
              <a:avLst/>
              <a:gdLst/>
              <a:ahLst/>
              <a:cxnLst/>
              <a:rect l="l" t="t" r="r" b="b"/>
              <a:pathLst>
                <a:path w="6424" h="81307" extrusionOk="0">
                  <a:moveTo>
                    <a:pt x="133" y="1"/>
                  </a:moveTo>
                  <a:cubicBezTo>
                    <a:pt x="93" y="1"/>
                    <a:pt x="60" y="24"/>
                    <a:pt x="27" y="57"/>
                  </a:cubicBezTo>
                  <a:cubicBezTo>
                    <a:pt x="27" y="84"/>
                    <a:pt x="27" y="110"/>
                    <a:pt x="27" y="137"/>
                  </a:cubicBezTo>
                  <a:cubicBezTo>
                    <a:pt x="27" y="164"/>
                    <a:pt x="27" y="217"/>
                    <a:pt x="80" y="244"/>
                  </a:cubicBezTo>
                  <a:cubicBezTo>
                    <a:pt x="1820" y="1234"/>
                    <a:pt x="2971" y="3188"/>
                    <a:pt x="2944" y="5035"/>
                  </a:cubicBezTo>
                  <a:cubicBezTo>
                    <a:pt x="2944" y="5089"/>
                    <a:pt x="2971" y="5142"/>
                    <a:pt x="2998" y="5142"/>
                  </a:cubicBezTo>
                  <a:cubicBezTo>
                    <a:pt x="4952" y="6133"/>
                    <a:pt x="6156" y="8086"/>
                    <a:pt x="6156" y="10254"/>
                  </a:cubicBezTo>
                  <a:cubicBezTo>
                    <a:pt x="6156" y="12422"/>
                    <a:pt x="4952" y="14376"/>
                    <a:pt x="2998" y="15367"/>
                  </a:cubicBezTo>
                  <a:cubicBezTo>
                    <a:pt x="2971" y="15393"/>
                    <a:pt x="2944" y="15420"/>
                    <a:pt x="2944" y="15474"/>
                  </a:cubicBezTo>
                  <a:cubicBezTo>
                    <a:pt x="2998" y="17347"/>
                    <a:pt x="1847" y="19248"/>
                    <a:pt x="107" y="20265"/>
                  </a:cubicBezTo>
                  <a:cubicBezTo>
                    <a:pt x="54" y="20292"/>
                    <a:pt x="27" y="20318"/>
                    <a:pt x="27" y="20345"/>
                  </a:cubicBezTo>
                  <a:cubicBezTo>
                    <a:pt x="0" y="20425"/>
                    <a:pt x="27" y="20479"/>
                    <a:pt x="80" y="20506"/>
                  </a:cubicBezTo>
                  <a:cubicBezTo>
                    <a:pt x="1793" y="21496"/>
                    <a:pt x="2864" y="23289"/>
                    <a:pt x="2944" y="25297"/>
                  </a:cubicBezTo>
                  <a:cubicBezTo>
                    <a:pt x="2944" y="25350"/>
                    <a:pt x="2971" y="25404"/>
                    <a:pt x="2998" y="25404"/>
                  </a:cubicBezTo>
                  <a:cubicBezTo>
                    <a:pt x="4952" y="26394"/>
                    <a:pt x="6156" y="28348"/>
                    <a:pt x="6156" y="30516"/>
                  </a:cubicBezTo>
                  <a:cubicBezTo>
                    <a:pt x="6156" y="32684"/>
                    <a:pt x="4952" y="34665"/>
                    <a:pt x="2998" y="35628"/>
                  </a:cubicBezTo>
                  <a:cubicBezTo>
                    <a:pt x="2944" y="35655"/>
                    <a:pt x="2918" y="35709"/>
                    <a:pt x="2944" y="35762"/>
                  </a:cubicBezTo>
                  <a:cubicBezTo>
                    <a:pt x="3105" y="37823"/>
                    <a:pt x="1633" y="39643"/>
                    <a:pt x="107" y="40526"/>
                  </a:cubicBezTo>
                  <a:cubicBezTo>
                    <a:pt x="54" y="40553"/>
                    <a:pt x="27" y="40580"/>
                    <a:pt x="27" y="40633"/>
                  </a:cubicBezTo>
                  <a:cubicBezTo>
                    <a:pt x="0" y="40687"/>
                    <a:pt x="27" y="40741"/>
                    <a:pt x="80" y="40767"/>
                  </a:cubicBezTo>
                  <a:cubicBezTo>
                    <a:pt x="1820" y="41784"/>
                    <a:pt x="2944" y="43631"/>
                    <a:pt x="2944" y="45532"/>
                  </a:cubicBezTo>
                  <a:cubicBezTo>
                    <a:pt x="2944" y="45558"/>
                    <a:pt x="2944" y="45558"/>
                    <a:pt x="2944" y="45558"/>
                  </a:cubicBezTo>
                  <a:cubicBezTo>
                    <a:pt x="2918" y="45612"/>
                    <a:pt x="2971" y="45665"/>
                    <a:pt x="2998" y="45692"/>
                  </a:cubicBezTo>
                  <a:cubicBezTo>
                    <a:pt x="4952" y="46656"/>
                    <a:pt x="6156" y="48610"/>
                    <a:pt x="6156" y="50778"/>
                  </a:cubicBezTo>
                  <a:cubicBezTo>
                    <a:pt x="6156" y="52972"/>
                    <a:pt x="4952" y="54926"/>
                    <a:pt x="2998" y="55890"/>
                  </a:cubicBezTo>
                  <a:cubicBezTo>
                    <a:pt x="2971" y="55917"/>
                    <a:pt x="2944" y="55970"/>
                    <a:pt x="2944" y="55997"/>
                  </a:cubicBezTo>
                  <a:cubicBezTo>
                    <a:pt x="2891" y="58004"/>
                    <a:pt x="1820" y="59798"/>
                    <a:pt x="107" y="60815"/>
                  </a:cubicBezTo>
                  <a:cubicBezTo>
                    <a:pt x="54" y="60815"/>
                    <a:pt x="27" y="60841"/>
                    <a:pt x="27" y="60895"/>
                  </a:cubicBezTo>
                  <a:cubicBezTo>
                    <a:pt x="0" y="60949"/>
                    <a:pt x="27" y="61002"/>
                    <a:pt x="80" y="61029"/>
                  </a:cubicBezTo>
                  <a:cubicBezTo>
                    <a:pt x="1820" y="62046"/>
                    <a:pt x="2891" y="63839"/>
                    <a:pt x="2944" y="65847"/>
                  </a:cubicBezTo>
                  <a:cubicBezTo>
                    <a:pt x="2944" y="65873"/>
                    <a:pt x="2971" y="65927"/>
                    <a:pt x="2998" y="65954"/>
                  </a:cubicBezTo>
                  <a:cubicBezTo>
                    <a:pt x="4952" y="66917"/>
                    <a:pt x="6156" y="68871"/>
                    <a:pt x="6156" y="71066"/>
                  </a:cubicBezTo>
                  <a:cubicBezTo>
                    <a:pt x="6156" y="73234"/>
                    <a:pt x="4952" y="75188"/>
                    <a:pt x="2998" y="76151"/>
                  </a:cubicBezTo>
                  <a:cubicBezTo>
                    <a:pt x="2971" y="76178"/>
                    <a:pt x="2944" y="76232"/>
                    <a:pt x="2944" y="76285"/>
                  </a:cubicBezTo>
                  <a:cubicBezTo>
                    <a:pt x="2891" y="78266"/>
                    <a:pt x="1820" y="80059"/>
                    <a:pt x="80" y="81076"/>
                  </a:cubicBezTo>
                  <a:cubicBezTo>
                    <a:pt x="27" y="81103"/>
                    <a:pt x="0" y="81183"/>
                    <a:pt x="27" y="81237"/>
                  </a:cubicBezTo>
                  <a:cubicBezTo>
                    <a:pt x="61" y="81288"/>
                    <a:pt x="106" y="81306"/>
                    <a:pt x="147" y="81306"/>
                  </a:cubicBezTo>
                  <a:cubicBezTo>
                    <a:pt x="172" y="81306"/>
                    <a:pt x="195" y="81300"/>
                    <a:pt x="214" y="81290"/>
                  </a:cubicBezTo>
                  <a:cubicBezTo>
                    <a:pt x="2008" y="80247"/>
                    <a:pt x="3105" y="78400"/>
                    <a:pt x="3185" y="76366"/>
                  </a:cubicBezTo>
                  <a:cubicBezTo>
                    <a:pt x="5166" y="75322"/>
                    <a:pt x="6424" y="73288"/>
                    <a:pt x="6424" y="71066"/>
                  </a:cubicBezTo>
                  <a:cubicBezTo>
                    <a:pt x="6424" y="68818"/>
                    <a:pt x="5166" y="66783"/>
                    <a:pt x="3185" y="65766"/>
                  </a:cubicBezTo>
                  <a:cubicBezTo>
                    <a:pt x="3105" y="63759"/>
                    <a:pt x="2061" y="61992"/>
                    <a:pt x="375" y="60922"/>
                  </a:cubicBezTo>
                  <a:cubicBezTo>
                    <a:pt x="2061" y="59878"/>
                    <a:pt x="3105" y="58085"/>
                    <a:pt x="3185" y="56077"/>
                  </a:cubicBezTo>
                  <a:cubicBezTo>
                    <a:pt x="5166" y="55060"/>
                    <a:pt x="6424" y="53026"/>
                    <a:pt x="6424" y="50778"/>
                  </a:cubicBezTo>
                  <a:cubicBezTo>
                    <a:pt x="6424" y="48556"/>
                    <a:pt x="5193" y="46522"/>
                    <a:pt x="3185" y="45505"/>
                  </a:cubicBezTo>
                  <a:cubicBezTo>
                    <a:pt x="3159" y="43604"/>
                    <a:pt x="2088" y="41731"/>
                    <a:pt x="375" y="40660"/>
                  </a:cubicBezTo>
                  <a:cubicBezTo>
                    <a:pt x="1901" y="39697"/>
                    <a:pt x="3319" y="37877"/>
                    <a:pt x="3185" y="35816"/>
                  </a:cubicBezTo>
                  <a:cubicBezTo>
                    <a:pt x="5193" y="34799"/>
                    <a:pt x="6424" y="32764"/>
                    <a:pt x="6424" y="30516"/>
                  </a:cubicBezTo>
                  <a:cubicBezTo>
                    <a:pt x="6424" y="28268"/>
                    <a:pt x="5166" y="26260"/>
                    <a:pt x="3185" y="25216"/>
                  </a:cubicBezTo>
                  <a:cubicBezTo>
                    <a:pt x="3105" y="23236"/>
                    <a:pt x="2061" y="21442"/>
                    <a:pt x="375" y="20399"/>
                  </a:cubicBezTo>
                  <a:cubicBezTo>
                    <a:pt x="2088" y="19328"/>
                    <a:pt x="3185" y="17454"/>
                    <a:pt x="3185" y="15608"/>
                  </a:cubicBezTo>
                  <a:cubicBezTo>
                    <a:pt x="3185" y="15581"/>
                    <a:pt x="3185" y="15581"/>
                    <a:pt x="3185" y="15554"/>
                  </a:cubicBezTo>
                  <a:cubicBezTo>
                    <a:pt x="5193" y="14510"/>
                    <a:pt x="6424" y="12503"/>
                    <a:pt x="6424" y="10254"/>
                  </a:cubicBezTo>
                  <a:cubicBezTo>
                    <a:pt x="6424" y="8006"/>
                    <a:pt x="5193" y="5999"/>
                    <a:pt x="3185" y="4955"/>
                  </a:cubicBezTo>
                  <a:cubicBezTo>
                    <a:pt x="3185" y="3028"/>
                    <a:pt x="2008" y="1047"/>
                    <a:pt x="214" y="30"/>
                  </a:cubicBezTo>
                  <a:cubicBezTo>
                    <a:pt x="184" y="10"/>
                    <a:pt x="157" y="1"/>
                    <a:pt x="13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0" name="Google Shape;650;p61"/>
            <p:cNvSpPr/>
            <p:nvPr/>
          </p:nvSpPr>
          <p:spPr>
            <a:xfrm>
              <a:off x="1300050" y="2593575"/>
              <a:ext cx="160600" cy="2032875"/>
            </a:xfrm>
            <a:custGeom>
              <a:avLst/>
              <a:gdLst/>
              <a:ahLst/>
              <a:cxnLst/>
              <a:rect l="l" t="t" r="r" b="b"/>
              <a:pathLst>
                <a:path w="6424" h="81315" extrusionOk="0">
                  <a:moveTo>
                    <a:pt x="167" y="1"/>
                  </a:moveTo>
                  <a:cubicBezTo>
                    <a:pt x="121" y="1"/>
                    <a:pt x="73" y="26"/>
                    <a:pt x="54" y="65"/>
                  </a:cubicBezTo>
                  <a:cubicBezTo>
                    <a:pt x="27" y="92"/>
                    <a:pt x="27" y="118"/>
                    <a:pt x="27" y="118"/>
                  </a:cubicBezTo>
                  <a:cubicBezTo>
                    <a:pt x="27" y="172"/>
                    <a:pt x="54" y="225"/>
                    <a:pt x="80" y="225"/>
                  </a:cubicBezTo>
                  <a:cubicBezTo>
                    <a:pt x="1820" y="1243"/>
                    <a:pt x="2971" y="3170"/>
                    <a:pt x="2944" y="5043"/>
                  </a:cubicBezTo>
                  <a:cubicBezTo>
                    <a:pt x="2944" y="5070"/>
                    <a:pt x="2971" y="5124"/>
                    <a:pt x="3025" y="5150"/>
                  </a:cubicBezTo>
                  <a:cubicBezTo>
                    <a:pt x="4952" y="6141"/>
                    <a:pt x="6183" y="8095"/>
                    <a:pt x="6183" y="10263"/>
                  </a:cubicBezTo>
                  <a:cubicBezTo>
                    <a:pt x="6183" y="12431"/>
                    <a:pt x="4952" y="14384"/>
                    <a:pt x="3025" y="15375"/>
                  </a:cubicBezTo>
                  <a:cubicBezTo>
                    <a:pt x="2971" y="15402"/>
                    <a:pt x="2944" y="15428"/>
                    <a:pt x="2944" y="15482"/>
                  </a:cubicBezTo>
                  <a:cubicBezTo>
                    <a:pt x="2998" y="17355"/>
                    <a:pt x="1847" y="19256"/>
                    <a:pt x="107" y="20273"/>
                  </a:cubicBezTo>
                  <a:cubicBezTo>
                    <a:pt x="80" y="20300"/>
                    <a:pt x="54" y="20326"/>
                    <a:pt x="27" y="20353"/>
                  </a:cubicBezTo>
                  <a:cubicBezTo>
                    <a:pt x="27" y="20407"/>
                    <a:pt x="27" y="20460"/>
                    <a:pt x="80" y="20514"/>
                  </a:cubicBezTo>
                  <a:cubicBezTo>
                    <a:pt x="1820" y="21504"/>
                    <a:pt x="2891" y="23297"/>
                    <a:pt x="2944" y="25305"/>
                  </a:cubicBezTo>
                  <a:cubicBezTo>
                    <a:pt x="2944" y="25358"/>
                    <a:pt x="2971" y="25385"/>
                    <a:pt x="3025" y="25412"/>
                  </a:cubicBezTo>
                  <a:cubicBezTo>
                    <a:pt x="4952" y="26402"/>
                    <a:pt x="6183" y="28356"/>
                    <a:pt x="6183" y="30524"/>
                  </a:cubicBezTo>
                  <a:cubicBezTo>
                    <a:pt x="6183" y="32692"/>
                    <a:pt x="4952" y="34646"/>
                    <a:pt x="3025" y="35636"/>
                  </a:cubicBezTo>
                  <a:cubicBezTo>
                    <a:pt x="2971" y="35663"/>
                    <a:pt x="2944" y="35717"/>
                    <a:pt x="2944" y="35770"/>
                  </a:cubicBezTo>
                  <a:cubicBezTo>
                    <a:pt x="3105" y="37831"/>
                    <a:pt x="1633" y="39651"/>
                    <a:pt x="107" y="40535"/>
                  </a:cubicBezTo>
                  <a:cubicBezTo>
                    <a:pt x="80" y="40561"/>
                    <a:pt x="54" y="40588"/>
                    <a:pt x="27" y="40615"/>
                  </a:cubicBezTo>
                  <a:cubicBezTo>
                    <a:pt x="27" y="40668"/>
                    <a:pt x="27" y="40749"/>
                    <a:pt x="80" y="40775"/>
                  </a:cubicBezTo>
                  <a:cubicBezTo>
                    <a:pt x="1820" y="41766"/>
                    <a:pt x="2944" y="43639"/>
                    <a:pt x="2944" y="45540"/>
                  </a:cubicBezTo>
                  <a:cubicBezTo>
                    <a:pt x="2944" y="45540"/>
                    <a:pt x="2944" y="45566"/>
                    <a:pt x="2944" y="45566"/>
                  </a:cubicBezTo>
                  <a:cubicBezTo>
                    <a:pt x="2944" y="45620"/>
                    <a:pt x="2971" y="45674"/>
                    <a:pt x="3025" y="45674"/>
                  </a:cubicBezTo>
                  <a:cubicBezTo>
                    <a:pt x="4952" y="46664"/>
                    <a:pt x="6183" y="48618"/>
                    <a:pt x="6183" y="50786"/>
                  </a:cubicBezTo>
                  <a:cubicBezTo>
                    <a:pt x="6183" y="52954"/>
                    <a:pt x="4952" y="54934"/>
                    <a:pt x="3025" y="55898"/>
                  </a:cubicBezTo>
                  <a:cubicBezTo>
                    <a:pt x="2971" y="55925"/>
                    <a:pt x="2944" y="55952"/>
                    <a:pt x="2944" y="56005"/>
                  </a:cubicBezTo>
                  <a:cubicBezTo>
                    <a:pt x="2891" y="58012"/>
                    <a:pt x="1847" y="59806"/>
                    <a:pt x="107" y="60796"/>
                  </a:cubicBezTo>
                  <a:cubicBezTo>
                    <a:pt x="80" y="60823"/>
                    <a:pt x="54" y="60850"/>
                    <a:pt x="27" y="60903"/>
                  </a:cubicBezTo>
                  <a:cubicBezTo>
                    <a:pt x="27" y="60957"/>
                    <a:pt x="27" y="61010"/>
                    <a:pt x="80" y="61037"/>
                  </a:cubicBezTo>
                  <a:cubicBezTo>
                    <a:pt x="1820" y="62054"/>
                    <a:pt x="2891" y="63847"/>
                    <a:pt x="2944" y="65828"/>
                  </a:cubicBezTo>
                  <a:cubicBezTo>
                    <a:pt x="2944" y="65882"/>
                    <a:pt x="2971" y="65935"/>
                    <a:pt x="3025" y="65962"/>
                  </a:cubicBezTo>
                  <a:cubicBezTo>
                    <a:pt x="4952" y="66925"/>
                    <a:pt x="6183" y="68879"/>
                    <a:pt x="6183" y="71047"/>
                  </a:cubicBezTo>
                  <a:cubicBezTo>
                    <a:pt x="6183" y="73242"/>
                    <a:pt x="4952" y="75196"/>
                    <a:pt x="3025" y="76160"/>
                  </a:cubicBezTo>
                  <a:cubicBezTo>
                    <a:pt x="2971" y="76186"/>
                    <a:pt x="2944" y="76240"/>
                    <a:pt x="2944" y="76267"/>
                  </a:cubicBezTo>
                  <a:cubicBezTo>
                    <a:pt x="2891" y="78274"/>
                    <a:pt x="1820" y="80067"/>
                    <a:pt x="80" y="81084"/>
                  </a:cubicBezTo>
                  <a:cubicBezTo>
                    <a:pt x="27" y="81111"/>
                    <a:pt x="0" y="81191"/>
                    <a:pt x="54" y="81245"/>
                  </a:cubicBezTo>
                  <a:cubicBezTo>
                    <a:pt x="71" y="81296"/>
                    <a:pt x="109" y="81315"/>
                    <a:pt x="149" y="81315"/>
                  </a:cubicBezTo>
                  <a:cubicBezTo>
                    <a:pt x="171" y="81315"/>
                    <a:pt x="195" y="81308"/>
                    <a:pt x="214" y="81299"/>
                  </a:cubicBezTo>
                  <a:cubicBezTo>
                    <a:pt x="2007" y="80255"/>
                    <a:pt x="3105" y="78408"/>
                    <a:pt x="3185" y="76347"/>
                  </a:cubicBezTo>
                  <a:cubicBezTo>
                    <a:pt x="5193" y="75330"/>
                    <a:pt x="6424" y="73296"/>
                    <a:pt x="6424" y="71047"/>
                  </a:cubicBezTo>
                  <a:cubicBezTo>
                    <a:pt x="6424" y="68826"/>
                    <a:pt x="5193" y="66792"/>
                    <a:pt x="3185" y="65748"/>
                  </a:cubicBezTo>
                  <a:cubicBezTo>
                    <a:pt x="3132" y="63767"/>
                    <a:pt x="2088" y="61974"/>
                    <a:pt x="402" y="60930"/>
                  </a:cubicBezTo>
                  <a:cubicBezTo>
                    <a:pt x="2088" y="59859"/>
                    <a:pt x="3132" y="58093"/>
                    <a:pt x="3185" y="56085"/>
                  </a:cubicBezTo>
                  <a:cubicBezTo>
                    <a:pt x="5193" y="55068"/>
                    <a:pt x="6424" y="53034"/>
                    <a:pt x="6424" y="50786"/>
                  </a:cubicBezTo>
                  <a:cubicBezTo>
                    <a:pt x="6424" y="48537"/>
                    <a:pt x="5193" y="46530"/>
                    <a:pt x="3185" y="45486"/>
                  </a:cubicBezTo>
                  <a:cubicBezTo>
                    <a:pt x="3185" y="43586"/>
                    <a:pt x="2088" y="41739"/>
                    <a:pt x="402" y="40668"/>
                  </a:cubicBezTo>
                  <a:cubicBezTo>
                    <a:pt x="1927" y="39705"/>
                    <a:pt x="3319" y="37885"/>
                    <a:pt x="3212" y="35824"/>
                  </a:cubicBezTo>
                  <a:cubicBezTo>
                    <a:pt x="5193" y="34780"/>
                    <a:pt x="6424" y="32772"/>
                    <a:pt x="6424" y="30524"/>
                  </a:cubicBezTo>
                  <a:cubicBezTo>
                    <a:pt x="6424" y="28276"/>
                    <a:pt x="5193" y="26268"/>
                    <a:pt x="3185" y="25225"/>
                  </a:cubicBezTo>
                  <a:cubicBezTo>
                    <a:pt x="3105" y="23244"/>
                    <a:pt x="2061" y="21451"/>
                    <a:pt x="402" y="20407"/>
                  </a:cubicBezTo>
                  <a:cubicBezTo>
                    <a:pt x="2088" y="19336"/>
                    <a:pt x="3185" y="17436"/>
                    <a:pt x="3185" y="15616"/>
                  </a:cubicBezTo>
                  <a:cubicBezTo>
                    <a:pt x="3185" y="15589"/>
                    <a:pt x="3185" y="15562"/>
                    <a:pt x="3185" y="15562"/>
                  </a:cubicBezTo>
                  <a:cubicBezTo>
                    <a:pt x="5193" y="14518"/>
                    <a:pt x="6424" y="12511"/>
                    <a:pt x="6424" y="10263"/>
                  </a:cubicBezTo>
                  <a:cubicBezTo>
                    <a:pt x="6424" y="8014"/>
                    <a:pt x="5193" y="6007"/>
                    <a:pt x="3185" y="4963"/>
                  </a:cubicBezTo>
                  <a:cubicBezTo>
                    <a:pt x="3185" y="3036"/>
                    <a:pt x="2007" y="1055"/>
                    <a:pt x="214" y="11"/>
                  </a:cubicBezTo>
                  <a:cubicBezTo>
                    <a:pt x="200" y="4"/>
                    <a:pt x="184" y="1"/>
                    <a:pt x="16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1" name="Google Shape;651;p61"/>
            <p:cNvSpPr/>
            <p:nvPr/>
          </p:nvSpPr>
          <p:spPr>
            <a:xfrm>
              <a:off x="1146800" y="2845375"/>
              <a:ext cx="159950" cy="2032675"/>
            </a:xfrm>
            <a:custGeom>
              <a:avLst/>
              <a:gdLst/>
              <a:ahLst/>
              <a:cxnLst/>
              <a:rect l="l" t="t" r="r" b="b"/>
              <a:pathLst>
                <a:path w="6398" h="81307" extrusionOk="0">
                  <a:moveTo>
                    <a:pt x="120" y="1"/>
                  </a:moveTo>
                  <a:cubicBezTo>
                    <a:pt x="81" y="1"/>
                    <a:pt x="44" y="24"/>
                    <a:pt x="28" y="57"/>
                  </a:cubicBezTo>
                  <a:cubicBezTo>
                    <a:pt x="28" y="84"/>
                    <a:pt x="1" y="110"/>
                    <a:pt x="1" y="137"/>
                  </a:cubicBezTo>
                  <a:cubicBezTo>
                    <a:pt x="1" y="164"/>
                    <a:pt x="28" y="217"/>
                    <a:pt x="81" y="244"/>
                  </a:cubicBezTo>
                  <a:cubicBezTo>
                    <a:pt x="1821" y="1234"/>
                    <a:pt x="2972" y="3162"/>
                    <a:pt x="2918" y="5035"/>
                  </a:cubicBezTo>
                  <a:cubicBezTo>
                    <a:pt x="2918" y="5089"/>
                    <a:pt x="2945" y="5142"/>
                    <a:pt x="2998" y="5142"/>
                  </a:cubicBezTo>
                  <a:cubicBezTo>
                    <a:pt x="4952" y="6133"/>
                    <a:pt x="6157" y="8086"/>
                    <a:pt x="6157" y="10254"/>
                  </a:cubicBezTo>
                  <a:cubicBezTo>
                    <a:pt x="6157" y="12422"/>
                    <a:pt x="4952" y="14376"/>
                    <a:pt x="2998" y="15367"/>
                  </a:cubicBezTo>
                  <a:cubicBezTo>
                    <a:pt x="2945" y="15393"/>
                    <a:pt x="2918" y="15420"/>
                    <a:pt x="2918" y="15474"/>
                  </a:cubicBezTo>
                  <a:cubicBezTo>
                    <a:pt x="2972" y="17321"/>
                    <a:pt x="1848" y="19248"/>
                    <a:pt x="81" y="20265"/>
                  </a:cubicBezTo>
                  <a:cubicBezTo>
                    <a:pt x="54" y="20292"/>
                    <a:pt x="28" y="20318"/>
                    <a:pt x="1" y="20345"/>
                  </a:cubicBezTo>
                  <a:cubicBezTo>
                    <a:pt x="1" y="20425"/>
                    <a:pt x="28" y="20479"/>
                    <a:pt x="81" y="20506"/>
                  </a:cubicBezTo>
                  <a:cubicBezTo>
                    <a:pt x="1794" y="21496"/>
                    <a:pt x="2865" y="23289"/>
                    <a:pt x="2918" y="25297"/>
                  </a:cubicBezTo>
                  <a:cubicBezTo>
                    <a:pt x="2918" y="25350"/>
                    <a:pt x="2945" y="25404"/>
                    <a:pt x="2998" y="25404"/>
                  </a:cubicBezTo>
                  <a:cubicBezTo>
                    <a:pt x="4952" y="26394"/>
                    <a:pt x="6157" y="28348"/>
                    <a:pt x="6157" y="30516"/>
                  </a:cubicBezTo>
                  <a:cubicBezTo>
                    <a:pt x="6157" y="32684"/>
                    <a:pt x="4952" y="34665"/>
                    <a:pt x="2998" y="35628"/>
                  </a:cubicBezTo>
                  <a:cubicBezTo>
                    <a:pt x="2945" y="35655"/>
                    <a:pt x="2918" y="35709"/>
                    <a:pt x="2918" y="35762"/>
                  </a:cubicBezTo>
                  <a:cubicBezTo>
                    <a:pt x="3079" y="37823"/>
                    <a:pt x="1633" y="39643"/>
                    <a:pt x="81" y="40526"/>
                  </a:cubicBezTo>
                  <a:cubicBezTo>
                    <a:pt x="54" y="40553"/>
                    <a:pt x="28" y="40580"/>
                    <a:pt x="1" y="40633"/>
                  </a:cubicBezTo>
                  <a:cubicBezTo>
                    <a:pt x="1" y="40687"/>
                    <a:pt x="28" y="40741"/>
                    <a:pt x="81" y="40767"/>
                  </a:cubicBezTo>
                  <a:cubicBezTo>
                    <a:pt x="1821" y="41784"/>
                    <a:pt x="2918" y="43631"/>
                    <a:pt x="2918" y="45532"/>
                  </a:cubicBezTo>
                  <a:cubicBezTo>
                    <a:pt x="2918" y="45532"/>
                    <a:pt x="2918" y="45558"/>
                    <a:pt x="2918" y="45558"/>
                  </a:cubicBezTo>
                  <a:cubicBezTo>
                    <a:pt x="2918" y="45612"/>
                    <a:pt x="2945" y="45665"/>
                    <a:pt x="2998" y="45692"/>
                  </a:cubicBezTo>
                  <a:cubicBezTo>
                    <a:pt x="4952" y="46656"/>
                    <a:pt x="6157" y="48610"/>
                    <a:pt x="6157" y="50778"/>
                  </a:cubicBezTo>
                  <a:cubicBezTo>
                    <a:pt x="6157" y="52972"/>
                    <a:pt x="4952" y="54926"/>
                    <a:pt x="2998" y="55890"/>
                  </a:cubicBezTo>
                  <a:cubicBezTo>
                    <a:pt x="2945" y="55917"/>
                    <a:pt x="2918" y="55970"/>
                    <a:pt x="2918" y="55997"/>
                  </a:cubicBezTo>
                  <a:cubicBezTo>
                    <a:pt x="2891" y="58004"/>
                    <a:pt x="1821" y="59798"/>
                    <a:pt x="81" y="60815"/>
                  </a:cubicBezTo>
                  <a:cubicBezTo>
                    <a:pt x="54" y="60815"/>
                    <a:pt x="28" y="60841"/>
                    <a:pt x="1" y="60895"/>
                  </a:cubicBezTo>
                  <a:cubicBezTo>
                    <a:pt x="1" y="60949"/>
                    <a:pt x="28" y="61002"/>
                    <a:pt x="81" y="61029"/>
                  </a:cubicBezTo>
                  <a:cubicBezTo>
                    <a:pt x="1821" y="62046"/>
                    <a:pt x="2891" y="63839"/>
                    <a:pt x="2918" y="65847"/>
                  </a:cubicBezTo>
                  <a:cubicBezTo>
                    <a:pt x="2918" y="65873"/>
                    <a:pt x="2945" y="65927"/>
                    <a:pt x="2998" y="65954"/>
                  </a:cubicBezTo>
                  <a:cubicBezTo>
                    <a:pt x="4952" y="66917"/>
                    <a:pt x="6157" y="68871"/>
                    <a:pt x="6157" y="71066"/>
                  </a:cubicBezTo>
                  <a:cubicBezTo>
                    <a:pt x="6157" y="73234"/>
                    <a:pt x="4952" y="75188"/>
                    <a:pt x="2998" y="76151"/>
                  </a:cubicBezTo>
                  <a:cubicBezTo>
                    <a:pt x="2945" y="76178"/>
                    <a:pt x="2918" y="76232"/>
                    <a:pt x="2918" y="76285"/>
                  </a:cubicBezTo>
                  <a:cubicBezTo>
                    <a:pt x="2891" y="78266"/>
                    <a:pt x="1821" y="80059"/>
                    <a:pt x="81" y="81076"/>
                  </a:cubicBezTo>
                  <a:cubicBezTo>
                    <a:pt x="28" y="81103"/>
                    <a:pt x="1" y="81183"/>
                    <a:pt x="28" y="81237"/>
                  </a:cubicBezTo>
                  <a:cubicBezTo>
                    <a:pt x="44" y="81288"/>
                    <a:pt x="83" y="81306"/>
                    <a:pt x="129" y="81306"/>
                  </a:cubicBezTo>
                  <a:cubicBezTo>
                    <a:pt x="156" y="81306"/>
                    <a:pt x="185" y="81300"/>
                    <a:pt x="215" y="81290"/>
                  </a:cubicBezTo>
                  <a:cubicBezTo>
                    <a:pt x="1981" y="80247"/>
                    <a:pt x="3106" y="78400"/>
                    <a:pt x="3186" y="76366"/>
                  </a:cubicBezTo>
                  <a:cubicBezTo>
                    <a:pt x="5167" y="75322"/>
                    <a:pt x="6398" y="73288"/>
                    <a:pt x="6398" y="71066"/>
                  </a:cubicBezTo>
                  <a:cubicBezTo>
                    <a:pt x="6398" y="68818"/>
                    <a:pt x="5167" y="66783"/>
                    <a:pt x="3186" y="65766"/>
                  </a:cubicBezTo>
                  <a:cubicBezTo>
                    <a:pt x="3106" y="63759"/>
                    <a:pt x="2062" y="61992"/>
                    <a:pt x="375" y="60922"/>
                  </a:cubicBezTo>
                  <a:cubicBezTo>
                    <a:pt x="2062" y="59878"/>
                    <a:pt x="3106" y="58085"/>
                    <a:pt x="3186" y="56077"/>
                  </a:cubicBezTo>
                  <a:cubicBezTo>
                    <a:pt x="5167" y="55060"/>
                    <a:pt x="6398" y="53026"/>
                    <a:pt x="6398" y="50778"/>
                  </a:cubicBezTo>
                  <a:cubicBezTo>
                    <a:pt x="6398" y="48556"/>
                    <a:pt x="5167" y="46522"/>
                    <a:pt x="3186" y="45505"/>
                  </a:cubicBezTo>
                  <a:cubicBezTo>
                    <a:pt x="3159" y="43604"/>
                    <a:pt x="2088" y="41731"/>
                    <a:pt x="375" y="40660"/>
                  </a:cubicBezTo>
                  <a:cubicBezTo>
                    <a:pt x="1901" y="39697"/>
                    <a:pt x="3293" y="37877"/>
                    <a:pt x="3186" y="35816"/>
                  </a:cubicBezTo>
                  <a:cubicBezTo>
                    <a:pt x="5167" y="34799"/>
                    <a:pt x="6398" y="32764"/>
                    <a:pt x="6398" y="30516"/>
                  </a:cubicBezTo>
                  <a:cubicBezTo>
                    <a:pt x="6398" y="28268"/>
                    <a:pt x="5167" y="26260"/>
                    <a:pt x="3186" y="25216"/>
                  </a:cubicBezTo>
                  <a:cubicBezTo>
                    <a:pt x="3079" y="23236"/>
                    <a:pt x="2062" y="21442"/>
                    <a:pt x="375" y="20399"/>
                  </a:cubicBezTo>
                  <a:cubicBezTo>
                    <a:pt x="2088" y="19328"/>
                    <a:pt x="3186" y="17401"/>
                    <a:pt x="3186" y="15554"/>
                  </a:cubicBezTo>
                  <a:cubicBezTo>
                    <a:pt x="5167" y="14510"/>
                    <a:pt x="6398" y="12503"/>
                    <a:pt x="6398" y="10254"/>
                  </a:cubicBezTo>
                  <a:cubicBezTo>
                    <a:pt x="6398" y="8006"/>
                    <a:pt x="5167" y="5999"/>
                    <a:pt x="3186" y="4955"/>
                  </a:cubicBezTo>
                  <a:cubicBezTo>
                    <a:pt x="3186" y="3028"/>
                    <a:pt x="1981" y="1047"/>
                    <a:pt x="188" y="30"/>
                  </a:cubicBezTo>
                  <a:cubicBezTo>
                    <a:pt x="168" y="10"/>
                    <a:pt x="143" y="1"/>
                    <a:pt x="12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2" name="Google Shape;652;p61"/>
            <p:cNvSpPr/>
            <p:nvPr/>
          </p:nvSpPr>
          <p:spPr>
            <a:xfrm>
              <a:off x="992900" y="2593575"/>
              <a:ext cx="160625" cy="2032875"/>
            </a:xfrm>
            <a:custGeom>
              <a:avLst/>
              <a:gdLst/>
              <a:ahLst/>
              <a:cxnLst/>
              <a:rect l="l" t="t" r="r" b="b"/>
              <a:pathLst>
                <a:path w="6425" h="81315" extrusionOk="0">
                  <a:moveTo>
                    <a:pt x="167" y="1"/>
                  </a:moveTo>
                  <a:cubicBezTo>
                    <a:pt x="120" y="1"/>
                    <a:pt x="67" y="26"/>
                    <a:pt x="27" y="65"/>
                  </a:cubicBezTo>
                  <a:cubicBezTo>
                    <a:pt x="27" y="92"/>
                    <a:pt x="27" y="118"/>
                    <a:pt x="27" y="118"/>
                  </a:cubicBezTo>
                  <a:cubicBezTo>
                    <a:pt x="27" y="172"/>
                    <a:pt x="54" y="225"/>
                    <a:pt x="81" y="225"/>
                  </a:cubicBezTo>
                  <a:cubicBezTo>
                    <a:pt x="1821" y="1243"/>
                    <a:pt x="2972" y="3170"/>
                    <a:pt x="2945" y="5043"/>
                  </a:cubicBezTo>
                  <a:cubicBezTo>
                    <a:pt x="2945" y="5070"/>
                    <a:pt x="2972" y="5124"/>
                    <a:pt x="2998" y="5150"/>
                  </a:cubicBezTo>
                  <a:cubicBezTo>
                    <a:pt x="4952" y="6141"/>
                    <a:pt x="6157" y="8095"/>
                    <a:pt x="6157" y="10263"/>
                  </a:cubicBezTo>
                  <a:cubicBezTo>
                    <a:pt x="6157" y="12431"/>
                    <a:pt x="4952" y="14384"/>
                    <a:pt x="2998" y="15375"/>
                  </a:cubicBezTo>
                  <a:cubicBezTo>
                    <a:pt x="2972" y="15402"/>
                    <a:pt x="2945" y="15428"/>
                    <a:pt x="2945" y="15482"/>
                  </a:cubicBezTo>
                  <a:cubicBezTo>
                    <a:pt x="2998" y="17329"/>
                    <a:pt x="1847" y="19256"/>
                    <a:pt x="108" y="20273"/>
                  </a:cubicBezTo>
                  <a:cubicBezTo>
                    <a:pt x="54" y="20300"/>
                    <a:pt x="27" y="20326"/>
                    <a:pt x="27" y="20353"/>
                  </a:cubicBezTo>
                  <a:cubicBezTo>
                    <a:pt x="1" y="20407"/>
                    <a:pt x="27" y="20460"/>
                    <a:pt x="81" y="20514"/>
                  </a:cubicBezTo>
                  <a:cubicBezTo>
                    <a:pt x="1794" y="21504"/>
                    <a:pt x="2865" y="23297"/>
                    <a:pt x="2945" y="25305"/>
                  </a:cubicBezTo>
                  <a:cubicBezTo>
                    <a:pt x="2945" y="25358"/>
                    <a:pt x="2972" y="25385"/>
                    <a:pt x="2998" y="25412"/>
                  </a:cubicBezTo>
                  <a:cubicBezTo>
                    <a:pt x="4952" y="26402"/>
                    <a:pt x="6157" y="28356"/>
                    <a:pt x="6157" y="30524"/>
                  </a:cubicBezTo>
                  <a:cubicBezTo>
                    <a:pt x="6157" y="32692"/>
                    <a:pt x="4952" y="34646"/>
                    <a:pt x="2998" y="35636"/>
                  </a:cubicBezTo>
                  <a:cubicBezTo>
                    <a:pt x="2972" y="35663"/>
                    <a:pt x="2945" y="35717"/>
                    <a:pt x="2945" y="35770"/>
                  </a:cubicBezTo>
                  <a:cubicBezTo>
                    <a:pt x="3105" y="37831"/>
                    <a:pt x="1633" y="39651"/>
                    <a:pt x="108" y="40535"/>
                  </a:cubicBezTo>
                  <a:cubicBezTo>
                    <a:pt x="54" y="40561"/>
                    <a:pt x="27" y="40588"/>
                    <a:pt x="27" y="40615"/>
                  </a:cubicBezTo>
                  <a:cubicBezTo>
                    <a:pt x="1" y="40668"/>
                    <a:pt x="27" y="40749"/>
                    <a:pt x="81" y="40775"/>
                  </a:cubicBezTo>
                  <a:cubicBezTo>
                    <a:pt x="1821" y="41766"/>
                    <a:pt x="2945" y="43639"/>
                    <a:pt x="2945" y="45540"/>
                  </a:cubicBezTo>
                  <a:cubicBezTo>
                    <a:pt x="2945" y="45540"/>
                    <a:pt x="2945" y="45566"/>
                    <a:pt x="2945" y="45566"/>
                  </a:cubicBezTo>
                  <a:cubicBezTo>
                    <a:pt x="2918" y="45620"/>
                    <a:pt x="2972" y="45674"/>
                    <a:pt x="2998" y="45674"/>
                  </a:cubicBezTo>
                  <a:cubicBezTo>
                    <a:pt x="4952" y="46664"/>
                    <a:pt x="6157" y="48618"/>
                    <a:pt x="6157" y="50786"/>
                  </a:cubicBezTo>
                  <a:cubicBezTo>
                    <a:pt x="6157" y="52954"/>
                    <a:pt x="4952" y="54934"/>
                    <a:pt x="2998" y="55898"/>
                  </a:cubicBezTo>
                  <a:cubicBezTo>
                    <a:pt x="2972" y="55925"/>
                    <a:pt x="2945" y="55952"/>
                    <a:pt x="2945" y="56005"/>
                  </a:cubicBezTo>
                  <a:cubicBezTo>
                    <a:pt x="2891" y="58012"/>
                    <a:pt x="1821" y="59806"/>
                    <a:pt x="108" y="60796"/>
                  </a:cubicBezTo>
                  <a:cubicBezTo>
                    <a:pt x="54" y="60823"/>
                    <a:pt x="27" y="60850"/>
                    <a:pt x="27" y="60903"/>
                  </a:cubicBezTo>
                  <a:cubicBezTo>
                    <a:pt x="1" y="60957"/>
                    <a:pt x="27" y="61010"/>
                    <a:pt x="81" y="61037"/>
                  </a:cubicBezTo>
                  <a:cubicBezTo>
                    <a:pt x="1821" y="62054"/>
                    <a:pt x="2891" y="63847"/>
                    <a:pt x="2945" y="65828"/>
                  </a:cubicBezTo>
                  <a:cubicBezTo>
                    <a:pt x="2945" y="65882"/>
                    <a:pt x="2972" y="65935"/>
                    <a:pt x="2998" y="65962"/>
                  </a:cubicBezTo>
                  <a:cubicBezTo>
                    <a:pt x="4952" y="66925"/>
                    <a:pt x="6157" y="68879"/>
                    <a:pt x="6157" y="71047"/>
                  </a:cubicBezTo>
                  <a:cubicBezTo>
                    <a:pt x="6157" y="73242"/>
                    <a:pt x="4952" y="75196"/>
                    <a:pt x="2998" y="76160"/>
                  </a:cubicBezTo>
                  <a:cubicBezTo>
                    <a:pt x="2972" y="76186"/>
                    <a:pt x="2945" y="76240"/>
                    <a:pt x="2945" y="76267"/>
                  </a:cubicBezTo>
                  <a:cubicBezTo>
                    <a:pt x="2891" y="78274"/>
                    <a:pt x="1821" y="80067"/>
                    <a:pt x="81" y="81084"/>
                  </a:cubicBezTo>
                  <a:cubicBezTo>
                    <a:pt x="27" y="81111"/>
                    <a:pt x="1" y="81191"/>
                    <a:pt x="27" y="81245"/>
                  </a:cubicBezTo>
                  <a:cubicBezTo>
                    <a:pt x="61" y="81296"/>
                    <a:pt x="106" y="81315"/>
                    <a:pt x="148" y="81315"/>
                  </a:cubicBezTo>
                  <a:cubicBezTo>
                    <a:pt x="172" y="81315"/>
                    <a:pt x="195" y="81308"/>
                    <a:pt x="215" y="81299"/>
                  </a:cubicBezTo>
                  <a:cubicBezTo>
                    <a:pt x="2008" y="80255"/>
                    <a:pt x="3105" y="78408"/>
                    <a:pt x="3186" y="76347"/>
                  </a:cubicBezTo>
                  <a:cubicBezTo>
                    <a:pt x="5193" y="75330"/>
                    <a:pt x="6424" y="73296"/>
                    <a:pt x="6424" y="71047"/>
                  </a:cubicBezTo>
                  <a:cubicBezTo>
                    <a:pt x="6424" y="68826"/>
                    <a:pt x="5193" y="66792"/>
                    <a:pt x="3186" y="65748"/>
                  </a:cubicBezTo>
                  <a:cubicBezTo>
                    <a:pt x="3105" y="63767"/>
                    <a:pt x="2088" y="61974"/>
                    <a:pt x="402" y="60930"/>
                  </a:cubicBezTo>
                  <a:cubicBezTo>
                    <a:pt x="2088" y="59859"/>
                    <a:pt x="3105" y="58093"/>
                    <a:pt x="3186" y="56085"/>
                  </a:cubicBezTo>
                  <a:cubicBezTo>
                    <a:pt x="5193" y="55068"/>
                    <a:pt x="6424" y="53034"/>
                    <a:pt x="6424" y="50786"/>
                  </a:cubicBezTo>
                  <a:cubicBezTo>
                    <a:pt x="6424" y="48537"/>
                    <a:pt x="5193" y="46530"/>
                    <a:pt x="3186" y="45486"/>
                  </a:cubicBezTo>
                  <a:cubicBezTo>
                    <a:pt x="3159" y="43586"/>
                    <a:pt x="2088" y="41739"/>
                    <a:pt x="402" y="40668"/>
                  </a:cubicBezTo>
                  <a:cubicBezTo>
                    <a:pt x="1901" y="39705"/>
                    <a:pt x="3320" y="37885"/>
                    <a:pt x="3186" y="35824"/>
                  </a:cubicBezTo>
                  <a:cubicBezTo>
                    <a:pt x="5193" y="34780"/>
                    <a:pt x="6424" y="32772"/>
                    <a:pt x="6424" y="30524"/>
                  </a:cubicBezTo>
                  <a:cubicBezTo>
                    <a:pt x="6424" y="28276"/>
                    <a:pt x="5193" y="26268"/>
                    <a:pt x="3186" y="25225"/>
                  </a:cubicBezTo>
                  <a:cubicBezTo>
                    <a:pt x="3105" y="23244"/>
                    <a:pt x="2062" y="21451"/>
                    <a:pt x="402" y="20407"/>
                  </a:cubicBezTo>
                  <a:cubicBezTo>
                    <a:pt x="2088" y="19336"/>
                    <a:pt x="3186" y="17436"/>
                    <a:pt x="3186" y="15616"/>
                  </a:cubicBezTo>
                  <a:cubicBezTo>
                    <a:pt x="3186" y="15589"/>
                    <a:pt x="3186" y="15562"/>
                    <a:pt x="3186" y="15562"/>
                  </a:cubicBezTo>
                  <a:cubicBezTo>
                    <a:pt x="5193" y="14518"/>
                    <a:pt x="6424" y="12511"/>
                    <a:pt x="6424" y="10263"/>
                  </a:cubicBezTo>
                  <a:cubicBezTo>
                    <a:pt x="6424" y="8014"/>
                    <a:pt x="5193" y="6007"/>
                    <a:pt x="3186" y="4963"/>
                  </a:cubicBezTo>
                  <a:cubicBezTo>
                    <a:pt x="3186" y="3036"/>
                    <a:pt x="2008" y="1055"/>
                    <a:pt x="215" y="11"/>
                  </a:cubicBezTo>
                  <a:cubicBezTo>
                    <a:pt x="200" y="4"/>
                    <a:pt x="184" y="1"/>
                    <a:pt x="16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3" name="Google Shape;653;p61"/>
            <p:cNvSpPr/>
            <p:nvPr/>
          </p:nvSpPr>
          <p:spPr>
            <a:xfrm>
              <a:off x="839675" y="2845375"/>
              <a:ext cx="159950" cy="2032675"/>
            </a:xfrm>
            <a:custGeom>
              <a:avLst/>
              <a:gdLst/>
              <a:ahLst/>
              <a:cxnLst/>
              <a:rect l="l" t="t" r="r" b="b"/>
              <a:pathLst>
                <a:path w="6398" h="81307" extrusionOk="0">
                  <a:moveTo>
                    <a:pt x="119" y="1"/>
                  </a:moveTo>
                  <a:cubicBezTo>
                    <a:pt x="81" y="1"/>
                    <a:pt x="44" y="24"/>
                    <a:pt x="27" y="57"/>
                  </a:cubicBezTo>
                  <a:cubicBezTo>
                    <a:pt x="0" y="84"/>
                    <a:pt x="0" y="110"/>
                    <a:pt x="0" y="137"/>
                  </a:cubicBezTo>
                  <a:cubicBezTo>
                    <a:pt x="0" y="164"/>
                    <a:pt x="27" y="217"/>
                    <a:pt x="54" y="244"/>
                  </a:cubicBezTo>
                  <a:cubicBezTo>
                    <a:pt x="1794" y="1234"/>
                    <a:pt x="2971" y="3162"/>
                    <a:pt x="2918" y="5035"/>
                  </a:cubicBezTo>
                  <a:cubicBezTo>
                    <a:pt x="2918" y="5089"/>
                    <a:pt x="2945" y="5142"/>
                    <a:pt x="2998" y="5142"/>
                  </a:cubicBezTo>
                  <a:cubicBezTo>
                    <a:pt x="4925" y="6133"/>
                    <a:pt x="6156" y="8086"/>
                    <a:pt x="6156" y="10254"/>
                  </a:cubicBezTo>
                  <a:cubicBezTo>
                    <a:pt x="6156" y="12422"/>
                    <a:pt x="4925" y="14376"/>
                    <a:pt x="2998" y="15367"/>
                  </a:cubicBezTo>
                  <a:cubicBezTo>
                    <a:pt x="2945" y="15393"/>
                    <a:pt x="2918" y="15420"/>
                    <a:pt x="2918" y="15474"/>
                  </a:cubicBezTo>
                  <a:cubicBezTo>
                    <a:pt x="2971" y="17321"/>
                    <a:pt x="1847" y="19248"/>
                    <a:pt x="81" y="20265"/>
                  </a:cubicBezTo>
                  <a:cubicBezTo>
                    <a:pt x="54" y="20292"/>
                    <a:pt x="27" y="20318"/>
                    <a:pt x="0" y="20345"/>
                  </a:cubicBezTo>
                  <a:cubicBezTo>
                    <a:pt x="0" y="20425"/>
                    <a:pt x="27" y="20479"/>
                    <a:pt x="54" y="20506"/>
                  </a:cubicBezTo>
                  <a:cubicBezTo>
                    <a:pt x="1794" y="21496"/>
                    <a:pt x="2864" y="23289"/>
                    <a:pt x="2918" y="25297"/>
                  </a:cubicBezTo>
                  <a:cubicBezTo>
                    <a:pt x="2918" y="25350"/>
                    <a:pt x="2945" y="25404"/>
                    <a:pt x="2998" y="25404"/>
                  </a:cubicBezTo>
                  <a:cubicBezTo>
                    <a:pt x="4925" y="26394"/>
                    <a:pt x="6156" y="28348"/>
                    <a:pt x="6156" y="30516"/>
                  </a:cubicBezTo>
                  <a:cubicBezTo>
                    <a:pt x="6156" y="32684"/>
                    <a:pt x="4925" y="34665"/>
                    <a:pt x="2998" y="35628"/>
                  </a:cubicBezTo>
                  <a:cubicBezTo>
                    <a:pt x="2945" y="35655"/>
                    <a:pt x="2918" y="35709"/>
                    <a:pt x="2918" y="35762"/>
                  </a:cubicBezTo>
                  <a:cubicBezTo>
                    <a:pt x="3078" y="37823"/>
                    <a:pt x="1606" y="39643"/>
                    <a:pt x="81" y="40526"/>
                  </a:cubicBezTo>
                  <a:cubicBezTo>
                    <a:pt x="54" y="40553"/>
                    <a:pt x="27" y="40580"/>
                    <a:pt x="0" y="40633"/>
                  </a:cubicBezTo>
                  <a:cubicBezTo>
                    <a:pt x="0" y="40687"/>
                    <a:pt x="27" y="40741"/>
                    <a:pt x="54" y="40767"/>
                  </a:cubicBezTo>
                  <a:cubicBezTo>
                    <a:pt x="1794" y="41784"/>
                    <a:pt x="2918" y="43631"/>
                    <a:pt x="2918" y="45532"/>
                  </a:cubicBezTo>
                  <a:cubicBezTo>
                    <a:pt x="2918" y="45558"/>
                    <a:pt x="2918" y="45558"/>
                    <a:pt x="2918" y="45558"/>
                  </a:cubicBezTo>
                  <a:cubicBezTo>
                    <a:pt x="2918" y="45612"/>
                    <a:pt x="2945" y="45665"/>
                    <a:pt x="2998" y="45692"/>
                  </a:cubicBezTo>
                  <a:cubicBezTo>
                    <a:pt x="4925" y="46656"/>
                    <a:pt x="6156" y="48610"/>
                    <a:pt x="6156" y="50778"/>
                  </a:cubicBezTo>
                  <a:cubicBezTo>
                    <a:pt x="6156" y="52972"/>
                    <a:pt x="4925" y="54926"/>
                    <a:pt x="2998" y="55890"/>
                  </a:cubicBezTo>
                  <a:cubicBezTo>
                    <a:pt x="2945" y="55917"/>
                    <a:pt x="2918" y="55970"/>
                    <a:pt x="2918" y="55997"/>
                  </a:cubicBezTo>
                  <a:cubicBezTo>
                    <a:pt x="2864" y="58004"/>
                    <a:pt x="1820" y="59798"/>
                    <a:pt x="81" y="60815"/>
                  </a:cubicBezTo>
                  <a:cubicBezTo>
                    <a:pt x="54" y="60815"/>
                    <a:pt x="27" y="60841"/>
                    <a:pt x="0" y="60895"/>
                  </a:cubicBezTo>
                  <a:cubicBezTo>
                    <a:pt x="0" y="60949"/>
                    <a:pt x="27" y="61002"/>
                    <a:pt x="54" y="61029"/>
                  </a:cubicBezTo>
                  <a:cubicBezTo>
                    <a:pt x="1794" y="62046"/>
                    <a:pt x="2864" y="63839"/>
                    <a:pt x="2918" y="65847"/>
                  </a:cubicBezTo>
                  <a:cubicBezTo>
                    <a:pt x="2918" y="65873"/>
                    <a:pt x="2945" y="65927"/>
                    <a:pt x="2998" y="65954"/>
                  </a:cubicBezTo>
                  <a:cubicBezTo>
                    <a:pt x="4925" y="66917"/>
                    <a:pt x="6156" y="68871"/>
                    <a:pt x="6156" y="71066"/>
                  </a:cubicBezTo>
                  <a:cubicBezTo>
                    <a:pt x="6156" y="73234"/>
                    <a:pt x="4925" y="75188"/>
                    <a:pt x="2998" y="76151"/>
                  </a:cubicBezTo>
                  <a:cubicBezTo>
                    <a:pt x="2945" y="76178"/>
                    <a:pt x="2918" y="76232"/>
                    <a:pt x="2918" y="76285"/>
                  </a:cubicBezTo>
                  <a:cubicBezTo>
                    <a:pt x="2864" y="78266"/>
                    <a:pt x="1794" y="80059"/>
                    <a:pt x="81" y="81076"/>
                  </a:cubicBezTo>
                  <a:cubicBezTo>
                    <a:pt x="0" y="81103"/>
                    <a:pt x="0" y="81183"/>
                    <a:pt x="27" y="81237"/>
                  </a:cubicBezTo>
                  <a:cubicBezTo>
                    <a:pt x="44" y="81288"/>
                    <a:pt x="83" y="81306"/>
                    <a:pt x="122" y="81306"/>
                  </a:cubicBezTo>
                  <a:cubicBezTo>
                    <a:pt x="145" y="81306"/>
                    <a:pt x="168" y="81300"/>
                    <a:pt x="188" y="81290"/>
                  </a:cubicBezTo>
                  <a:cubicBezTo>
                    <a:pt x="1981" y="80247"/>
                    <a:pt x="3105" y="78400"/>
                    <a:pt x="3159" y="76366"/>
                  </a:cubicBezTo>
                  <a:cubicBezTo>
                    <a:pt x="5166" y="75322"/>
                    <a:pt x="6397" y="73288"/>
                    <a:pt x="6397" y="71066"/>
                  </a:cubicBezTo>
                  <a:cubicBezTo>
                    <a:pt x="6397" y="68818"/>
                    <a:pt x="5166" y="66783"/>
                    <a:pt x="3159" y="65766"/>
                  </a:cubicBezTo>
                  <a:cubicBezTo>
                    <a:pt x="3105" y="63759"/>
                    <a:pt x="2061" y="61992"/>
                    <a:pt x="375" y="60922"/>
                  </a:cubicBezTo>
                  <a:cubicBezTo>
                    <a:pt x="2061" y="59878"/>
                    <a:pt x="3105" y="58085"/>
                    <a:pt x="3159" y="56077"/>
                  </a:cubicBezTo>
                  <a:cubicBezTo>
                    <a:pt x="5166" y="55060"/>
                    <a:pt x="6397" y="53026"/>
                    <a:pt x="6397" y="50778"/>
                  </a:cubicBezTo>
                  <a:cubicBezTo>
                    <a:pt x="6397" y="48556"/>
                    <a:pt x="5166" y="46522"/>
                    <a:pt x="3159" y="45505"/>
                  </a:cubicBezTo>
                  <a:cubicBezTo>
                    <a:pt x="3159" y="43604"/>
                    <a:pt x="2061" y="41731"/>
                    <a:pt x="375" y="40660"/>
                  </a:cubicBezTo>
                  <a:cubicBezTo>
                    <a:pt x="1901" y="39697"/>
                    <a:pt x="3292" y="37877"/>
                    <a:pt x="3185" y="35816"/>
                  </a:cubicBezTo>
                  <a:cubicBezTo>
                    <a:pt x="5166" y="34799"/>
                    <a:pt x="6397" y="32764"/>
                    <a:pt x="6397" y="30516"/>
                  </a:cubicBezTo>
                  <a:cubicBezTo>
                    <a:pt x="6397" y="28268"/>
                    <a:pt x="5166" y="26260"/>
                    <a:pt x="3159" y="25216"/>
                  </a:cubicBezTo>
                  <a:cubicBezTo>
                    <a:pt x="3078" y="23236"/>
                    <a:pt x="2035" y="21442"/>
                    <a:pt x="375" y="20399"/>
                  </a:cubicBezTo>
                  <a:cubicBezTo>
                    <a:pt x="2061" y="19328"/>
                    <a:pt x="3159" y="17454"/>
                    <a:pt x="3159" y="15608"/>
                  </a:cubicBezTo>
                  <a:cubicBezTo>
                    <a:pt x="3159" y="15581"/>
                    <a:pt x="3159" y="15581"/>
                    <a:pt x="3159" y="15554"/>
                  </a:cubicBezTo>
                  <a:cubicBezTo>
                    <a:pt x="5166" y="14510"/>
                    <a:pt x="6397" y="12503"/>
                    <a:pt x="6397" y="10254"/>
                  </a:cubicBezTo>
                  <a:cubicBezTo>
                    <a:pt x="6397" y="8006"/>
                    <a:pt x="5166" y="5999"/>
                    <a:pt x="3159" y="4955"/>
                  </a:cubicBezTo>
                  <a:cubicBezTo>
                    <a:pt x="3159" y="3028"/>
                    <a:pt x="1981" y="1047"/>
                    <a:pt x="188" y="30"/>
                  </a:cubicBezTo>
                  <a:cubicBezTo>
                    <a:pt x="167" y="10"/>
                    <a:pt x="143" y="1"/>
                    <a:pt x="11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4" name="Google Shape;654;p61"/>
            <p:cNvSpPr/>
            <p:nvPr/>
          </p:nvSpPr>
          <p:spPr>
            <a:xfrm>
              <a:off x="685775" y="2593575"/>
              <a:ext cx="159950" cy="2032875"/>
            </a:xfrm>
            <a:custGeom>
              <a:avLst/>
              <a:gdLst/>
              <a:ahLst/>
              <a:cxnLst/>
              <a:rect l="l" t="t" r="r" b="b"/>
              <a:pathLst>
                <a:path w="6398" h="81315" extrusionOk="0">
                  <a:moveTo>
                    <a:pt x="140" y="1"/>
                  </a:moveTo>
                  <a:cubicBezTo>
                    <a:pt x="95" y="1"/>
                    <a:pt x="47" y="26"/>
                    <a:pt x="27" y="65"/>
                  </a:cubicBezTo>
                  <a:cubicBezTo>
                    <a:pt x="27" y="92"/>
                    <a:pt x="0" y="118"/>
                    <a:pt x="0" y="118"/>
                  </a:cubicBezTo>
                  <a:cubicBezTo>
                    <a:pt x="0" y="172"/>
                    <a:pt x="27" y="225"/>
                    <a:pt x="81" y="225"/>
                  </a:cubicBezTo>
                  <a:cubicBezTo>
                    <a:pt x="1820" y="1243"/>
                    <a:pt x="2944" y="3170"/>
                    <a:pt x="2918" y="5043"/>
                  </a:cubicBezTo>
                  <a:cubicBezTo>
                    <a:pt x="2918" y="5070"/>
                    <a:pt x="2944" y="5124"/>
                    <a:pt x="2998" y="5150"/>
                  </a:cubicBezTo>
                  <a:cubicBezTo>
                    <a:pt x="4952" y="6141"/>
                    <a:pt x="6156" y="8095"/>
                    <a:pt x="6156" y="10263"/>
                  </a:cubicBezTo>
                  <a:cubicBezTo>
                    <a:pt x="6156" y="12431"/>
                    <a:pt x="4952" y="14384"/>
                    <a:pt x="2998" y="15375"/>
                  </a:cubicBezTo>
                  <a:cubicBezTo>
                    <a:pt x="2944" y="15402"/>
                    <a:pt x="2918" y="15428"/>
                    <a:pt x="2918" y="15482"/>
                  </a:cubicBezTo>
                  <a:cubicBezTo>
                    <a:pt x="2998" y="17329"/>
                    <a:pt x="1847" y="19256"/>
                    <a:pt x="81" y="20273"/>
                  </a:cubicBezTo>
                  <a:cubicBezTo>
                    <a:pt x="54" y="20300"/>
                    <a:pt x="27" y="20326"/>
                    <a:pt x="27" y="20353"/>
                  </a:cubicBezTo>
                  <a:cubicBezTo>
                    <a:pt x="0" y="20407"/>
                    <a:pt x="27" y="20460"/>
                    <a:pt x="81" y="20514"/>
                  </a:cubicBezTo>
                  <a:cubicBezTo>
                    <a:pt x="1794" y="21504"/>
                    <a:pt x="2864" y="23297"/>
                    <a:pt x="2918" y="25305"/>
                  </a:cubicBezTo>
                  <a:cubicBezTo>
                    <a:pt x="2918" y="25358"/>
                    <a:pt x="2944" y="25385"/>
                    <a:pt x="2998" y="25412"/>
                  </a:cubicBezTo>
                  <a:cubicBezTo>
                    <a:pt x="4952" y="26402"/>
                    <a:pt x="6156" y="28356"/>
                    <a:pt x="6156" y="30524"/>
                  </a:cubicBezTo>
                  <a:cubicBezTo>
                    <a:pt x="6156" y="32692"/>
                    <a:pt x="4952" y="34646"/>
                    <a:pt x="2998" y="35636"/>
                  </a:cubicBezTo>
                  <a:cubicBezTo>
                    <a:pt x="2944" y="35663"/>
                    <a:pt x="2918" y="35717"/>
                    <a:pt x="2918" y="35770"/>
                  </a:cubicBezTo>
                  <a:cubicBezTo>
                    <a:pt x="3078" y="37831"/>
                    <a:pt x="1633" y="39651"/>
                    <a:pt x="81" y="40535"/>
                  </a:cubicBezTo>
                  <a:cubicBezTo>
                    <a:pt x="54" y="40561"/>
                    <a:pt x="27" y="40588"/>
                    <a:pt x="27" y="40615"/>
                  </a:cubicBezTo>
                  <a:cubicBezTo>
                    <a:pt x="0" y="40668"/>
                    <a:pt x="27" y="40749"/>
                    <a:pt x="81" y="40775"/>
                  </a:cubicBezTo>
                  <a:cubicBezTo>
                    <a:pt x="1820" y="41766"/>
                    <a:pt x="2918" y="43639"/>
                    <a:pt x="2918" y="45540"/>
                  </a:cubicBezTo>
                  <a:lnTo>
                    <a:pt x="2918" y="45566"/>
                  </a:lnTo>
                  <a:cubicBezTo>
                    <a:pt x="2918" y="45620"/>
                    <a:pt x="2944" y="45674"/>
                    <a:pt x="2998" y="45674"/>
                  </a:cubicBezTo>
                  <a:cubicBezTo>
                    <a:pt x="4952" y="46664"/>
                    <a:pt x="6156" y="48618"/>
                    <a:pt x="6156" y="50786"/>
                  </a:cubicBezTo>
                  <a:cubicBezTo>
                    <a:pt x="6156" y="52954"/>
                    <a:pt x="4952" y="54934"/>
                    <a:pt x="2998" y="55898"/>
                  </a:cubicBezTo>
                  <a:cubicBezTo>
                    <a:pt x="2944" y="55925"/>
                    <a:pt x="2918" y="55952"/>
                    <a:pt x="2918" y="56005"/>
                  </a:cubicBezTo>
                  <a:cubicBezTo>
                    <a:pt x="2891" y="58012"/>
                    <a:pt x="1820" y="59806"/>
                    <a:pt x="81" y="60796"/>
                  </a:cubicBezTo>
                  <a:cubicBezTo>
                    <a:pt x="54" y="60823"/>
                    <a:pt x="27" y="60850"/>
                    <a:pt x="27" y="60903"/>
                  </a:cubicBezTo>
                  <a:cubicBezTo>
                    <a:pt x="0" y="60957"/>
                    <a:pt x="27" y="61010"/>
                    <a:pt x="81" y="61037"/>
                  </a:cubicBezTo>
                  <a:cubicBezTo>
                    <a:pt x="1820" y="62054"/>
                    <a:pt x="2891" y="63847"/>
                    <a:pt x="2918" y="65828"/>
                  </a:cubicBezTo>
                  <a:cubicBezTo>
                    <a:pt x="2918" y="65882"/>
                    <a:pt x="2944" y="65935"/>
                    <a:pt x="2998" y="65962"/>
                  </a:cubicBezTo>
                  <a:cubicBezTo>
                    <a:pt x="4952" y="66925"/>
                    <a:pt x="6156" y="68879"/>
                    <a:pt x="6156" y="71047"/>
                  </a:cubicBezTo>
                  <a:cubicBezTo>
                    <a:pt x="6156" y="73242"/>
                    <a:pt x="4952" y="75196"/>
                    <a:pt x="2998" y="76160"/>
                  </a:cubicBezTo>
                  <a:cubicBezTo>
                    <a:pt x="2944" y="76186"/>
                    <a:pt x="2918" y="76240"/>
                    <a:pt x="2918" y="76267"/>
                  </a:cubicBezTo>
                  <a:cubicBezTo>
                    <a:pt x="2891" y="78274"/>
                    <a:pt x="1820" y="80067"/>
                    <a:pt x="81" y="81084"/>
                  </a:cubicBezTo>
                  <a:cubicBezTo>
                    <a:pt x="27" y="81111"/>
                    <a:pt x="0" y="81191"/>
                    <a:pt x="27" y="81245"/>
                  </a:cubicBezTo>
                  <a:cubicBezTo>
                    <a:pt x="61" y="81296"/>
                    <a:pt x="95" y="81315"/>
                    <a:pt x="136" y="81315"/>
                  </a:cubicBezTo>
                  <a:cubicBezTo>
                    <a:pt x="159" y="81315"/>
                    <a:pt x="185" y="81308"/>
                    <a:pt x="214" y="81299"/>
                  </a:cubicBezTo>
                  <a:cubicBezTo>
                    <a:pt x="2008" y="80255"/>
                    <a:pt x="3105" y="78408"/>
                    <a:pt x="3185" y="76347"/>
                  </a:cubicBezTo>
                  <a:cubicBezTo>
                    <a:pt x="5166" y="75330"/>
                    <a:pt x="6397" y="73296"/>
                    <a:pt x="6397" y="71047"/>
                  </a:cubicBezTo>
                  <a:cubicBezTo>
                    <a:pt x="6397" y="68826"/>
                    <a:pt x="5166" y="66792"/>
                    <a:pt x="3185" y="65748"/>
                  </a:cubicBezTo>
                  <a:cubicBezTo>
                    <a:pt x="3105" y="63767"/>
                    <a:pt x="2061" y="61974"/>
                    <a:pt x="375" y="60930"/>
                  </a:cubicBezTo>
                  <a:cubicBezTo>
                    <a:pt x="2061" y="59859"/>
                    <a:pt x="3105" y="58093"/>
                    <a:pt x="3185" y="56085"/>
                  </a:cubicBezTo>
                  <a:cubicBezTo>
                    <a:pt x="5166" y="55068"/>
                    <a:pt x="6397" y="53034"/>
                    <a:pt x="6397" y="50786"/>
                  </a:cubicBezTo>
                  <a:cubicBezTo>
                    <a:pt x="6397" y="48537"/>
                    <a:pt x="5166" y="46530"/>
                    <a:pt x="3185" y="45486"/>
                  </a:cubicBezTo>
                  <a:cubicBezTo>
                    <a:pt x="3159" y="43586"/>
                    <a:pt x="2088" y="41739"/>
                    <a:pt x="375" y="40668"/>
                  </a:cubicBezTo>
                  <a:cubicBezTo>
                    <a:pt x="1901" y="39705"/>
                    <a:pt x="3292" y="37885"/>
                    <a:pt x="3185" y="35824"/>
                  </a:cubicBezTo>
                  <a:cubicBezTo>
                    <a:pt x="5166" y="34780"/>
                    <a:pt x="6397" y="32772"/>
                    <a:pt x="6397" y="30524"/>
                  </a:cubicBezTo>
                  <a:cubicBezTo>
                    <a:pt x="6397" y="28276"/>
                    <a:pt x="5166" y="26268"/>
                    <a:pt x="3185" y="25225"/>
                  </a:cubicBezTo>
                  <a:cubicBezTo>
                    <a:pt x="3078" y="23244"/>
                    <a:pt x="2061" y="21451"/>
                    <a:pt x="375" y="20407"/>
                  </a:cubicBezTo>
                  <a:cubicBezTo>
                    <a:pt x="2088" y="19336"/>
                    <a:pt x="3185" y="17436"/>
                    <a:pt x="3185" y="15616"/>
                  </a:cubicBezTo>
                  <a:cubicBezTo>
                    <a:pt x="3185" y="15589"/>
                    <a:pt x="3185" y="15589"/>
                    <a:pt x="3185" y="15562"/>
                  </a:cubicBezTo>
                  <a:cubicBezTo>
                    <a:pt x="5166" y="14518"/>
                    <a:pt x="6397" y="12511"/>
                    <a:pt x="6397" y="10263"/>
                  </a:cubicBezTo>
                  <a:cubicBezTo>
                    <a:pt x="6397" y="8014"/>
                    <a:pt x="5166" y="6007"/>
                    <a:pt x="3185" y="4963"/>
                  </a:cubicBezTo>
                  <a:cubicBezTo>
                    <a:pt x="3185" y="3036"/>
                    <a:pt x="1981" y="1055"/>
                    <a:pt x="188" y="11"/>
                  </a:cubicBezTo>
                  <a:cubicBezTo>
                    <a:pt x="173" y="4"/>
                    <a:pt x="157" y="1"/>
                    <a:pt x="14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5" name="Google Shape;655;p61"/>
            <p:cNvSpPr/>
            <p:nvPr/>
          </p:nvSpPr>
          <p:spPr>
            <a:xfrm>
              <a:off x="531875" y="2845375"/>
              <a:ext cx="160600" cy="2032675"/>
            </a:xfrm>
            <a:custGeom>
              <a:avLst/>
              <a:gdLst/>
              <a:ahLst/>
              <a:cxnLst/>
              <a:rect l="l" t="t" r="r" b="b"/>
              <a:pathLst>
                <a:path w="6424" h="81307" extrusionOk="0">
                  <a:moveTo>
                    <a:pt x="144" y="1"/>
                  </a:moveTo>
                  <a:cubicBezTo>
                    <a:pt x="103" y="1"/>
                    <a:pt x="60" y="24"/>
                    <a:pt x="27" y="57"/>
                  </a:cubicBezTo>
                  <a:cubicBezTo>
                    <a:pt x="27" y="84"/>
                    <a:pt x="27" y="110"/>
                    <a:pt x="27" y="137"/>
                  </a:cubicBezTo>
                  <a:cubicBezTo>
                    <a:pt x="27" y="164"/>
                    <a:pt x="54" y="217"/>
                    <a:pt x="80" y="244"/>
                  </a:cubicBezTo>
                  <a:cubicBezTo>
                    <a:pt x="1820" y="1234"/>
                    <a:pt x="2971" y="3162"/>
                    <a:pt x="2944" y="5035"/>
                  </a:cubicBezTo>
                  <a:cubicBezTo>
                    <a:pt x="2944" y="5089"/>
                    <a:pt x="2971" y="5142"/>
                    <a:pt x="2998" y="5142"/>
                  </a:cubicBezTo>
                  <a:cubicBezTo>
                    <a:pt x="4952" y="6133"/>
                    <a:pt x="6156" y="8086"/>
                    <a:pt x="6156" y="10254"/>
                  </a:cubicBezTo>
                  <a:cubicBezTo>
                    <a:pt x="6156" y="12422"/>
                    <a:pt x="4952" y="14376"/>
                    <a:pt x="2998" y="15367"/>
                  </a:cubicBezTo>
                  <a:cubicBezTo>
                    <a:pt x="2971" y="15393"/>
                    <a:pt x="2944" y="15447"/>
                    <a:pt x="2944" y="15474"/>
                  </a:cubicBezTo>
                  <a:cubicBezTo>
                    <a:pt x="2998" y="17321"/>
                    <a:pt x="1847" y="19248"/>
                    <a:pt x="107" y="20265"/>
                  </a:cubicBezTo>
                  <a:cubicBezTo>
                    <a:pt x="54" y="20292"/>
                    <a:pt x="27" y="20318"/>
                    <a:pt x="27" y="20345"/>
                  </a:cubicBezTo>
                  <a:cubicBezTo>
                    <a:pt x="0" y="20425"/>
                    <a:pt x="27" y="20479"/>
                    <a:pt x="80" y="20506"/>
                  </a:cubicBezTo>
                  <a:cubicBezTo>
                    <a:pt x="1793" y="21496"/>
                    <a:pt x="2864" y="23289"/>
                    <a:pt x="2944" y="25297"/>
                  </a:cubicBezTo>
                  <a:cubicBezTo>
                    <a:pt x="2944" y="25350"/>
                    <a:pt x="2971" y="25404"/>
                    <a:pt x="2998" y="25404"/>
                  </a:cubicBezTo>
                  <a:cubicBezTo>
                    <a:pt x="4952" y="26394"/>
                    <a:pt x="6156" y="28348"/>
                    <a:pt x="6156" y="30516"/>
                  </a:cubicBezTo>
                  <a:cubicBezTo>
                    <a:pt x="6156" y="32684"/>
                    <a:pt x="4952" y="34665"/>
                    <a:pt x="2998" y="35628"/>
                  </a:cubicBezTo>
                  <a:cubicBezTo>
                    <a:pt x="2971" y="35655"/>
                    <a:pt x="2944" y="35709"/>
                    <a:pt x="2944" y="35762"/>
                  </a:cubicBezTo>
                  <a:cubicBezTo>
                    <a:pt x="3105" y="37823"/>
                    <a:pt x="1633" y="39643"/>
                    <a:pt x="107" y="40526"/>
                  </a:cubicBezTo>
                  <a:cubicBezTo>
                    <a:pt x="54" y="40553"/>
                    <a:pt x="27" y="40580"/>
                    <a:pt x="27" y="40633"/>
                  </a:cubicBezTo>
                  <a:cubicBezTo>
                    <a:pt x="0" y="40687"/>
                    <a:pt x="27" y="40741"/>
                    <a:pt x="80" y="40767"/>
                  </a:cubicBezTo>
                  <a:cubicBezTo>
                    <a:pt x="1820" y="41784"/>
                    <a:pt x="2944" y="43631"/>
                    <a:pt x="2944" y="45532"/>
                  </a:cubicBezTo>
                  <a:lnTo>
                    <a:pt x="2944" y="45558"/>
                  </a:lnTo>
                  <a:cubicBezTo>
                    <a:pt x="2918" y="45612"/>
                    <a:pt x="2971" y="45665"/>
                    <a:pt x="2998" y="45692"/>
                  </a:cubicBezTo>
                  <a:cubicBezTo>
                    <a:pt x="4952" y="46656"/>
                    <a:pt x="6156" y="48610"/>
                    <a:pt x="6156" y="50778"/>
                  </a:cubicBezTo>
                  <a:cubicBezTo>
                    <a:pt x="6156" y="52972"/>
                    <a:pt x="4952" y="54926"/>
                    <a:pt x="2998" y="55890"/>
                  </a:cubicBezTo>
                  <a:cubicBezTo>
                    <a:pt x="2971" y="55917"/>
                    <a:pt x="2944" y="55970"/>
                    <a:pt x="2944" y="55997"/>
                  </a:cubicBezTo>
                  <a:cubicBezTo>
                    <a:pt x="2891" y="58004"/>
                    <a:pt x="1820" y="59798"/>
                    <a:pt x="107" y="60815"/>
                  </a:cubicBezTo>
                  <a:cubicBezTo>
                    <a:pt x="54" y="60815"/>
                    <a:pt x="27" y="60841"/>
                    <a:pt x="27" y="60895"/>
                  </a:cubicBezTo>
                  <a:cubicBezTo>
                    <a:pt x="0" y="60949"/>
                    <a:pt x="27" y="61002"/>
                    <a:pt x="80" y="61029"/>
                  </a:cubicBezTo>
                  <a:cubicBezTo>
                    <a:pt x="1820" y="62046"/>
                    <a:pt x="2891" y="63839"/>
                    <a:pt x="2944" y="65847"/>
                  </a:cubicBezTo>
                  <a:cubicBezTo>
                    <a:pt x="2944" y="65873"/>
                    <a:pt x="2971" y="65927"/>
                    <a:pt x="2998" y="65954"/>
                  </a:cubicBezTo>
                  <a:cubicBezTo>
                    <a:pt x="4952" y="66917"/>
                    <a:pt x="6156" y="68871"/>
                    <a:pt x="6156" y="71066"/>
                  </a:cubicBezTo>
                  <a:cubicBezTo>
                    <a:pt x="6156" y="73234"/>
                    <a:pt x="4952" y="75188"/>
                    <a:pt x="2998" y="76151"/>
                  </a:cubicBezTo>
                  <a:cubicBezTo>
                    <a:pt x="2971" y="76178"/>
                    <a:pt x="2944" y="76232"/>
                    <a:pt x="2944" y="76285"/>
                  </a:cubicBezTo>
                  <a:cubicBezTo>
                    <a:pt x="2891" y="78266"/>
                    <a:pt x="1820" y="80059"/>
                    <a:pt x="80" y="81076"/>
                  </a:cubicBezTo>
                  <a:cubicBezTo>
                    <a:pt x="27" y="81103"/>
                    <a:pt x="0" y="81183"/>
                    <a:pt x="54" y="81237"/>
                  </a:cubicBezTo>
                  <a:cubicBezTo>
                    <a:pt x="71" y="81288"/>
                    <a:pt x="109" y="81306"/>
                    <a:pt x="149" y="81306"/>
                  </a:cubicBezTo>
                  <a:cubicBezTo>
                    <a:pt x="171" y="81306"/>
                    <a:pt x="195" y="81300"/>
                    <a:pt x="214" y="81290"/>
                  </a:cubicBezTo>
                  <a:cubicBezTo>
                    <a:pt x="2008" y="80247"/>
                    <a:pt x="3105" y="78400"/>
                    <a:pt x="3185" y="76366"/>
                  </a:cubicBezTo>
                  <a:cubicBezTo>
                    <a:pt x="5193" y="75322"/>
                    <a:pt x="6424" y="73288"/>
                    <a:pt x="6424" y="71066"/>
                  </a:cubicBezTo>
                  <a:cubicBezTo>
                    <a:pt x="6424" y="68818"/>
                    <a:pt x="5193" y="66783"/>
                    <a:pt x="3185" y="65766"/>
                  </a:cubicBezTo>
                  <a:cubicBezTo>
                    <a:pt x="3105" y="63759"/>
                    <a:pt x="2088" y="61992"/>
                    <a:pt x="402" y="60922"/>
                  </a:cubicBezTo>
                  <a:cubicBezTo>
                    <a:pt x="2088" y="59878"/>
                    <a:pt x="3105" y="58085"/>
                    <a:pt x="3185" y="56077"/>
                  </a:cubicBezTo>
                  <a:cubicBezTo>
                    <a:pt x="5193" y="55060"/>
                    <a:pt x="6424" y="53026"/>
                    <a:pt x="6424" y="50778"/>
                  </a:cubicBezTo>
                  <a:cubicBezTo>
                    <a:pt x="6424" y="48556"/>
                    <a:pt x="5193" y="46522"/>
                    <a:pt x="3185" y="45505"/>
                  </a:cubicBezTo>
                  <a:cubicBezTo>
                    <a:pt x="3185" y="43604"/>
                    <a:pt x="2088" y="41731"/>
                    <a:pt x="402" y="40660"/>
                  </a:cubicBezTo>
                  <a:cubicBezTo>
                    <a:pt x="1900" y="39697"/>
                    <a:pt x="3319" y="37877"/>
                    <a:pt x="3185" y="35816"/>
                  </a:cubicBezTo>
                  <a:cubicBezTo>
                    <a:pt x="5193" y="34799"/>
                    <a:pt x="6424" y="32764"/>
                    <a:pt x="6424" y="30516"/>
                  </a:cubicBezTo>
                  <a:cubicBezTo>
                    <a:pt x="6424" y="28268"/>
                    <a:pt x="5193" y="26260"/>
                    <a:pt x="3185" y="25216"/>
                  </a:cubicBezTo>
                  <a:cubicBezTo>
                    <a:pt x="3105" y="23236"/>
                    <a:pt x="2061" y="21442"/>
                    <a:pt x="402" y="20399"/>
                  </a:cubicBezTo>
                  <a:cubicBezTo>
                    <a:pt x="2088" y="19328"/>
                    <a:pt x="3185" y="17454"/>
                    <a:pt x="3185" y="15608"/>
                  </a:cubicBezTo>
                  <a:cubicBezTo>
                    <a:pt x="3185" y="15581"/>
                    <a:pt x="3185" y="15581"/>
                    <a:pt x="3185" y="15554"/>
                  </a:cubicBezTo>
                  <a:cubicBezTo>
                    <a:pt x="5193" y="14510"/>
                    <a:pt x="6424" y="12503"/>
                    <a:pt x="6424" y="10254"/>
                  </a:cubicBezTo>
                  <a:cubicBezTo>
                    <a:pt x="6424" y="8006"/>
                    <a:pt x="5193" y="5999"/>
                    <a:pt x="3185" y="4955"/>
                  </a:cubicBezTo>
                  <a:cubicBezTo>
                    <a:pt x="3185" y="3028"/>
                    <a:pt x="2008" y="1047"/>
                    <a:pt x="214" y="30"/>
                  </a:cubicBezTo>
                  <a:cubicBezTo>
                    <a:pt x="194" y="10"/>
                    <a:pt x="169" y="1"/>
                    <a:pt x="14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6" name="Google Shape;656;p61"/>
            <p:cNvSpPr/>
            <p:nvPr/>
          </p:nvSpPr>
          <p:spPr>
            <a:xfrm>
              <a:off x="378625" y="2593575"/>
              <a:ext cx="159950" cy="2032875"/>
            </a:xfrm>
            <a:custGeom>
              <a:avLst/>
              <a:gdLst/>
              <a:ahLst/>
              <a:cxnLst/>
              <a:rect l="l" t="t" r="r" b="b"/>
              <a:pathLst>
                <a:path w="6398" h="81315" extrusionOk="0">
                  <a:moveTo>
                    <a:pt x="141" y="1"/>
                  </a:moveTo>
                  <a:cubicBezTo>
                    <a:pt x="95" y="1"/>
                    <a:pt x="47" y="26"/>
                    <a:pt x="28" y="65"/>
                  </a:cubicBezTo>
                  <a:cubicBezTo>
                    <a:pt x="1" y="92"/>
                    <a:pt x="1" y="118"/>
                    <a:pt x="1" y="118"/>
                  </a:cubicBezTo>
                  <a:cubicBezTo>
                    <a:pt x="1" y="172"/>
                    <a:pt x="28" y="225"/>
                    <a:pt x="54" y="225"/>
                  </a:cubicBezTo>
                  <a:cubicBezTo>
                    <a:pt x="1794" y="1243"/>
                    <a:pt x="2918" y="3116"/>
                    <a:pt x="2918" y="4963"/>
                  </a:cubicBezTo>
                  <a:cubicBezTo>
                    <a:pt x="2918" y="4990"/>
                    <a:pt x="2918" y="5017"/>
                    <a:pt x="2918" y="5043"/>
                  </a:cubicBezTo>
                  <a:cubicBezTo>
                    <a:pt x="2918" y="5070"/>
                    <a:pt x="2945" y="5124"/>
                    <a:pt x="2999" y="5150"/>
                  </a:cubicBezTo>
                  <a:cubicBezTo>
                    <a:pt x="4952" y="6141"/>
                    <a:pt x="6157" y="8095"/>
                    <a:pt x="6157" y="10263"/>
                  </a:cubicBezTo>
                  <a:cubicBezTo>
                    <a:pt x="6157" y="12431"/>
                    <a:pt x="4952" y="14384"/>
                    <a:pt x="2999" y="15375"/>
                  </a:cubicBezTo>
                  <a:cubicBezTo>
                    <a:pt x="2945" y="15402"/>
                    <a:pt x="2918" y="15428"/>
                    <a:pt x="2918" y="15482"/>
                  </a:cubicBezTo>
                  <a:cubicBezTo>
                    <a:pt x="2972" y="17329"/>
                    <a:pt x="1848" y="19256"/>
                    <a:pt x="81" y="20273"/>
                  </a:cubicBezTo>
                  <a:cubicBezTo>
                    <a:pt x="54" y="20300"/>
                    <a:pt x="28" y="20326"/>
                    <a:pt x="1" y="20353"/>
                  </a:cubicBezTo>
                  <a:cubicBezTo>
                    <a:pt x="1" y="20407"/>
                    <a:pt x="28" y="20487"/>
                    <a:pt x="54" y="20514"/>
                  </a:cubicBezTo>
                  <a:cubicBezTo>
                    <a:pt x="1794" y="21504"/>
                    <a:pt x="2865" y="23297"/>
                    <a:pt x="2918" y="25305"/>
                  </a:cubicBezTo>
                  <a:cubicBezTo>
                    <a:pt x="2918" y="25358"/>
                    <a:pt x="2945" y="25412"/>
                    <a:pt x="2999" y="25412"/>
                  </a:cubicBezTo>
                  <a:cubicBezTo>
                    <a:pt x="4952" y="26402"/>
                    <a:pt x="6157" y="28356"/>
                    <a:pt x="6157" y="30524"/>
                  </a:cubicBezTo>
                  <a:cubicBezTo>
                    <a:pt x="6157" y="32692"/>
                    <a:pt x="4952" y="34646"/>
                    <a:pt x="2999" y="35636"/>
                  </a:cubicBezTo>
                  <a:cubicBezTo>
                    <a:pt x="2945" y="35663"/>
                    <a:pt x="2918" y="35717"/>
                    <a:pt x="2918" y="35770"/>
                  </a:cubicBezTo>
                  <a:cubicBezTo>
                    <a:pt x="3079" y="37831"/>
                    <a:pt x="1607" y="39651"/>
                    <a:pt x="81" y="40535"/>
                  </a:cubicBezTo>
                  <a:cubicBezTo>
                    <a:pt x="54" y="40561"/>
                    <a:pt x="28" y="40588"/>
                    <a:pt x="1" y="40615"/>
                  </a:cubicBezTo>
                  <a:cubicBezTo>
                    <a:pt x="1" y="40668"/>
                    <a:pt x="28" y="40749"/>
                    <a:pt x="54" y="40775"/>
                  </a:cubicBezTo>
                  <a:cubicBezTo>
                    <a:pt x="1794" y="41766"/>
                    <a:pt x="2918" y="43639"/>
                    <a:pt x="2918" y="45540"/>
                  </a:cubicBezTo>
                  <a:cubicBezTo>
                    <a:pt x="2918" y="45540"/>
                    <a:pt x="2918" y="45566"/>
                    <a:pt x="2918" y="45566"/>
                  </a:cubicBezTo>
                  <a:cubicBezTo>
                    <a:pt x="2918" y="45620"/>
                    <a:pt x="2945" y="45674"/>
                    <a:pt x="2999" y="45674"/>
                  </a:cubicBezTo>
                  <a:cubicBezTo>
                    <a:pt x="4952" y="46664"/>
                    <a:pt x="6157" y="48618"/>
                    <a:pt x="6157" y="50786"/>
                  </a:cubicBezTo>
                  <a:cubicBezTo>
                    <a:pt x="6157" y="52954"/>
                    <a:pt x="4952" y="54934"/>
                    <a:pt x="2999" y="55898"/>
                  </a:cubicBezTo>
                  <a:cubicBezTo>
                    <a:pt x="2945" y="55925"/>
                    <a:pt x="2918" y="55952"/>
                    <a:pt x="2918" y="56005"/>
                  </a:cubicBezTo>
                  <a:cubicBezTo>
                    <a:pt x="2865" y="58012"/>
                    <a:pt x="1821" y="59806"/>
                    <a:pt x="81" y="60796"/>
                  </a:cubicBezTo>
                  <a:cubicBezTo>
                    <a:pt x="54" y="60823"/>
                    <a:pt x="28" y="60850"/>
                    <a:pt x="1" y="60903"/>
                  </a:cubicBezTo>
                  <a:cubicBezTo>
                    <a:pt x="1" y="60957"/>
                    <a:pt x="28" y="61010"/>
                    <a:pt x="54" y="61037"/>
                  </a:cubicBezTo>
                  <a:cubicBezTo>
                    <a:pt x="1794" y="62054"/>
                    <a:pt x="2865" y="63847"/>
                    <a:pt x="2918" y="65828"/>
                  </a:cubicBezTo>
                  <a:cubicBezTo>
                    <a:pt x="2918" y="65882"/>
                    <a:pt x="2945" y="65935"/>
                    <a:pt x="2999" y="65962"/>
                  </a:cubicBezTo>
                  <a:cubicBezTo>
                    <a:pt x="4952" y="66925"/>
                    <a:pt x="6157" y="68879"/>
                    <a:pt x="6157" y="71047"/>
                  </a:cubicBezTo>
                  <a:cubicBezTo>
                    <a:pt x="6157" y="73242"/>
                    <a:pt x="4952" y="75196"/>
                    <a:pt x="2999" y="76160"/>
                  </a:cubicBezTo>
                  <a:cubicBezTo>
                    <a:pt x="2945" y="76186"/>
                    <a:pt x="2918" y="76240"/>
                    <a:pt x="2918" y="76267"/>
                  </a:cubicBezTo>
                  <a:cubicBezTo>
                    <a:pt x="2865" y="78274"/>
                    <a:pt x="1821" y="80067"/>
                    <a:pt x="81" y="81084"/>
                  </a:cubicBezTo>
                  <a:cubicBezTo>
                    <a:pt x="1" y="81111"/>
                    <a:pt x="1" y="81191"/>
                    <a:pt x="28" y="81245"/>
                  </a:cubicBezTo>
                  <a:cubicBezTo>
                    <a:pt x="45" y="81296"/>
                    <a:pt x="83" y="81315"/>
                    <a:pt x="123" y="81315"/>
                  </a:cubicBezTo>
                  <a:cubicBezTo>
                    <a:pt x="145" y="81315"/>
                    <a:pt x="169" y="81308"/>
                    <a:pt x="188" y="81299"/>
                  </a:cubicBezTo>
                  <a:cubicBezTo>
                    <a:pt x="1981" y="80255"/>
                    <a:pt x="3106" y="78408"/>
                    <a:pt x="3159" y="76347"/>
                  </a:cubicBezTo>
                  <a:cubicBezTo>
                    <a:pt x="5167" y="75330"/>
                    <a:pt x="6398" y="73296"/>
                    <a:pt x="6398" y="71047"/>
                  </a:cubicBezTo>
                  <a:cubicBezTo>
                    <a:pt x="6398" y="68826"/>
                    <a:pt x="5167" y="66792"/>
                    <a:pt x="3159" y="65748"/>
                  </a:cubicBezTo>
                  <a:cubicBezTo>
                    <a:pt x="3106" y="63767"/>
                    <a:pt x="2062" y="61974"/>
                    <a:pt x="376" y="60930"/>
                  </a:cubicBezTo>
                  <a:cubicBezTo>
                    <a:pt x="2062" y="59859"/>
                    <a:pt x="3106" y="58093"/>
                    <a:pt x="3159" y="56085"/>
                  </a:cubicBezTo>
                  <a:cubicBezTo>
                    <a:pt x="5167" y="55068"/>
                    <a:pt x="6398" y="53034"/>
                    <a:pt x="6398" y="50786"/>
                  </a:cubicBezTo>
                  <a:cubicBezTo>
                    <a:pt x="6398" y="48537"/>
                    <a:pt x="5167" y="46530"/>
                    <a:pt x="3159" y="45486"/>
                  </a:cubicBezTo>
                  <a:cubicBezTo>
                    <a:pt x="3159" y="43586"/>
                    <a:pt x="2062" y="41739"/>
                    <a:pt x="376" y="40668"/>
                  </a:cubicBezTo>
                  <a:cubicBezTo>
                    <a:pt x="1901" y="39705"/>
                    <a:pt x="3293" y="37885"/>
                    <a:pt x="3186" y="35824"/>
                  </a:cubicBezTo>
                  <a:cubicBezTo>
                    <a:pt x="5167" y="34780"/>
                    <a:pt x="6398" y="32772"/>
                    <a:pt x="6398" y="30524"/>
                  </a:cubicBezTo>
                  <a:cubicBezTo>
                    <a:pt x="6398" y="28276"/>
                    <a:pt x="5167" y="26268"/>
                    <a:pt x="3159" y="25225"/>
                  </a:cubicBezTo>
                  <a:cubicBezTo>
                    <a:pt x="3079" y="23244"/>
                    <a:pt x="2035" y="21451"/>
                    <a:pt x="376" y="20407"/>
                  </a:cubicBezTo>
                  <a:cubicBezTo>
                    <a:pt x="2062" y="19336"/>
                    <a:pt x="3186" y="17436"/>
                    <a:pt x="3186" y="15616"/>
                  </a:cubicBezTo>
                  <a:cubicBezTo>
                    <a:pt x="3186" y="15589"/>
                    <a:pt x="3186" y="15589"/>
                    <a:pt x="3186" y="15562"/>
                  </a:cubicBezTo>
                  <a:cubicBezTo>
                    <a:pt x="5167" y="14518"/>
                    <a:pt x="6398" y="12511"/>
                    <a:pt x="6398" y="10263"/>
                  </a:cubicBezTo>
                  <a:cubicBezTo>
                    <a:pt x="6398" y="8014"/>
                    <a:pt x="5167" y="6007"/>
                    <a:pt x="3186" y="4963"/>
                  </a:cubicBezTo>
                  <a:cubicBezTo>
                    <a:pt x="3186" y="3036"/>
                    <a:pt x="1981" y="1055"/>
                    <a:pt x="188" y="11"/>
                  </a:cubicBezTo>
                  <a:cubicBezTo>
                    <a:pt x="174" y="4"/>
                    <a:pt x="158" y="1"/>
                    <a:pt x="14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7" name="Google Shape;657;p61"/>
            <p:cNvSpPr/>
            <p:nvPr/>
          </p:nvSpPr>
          <p:spPr>
            <a:xfrm>
              <a:off x="224725" y="2845375"/>
              <a:ext cx="159950" cy="2032675"/>
            </a:xfrm>
            <a:custGeom>
              <a:avLst/>
              <a:gdLst/>
              <a:ahLst/>
              <a:cxnLst/>
              <a:rect l="l" t="t" r="r" b="b"/>
              <a:pathLst>
                <a:path w="6398" h="81307" extrusionOk="0">
                  <a:moveTo>
                    <a:pt x="126" y="1"/>
                  </a:moveTo>
                  <a:cubicBezTo>
                    <a:pt x="81" y="1"/>
                    <a:pt x="44" y="24"/>
                    <a:pt x="27" y="57"/>
                  </a:cubicBezTo>
                  <a:cubicBezTo>
                    <a:pt x="27" y="84"/>
                    <a:pt x="1" y="110"/>
                    <a:pt x="1" y="137"/>
                  </a:cubicBezTo>
                  <a:cubicBezTo>
                    <a:pt x="1" y="164"/>
                    <a:pt x="27" y="217"/>
                    <a:pt x="81" y="244"/>
                  </a:cubicBezTo>
                  <a:cubicBezTo>
                    <a:pt x="1821" y="1234"/>
                    <a:pt x="2972" y="3162"/>
                    <a:pt x="2918" y="5035"/>
                  </a:cubicBezTo>
                  <a:cubicBezTo>
                    <a:pt x="2945" y="5089"/>
                    <a:pt x="2945" y="5142"/>
                    <a:pt x="2998" y="5142"/>
                  </a:cubicBezTo>
                  <a:cubicBezTo>
                    <a:pt x="4952" y="6133"/>
                    <a:pt x="6157" y="8086"/>
                    <a:pt x="6157" y="10254"/>
                  </a:cubicBezTo>
                  <a:cubicBezTo>
                    <a:pt x="6157" y="12422"/>
                    <a:pt x="4952" y="14376"/>
                    <a:pt x="2998" y="15367"/>
                  </a:cubicBezTo>
                  <a:cubicBezTo>
                    <a:pt x="2945" y="15393"/>
                    <a:pt x="2918" y="15447"/>
                    <a:pt x="2918" y="15474"/>
                  </a:cubicBezTo>
                  <a:cubicBezTo>
                    <a:pt x="2972" y="17321"/>
                    <a:pt x="1848" y="19248"/>
                    <a:pt x="108" y="20265"/>
                  </a:cubicBezTo>
                  <a:cubicBezTo>
                    <a:pt x="54" y="20292"/>
                    <a:pt x="27" y="20318"/>
                    <a:pt x="27" y="20345"/>
                  </a:cubicBezTo>
                  <a:cubicBezTo>
                    <a:pt x="1" y="20425"/>
                    <a:pt x="27" y="20479"/>
                    <a:pt x="81" y="20506"/>
                  </a:cubicBezTo>
                  <a:cubicBezTo>
                    <a:pt x="1794" y="21496"/>
                    <a:pt x="2865" y="23289"/>
                    <a:pt x="2918" y="25297"/>
                  </a:cubicBezTo>
                  <a:cubicBezTo>
                    <a:pt x="2945" y="25350"/>
                    <a:pt x="2972" y="25404"/>
                    <a:pt x="2998" y="25404"/>
                  </a:cubicBezTo>
                  <a:cubicBezTo>
                    <a:pt x="4952" y="26394"/>
                    <a:pt x="6157" y="28348"/>
                    <a:pt x="6157" y="30516"/>
                  </a:cubicBezTo>
                  <a:cubicBezTo>
                    <a:pt x="6157" y="32684"/>
                    <a:pt x="4952" y="34665"/>
                    <a:pt x="2998" y="35628"/>
                  </a:cubicBezTo>
                  <a:cubicBezTo>
                    <a:pt x="2945" y="35655"/>
                    <a:pt x="2918" y="35709"/>
                    <a:pt x="2918" y="35762"/>
                  </a:cubicBezTo>
                  <a:cubicBezTo>
                    <a:pt x="3106" y="37823"/>
                    <a:pt x="1633" y="39643"/>
                    <a:pt x="108" y="40526"/>
                  </a:cubicBezTo>
                  <a:cubicBezTo>
                    <a:pt x="54" y="40553"/>
                    <a:pt x="27" y="40580"/>
                    <a:pt x="27" y="40633"/>
                  </a:cubicBezTo>
                  <a:cubicBezTo>
                    <a:pt x="1" y="40687"/>
                    <a:pt x="27" y="40741"/>
                    <a:pt x="81" y="40767"/>
                  </a:cubicBezTo>
                  <a:cubicBezTo>
                    <a:pt x="1821" y="41784"/>
                    <a:pt x="2918" y="43631"/>
                    <a:pt x="2918" y="45532"/>
                  </a:cubicBezTo>
                  <a:cubicBezTo>
                    <a:pt x="2918" y="45558"/>
                    <a:pt x="2918" y="45558"/>
                    <a:pt x="2918" y="45558"/>
                  </a:cubicBezTo>
                  <a:cubicBezTo>
                    <a:pt x="2918" y="45612"/>
                    <a:pt x="2945" y="45665"/>
                    <a:pt x="2998" y="45692"/>
                  </a:cubicBezTo>
                  <a:cubicBezTo>
                    <a:pt x="4952" y="46656"/>
                    <a:pt x="6157" y="48610"/>
                    <a:pt x="6157" y="50778"/>
                  </a:cubicBezTo>
                  <a:cubicBezTo>
                    <a:pt x="6157" y="52972"/>
                    <a:pt x="4952" y="54926"/>
                    <a:pt x="2998" y="55890"/>
                  </a:cubicBezTo>
                  <a:cubicBezTo>
                    <a:pt x="2945" y="55917"/>
                    <a:pt x="2918" y="55970"/>
                    <a:pt x="2918" y="55997"/>
                  </a:cubicBezTo>
                  <a:cubicBezTo>
                    <a:pt x="2891" y="58004"/>
                    <a:pt x="1821" y="59798"/>
                    <a:pt x="108" y="60815"/>
                  </a:cubicBezTo>
                  <a:cubicBezTo>
                    <a:pt x="54" y="60815"/>
                    <a:pt x="27" y="60841"/>
                    <a:pt x="27" y="60895"/>
                  </a:cubicBezTo>
                  <a:cubicBezTo>
                    <a:pt x="1" y="60949"/>
                    <a:pt x="27" y="61002"/>
                    <a:pt x="81" y="61029"/>
                  </a:cubicBezTo>
                  <a:cubicBezTo>
                    <a:pt x="1821" y="62046"/>
                    <a:pt x="2891" y="63839"/>
                    <a:pt x="2918" y="65847"/>
                  </a:cubicBezTo>
                  <a:cubicBezTo>
                    <a:pt x="2918" y="65873"/>
                    <a:pt x="2945" y="65927"/>
                    <a:pt x="2998" y="65954"/>
                  </a:cubicBezTo>
                  <a:cubicBezTo>
                    <a:pt x="4952" y="66917"/>
                    <a:pt x="6157" y="68871"/>
                    <a:pt x="6157" y="71066"/>
                  </a:cubicBezTo>
                  <a:cubicBezTo>
                    <a:pt x="6157" y="73234"/>
                    <a:pt x="4952" y="75188"/>
                    <a:pt x="2998" y="76151"/>
                  </a:cubicBezTo>
                  <a:cubicBezTo>
                    <a:pt x="2945" y="76178"/>
                    <a:pt x="2918" y="76232"/>
                    <a:pt x="2918" y="76285"/>
                  </a:cubicBezTo>
                  <a:cubicBezTo>
                    <a:pt x="2891" y="78266"/>
                    <a:pt x="1821" y="80059"/>
                    <a:pt x="81" y="81076"/>
                  </a:cubicBezTo>
                  <a:cubicBezTo>
                    <a:pt x="27" y="81103"/>
                    <a:pt x="1" y="81183"/>
                    <a:pt x="27" y="81237"/>
                  </a:cubicBezTo>
                  <a:cubicBezTo>
                    <a:pt x="61" y="81288"/>
                    <a:pt x="95" y="81306"/>
                    <a:pt x="136" y="81306"/>
                  </a:cubicBezTo>
                  <a:cubicBezTo>
                    <a:pt x="160" y="81306"/>
                    <a:pt x="185" y="81300"/>
                    <a:pt x="215" y="81290"/>
                  </a:cubicBezTo>
                  <a:cubicBezTo>
                    <a:pt x="2008" y="80247"/>
                    <a:pt x="3106" y="78400"/>
                    <a:pt x="3186" y="76366"/>
                  </a:cubicBezTo>
                  <a:cubicBezTo>
                    <a:pt x="5166" y="75322"/>
                    <a:pt x="6398" y="73288"/>
                    <a:pt x="6398" y="71066"/>
                  </a:cubicBezTo>
                  <a:cubicBezTo>
                    <a:pt x="6398" y="68818"/>
                    <a:pt x="5166" y="66783"/>
                    <a:pt x="3186" y="65766"/>
                  </a:cubicBezTo>
                  <a:cubicBezTo>
                    <a:pt x="3106" y="63759"/>
                    <a:pt x="2062" y="61992"/>
                    <a:pt x="375" y="60922"/>
                  </a:cubicBezTo>
                  <a:cubicBezTo>
                    <a:pt x="2062" y="59878"/>
                    <a:pt x="3106" y="58085"/>
                    <a:pt x="3186" y="56077"/>
                  </a:cubicBezTo>
                  <a:cubicBezTo>
                    <a:pt x="5166" y="55060"/>
                    <a:pt x="6398" y="53026"/>
                    <a:pt x="6398" y="50778"/>
                  </a:cubicBezTo>
                  <a:cubicBezTo>
                    <a:pt x="6398" y="48556"/>
                    <a:pt x="5166" y="46522"/>
                    <a:pt x="3186" y="45505"/>
                  </a:cubicBezTo>
                  <a:cubicBezTo>
                    <a:pt x="3159" y="43604"/>
                    <a:pt x="2088" y="41731"/>
                    <a:pt x="375" y="40660"/>
                  </a:cubicBezTo>
                  <a:cubicBezTo>
                    <a:pt x="1901" y="39697"/>
                    <a:pt x="3293" y="37877"/>
                    <a:pt x="3186" y="35816"/>
                  </a:cubicBezTo>
                  <a:cubicBezTo>
                    <a:pt x="5166" y="34799"/>
                    <a:pt x="6398" y="32764"/>
                    <a:pt x="6398" y="30516"/>
                  </a:cubicBezTo>
                  <a:cubicBezTo>
                    <a:pt x="6398" y="28268"/>
                    <a:pt x="5166" y="26260"/>
                    <a:pt x="3186" y="25216"/>
                  </a:cubicBezTo>
                  <a:cubicBezTo>
                    <a:pt x="3079" y="23236"/>
                    <a:pt x="2062" y="21442"/>
                    <a:pt x="375" y="20399"/>
                  </a:cubicBezTo>
                  <a:cubicBezTo>
                    <a:pt x="2088" y="19328"/>
                    <a:pt x="3186" y="17454"/>
                    <a:pt x="3186" y="15608"/>
                  </a:cubicBezTo>
                  <a:cubicBezTo>
                    <a:pt x="3186" y="15581"/>
                    <a:pt x="3186" y="15581"/>
                    <a:pt x="3186" y="15554"/>
                  </a:cubicBezTo>
                  <a:cubicBezTo>
                    <a:pt x="5166" y="14510"/>
                    <a:pt x="6398" y="12503"/>
                    <a:pt x="6398" y="10254"/>
                  </a:cubicBezTo>
                  <a:cubicBezTo>
                    <a:pt x="6398" y="8006"/>
                    <a:pt x="5166" y="5999"/>
                    <a:pt x="3186" y="4955"/>
                  </a:cubicBezTo>
                  <a:cubicBezTo>
                    <a:pt x="3186" y="3028"/>
                    <a:pt x="1981" y="1047"/>
                    <a:pt x="215" y="30"/>
                  </a:cubicBezTo>
                  <a:cubicBezTo>
                    <a:pt x="184" y="10"/>
                    <a:pt x="153" y="1"/>
                    <a:pt x="12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58" name="Google Shape;658;p61"/>
          <p:cNvSpPr/>
          <p:nvPr/>
        </p:nvSpPr>
        <p:spPr>
          <a:xfrm rot="7654233" flipH="1">
            <a:off x="-1075268" y="-1255409"/>
            <a:ext cx="4267776" cy="2625652"/>
          </a:xfrm>
          <a:custGeom>
            <a:avLst/>
            <a:gdLst/>
            <a:ahLst/>
            <a:cxnLst/>
            <a:rect l="l" t="t" r="r" b="b"/>
            <a:pathLst>
              <a:path w="59643" h="36694" extrusionOk="0">
                <a:moveTo>
                  <a:pt x="6271" y="15779"/>
                </a:moveTo>
                <a:cubicBezTo>
                  <a:pt x="9374" y="14178"/>
                  <a:pt x="17513" y="18347"/>
                  <a:pt x="23150" y="11676"/>
                </a:cubicBezTo>
                <a:cubicBezTo>
                  <a:pt x="28787" y="5004"/>
                  <a:pt x="30455" y="1"/>
                  <a:pt x="37327" y="2302"/>
                </a:cubicBezTo>
                <a:cubicBezTo>
                  <a:pt x="44198" y="4571"/>
                  <a:pt x="43064" y="13410"/>
                  <a:pt x="47601" y="15779"/>
                </a:cubicBezTo>
                <a:cubicBezTo>
                  <a:pt x="52104" y="18147"/>
                  <a:pt x="59643" y="31690"/>
                  <a:pt x="43364" y="34192"/>
                </a:cubicBezTo>
                <a:cubicBezTo>
                  <a:pt x="27120" y="36694"/>
                  <a:pt x="10441" y="33158"/>
                  <a:pt x="5204" y="27520"/>
                </a:cubicBezTo>
                <a:cubicBezTo>
                  <a:pt x="0" y="21883"/>
                  <a:pt x="3136" y="17380"/>
                  <a:pt x="6271" y="15779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">
  <p:cSld name="CUSTOM_22">
    <p:spTree>
      <p:nvGrpSpPr>
        <p:cNvPr id="1" name="Shape 6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0" name="Google Shape;660;p62"/>
          <p:cNvSpPr/>
          <p:nvPr/>
        </p:nvSpPr>
        <p:spPr>
          <a:xfrm rot="-1781954">
            <a:off x="6294084" y="45611"/>
            <a:ext cx="4658414" cy="4765163"/>
          </a:xfrm>
          <a:custGeom>
            <a:avLst/>
            <a:gdLst/>
            <a:ahLst/>
            <a:cxnLst/>
            <a:rect l="l" t="t" r="r" b="b"/>
            <a:pathLst>
              <a:path w="142469" h="136664" extrusionOk="0">
                <a:moveTo>
                  <a:pt x="97052" y="0"/>
                </a:moveTo>
                <a:cubicBezTo>
                  <a:pt x="94985" y="0"/>
                  <a:pt x="92658" y="685"/>
                  <a:pt x="89955" y="2065"/>
                </a:cubicBezTo>
                <a:cubicBezTo>
                  <a:pt x="76197" y="9104"/>
                  <a:pt x="81149" y="14564"/>
                  <a:pt x="82755" y="40634"/>
                </a:cubicBezTo>
                <a:cubicBezTo>
                  <a:pt x="85458" y="83646"/>
                  <a:pt x="12896" y="58112"/>
                  <a:pt x="4519" y="103881"/>
                </a:cubicBezTo>
                <a:cubicBezTo>
                  <a:pt x="0" y="128495"/>
                  <a:pt x="10558" y="136664"/>
                  <a:pt x="39417" y="136664"/>
                </a:cubicBezTo>
                <a:cubicBezTo>
                  <a:pt x="47997" y="136664"/>
                  <a:pt x="58195" y="135942"/>
                  <a:pt x="70095" y="134715"/>
                </a:cubicBezTo>
                <a:cubicBezTo>
                  <a:pt x="122047" y="129389"/>
                  <a:pt x="142469" y="101392"/>
                  <a:pt x="125767" y="56907"/>
                </a:cubicBezTo>
                <a:cubicBezTo>
                  <a:pt x="111706" y="19432"/>
                  <a:pt x="108060" y="0"/>
                  <a:pt x="97052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1" name="Google Shape;661;p62"/>
          <p:cNvSpPr/>
          <p:nvPr/>
        </p:nvSpPr>
        <p:spPr>
          <a:xfrm>
            <a:off x="6619750" y="1260100"/>
            <a:ext cx="1269687" cy="1658228"/>
          </a:xfrm>
          <a:custGeom>
            <a:avLst/>
            <a:gdLst/>
            <a:ahLst/>
            <a:cxnLst/>
            <a:rect l="l" t="t" r="r" b="b"/>
            <a:pathLst>
              <a:path w="17277" h="22564" extrusionOk="0">
                <a:moveTo>
                  <a:pt x="9074" y="0"/>
                </a:moveTo>
                <a:cubicBezTo>
                  <a:pt x="8555" y="0"/>
                  <a:pt x="8010" y="60"/>
                  <a:pt x="7441" y="188"/>
                </a:cubicBezTo>
                <a:cubicBezTo>
                  <a:pt x="2543" y="1285"/>
                  <a:pt x="1" y="6692"/>
                  <a:pt x="54" y="12607"/>
                </a:cubicBezTo>
                <a:cubicBezTo>
                  <a:pt x="134" y="18683"/>
                  <a:pt x="3989" y="22189"/>
                  <a:pt x="8592" y="22564"/>
                </a:cubicBezTo>
                <a:cubicBezTo>
                  <a:pt x="14641" y="22082"/>
                  <a:pt x="16354" y="18388"/>
                  <a:pt x="16836" y="12312"/>
                </a:cubicBezTo>
                <a:cubicBezTo>
                  <a:pt x="17276" y="6737"/>
                  <a:pt x="14567" y="0"/>
                  <a:pt x="9074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2" name="Google Shape;662;p62"/>
          <p:cNvSpPr/>
          <p:nvPr/>
        </p:nvSpPr>
        <p:spPr>
          <a:xfrm rot="1145765" flipH="1">
            <a:off x="-1426013" y="-803761"/>
            <a:ext cx="3397353" cy="3383266"/>
          </a:xfrm>
          <a:custGeom>
            <a:avLst/>
            <a:gdLst/>
            <a:ahLst/>
            <a:cxnLst/>
            <a:rect l="l" t="t" r="r" b="b"/>
            <a:pathLst>
              <a:path w="48235" h="48035" extrusionOk="0">
                <a:moveTo>
                  <a:pt x="3770" y="17379"/>
                </a:moveTo>
                <a:cubicBezTo>
                  <a:pt x="7573" y="20948"/>
                  <a:pt x="10108" y="20948"/>
                  <a:pt x="20515" y="21349"/>
                </a:cubicBezTo>
                <a:cubicBezTo>
                  <a:pt x="30956" y="21782"/>
                  <a:pt x="19314" y="35525"/>
                  <a:pt x="27520" y="41797"/>
                </a:cubicBezTo>
                <a:cubicBezTo>
                  <a:pt x="35726" y="48034"/>
                  <a:pt x="48235" y="37827"/>
                  <a:pt x="48235" y="26986"/>
                </a:cubicBezTo>
                <a:cubicBezTo>
                  <a:pt x="48235" y="16145"/>
                  <a:pt x="35026" y="0"/>
                  <a:pt x="18080" y="867"/>
                </a:cubicBezTo>
                <a:cubicBezTo>
                  <a:pt x="1135" y="1768"/>
                  <a:pt x="1" y="13843"/>
                  <a:pt x="3770" y="17379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3" name="Google Shape;663;p62"/>
          <p:cNvSpPr txBox="1">
            <a:spLocks noGrp="1"/>
          </p:cNvSpPr>
          <p:nvPr>
            <p:ph type="title"/>
          </p:nvPr>
        </p:nvSpPr>
        <p:spPr>
          <a:xfrm>
            <a:off x="713250" y="523025"/>
            <a:ext cx="7717500" cy="541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>
                <a:solidFill>
                  <a:schemeClr val="accen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664" name="Google Shape;664;p62"/>
          <p:cNvSpPr txBox="1">
            <a:spLocks noGrp="1"/>
          </p:cNvSpPr>
          <p:nvPr>
            <p:ph type="subTitle" idx="1"/>
          </p:nvPr>
        </p:nvSpPr>
        <p:spPr>
          <a:xfrm>
            <a:off x="897675" y="1577850"/>
            <a:ext cx="4809300" cy="248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8C353C"/>
              </a:buClr>
              <a:buSzPts val="1600"/>
              <a:buFont typeface="Nunito"/>
              <a:buChar char="●"/>
              <a:defRPr sz="16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unito"/>
              <a:buChar char="○"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unito"/>
              <a:buChar char="■"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unito"/>
              <a:buChar char="●"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unito"/>
              <a:buChar char="○"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unito"/>
              <a:buChar char="■"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unito"/>
              <a:buChar char="●"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unito"/>
              <a:buChar char="○"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unito"/>
              <a:buChar char="■"/>
              <a:defRPr/>
            </a:lvl9pPr>
          </a:lstStyle>
          <a:p>
            <a:endParaRPr/>
          </a:p>
        </p:txBody>
      </p:sp>
      <p:grpSp>
        <p:nvGrpSpPr>
          <p:cNvPr id="665" name="Google Shape;665;p62"/>
          <p:cNvGrpSpPr/>
          <p:nvPr/>
        </p:nvGrpSpPr>
        <p:grpSpPr>
          <a:xfrm rot="10800000" flipH="1">
            <a:off x="4776891" y="3572332"/>
            <a:ext cx="1696762" cy="1688828"/>
            <a:chOff x="2414491" y="671177"/>
            <a:chExt cx="1830972" cy="1822411"/>
          </a:xfrm>
        </p:grpSpPr>
        <p:sp>
          <p:nvSpPr>
            <p:cNvPr id="666" name="Google Shape;666;p62"/>
            <p:cNvSpPr/>
            <p:nvPr/>
          </p:nvSpPr>
          <p:spPr>
            <a:xfrm>
              <a:off x="2414491" y="671177"/>
              <a:ext cx="1830972" cy="1822391"/>
            </a:xfrm>
            <a:custGeom>
              <a:avLst/>
              <a:gdLst/>
              <a:ahLst/>
              <a:cxnLst/>
              <a:rect l="l" t="t" r="r" b="b"/>
              <a:pathLst>
                <a:path w="45663" h="45449" extrusionOk="0">
                  <a:moveTo>
                    <a:pt x="10947" y="4979"/>
                  </a:moveTo>
                  <a:lnTo>
                    <a:pt x="15605" y="7656"/>
                  </a:lnTo>
                  <a:lnTo>
                    <a:pt x="15605" y="13062"/>
                  </a:lnTo>
                  <a:lnTo>
                    <a:pt x="10947" y="15766"/>
                  </a:lnTo>
                  <a:lnTo>
                    <a:pt x="6263" y="13062"/>
                  </a:lnTo>
                  <a:lnTo>
                    <a:pt x="6263" y="7656"/>
                  </a:lnTo>
                  <a:lnTo>
                    <a:pt x="10947" y="4979"/>
                  </a:lnTo>
                  <a:close/>
                  <a:moveTo>
                    <a:pt x="20449" y="4979"/>
                  </a:moveTo>
                  <a:lnTo>
                    <a:pt x="25133" y="7656"/>
                  </a:lnTo>
                  <a:lnTo>
                    <a:pt x="25133" y="13062"/>
                  </a:lnTo>
                  <a:lnTo>
                    <a:pt x="20449" y="15766"/>
                  </a:lnTo>
                  <a:lnTo>
                    <a:pt x="15792" y="13062"/>
                  </a:lnTo>
                  <a:lnTo>
                    <a:pt x="15792" y="7656"/>
                  </a:lnTo>
                  <a:lnTo>
                    <a:pt x="20449" y="4979"/>
                  </a:lnTo>
                  <a:close/>
                  <a:moveTo>
                    <a:pt x="29978" y="4979"/>
                  </a:moveTo>
                  <a:lnTo>
                    <a:pt x="34635" y="7656"/>
                  </a:lnTo>
                  <a:lnTo>
                    <a:pt x="34635" y="13062"/>
                  </a:lnTo>
                  <a:lnTo>
                    <a:pt x="29978" y="15766"/>
                  </a:lnTo>
                  <a:lnTo>
                    <a:pt x="25294" y="13062"/>
                  </a:lnTo>
                  <a:lnTo>
                    <a:pt x="25294" y="7656"/>
                  </a:lnTo>
                  <a:lnTo>
                    <a:pt x="29978" y="4979"/>
                  </a:lnTo>
                  <a:close/>
                  <a:moveTo>
                    <a:pt x="6183" y="13196"/>
                  </a:moveTo>
                  <a:lnTo>
                    <a:pt x="10867" y="15899"/>
                  </a:lnTo>
                  <a:lnTo>
                    <a:pt x="10867" y="21306"/>
                  </a:lnTo>
                  <a:lnTo>
                    <a:pt x="6183" y="23983"/>
                  </a:lnTo>
                  <a:lnTo>
                    <a:pt x="1526" y="21306"/>
                  </a:lnTo>
                  <a:lnTo>
                    <a:pt x="1526" y="15899"/>
                  </a:lnTo>
                  <a:lnTo>
                    <a:pt x="6183" y="13196"/>
                  </a:lnTo>
                  <a:close/>
                  <a:moveTo>
                    <a:pt x="15712" y="13196"/>
                  </a:moveTo>
                  <a:lnTo>
                    <a:pt x="20369" y="15899"/>
                  </a:lnTo>
                  <a:lnTo>
                    <a:pt x="20369" y="21306"/>
                  </a:lnTo>
                  <a:lnTo>
                    <a:pt x="15712" y="23983"/>
                  </a:lnTo>
                  <a:lnTo>
                    <a:pt x="11028" y="21306"/>
                  </a:lnTo>
                  <a:lnTo>
                    <a:pt x="11028" y="15899"/>
                  </a:lnTo>
                  <a:lnTo>
                    <a:pt x="15712" y="13196"/>
                  </a:lnTo>
                  <a:close/>
                  <a:moveTo>
                    <a:pt x="25213" y="13196"/>
                  </a:moveTo>
                  <a:lnTo>
                    <a:pt x="29871" y="15899"/>
                  </a:lnTo>
                  <a:lnTo>
                    <a:pt x="29871" y="21306"/>
                  </a:lnTo>
                  <a:lnTo>
                    <a:pt x="25213" y="23983"/>
                  </a:lnTo>
                  <a:lnTo>
                    <a:pt x="20529" y="21306"/>
                  </a:lnTo>
                  <a:lnTo>
                    <a:pt x="20529" y="15899"/>
                  </a:lnTo>
                  <a:lnTo>
                    <a:pt x="25213" y="13196"/>
                  </a:lnTo>
                  <a:close/>
                  <a:moveTo>
                    <a:pt x="34715" y="13196"/>
                  </a:moveTo>
                  <a:lnTo>
                    <a:pt x="39399" y="15899"/>
                  </a:lnTo>
                  <a:lnTo>
                    <a:pt x="39399" y="21306"/>
                  </a:lnTo>
                  <a:lnTo>
                    <a:pt x="34715" y="23983"/>
                  </a:lnTo>
                  <a:lnTo>
                    <a:pt x="30058" y="21306"/>
                  </a:lnTo>
                  <a:lnTo>
                    <a:pt x="30058" y="15899"/>
                  </a:lnTo>
                  <a:lnTo>
                    <a:pt x="34715" y="13196"/>
                  </a:lnTo>
                  <a:close/>
                  <a:moveTo>
                    <a:pt x="10947" y="21440"/>
                  </a:moveTo>
                  <a:lnTo>
                    <a:pt x="15605" y="24143"/>
                  </a:lnTo>
                  <a:lnTo>
                    <a:pt x="15605" y="29523"/>
                  </a:lnTo>
                  <a:lnTo>
                    <a:pt x="10947" y="32226"/>
                  </a:lnTo>
                  <a:lnTo>
                    <a:pt x="6263" y="29523"/>
                  </a:lnTo>
                  <a:lnTo>
                    <a:pt x="6263" y="24143"/>
                  </a:lnTo>
                  <a:lnTo>
                    <a:pt x="10947" y="21440"/>
                  </a:lnTo>
                  <a:close/>
                  <a:moveTo>
                    <a:pt x="20449" y="21440"/>
                  </a:moveTo>
                  <a:lnTo>
                    <a:pt x="25133" y="24143"/>
                  </a:lnTo>
                  <a:lnTo>
                    <a:pt x="25133" y="29523"/>
                  </a:lnTo>
                  <a:lnTo>
                    <a:pt x="20449" y="32226"/>
                  </a:lnTo>
                  <a:lnTo>
                    <a:pt x="15792" y="29523"/>
                  </a:lnTo>
                  <a:lnTo>
                    <a:pt x="15792" y="24143"/>
                  </a:lnTo>
                  <a:lnTo>
                    <a:pt x="20449" y="21440"/>
                  </a:lnTo>
                  <a:close/>
                  <a:moveTo>
                    <a:pt x="29978" y="21440"/>
                  </a:moveTo>
                  <a:lnTo>
                    <a:pt x="34635" y="24143"/>
                  </a:lnTo>
                  <a:lnTo>
                    <a:pt x="34635" y="29523"/>
                  </a:lnTo>
                  <a:lnTo>
                    <a:pt x="29978" y="32226"/>
                  </a:lnTo>
                  <a:lnTo>
                    <a:pt x="25294" y="29523"/>
                  </a:lnTo>
                  <a:lnTo>
                    <a:pt x="25294" y="24143"/>
                  </a:lnTo>
                  <a:lnTo>
                    <a:pt x="29978" y="21440"/>
                  </a:lnTo>
                  <a:close/>
                  <a:moveTo>
                    <a:pt x="39480" y="21440"/>
                  </a:moveTo>
                  <a:lnTo>
                    <a:pt x="44137" y="24143"/>
                  </a:lnTo>
                  <a:lnTo>
                    <a:pt x="44137" y="29523"/>
                  </a:lnTo>
                  <a:lnTo>
                    <a:pt x="39480" y="32226"/>
                  </a:lnTo>
                  <a:lnTo>
                    <a:pt x="34796" y="29523"/>
                  </a:lnTo>
                  <a:lnTo>
                    <a:pt x="34796" y="24143"/>
                  </a:lnTo>
                  <a:lnTo>
                    <a:pt x="39480" y="21440"/>
                  </a:lnTo>
                  <a:close/>
                  <a:moveTo>
                    <a:pt x="15712" y="29684"/>
                  </a:moveTo>
                  <a:lnTo>
                    <a:pt x="20369" y="32387"/>
                  </a:lnTo>
                  <a:lnTo>
                    <a:pt x="20369" y="37767"/>
                  </a:lnTo>
                  <a:lnTo>
                    <a:pt x="15712" y="40470"/>
                  </a:lnTo>
                  <a:lnTo>
                    <a:pt x="11028" y="37767"/>
                  </a:lnTo>
                  <a:lnTo>
                    <a:pt x="11028" y="32387"/>
                  </a:lnTo>
                  <a:lnTo>
                    <a:pt x="15712" y="29684"/>
                  </a:lnTo>
                  <a:close/>
                  <a:moveTo>
                    <a:pt x="25213" y="29684"/>
                  </a:moveTo>
                  <a:lnTo>
                    <a:pt x="29871" y="32387"/>
                  </a:lnTo>
                  <a:lnTo>
                    <a:pt x="29871" y="37767"/>
                  </a:lnTo>
                  <a:lnTo>
                    <a:pt x="25213" y="40470"/>
                  </a:lnTo>
                  <a:lnTo>
                    <a:pt x="20529" y="37767"/>
                  </a:lnTo>
                  <a:lnTo>
                    <a:pt x="20529" y="32387"/>
                  </a:lnTo>
                  <a:lnTo>
                    <a:pt x="25213" y="29684"/>
                  </a:lnTo>
                  <a:close/>
                  <a:moveTo>
                    <a:pt x="34715" y="29684"/>
                  </a:moveTo>
                  <a:lnTo>
                    <a:pt x="39399" y="32387"/>
                  </a:lnTo>
                  <a:lnTo>
                    <a:pt x="39399" y="37767"/>
                  </a:lnTo>
                  <a:lnTo>
                    <a:pt x="34715" y="40470"/>
                  </a:lnTo>
                  <a:lnTo>
                    <a:pt x="30058" y="37767"/>
                  </a:lnTo>
                  <a:lnTo>
                    <a:pt x="30058" y="32387"/>
                  </a:lnTo>
                  <a:lnTo>
                    <a:pt x="34715" y="29684"/>
                  </a:lnTo>
                  <a:close/>
                  <a:moveTo>
                    <a:pt x="20369" y="1"/>
                  </a:moveTo>
                  <a:lnTo>
                    <a:pt x="20369" y="4818"/>
                  </a:lnTo>
                  <a:lnTo>
                    <a:pt x="15712" y="7522"/>
                  </a:lnTo>
                  <a:lnTo>
                    <a:pt x="11028" y="4818"/>
                  </a:lnTo>
                  <a:lnTo>
                    <a:pt x="11028" y="3159"/>
                  </a:lnTo>
                  <a:cubicBezTo>
                    <a:pt x="10974" y="3186"/>
                    <a:pt x="10921" y="3239"/>
                    <a:pt x="10867" y="3266"/>
                  </a:cubicBezTo>
                  <a:lnTo>
                    <a:pt x="10867" y="4818"/>
                  </a:lnTo>
                  <a:lnTo>
                    <a:pt x="6183" y="7522"/>
                  </a:lnTo>
                  <a:lnTo>
                    <a:pt x="5915" y="7361"/>
                  </a:lnTo>
                  <a:cubicBezTo>
                    <a:pt x="5889" y="7415"/>
                    <a:pt x="5835" y="7442"/>
                    <a:pt x="5808" y="7495"/>
                  </a:cubicBezTo>
                  <a:lnTo>
                    <a:pt x="6103" y="7656"/>
                  </a:lnTo>
                  <a:lnTo>
                    <a:pt x="6103" y="13062"/>
                  </a:lnTo>
                  <a:lnTo>
                    <a:pt x="1419" y="15766"/>
                  </a:lnTo>
                  <a:lnTo>
                    <a:pt x="1124" y="15578"/>
                  </a:lnTo>
                  <a:cubicBezTo>
                    <a:pt x="1124" y="15632"/>
                    <a:pt x="1098" y="15685"/>
                    <a:pt x="1071" y="15739"/>
                  </a:cubicBezTo>
                  <a:lnTo>
                    <a:pt x="1338" y="15899"/>
                  </a:lnTo>
                  <a:lnTo>
                    <a:pt x="1338" y="21306"/>
                  </a:lnTo>
                  <a:lnTo>
                    <a:pt x="0" y="22082"/>
                  </a:lnTo>
                  <a:cubicBezTo>
                    <a:pt x="0" y="22136"/>
                    <a:pt x="0" y="22216"/>
                    <a:pt x="0" y="22270"/>
                  </a:cubicBezTo>
                  <a:lnTo>
                    <a:pt x="1419" y="21440"/>
                  </a:lnTo>
                  <a:lnTo>
                    <a:pt x="6103" y="24143"/>
                  </a:lnTo>
                  <a:lnTo>
                    <a:pt x="6103" y="29523"/>
                  </a:lnTo>
                  <a:lnTo>
                    <a:pt x="1927" y="31932"/>
                  </a:lnTo>
                  <a:cubicBezTo>
                    <a:pt x="1954" y="31986"/>
                    <a:pt x="1981" y="32039"/>
                    <a:pt x="2008" y="32093"/>
                  </a:cubicBezTo>
                  <a:lnTo>
                    <a:pt x="6183" y="29684"/>
                  </a:lnTo>
                  <a:lnTo>
                    <a:pt x="10867" y="32387"/>
                  </a:lnTo>
                  <a:lnTo>
                    <a:pt x="10867" y="37767"/>
                  </a:lnTo>
                  <a:lnTo>
                    <a:pt x="7548" y="39694"/>
                  </a:lnTo>
                  <a:cubicBezTo>
                    <a:pt x="7575" y="39721"/>
                    <a:pt x="7628" y="39774"/>
                    <a:pt x="7682" y="39801"/>
                  </a:cubicBezTo>
                  <a:lnTo>
                    <a:pt x="10947" y="37928"/>
                  </a:lnTo>
                  <a:lnTo>
                    <a:pt x="15605" y="40631"/>
                  </a:lnTo>
                  <a:lnTo>
                    <a:pt x="15605" y="44405"/>
                  </a:lnTo>
                  <a:cubicBezTo>
                    <a:pt x="15658" y="44405"/>
                    <a:pt x="15738" y="44432"/>
                    <a:pt x="15792" y="44458"/>
                  </a:cubicBezTo>
                  <a:lnTo>
                    <a:pt x="15792" y="40631"/>
                  </a:lnTo>
                  <a:lnTo>
                    <a:pt x="20449" y="37928"/>
                  </a:lnTo>
                  <a:lnTo>
                    <a:pt x="25133" y="40631"/>
                  </a:lnTo>
                  <a:lnTo>
                    <a:pt x="25133" y="45449"/>
                  </a:lnTo>
                  <a:cubicBezTo>
                    <a:pt x="25187" y="45449"/>
                    <a:pt x="25240" y="45449"/>
                    <a:pt x="25294" y="45422"/>
                  </a:cubicBezTo>
                  <a:lnTo>
                    <a:pt x="25294" y="40631"/>
                  </a:lnTo>
                  <a:lnTo>
                    <a:pt x="29978" y="37928"/>
                  </a:lnTo>
                  <a:lnTo>
                    <a:pt x="34635" y="40631"/>
                  </a:lnTo>
                  <a:lnTo>
                    <a:pt x="34635" y="42290"/>
                  </a:lnTo>
                  <a:cubicBezTo>
                    <a:pt x="34688" y="42237"/>
                    <a:pt x="34742" y="42210"/>
                    <a:pt x="34796" y="42183"/>
                  </a:cubicBezTo>
                  <a:lnTo>
                    <a:pt x="34796" y="40631"/>
                  </a:lnTo>
                  <a:lnTo>
                    <a:pt x="39480" y="37928"/>
                  </a:lnTo>
                  <a:lnTo>
                    <a:pt x="39747" y="38088"/>
                  </a:lnTo>
                  <a:cubicBezTo>
                    <a:pt x="39774" y="38035"/>
                    <a:pt x="39827" y="37981"/>
                    <a:pt x="39854" y="37954"/>
                  </a:cubicBezTo>
                  <a:lnTo>
                    <a:pt x="39560" y="37767"/>
                  </a:lnTo>
                  <a:lnTo>
                    <a:pt x="39560" y="32387"/>
                  </a:lnTo>
                  <a:lnTo>
                    <a:pt x="44244" y="29684"/>
                  </a:lnTo>
                  <a:lnTo>
                    <a:pt x="44538" y="29871"/>
                  </a:lnTo>
                  <a:cubicBezTo>
                    <a:pt x="44565" y="29791"/>
                    <a:pt x="44565" y="29737"/>
                    <a:pt x="44592" y="29684"/>
                  </a:cubicBezTo>
                  <a:lnTo>
                    <a:pt x="44324" y="29523"/>
                  </a:lnTo>
                  <a:lnTo>
                    <a:pt x="44324" y="24143"/>
                  </a:lnTo>
                  <a:lnTo>
                    <a:pt x="45662" y="23367"/>
                  </a:lnTo>
                  <a:cubicBezTo>
                    <a:pt x="45662" y="23314"/>
                    <a:pt x="45662" y="23233"/>
                    <a:pt x="45662" y="23153"/>
                  </a:cubicBezTo>
                  <a:lnTo>
                    <a:pt x="44244" y="23983"/>
                  </a:lnTo>
                  <a:lnTo>
                    <a:pt x="39560" y="21306"/>
                  </a:lnTo>
                  <a:lnTo>
                    <a:pt x="39560" y="15899"/>
                  </a:lnTo>
                  <a:lnTo>
                    <a:pt x="43735" y="13491"/>
                  </a:lnTo>
                  <a:cubicBezTo>
                    <a:pt x="43709" y="13437"/>
                    <a:pt x="43682" y="13383"/>
                    <a:pt x="43655" y="13330"/>
                  </a:cubicBezTo>
                  <a:lnTo>
                    <a:pt x="39480" y="15766"/>
                  </a:lnTo>
                  <a:lnTo>
                    <a:pt x="34796" y="13062"/>
                  </a:lnTo>
                  <a:lnTo>
                    <a:pt x="34796" y="7656"/>
                  </a:lnTo>
                  <a:lnTo>
                    <a:pt x="38114" y="5755"/>
                  </a:lnTo>
                  <a:cubicBezTo>
                    <a:pt x="38088" y="5702"/>
                    <a:pt x="38034" y="5675"/>
                    <a:pt x="37981" y="5621"/>
                  </a:cubicBezTo>
                  <a:lnTo>
                    <a:pt x="34715" y="7522"/>
                  </a:lnTo>
                  <a:lnTo>
                    <a:pt x="30058" y="4818"/>
                  </a:lnTo>
                  <a:lnTo>
                    <a:pt x="30058" y="1045"/>
                  </a:lnTo>
                  <a:cubicBezTo>
                    <a:pt x="30004" y="1018"/>
                    <a:pt x="29951" y="1018"/>
                    <a:pt x="29871" y="991"/>
                  </a:cubicBezTo>
                  <a:lnTo>
                    <a:pt x="29871" y="4818"/>
                  </a:lnTo>
                  <a:lnTo>
                    <a:pt x="25213" y="7522"/>
                  </a:lnTo>
                  <a:lnTo>
                    <a:pt x="20529" y="4818"/>
                  </a:lnTo>
                  <a:lnTo>
                    <a:pt x="2052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7" name="Google Shape;667;p62"/>
            <p:cNvSpPr/>
            <p:nvPr/>
          </p:nvSpPr>
          <p:spPr>
            <a:xfrm>
              <a:off x="2796545" y="833253"/>
              <a:ext cx="9704" cy="7538"/>
            </a:xfrm>
            <a:custGeom>
              <a:avLst/>
              <a:gdLst/>
              <a:ahLst/>
              <a:cxnLst/>
              <a:rect l="l" t="t" r="r" b="b"/>
              <a:pathLst>
                <a:path w="242" h="188" extrusionOk="0">
                  <a:moveTo>
                    <a:pt x="161" y="0"/>
                  </a:moveTo>
                  <a:cubicBezTo>
                    <a:pt x="108" y="27"/>
                    <a:pt x="54" y="81"/>
                    <a:pt x="1" y="107"/>
                  </a:cubicBezTo>
                  <a:lnTo>
                    <a:pt x="161" y="188"/>
                  </a:lnTo>
                  <a:lnTo>
                    <a:pt x="242" y="54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8" name="Google Shape;668;p62"/>
            <p:cNvSpPr/>
            <p:nvPr/>
          </p:nvSpPr>
          <p:spPr>
            <a:xfrm>
              <a:off x="2899597" y="677633"/>
              <a:ext cx="287659" cy="242590"/>
            </a:xfrm>
            <a:custGeom>
              <a:avLst/>
              <a:gdLst/>
              <a:ahLst/>
              <a:cxnLst/>
              <a:rect l="l" t="t" r="r" b="b"/>
              <a:pathLst>
                <a:path w="7174" h="6050" extrusionOk="0">
                  <a:moveTo>
                    <a:pt x="7173" y="0"/>
                  </a:moveTo>
                  <a:lnTo>
                    <a:pt x="7173" y="0"/>
                  </a:lnTo>
                  <a:cubicBezTo>
                    <a:pt x="7013" y="27"/>
                    <a:pt x="6852" y="54"/>
                    <a:pt x="6692" y="81"/>
                  </a:cubicBezTo>
                  <a:lnTo>
                    <a:pt x="3667" y="1794"/>
                  </a:lnTo>
                  <a:lnTo>
                    <a:pt x="3667" y="830"/>
                  </a:lnTo>
                  <a:cubicBezTo>
                    <a:pt x="3614" y="857"/>
                    <a:pt x="3560" y="857"/>
                    <a:pt x="3507" y="884"/>
                  </a:cubicBezTo>
                  <a:lnTo>
                    <a:pt x="3507" y="1794"/>
                  </a:lnTo>
                  <a:lnTo>
                    <a:pt x="2516" y="1231"/>
                  </a:lnTo>
                  <a:cubicBezTo>
                    <a:pt x="2463" y="1258"/>
                    <a:pt x="2382" y="1285"/>
                    <a:pt x="2329" y="1312"/>
                  </a:cubicBezTo>
                  <a:lnTo>
                    <a:pt x="3426" y="1954"/>
                  </a:lnTo>
                  <a:lnTo>
                    <a:pt x="0" y="3935"/>
                  </a:lnTo>
                  <a:lnTo>
                    <a:pt x="81" y="4069"/>
                  </a:lnTo>
                  <a:lnTo>
                    <a:pt x="3507" y="2115"/>
                  </a:lnTo>
                  <a:lnTo>
                    <a:pt x="3507" y="6049"/>
                  </a:lnTo>
                  <a:lnTo>
                    <a:pt x="3667" y="6049"/>
                  </a:lnTo>
                  <a:lnTo>
                    <a:pt x="3667" y="2115"/>
                  </a:lnTo>
                  <a:lnTo>
                    <a:pt x="7093" y="4069"/>
                  </a:lnTo>
                  <a:lnTo>
                    <a:pt x="7173" y="3935"/>
                  </a:lnTo>
                  <a:lnTo>
                    <a:pt x="3774" y="1954"/>
                  </a:lnTo>
                  <a:lnTo>
                    <a:pt x="717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9" name="Google Shape;669;p62"/>
            <p:cNvSpPr/>
            <p:nvPr/>
          </p:nvSpPr>
          <p:spPr>
            <a:xfrm>
              <a:off x="3280608" y="671177"/>
              <a:ext cx="288742" cy="249046"/>
            </a:xfrm>
            <a:custGeom>
              <a:avLst/>
              <a:gdLst/>
              <a:ahLst/>
              <a:cxnLst/>
              <a:rect l="l" t="t" r="r" b="b"/>
              <a:pathLst>
                <a:path w="7201" h="6211" extrusionOk="0">
                  <a:moveTo>
                    <a:pt x="107" y="1"/>
                  </a:moveTo>
                  <a:lnTo>
                    <a:pt x="0" y="134"/>
                  </a:lnTo>
                  <a:lnTo>
                    <a:pt x="3426" y="2115"/>
                  </a:lnTo>
                  <a:lnTo>
                    <a:pt x="0" y="4096"/>
                  </a:lnTo>
                  <a:lnTo>
                    <a:pt x="107" y="4230"/>
                  </a:lnTo>
                  <a:lnTo>
                    <a:pt x="3506" y="2276"/>
                  </a:lnTo>
                  <a:lnTo>
                    <a:pt x="3506" y="6210"/>
                  </a:lnTo>
                  <a:lnTo>
                    <a:pt x="3694" y="6210"/>
                  </a:lnTo>
                  <a:lnTo>
                    <a:pt x="3694" y="2276"/>
                  </a:lnTo>
                  <a:lnTo>
                    <a:pt x="7093" y="4230"/>
                  </a:lnTo>
                  <a:lnTo>
                    <a:pt x="7200" y="4096"/>
                  </a:lnTo>
                  <a:lnTo>
                    <a:pt x="3774" y="2115"/>
                  </a:lnTo>
                  <a:lnTo>
                    <a:pt x="6558" y="509"/>
                  </a:lnTo>
                  <a:cubicBezTo>
                    <a:pt x="6477" y="482"/>
                    <a:pt x="6397" y="456"/>
                    <a:pt x="6317" y="456"/>
                  </a:cubicBezTo>
                  <a:lnTo>
                    <a:pt x="3694" y="1955"/>
                  </a:lnTo>
                  <a:lnTo>
                    <a:pt x="3694" y="1"/>
                  </a:lnTo>
                  <a:lnTo>
                    <a:pt x="3506" y="1"/>
                  </a:lnTo>
                  <a:lnTo>
                    <a:pt x="3506" y="1955"/>
                  </a:lnTo>
                  <a:lnTo>
                    <a:pt x="10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0" name="Google Shape;670;p62"/>
            <p:cNvSpPr/>
            <p:nvPr/>
          </p:nvSpPr>
          <p:spPr>
            <a:xfrm>
              <a:off x="3662662" y="776354"/>
              <a:ext cx="109506" cy="64437"/>
            </a:xfrm>
            <a:custGeom>
              <a:avLst/>
              <a:gdLst/>
              <a:ahLst/>
              <a:cxnLst/>
              <a:rect l="l" t="t" r="r" b="b"/>
              <a:pathLst>
                <a:path w="2731" h="1607" extrusionOk="0">
                  <a:moveTo>
                    <a:pt x="2543" y="1"/>
                  </a:moveTo>
                  <a:lnTo>
                    <a:pt x="1" y="1473"/>
                  </a:lnTo>
                  <a:lnTo>
                    <a:pt x="81" y="1607"/>
                  </a:lnTo>
                  <a:lnTo>
                    <a:pt x="2731" y="81"/>
                  </a:lnTo>
                  <a:cubicBezTo>
                    <a:pt x="2677" y="54"/>
                    <a:pt x="2597" y="27"/>
                    <a:pt x="254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1" name="Google Shape;671;p62"/>
            <p:cNvSpPr/>
            <p:nvPr/>
          </p:nvSpPr>
          <p:spPr>
            <a:xfrm>
              <a:off x="3803246" y="797847"/>
              <a:ext cx="6496" cy="122378"/>
            </a:xfrm>
            <a:custGeom>
              <a:avLst/>
              <a:gdLst/>
              <a:ahLst/>
              <a:cxnLst/>
              <a:rect l="l" t="t" r="r" b="b"/>
              <a:pathLst>
                <a:path w="162" h="3052" extrusionOk="0">
                  <a:moveTo>
                    <a:pt x="1" y="0"/>
                  </a:moveTo>
                  <a:lnTo>
                    <a:pt x="1" y="3051"/>
                  </a:lnTo>
                  <a:lnTo>
                    <a:pt x="162" y="3051"/>
                  </a:lnTo>
                  <a:lnTo>
                    <a:pt x="162" y="107"/>
                  </a:lnTo>
                  <a:cubicBezTo>
                    <a:pt x="108" y="54"/>
                    <a:pt x="54" y="27"/>
                    <a:pt x="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2" name="Google Shape;672;p62"/>
            <p:cNvSpPr/>
            <p:nvPr/>
          </p:nvSpPr>
          <p:spPr>
            <a:xfrm>
              <a:off x="2475641" y="1246463"/>
              <a:ext cx="2205" cy="4331"/>
            </a:xfrm>
            <a:custGeom>
              <a:avLst/>
              <a:gdLst/>
              <a:ahLst/>
              <a:cxnLst/>
              <a:rect l="l" t="t" r="r" b="b"/>
              <a:pathLst>
                <a:path w="55" h="108" extrusionOk="0">
                  <a:moveTo>
                    <a:pt x="54" y="0"/>
                  </a:moveTo>
                  <a:cubicBezTo>
                    <a:pt x="28" y="27"/>
                    <a:pt x="28" y="54"/>
                    <a:pt x="1" y="107"/>
                  </a:cubicBezTo>
                  <a:lnTo>
                    <a:pt x="54" y="107"/>
                  </a:lnTo>
                  <a:lnTo>
                    <a:pt x="5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3" name="Google Shape;673;p62"/>
            <p:cNvSpPr/>
            <p:nvPr/>
          </p:nvSpPr>
          <p:spPr>
            <a:xfrm>
              <a:off x="2616265" y="1006036"/>
              <a:ext cx="2165" cy="2205"/>
            </a:xfrm>
            <a:custGeom>
              <a:avLst/>
              <a:gdLst/>
              <a:ahLst/>
              <a:cxnLst/>
              <a:rect l="l" t="t" r="r" b="b"/>
              <a:pathLst>
                <a:path w="54" h="55" extrusionOk="0">
                  <a:moveTo>
                    <a:pt x="54" y="1"/>
                  </a:moveTo>
                  <a:cubicBezTo>
                    <a:pt x="27" y="27"/>
                    <a:pt x="27" y="27"/>
                    <a:pt x="0" y="54"/>
                  </a:cubicBezTo>
                  <a:lnTo>
                    <a:pt x="54" y="27"/>
                  </a:lnTo>
                  <a:lnTo>
                    <a:pt x="5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4" name="Google Shape;674;p62"/>
            <p:cNvSpPr/>
            <p:nvPr/>
          </p:nvSpPr>
          <p:spPr>
            <a:xfrm>
              <a:off x="2535748" y="1119794"/>
              <a:ext cx="82681" cy="51565"/>
            </a:xfrm>
            <a:custGeom>
              <a:avLst/>
              <a:gdLst/>
              <a:ahLst/>
              <a:cxnLst/>
              <a:rect l="l" t="t" r="r" b="b"/>
              <a:pathLst>
                <a:path w="2062" h="1286" extrusionOk="0">
                  <a:moveTo>
                    <a:pt x="81" y="1"/>
                  </a:moveTo>
                  <a:cubicBezTo>
                    <a:pt x="54" y="54"/>
                    <a:pt x="27" y="108"/>
                    <a:pt x="1" y="135"/>
                  </a:cubicBezTo>
                  <a:lnTo>
                    <a:pt x="1981" y="1285"/>
                  </a:lnTo>
                  <a:lnTo>
                    <a:pt x="2062" y="1125"/>
                  </a:ln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5" name="Google Shape;675;p62"/>
            <p:cNvSpPr/>
            <p:nvPr/>
          </p:nvSpPr>
          <p:spPr>
            <a:xfrm>
              <a:off x="2711778" y="921268"/>
              <a:ext cx="287659" cy="329521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217"/>
                  </a:lnTo>
                  <a:lnTo>
                    <a:pt x="3667" y="8217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6" name="Google Shape;676;p62"/>
            <p:cNvSpPr/>
            <p:nvPr/>
          </p:nvSpPr>
          <p:spPr>
            <a:xfrm>
              <a:off x="3092789" y="921268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80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0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41"/>
                  </a:lnTo>
                  <a:lnTo>
                    <a:pt x="7093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7" name="Google Shape;677;p62"/>
            <p:cNvSpPr/>
            <p:nvPr/>
          </p:nvSpPr>
          <p:spPr>
            <a:xfrm>
              <a:off x="3474843" y="92126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480" y="3961"/>
                  </a:lnTo>
                  <a:lnTo>
                    <a:pt x="81" y="1981"/>
                  </a:lnTo>
                  <a:lnTo>
                    <a:pt x="1" y="2141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36"/>
                  </a:lnTo>
                  <a:lnTo>
                    <a:pt x="3480" y="4256"/>
                  </a:lnTo>
                  <a:lnTo>
                    <a:pt x="3480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8" name="Google Shape;678;p62"/>
            <p:cNvSpPr/>
            <p:nvPr/>
          </p:nvSpPr>
          <p:spPr>
            <a:xfrm>
              <a:off x="3855854" y="953467"/>
              <a:ext cx="287659" cy="296240"/>
            </a:xfrm>
            <a:custGeom>
              <a:avLst/>
              <a:gdLst/>
              <a:ahLst/>
              <a:cxnLst/>
              <a:rect l="l" t="t" r="r" b="b"/>
              <a:pathLst>
                <a:path w="7174" h="7388" extrusionOk="0">
                  <a:moveTo>
                    <a:pt x="3507" y="0"/>
                  </a:moveTo>
                  <a:lnTo>
                    <a:pt x="3507" y="3158"/>
                  </a:lnTo>
                  <a:lnTo>
                    <a:pt x="81" y="1178"/>
                  </a:lnTo>
                  <a:lnTo>
                    <a:pt x="0" y="1312"/>
                  </a:lnTo>
                  <a:lnTo>
                    <a:pt x="3426" y="3292"/>
                  </a:lnTo>
                  <a:lnTo>
                    <a:pt x="0" y="5273"/>
                  </a:lnTo>
                  <a:lnTo>
                    <a:pt x="81" y="5433"/>
                  </a:lnTo>
                  <a:lnTo>
                    <a:pt x="3507" y="3453"/>
                  </a:lnTo>
                  <a:lnTo>
                    <a:pt x="3507" y="7387"/>
                  </a:lnTo>
                  <a:lnTo>
                    <a:pt x="3667" y="7387"/>
                  </a:lnTo>
                  <a:lnTo>
                    <a:pt x="3667" y="3453"/>
                  </a:lnTo>
                  <a:lnTo>
                    <a:pt x="7093" y="5407"/>
                  </a:lnTo>
                  <a:lnTo>
                    <a:pt x="7174" y="5273"/>
                  </a:lnTo>
                  <a:lnTo>
                    <a:pt x="3748" y="3292"/>
                  </a:lnTo>
                  <a:lnTo>
                    <a:pt x="5434" y="2329"/>
                  </a:lnTo>
                  <a:cubicBezTo>
                    <a:pt x="5380" y="2302"/>
                    <a:pt x="5354" y="2248"/>
                    <a:pt x="5327" y="2195"/>
                  </a:cubicBezTo>
                  <a:lnTo>
                    <a:pt x="3667" y="3158"/>
                  </a:lnTo>
                  <a:lnTo>
                    <a:pt x="3667" y="187"/>
                  </a:lnTo>
                  <a:cubicBezTo>
                    <a:pt x="3614" y="134"/>
                    <a:pt x="3560" y="80"/>
                    <a:pt x="350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9" name="Google Shape;679;p62"/>
            <p:cNvSpPr/>
            <p:nvPr/>
          </p:nvSpPr>
          <p:spPr>
            <a:xfrm>
              <a:off x="2417699" y="1498640"/>
              <a:ext cx="7538" cy="9704"/>
            </a:xfrm>
            <a:custGeom>
              <a:avLst/>
              <a:gdLst/>
              <a:ahLst/>
              <a:cxnLst/>
              <a:rect l="l" t="t" r="r" b="b"/>
              <a:pathLst>
                <a:path w="188" h="242" extrusionOk="0">
                  <a:moveTo>
                    <a:pt x="1" y="1"/>
                  </a:moveTo>
                  <a:cubicBezTo>
                    <a:pt x="1" y="54"/>
                    <a:pt x="1" y="135"/>
                    <a:pt x="1" y="188"/>
                  </a:cubicBezTo>
                  <a:lnTo>
                    <a:pt x="108" y="242"/>
                  </a:lnTo>
                  <a:lnTo>
                    <a:pt x="188" y="108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0" name="Google Shape;680;p62"/>
            <p:cNvSpPr/>
            <p:nvPr/>
          </p:nvSpPr>
          <p:spPr>
            <a:xfrm>
              <a:off x="2518586" y="1259335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1" name="Google Shape;681;p62"/>
            <p:cNvSpPr/>
            <p:nvPr/>
          </p:nvSpPr>
          <p:spPr>
            <a:xfrm>
              <a:off x="2899597" y="1259335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3" y="6049"/>
                  </a:lnTo>
                  <a:lnTo>
                    <a:pt x="3774" y="4095"/>
                  </a:lnTo>
                  <a:lnTo>
                    <a:pt x="7173" y="2115"/>
                  </a:lnTo>
                  <a:lnTo>
                    <a:pt x="7093" y="1954"/>
                  </a:lnTo>
                  <a:lnTo>
                    <a:pt x="3667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2" name="Google Shape;682;p62"/>
            <p:cNvSpPr/>
            <p:nvPr/>
          </p:nvSpPr>
          <p:spPr>
            <a:xfrm>
              <a:off x="3280608" y="1259335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35"/>
                  </a:lnTo>
                  <a:lnTo>
                    <a:pt x="107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107" y="6210"/>
                  </a:lnTo>
                  <a:lnTo>
                    <a:pt x="3506" y="4229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29"/>
                  </a:lnTo>
                  <a:lnTo>
                    <a:pt x="7093" y="6210"/>
                  </a:lnTo>
                  <a:lnTo>
                    <a:pt x="7200" y="6049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54"/>
                  </a:lnTo>
                  <a:lnTo>
                    <a:pt x="3694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3" name="Google Shape;683;p62"/>
            <p:cNvSpPr/>
            <p:nvPr/>
          </p:nvSpPr>
          <p:spPr>
            <a:xfrm>
              <a:off x="3662662" y="1258252"/>
              <a:ext cx="287659" cy="329521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122"/>
                  </a:lnTo>
                  <a:lnTo>
                    <a:pt x="1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8" y="8218"/>
                  </a:lnTo>
                  <a:lnTo>
                    <a:pt x="3668" y="4256"/>
                  </a:lnTo>
                  <a:lnTo>
                    <a:pt x="7094" y="6237"/>
                  </a:lnTo>
                  <a:lnTo>
                    <a:pt x="7174" y="6076"/>
                  </a:lnTo>
                  <a:lnTo>
                    <a:pt x="3748" y="4122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4" name="Google Shape;684;p62"/>
            <p:cNvSpPr/>
            <p:nvPr/>
          </p:nvSpPr>
          <p:spPr>
            <a:xfrm>
              <a:off x="4043673" y="1258252"/>
              <a:ext cx="193230" cy="329521"/>
            </a:xfrm>
            <a:custGeom>
              <a:avLst/>
              <a:gdLst/>
              <a:ahLst/>
              <a:cxnLst/>
              <a:rect l="l" t="t" r="r" b="b"/>
              <a:pathLst>
                <a:path w="4819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7" y="8218"/>
                  </a:lnTo>
                  <a:lnTo>
                    <a:pt x="3667" y="4256"/>
                  </a:lnTo>
                  <a:lnTo>
                    <a:pt x="4818" y="4925"/>
                  </a:lnTo>
                  <a:cubicBezTo>
                    <a:pt x="4818" y="4845"/>
                    <a:pt x="4818" y="4765"/>
                    <a:pt x="4792" y="4711"/>
                  </a:cubicBezTo>
                  <a:lnTo>
                    <a:pt x="3774" y="4096"/>
                  </a:lnTo>
                  <a:lnTo>
                    <a:pt x="4604" y="3614"/>
                  </a:lnTo>
                  <a:cubicBezTo>
                    <a:pt x="4604" y="3560"/>
                    <a:pt x="4577" y="3507"/>
                    <a:pt x="4577" y="3453"/>
                  </a:cubicBezTo>
                  <a:lnTo>
                    <a:pt x="3667" y="3962"/>
                  </a:lnTo>
                  <a:lnTo>
                    <a:pt x="3667" y="295"/>
                  </a:lnTo>
                  <a:cubicBezTo>
                    <a:pt x="3641" y="188"/>
                    <a:pt x="3614" y="108"/>
                    <a:pt x="358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5" name="Google Shape;685;p62"/>
            <p:cNvSpPr/>
            <p:nvPr/>
          </p:nvSpPr>
          <p:spPr>
            <a:xfrm>
              <a:off x="2423072" y="1578074"/>
              <a:ext cx="195355" cy="328439"/>
            </a:xfrm>
            <a:custGeom>
              <a:avLst/>
              <a:gdLst/>
              <a:ahLst/>
              <a:cxnLst/>
              <a:rect l="l" t="t" r="r" b="b"/>
              <a:pathLst>
                <a:path w="4872" h="8191" extrusionOk="0">
                  <a:moveTo>
                    <a:pt x="1205" y="1"/>
                  </a:moveTo>
                  <a:lnTo>
                    <a:pt x="1205" y="3935"/>
                  </a:lnTo>
                  <a:lnTo>
                    <a:pt x="0" y="3266"/>
                  </a:lnTo>
                  <a:lnTo>
                    <a:pt x="0" y="3266"/>
                  </a:lnTo>
                  <a:cubicBezTo>
                    <a:pt x="0" y="3320"/>
                    <a:pt x="27" y="3400"/>
                    <a:pt x="27" y="3480"/>
                  </a:cubicBezTo>
                  <a:lnTo>
                    <a:pt x="1098" y="4096"/>
                  </a:lnTo>
                  <a:lnTo>
                    <a:pt x="214" y="4604"/>
                  </a:lnTo>
                  <a:cubicBezTo>
                    <a:pt x="241" y="4658"/>
                    <a:pt x="241" y="4738"/>
                    <a:pt x="268" y="4792"/>
                  </a:cubicBezTo>
                  <a:lnTo>
                    <a:pt x="1205" y="4256"/>
                  </a:lnTo>
                  <a:lnTo>
                    <a:pt x="1205" y="8030"/>
                  </a:lnTo>
                  <a:cubicBezTo>
                    <a:pt x="1205" y="8084"/>
                    <a:pt x="1232" y="8137"/>
                    <a:pt x="1258" y="8191"/>
                  </a:cubicBezTo>
                  <a:lnTo>
                    <a:pt x="1365" y="8191"/>
                  </a:lnTo>
                  <a:lnTo>
                    <a:pt x="1365" y="4256"/>
                  </a:lnTo>
                  <a:lnTo>
                    <a:pt x="4791" y="6210"/>
                  </a:lnTo>
                  <a:lnTo>
                    <a:pt x="4872" y="6076"/>
                  </a:lnTo>
                  <a:lnTo>
                    <a:pt x="1446" y="4096"/>
                  </a:lnTo>
                  <a:lnTo>
                    <a:pt x="4872" y="2115"/>
                  </a:lnTo>
                  <a:lnTo>
                    <a:pt x="4791" y="1981"/>
                  </a:lnTo>
                  <a:lnTo>
                    <a:pt x="1365" y="3935"/>
                  </a:lnTo>
                  <a:lnTo>
                    <a:pt x="136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6" name="Google Shape;686;p62"/>
            <p:cNvSpPr/>
            <p:nvPr/>
          </p:nvSpPr>
          <p:spPr>
            <a:xfrm>
              <a:off x="2711778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56"/>
                  </a:lnTo>
                  <a:lnTo>
                    <a:pt x="7093" y="6210"/>
                  </a:lnTo>
                  <a:lnTo>
                    <a:pt x="7173" y="6076"/>
                  </a:lnTo>
                  <a:lnTo>
                    <a:pt x="3774" y="4096"/>
                  </a:lnTo>
                  <a:lnTo>
                    <a:pt x="7173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7" name="Google Shape;687;p62"/>
            <p:cNvSpPr/>
            <p:nvPr/>
          </p:nvSpPr>
          <p:spPr>
            <a:xfrm>
              <a:off x="3092789" y="1578074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1"/>
                  </a:moveTo>
                  <a:lnTo>
                    <a:pt x="3506" y="3935"/>
                  </a:lnTo>
                  <a:lnTo>
                    <a:pt x="80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0" y="6210"/>
                  </a:lnTo>
                  <a:lnTo>
                    <a:pt x="3506" y="4230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30"/>
                  </a:lnTo>
                  <a:lnTo>
                    <a:pt x="7093" y="6210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15"/>
                  </a:lnTo>
                  <a:lnTo>
                    <a:pt x="7093" y="1981"/>
                  </a:lnTo>
                  <a:lnTo>
                    <a:pt x="3694" y="3935"/>
                  </a:lnTo>
                  <a:lnTo>
                    <a:pt x="369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8" name="Google Shape;688;p62"/>
            <p:cNvSpPr/>
            <p:nvPr/>
          </p:nvSpPr>
          <p:spPr>
            <a:xfrm>
              <a:off x="3474843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1" y="2115"/>
                  </a:lnTo>
                  <a:lnTo>
                    <a:pt x="3400" y="4096"/>
                  </a:lnTo>
                  <a:lnTo>
                    <a:pt x="1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480" y="8191"/>
                  </a:lnTo>
                  <a:lnTo>
                    <a:pt x="3668" y="8191"/>
                  </a:lnTo>
                  <a:lnTo>
                    <a:pt x="3668" y="4230"/>
                  </a:lnTo>
                  <a:lnTo>
                    <a:pt x="7094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4" y="1955"/>
                  </a:lnTo>
                  <a:lnTo>
                    <a:pt x="3668" y="3935"/>
                  </a:lnTo>
                  <a:lnTo>
                    <a:pt x="366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9" name="Google Shape;689;p62"/>
            <p:cNvSpPr/>
            <p:nvPr/>
          </p:nvSpPr>
          <p:spPr>
            <a:xfrm>
              <a:off x="3855854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30"/>
                  </a:lnTo>
                  <a:lnTo>
                    <a:pt x="7093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3" y="1955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0" name="Google Shape;690;p62"/>
            <p:cNvSpPr/>
            <p:nvPr/>
          </p:nvSpPr>
          <p:spPr>
            <a:xfrm>
              <a:off x="2518586" y="1919388"/>
              <a:ext cx="287659" cy="293033"/>
            </a:xfrm>
            <a:custGeom>
              <a:avLst/>
              <a:gdLst/>
              <a:ahLst/>
              <a:cxnLst/>
              <a:rect l="l" t="t" r="r" b="b"/>
              <a:pathLst>
                <a:path w="7174" h="730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1767" y="5059"/>
                  </a:lnTo>
                  <a:cubicBezTo>
                    <a:pt x="1821" y="5086"/>
                    <a:pt x="1847" y="5139"/>
                    <a:pt x="1874" y="5193"/>
                  </a:cubicBezTo>
                  <a:lnTo>
                    <a:pt x="3507" y="4256"/>
                  </a:lnTo>
                  <a:lnTo>
                    <a:pt x="3507" y="7120"/>
                  </a:lnTo>
                  <a:cubicBezTo>
                    <a:pt x="3560" y="7200"/>
                    <a:pt x="3614" y="7254"/>
                    <a:pt x="3667" y="7307"/>
                  </a:cubicBezTo>
                  <a:lnTo>
                    <a:pt x="3667" y="4256"/>
                  </a:lnTo>
                  <a:lnTo>
                    <a:pt x="7093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1" name="Google Shape;691;p62"/>
            <p:cNvSpPr/>
            <p:nvPr/>
          </p:nvSpPr>
          <p:spPr>
            <a:xfrm>
              <a:off x="2899597" y="191938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7" y="8190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2" name="Google Shape;692;p62"/>
            <p:cNvSpPr/>
            <p:nvPr/>
          </p:nvSpPr>
          <p:spPr>
            <a:xfrm>
              <a:off x="3280608" y="1919388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107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107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3" name="Google Shape;693;p62"/>
            <p:cNvSpPr/>
            <p:nvPr/>
          </p:nvSpPr>
          <p:spPr>
            <a:xfrm>
              <a:off x="3662662" y="191938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1" y="2115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4" name="Google Shape;694;p62"/>
            <p:cNvSpPr/>
            <p:nvPr/>
          </p:nvSpPr>
          <p:spPr>
            <a:xfrm>
              <a:off x="4043673" y="1998782"/>
              <a:ext cx="78391" cy="49400"/>
            </a:xfrm>
            <a:custGeom>
              <a:avLst/>
              <a:gdLst/>
              <a:ahLst/>
              <a:cxnLst/>
              <a:rect l="l" t="t" r="r" b="b"/>
              <a:pathLst>
                <a:path w="1955" h="1232" extrusionOk="0">
                  <a:moveTo>
                    <a:pt x="81" y="1"/>
                  </a:moveTo>
                  <a:lnTo>
                    <a:pt x="0" y="135"/>
                  </a:lnTo>
                  <a:lnTo>
                    <a:pt x="1874" y="1232"/>
                  </a:lnTo>
                  <a:cubicBezTo>
                    <a:pt x="1901" y="1178"/>
                    <a:pt x="1928" y="1125"/>
                    <a:pt x="1954" y="1071"/>
                  </a:cubicBez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5" name="Google Shape;695;p62"/>
            <p:cNvSpPr/>
            <p:nvPr/>
          </p:nvSpPr>
          <p:spPr>
            <a:xfrm>
              <a:off x="2884560" y="2317561"/>
              <a:ext cx="114879" cy="68727"/>
            </a:xfrm>
            <a:custGeom>
              <a:avLst/>
              <a:gdLst/>
              <a:ahLst/>
              <a:cxnLst/>
              <a:rect l="l" t="t" r="r" b="b"/>
              <a:pathLst>
                <a:path w="2865" h="1714" extrusionOk="0">
                  <a:moveTo>
                    <a:pt x="2784" y="0"/>
                  </a:moveTo>
                  <a:lnTo>
                    <a:pt x="1" y="1606"/>
                  </a:lnTo>
                  <a:cubicBezTo>
                    <a:pt x="54" y="1660"/>
                    <a:pt x="108" y="1686"/>
                    <a:pt x="161" y="1713"/>
                  </a:cubicBezTo>
                  <a:lnTo>
                    <a:pt x="2864" y="161"/>
                  </a:lnTo>
                  <a:lnTo>
                    <a:pt x="278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6" name="Google Shape;696;p62"/>
            <p:cNvSpPr/>
            <p:nvPr/>
          </p:nvSpPr>
          <p:spPr>
            <a:xfrm>
              <a:off x="2852362" y="2238127"/>
              <a:ext cx="6496" cy="129916"/>
            </a:xfrm>
            <a:custGeom>
              <a:avLst/>
              <a:gdLst/>
              <a:ahLst/>
              <a:cxnLst/>
              <a:rect l="l" t="t" r="r" b="b"/>
              <a:pathLst>
                <a:path w="162" h="3240" extrusionOk="0">
                  <a:moveTo>
                    <a:pt x="1" y="0"/>
                  </a:moveTo>
                  <a:lnTo>
                    <a:pt x="1" y="3132"/>
                  </a:lnTo>
                  <a:cubicBezTo>
                    <a:pt x="54" y="3159"/>
                    <a:pt x="108" y="3212"/>
                    <a:pt x="161" y="3239"/>
                  </a:cubicBez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7" name="Google Shape;697;p62"/>
            <p:cNvSpPr/>
            <p:nvPr/>
          </p:nvSpPr>
          <p:spPr>
            <a:xfrm>
              <a:off x="3092789" y="2238127"/>
              <a:ext cx="288742" cy="255461"/>
            </a:xfrm>
            <a:custGeom>
              <a:avLst/>
              <a:gdLst/>
              <a:ahLst/>
              <a:cxnLst/>
              <a:rect l="l" t="t" r="r" b="b"/>
              <a:pathLst>
                <a:path w="7201" h="6371" extrusionOk="0">
                  <a:moveTo>
                    <a:pt x="3506" y="0"/>
                  </a:moveTo>
                  <a:lnTo>
                    <a:pt x="3506" y="3962"/>
                  </a:lnTo>
                  <a:lnTo>
                    <a:pt x="80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455" y="5835"/>
                  </a:lnTo>
                  <a:cubicBezTo>
                    <a:pt x="535" y="5835"/>
                    <a:pt x="616" y="5862"/>
                    <a:pt x="696" y="5889"/>
                  </a:cubicBezTo>
                  <a:lnTo>
                    <a:pt x="3506" y="4256"/>
                  </a:lnTo>
                  <a:lnTo>
                    <a:pt x="3506" y="6371"/>
                  </a:lnTo>
                  <a:lnTo>
                    <a:pt x="3694" y="6371"/>
                  </a:lnTo>
                  <a:lnTo>
                    <a:pt x="3694" y="4256"/>
                  </a:lnTo>
                  <a:lnTo>
                    <a:pt x="7093" y="6237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42"/>
                  </a:lnTo>
                  <a:lnTo>
                    <a:pt x="7093" y="1981"/>
                  </a:lnTo>
                  <a:lnTo>
                    <a:pt x="3694" y="3962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8" name="Google Shape;698;p62"/>
            <p:cNvSpPr/>
            <p:nvPr/>
          </p:nvSpPr>
          <p:spPr>
            <a:xfrm>
              <a:off x="3474843" y="2238127"/>
              <a:ext cx="287659" cy="247963"/>
            </a:xfrm>
            <a:custGeom>
              <a:avLst/>
              <a:gdLst/>
              <a:ahLst/>
              <a:cxnLst/>
              <a:rect l="l" t="t" r="r" b="b"/>
              <a:pathLst>
                <a:path w="7174" h="6184" extrusionOk="0">
                  <a:moveTo>
                    <a:pt x="3507" y="0"/>
                  </a:moveTo>
                  <a:lnTo>
                    <a:pt x="3480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096"/>
                  </a:lnTo>
                  <a:lnTo>
                    <a:pt x="1" y="6076"/>
                  </a:lnTo>
                  <a:lnTo>
                    <a:pt x="54" y="6183"/>
                  </a:lnTo>
                  <a:lnTo>
                    <a:pt x="161" y="6183"/>
                  </a:lnTo>
                  <a:lnTo>
                    <a:pt x="3480" y="4256"/>
                  </a:lnTo>
                  <a:lnTo>
                    <a:pt x="3480" y="5354"/>
                  </a:lnTo>
                  <a:cubicBezTo>
                    <a:pt x="3560" y="5327"/>
                    <a:pt x="3614" y="5327"/>
                    <a:pt x="3668" y="5300"/>
                  </a:cubicBezTo>
                  <a:lnTo>
                    <a:pt x="3668" y="4256"/>
                  </a:lnTo>
                  <a:lnTo>
                    <a:pt x="4765" y="4899"/>
                  </a:lnTo>
                  <a:cubicBezTo>
                    <a:pt x="4845" y="4872"/>
                    <a:pt x="4899" y="4845"/>
                    <a:pt x="4979" y="4818"/>
                  </a:cubicBezTo>
                  <a:lnTo>
                    <a:pt x="3748" y="4096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9" name="Google Shape;699;p62"/>
            <p:cNvSpPr/>
            <p:nvPr/>
          </p:nvSpPr>
          <p:spPr>
            <a:xfrm>
              <a:off x="3855854" y="2317561"/>
              <a:ext cx="12911" cy="9704"/>
            </a:xfrm>
            <a:custGeom>
              <a:avLst/>
              <a:gdLst/>
              <a:ahLst/>
              <a:cxnLst/>
              <a:rect l="l" t="t" r="r" b="b"/>
              <a:pathLst>
                <a:path w="322" h="242" extrusionOk="0">
                  <a:moveTo>
                    <a:pt x="81" y="0"/>
                  </a:moveTo>
                  <a:lnTo>
                    <a:pt x="0" y="134"/>
                  </a:lnTo>
                  <a:lnTo>
                    <a:pt x="161" y="241"/>
                  </a:lnTo>
                  <a:cubicBezTo>
                    <a:pt x="215" y="214"/>
                    <a:pt x="268" y="161"/>
                    <a:pt x="322" y="134"/>
                  </a:cubicBezTo>
                  <a:lnTo>
                    <a:pt x="8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">
  <p:cSld name="CUSTOM_32_1">
    <p:spTree>
      <p:nvGrpSpPr>
        <p:cNvPr id="1" name="Shape 7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1" name="Google Shape;701;p63"/>
          <p:cNvSpPr/>
          <p:nvPr/>
        </p:nvSpPr>
        <p:spPr>
          <a:xfrm rot="-1690000">
            <a:off x="4770052" y="3432202"/>
            <a:ext cx="4311133" cy="2652327"/>
          </a:xfrm>
          <a:custGeom>
            <a:avLst/>
            <a:gdLst/>
            <a:ahLst/>
            <a:cxnLst/>
            <a:rect l="l" t="t" r="r" b="b"/>
            <a:pathLst>
              <a:path w="59643" h="36694" extrusionOk="0">
                <a:moveTo>
                  <a:pt x="6271" y="15779"/>
                </a:moveTo>
                <a:cubicBezTo>
                  <a:pt x="9374" y="14178"/>
                  <a:pt x="17513" y="18347"/>
                  <a:pt x="23150" y="11676"/>
                </a:cubicBezTo>
                <a:cubicBezTo>
                  <a:pt x="28787" y="5004"/>
                  <a:pt x="30455" y="1"/>
                  <a:pt x="37327" y="2302"/>
                </a:cubicBezTo>
                <a:cubicBezTo>
                  <a:pt x="44198" y="4571"/>
                  <a:pt x="43064" y="13410"/>
                  <a:pt x="47601" y="15779"/>
                </a:cubicBezTo>
                <a:cubicBezTo>
                  <a:pt x="52104" y="18147"/>
                  <a:pt x="59643" y="31690"/>
                  <a:pt x="43364" y="34192"/>
                </a:cubicBezTo>
                <a:cubicBezTo>
                  <a:pt x="27120" y="36694"/>
                  <a:pt x="10441" y="33158"/>
                  <a:pt x="5204" y="27520"/>
                </a:cubicBezTo>
                <a:cubicBezTo>
                  <a:pt x="0" y="21883"/>
                  <a:pt x="3136" y="17380"/>
                  <a:pt x="6271" y="15779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2" name="Google Shape;702;p63"/>
          <p:cNvSpPr/>
          <p:nvPr/>
        </p:nvSpPr>
        <p:spPr>
          <a:xfrm rot="-8976185">
            <a:off x="-892229" y="695729"/>
            <a:ext cx="3210901" cy="3197587"/>
          </a:xfrm>
          <a:custGeom>
            <a:avLst/>
            <a:gdLst/>
            <a:ahLst/>
            <a:cxnLst/>
            <a:rect l="l" t="t" r="r" b="b"/>
            <a:pathLst>
              <a:path w="48235" h="48035" extrusionOk="0">
                <a:moveTo>
                  <a:pt x="3770" y="17379"/>
                </a:moveTo>
                <a:cubicBezTo>
                  <a:pt x="7573" y="20948"/>
                  <a:pt x="10108" y="20948"/>
                  <a:pt x="20515" y="21349"/>
                </a:cubicBezTo>
                <a:cubicBezTo>
                  <a:pt x="30956" y="21782"/>
                  <a:pt x="19314" y="35525"/>
                  <a:pt x="27520" y="41797"/>
                </a:cubicBezTo>
                <a:cubicBezTo>
                  <a:pt x="35726" y="48034"/>
                  <a:pt x="48235" y="37827"/>
                  <a:pt x="48235" y="26986"/>
                </a:cubicBezTo>
                <a:cubicBezTo>
                  <a:pt x="48235" y="16145"/>
                  <a:pt x="35026" y="0"/>
                  <a:pt x="18080" y="867"/>
                </a:cubicBezTo>
                <a:cubicBezTo>
                  <a:pt x="1135" y="1768"/>
                  <a:pt x="1" y="13843"/>
                  <a:pt x="3770" y="17379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703" name="Google Shape;703;p63"/>
          <p:cNvGrpSpPr/>
          <p:nvPr/>
        </p:nvGrpSpPr>
        <p:grpSpPr>
          <a:xfrm>
            <a:off x="5420243" y="-954594"/>
            <a:ext cx="2270935" cy="2260334"/>
            <a:chOff x="6762468" y="1386456"/>
            <a:chExt cx="2270935" cy="2260334"/>
          </a:xfrm>
        </p:grpSpPr>
        <p:sp>
          <p:nvSpPr>
            <p:cNvPr id="704" name="Google Shape;704;p63"/>
            <p:cNvSpPr/>
            <p:nvPr/>
          </p:nvSpPr>
          <p:spPr>
            <a:xfrm>
              <a:off x="6762468" y="1386456"/>
              <a:ext cx="2270935" cy="2260292"/>
            </a:xfrm>
            <a:custGeom>
              <a:avLst/>
              <a:gdLst/>
              <a:ahLst/>
              <a:cxnLst/>
              <a:rect l="l" t="t" r="r" b="b"/>
              <a:pathLst>
                <a:path w="45663" h="45449" extrusionOk="0">
                  <a:moveTo>
                    <a:pt x="10947" y="4979"/>
                  </a:moveTo>
                  <a:lnTo>
                    <a:pt x="15605" y="7656"/>
                  </a:lnTo>
                  <a:lnTo>
                    <a:pt x="15605" y="13062"/>
                  </a:lnTo>
                  <a:lnTo>
                    <a:pt x="10947" y="15766"/>
                  </a:lnTo>
                  <a:lnTo>
                    <a:pt x="6263" y="13062"/>
                  </a:lnTo>
                  <a:lnTo>
                    <a:pt x="6263" y="7656"/>
                  </a:lnTo>
                  <a:lnTo>
                    <a:pt x="10947" y="4979"/>
                  </a:lnTo>
                  <a:close/>
                  <a:moveTo>
                    <a:pt x="20449" y="4979"/>
                  </a:moveTo>
                  <a:lnTo>
                    <a:pt x="25133" y="7656"/>
                  </a:lnTo>
                  <a:lnTo>
                    <a:pt x="25133" y="13062"/>
                  </a:lnTo>
                  <a:lnTo>
                    <a:pt x="20449" y="15766"/>
                  </a:lnTo>
                  <a:lnTo>
                    <a:pt x="15792" y="13062"/>
                  </a:lnTo>
                  <a:lnTo>
                    <a:pt x="15792" y="7656"/>
                  </a:lnTo>
                  <a:lnTo>
                    <a:pt x="20449" y="4979"/>
                  </a:lnTo>
                  <a:close/>
                  <a:moveTo>
                    <a:pt x="29978" y="4979"/>
                  </a:moveTo>
                  <a:lnTo>
                    <a:pt x="34635" y="7656"/>
                  </a:lnTo>
                  <a:lnTo>
                    <a:pt x="34635" y="13062"/>
                  </a:lnTo>
                  <a:lnTo>
                    <a:pt x="29978" y="15766"/>
                  </a:lnTo>
                  <a:lnTo>
                    <a:pt x="25294" y="13062"/>
                  </a:lnTo>
                  <a:lnTo>
                    <a:pt x="25294" y="7656"/>
                  </a:lnTo>
                  <a:lnTo>
                    <a:pt x="29978" y="4979"/>
                  </a:lnTo>
                  <a:close/>
                  <a:moveTo>
                    <a:pt x="6183" y="13196"/>
                  </a:moveTo>
                  <a:lnTo>
                    <a:pt x="10867" y="15899"/>
                  </a:lnTo>
                  <a:lnTo>
                    <a:pt x="10867" y="21306"/>
                  </a:lnTo>
                  <a:lnTo>
                    <a:pt x="6183" y="23983"/>
                  </a:lnTo>
                  <a:lnTo>
                    <a:pt x="1526" y="21306"/>
                  </a:lnTo>
                  <a:lnTo>
                    <a:pt x="1526" y="15899"/>
                  </a:lnTo>
                  <a:lnTo>
                    <a:pt x="6183" y="13196"/>
                  </a:lnTo>
                  <a:close/>
                  <a:moveTo>
                    <a:pt x="15712" y="13196"/>
                  </a:moveTo>
                  <a:lnTo>
                    <a:pt x="20369" y="15899"/>
                  </a:lnTo>
                  <a:lnTo>
                    <a:pt x="20369" y="21306"/>
                  </a:lnTo>
                  <a:lnTo>
                    <a:pt x="15712" y="23983"/>
                  </a:lnTo>
                  <a:lnTo>
                    <a:pt x="11028" y="21306"/>
                  </a:lnTo>
                  <a:lnTo>
                    <a:pt x="11028" y="15899"/>
                  </a:lnTo>
                  <a:lnTo>
                    <a:pt x="15712" y="13196"/>
                  </a:lnTo>
                  <a:close/>
                  <a:moveTo>
                    <a:pt x="25213" y="13196"/>
                  </a:moveTo>
                  <a:lnTo>
                    <a:pt x="29871" y="15899"/>
                  </a:lnTo>
                  <a:lnTo>
                    <a:pt x="29871" y="21306"/>
                  </a:lnTo>
                  <a:lnTo>
                    <a:pt x="25213" y="23983"/>
                  </a:lnTo>
                  <a:lnTo>
                    <a:pt x="20529" y="21306"/>
                  </a:lnTo>
                  <a:lnTo>
                    <a:pt x="20529" y="15899"/>
                  </a:lnTo>
                  <a:lnTo>
                    <a:pt x="25213" y="13196"/>
                  </a:lnTo>
                  <a:close/>
                  <a:moveTo>
                    <a:pt x="34715" y="13196"/>
                  </a:moveTo>
                  <a:lnTo>
                    <a:pt x="39399" y="15899"/>
                  </a:lnTo>
                  <a:lnTo>
                    <a:pt x="39399" y="21306"/>
                  </a:lnTo>
                  <a:lnTo>
                    <a:pt x="34715" y="23983"/>
                  </a:lnTo>
                  <a:lnTo>
                    <a:pt x="30058" y="21306"/>
                  </a:lnTo>
                  <a:lnTo>
                    <a:pt x="30058" y="15899"/>
                  </a:lnTo>
                  <a:lnTo>
                    <a:pt x="34715" y="13196"/>
                  </a:lnTo>
                  <a:close/>
                  <a:moveTo>
                    <a:pt x="10947" y="21440"/>
                  </a:moveTo>
                  <a:lnTo>
                    <a:pt x="15605" y="24143"/>
                  </a:lnTo>
                  <a:lnTo>
                    <a:pt x="15605" y="29523"/>
                  </a:lnTo>
                  <a:lnTo>
                    <a:pt x="10947" y="32226"/>
                  </a:lnTo>
                  <a:lnTo>
                    <a:pt x="6263" y="29523"/>
                  </a:lnTo>
                  <a:lnTo>
                    <a:pt x="6263" y="24143"/>
                  </a:lnTo>
                  <a:lnTo>
                    <a:pt x="10947" y="21440"/>
                  </a:lnTo>
                  <a:close/>
                  <a:moveTo>
                    <a:pt x="20449" y="21440"/>
                  </a:moveTo>
                  <a:lnTo>
                    <a:pt x="25133" y="24143"/>
                  </a:lnTo>
                  <a:lnTo>
                    <a:pt x="25133" y="29523"/>
                  </a:lnTo>
                  <a:lnTo>
                    <a:pt x="20449" y="32226"/>
                  </a:lnTo>
                  <a:lnTo>
                    <a:pt x="15792" y="29523"/>
                  </a:lnTo>
                  <a:lnTo>
                    <a:pt x="15792" y="24143"/>
                  </a:lnTo>
                  <a:lnTo>
                    <a:pt x="20449" y="21440"/>
                  </a:lnTo>
                  <a:close/>
                  <a:moveTo>
                    <a:pt x="29978" y="21440"/>
                  </a:moveTo>
                  <a:lnTo>
                    <a:pt x="34635" y="24143"/>
                  </a:lnTo>
                  <a:lnTo>
                    <a:pt x="34635" y="29523"/>
                  </a:lnTo>
                  <a:lnTo>
                    <a:pt x="29978" y="32226"/>
                  </a:lnTo>
                  <a:lnTo>
                    <a:pt x="25294" y="29523"/>
                  </a:lnTo>
                  <a:lnTo>
                    <a:pt x="25294" y="24143"/>
                  </a:lnTo>
                  <a:lnTo>
                    <a:pt x="29978" y="21440"/>
                  </a:lnTo>
                  <a:close/>
                  <a:moveTo>
                    <a:pt x="39480" y="21440"/>
                  </a:moveTo>
                  <a:lnTo>
                    <a:pt x="44137" y="24143"/>
                  </a:lnTo>
                  <a:lnTo>
                    <a:pt x="44137" y="29523"/>
                  </a:lnTo>
                  <a:lnTo>
                    <a:pt x="39480" y="32226"/>
                  </a:lnTo>
                  <a:lnTo>
                    <a:pt x="34796" y="29523"/>
                  </a:lnTo>
                  <a:lnTo>
                    <a:pt x="34796" y="24143"/>
                  </a:lnTo>
                  <a:lnTo>
                    <a:pt x="39480" y="21440"/>
                  </a:lnTo>
                  <a:close/>
                  <a:moveTo>
                    <a:pt x="15712" y="29684"/>
                  </a:moveTo>
                  <a:lnTo>
                    <a:pt x="20369" y="32387"/>
                  </a:lnTo>
                  <a:lnTo>
                    <a:pt x="20369" y="37767"/>
                  </a:lnTo>
                  <a:lnTo>
                    <a:pt x="15712" y="40470"/>
                  </a:lnTo>
                  <a:lnTo>
                    <a:pt x="11028" y="37767"/>
                  </a:lnTo>
                  <a:lnTo>
                    <a:pt x="11028" y="32387"/>
                  </a:lnTo>
                  <a:lnTo>
                    <a:pt x="15712" y="29684"/>
                  </a:lnTo>
                  <a:close/>
                  <a:moveTo>
                    <a:pt x="25213" y="29684"/>
                  </a:moveTo>
                  <a:lnTo>
                    <a:pt x="29871" y="32387"/>
                  </a:lnTo>
                  <a:lnTo>
                    <a:pt x="29871" y="37767"/>
                  </a:lnTo>
                  <a:lnTo>
                    <a:pt x="25213" y="40470"/>
                  </a:lnTo>
                  <a:lnTo>
                    <a:pt x="20529" y="37767"/>
                  </a:lnTo>
                  <a:lnTo>
                    <a:pt x="20529" y="32387"/>
                  </a:lnTo>
                  <a:lnTo>
                    <a:pt x="25213" y="29684"/>
                  </a:lnTo>
                  <a:close/>
                  <a:moveTo>
                    <a:pt x="34715" y="29684"/>
                  </a:moveTo>
                  <a:lnTo>
                    <a:pt x="39399" y="32387"/>
                  </a:lnTo>
                  <a:lnTo>
                    <a:pt x="39399" y="37767"/>
                  </a:lnTo>
                  <a:lnTo>
                    <a:pt x="34715" y="40470"/>
                  </a:lnTo>
                  <a:lnTo>
                    <a:pt x="30058" y="37767"/>
                  </a:lnTo>
                  <a:lnTo>
                    <a:pt x="30058" y="32387"/>
                  </a:lnTo>
                  <a:lnTo>
                    <a:pt x="34715" y="29684"/>
                  </a:lnTo>
                  <a:close/>
                  <a:moveTo>
                    <a:pt x="20369" y="1"/>
                  </a:moveTo>
                  <a:lnTo>
                    <a:pt x="20369" y="4818"/>
                  </a:lnTo>
                  <a:lnTo>
                    <a:pt x="15712" y="7522"/>
                  </a:lnTo>
                  <a:lnTo>
                    <a:pt x="11028" y="4818"/>
                  </a:lnTo>
                  <a:lnTo>
                    <a:pt x="11028" y="3159"/>
                  </a:lnTo>
                  <a:cubicBezTo>
                    <a:pt x="10974" y="3186"/>
                    <a:pt x="10921" y="3239"/>
                    <a:pt x="10867" y="3266"/>
                  </a:cubicBezTo>
                  <a:lnTo>
                    <a:pt x="10867" y="4818"/>
                  </a:lnTo>
                  <a:lnTo>
                    <a:pt x="6183" y="7522"/>
                  </a:lnTo>
                  <a:lnTo>
                    <a:pt x="5915" y="7361"/>
                  </a:lnTo>
                  <a:cubicBezTo>
                    <a:pt x="5889" y="7415"/>
                    <a:pt x="5835" y="7442"/>
                    <a:pt x="5808" y="7495"/>
                  </a:cubicBezTo>
                  <a:lnTo>
                    <a:pt x="6103" y="7656"/>
                  </a:lnTo>
                  <a:lnTo>
                    <a:pt x="6103" y="13062"/>
                  </a:lnTo>
                  <a:lnTo>
                    <a:pt x="1419" y="15766"/>
                  </a:lnTo>
                  <a:lnTo>
                    <a:pt x="1124" y="15578"/>
                  </a:lnTo>
                  <a:cubicBezTo>
                    <a:pt x="1124" y="15632"/>
                    <a:pt x="1098" y="15685"/>
                    <a:pt x="1071" y="15739"/>
                  </a:cubicBezTo>
                  <a:lnTo>
                    <a:pt x="1338" y="15899"/>
                  </a:lnTo>
                  <a:lnTo>
                    <a:pt x="1338" y="21306"/>
                  </a:lnTo>
                  <a:lnTo>
                    <a:pt x="0" y="22082"/>
                  </a:lnTo>
                  <a:cubicBezTo>
                    <a:pt x="0" y="22136"/>
                    <a:pt x="0" y="22216"/>
                    <a:pt x="0" y="22270"/>
                  </a:cubicBezTo>
                  <a:lnTo>
                    <a:pt x="1419" y="21440"/>
                  </a:lnTo>
                  <a:lnTo>
                    <a:pt x="6103" y="24143"/>
                  </a:lnTo>
                  <a:lnTo>
                    <a:pt x="6103" y="29523"/>
                  </a:lnTo>
                  <a:lnTo>
                    <a:pt x="1927" y="31932"/>
                  </a:lnTo>
                  <a:cubicBezTo>
                    <a:pt x="1954" y="31986"/>
                    <a:pt x="1981" y="32039"/>
                    <a:pt x="2008" y="32093"/>
                  </a:cubicBezTo>
                  <a:lnTo>
                    <a:pt x="6183" y="29684"/>
                  </a:lnTo>
                  <a:lnTo>
                    <a:pt x="10867" y="32387"/>
                  </a:lnTo>
                  <a:lnTo>
                    <a:pt x="10867" y="37767"/>
                  </a:lnTo>
                  <a:lnTo>
                    <a:pt x="7548" y="39694"/>
                  </a:lnTo>
                  <a:cubicBezTo>
                    <a:pt x="7575" y="39721"/>
                    <a:pt x="7628" y="39774"/>
                    <a:pt x="7682" y="39801"/>
                  </a:cubicBezTo>
                  <a:lnTo>
                    <a:pt x="10947" y="37928"/>
                  </a:lnTo>
                  <a:lnTo>
                    <a:pt x="15605" y="40631"/>
                  </a:lnTo>
                  <a:lnTo>
                    <a:pt x="15605" y="44405"/>
                  </a:lnTo>
                  <a:cubicBezTo>
                    <a:pt x="15658" y="44405"/>
                    <a:pt x="15738" y="44432"/>
                    <a:pt x="15792" y="44458"/>
                  </a:cubicBezTo>
                  <a:lnTo>
                    <a:pt x="15792" y="40631"/>
                  </a:lnTo>
                  <a:lnTo>
                    <a:pt x="20449" y="37928"/>
                  </a:lnTo>
                  <a:lnTo>
                    <a:pt x="25133" y="40631"/>
                  </a:lnTo>
                  <a:lnTo>
                    <a:pt x="25133" y="45449"/>
                  </a:lnTo>
                  <a:cubicBezTo>
                    <a:pt x="25187" y="45449"/>
                    <a:pt x="25240" y="45449"/>
                    <a:pt x="25294" y="45422"/>
                  </a:cubicBezTo>
                  <a:lnTo>
                    <a:pt x="25294" y="40631"/>
                  </a:lnTo>
                  <a:lnTo>
                    <a:pt x="29978" y="37928"/>
                  </a:lnTo>
                  <a:lnTo>
                    <a:pt x="34635" y="40631"/>
                  </a:lnTo>
                  <a:lnTo>
                    <a:pt x="34635" y="42290"/>
                  </a:lnTo>
                  <a:cubicBezTo>
                    <a:pt x="34688" y="42237"/>
                    <a:pt x="34742" y="42210"/>
                    <a:pt x="34796" y="42183"/>
                  </a:cubicBezTo>
                  <a:lnTo>
                    <a:pt x="34796" y="40631"/>
                  </a:lnTo>
                  <a:lnTo>
                    <a:pt x="39480" y="37928"/>
                  </a:lnTo>
                  <a:lnTo>
                    <a:pt x="39747" y="38088"/>
                  </a:lnTo>
                  <a:cubicBezTo>
                    <a:pt x="39774" y="38035"/>
                    <a:pt x="39827" y="37981"/>
                    <a:pt x="39854" y="37954"/>
                  </a:cubicBezTo>
                  <a:lnTo>
                    <a:pt x="39560" y="37767"/>
                  </a:lnTo>
                  <a:lnTo>
                    <a:pt x="39560" y="32387"/>
                  </a:lnTo>
                  <a:lnTo>
                    <a:pt x="44244" y="29684"/>
                  </a:lnTo>
                  <a:lnTo>
                    <a:pt x="44538" y="29871"/>
                  </a:lnTo>
                  <a:cubicBezTo>
                    <a:pt x="44565" y="29791"/>
                    <a:pt x="44565" y="29737"/>
                    <a:pt x="44592" y="29684"/>
                  </a:cubicBezTo>
                  <a:lnTo>
                    <a:pt x="44324" y="29523"/>
                  </a:lnTo>
                  <a:lnTo>
                    <a:pt x="44324" y="24143"/>
                  </a:lnTo>
                  <a:lnTo>
                    <a:pt x="45662" y="23367"/>
                  </a:lnTo>
                  <a:cubicBezTo>
                    <a:pt x="45662" y="23314"/>
                    <a:pt x="45662" y="23233"/>
                    <a:pt x="45662" y="23153"/>
                  </a:cubicBezTo>
                  <a:lnTo>
                    <a:pt x="44244" y="23983"/>
                  </a:lnTo>
                  <a:lnTo>
                    <a:pt x="39560" y="21306"/>
                  </a:lnTo>
                  <a:lnTo>
                    <a:pt x="39560" y="15899"/>
                  </a:lnTo>
                  <a:lnTo>
                    <a:pt x="43735" y="13491"/>
                  </a:lnTo>
                  <a:cubicBezTo>
                    <a:pt x="43709" y="13437"/>
                    <a:pt x="43682" y="13383"/>
                    <a:pt x="43655" y="13330"/>
                  </a:cubicBezTo>
                  <a:lnTo>
                    <a:pt x="39480" y="15766"/>
                  </a:lnTo>
                  <a:lnTo>
                    <a:pt x="34796" y="13062"/>
                  </a:lnTo>
                  <a:lnTo>
                    <a:pt x="34796" y="7656"/>
                  </a:lnTo>
                  <a:lnTo>
                    <a:pt x="38114" y="5755"/>
                  </a:lnTo>
                  <a:cubicBezTo>
                    <a:pt x="38088" y="5702"/>
                    <a:pt x="38034" y="5675"/>
                    <a:pt x="37981" y="5621"/>
                  </a:cubicBezTo>
                  <a:lnTo>
                    <a:pt x="34715" y="7522"/>
                  </a:lnTo>
                  <a:lnTo>
                    <a:pt x="30058" y="4818"/>
                  </a:lnTo>
                  <a:lnTo>
                    <a:pt x="30058" y="1045"/>
                  </a:lnTo>
                  <a:cubicBezTo>
                    <a:pt x="30004" y="1018"/>
                    <a:pt x="29951" y="1018"/>
                    <a:pt x="29871" y="991"/>
                  </a:cubicBezTo>
                  <a:lnTo>
                    <a:pt x="29871" y="4818"/>
                  </a:lnTo>
                  <a:lnTo>
                    <a:pt x="25213" y="7522"/>
                  </a:lnTo>
                  <a:lnTo>
                    <a:pt x="20529" y="4818"/>
                  </a:lnTo>
                  <a:lnTo>
                    <a:pt x="2052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5" name="Google Shape;705;p63"/>
            <p:cNvSpPr/>
            <p:nvPr/>
          </p:nvSpPr>
          <p:spPr>
            <a:xfrm>
              <a:off x="7236329" y="1587480"/>
              <a:ext cx="12035" cy="9350"/>
            </a:xfrm>
            <a:custGeom>
              <a:avLst/>
              <a:gdLst/>
              <a:ahLst/>
              <a:cxnLst/>
              <a:rect l="l" t="t" r="r" b="b"/>
              <a:pathLst>
                <a:path w="242" h="188" extrusionOk="0">
                  <a:moveTo>
                    <a:pt x="161" y="0"/>
                  </a:moveTo>
                  <a:cubicBezTo>
                    <a:pt x="108" y="27"/>
                    <a:pt x="54" y="81"/>
                    <a:pt x="1" y="107"/>
                  </a:cubicBezTo>
                  <a:lnTo>
                    <a:pt x="161" y="188"/>
                  </a:lnTo>
                  <a:lnTo>
                    <a:pt x="242" y="54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6" name="Google Shape;706;p63"/>
            <p:cNvSpPr/>
            <p:nvPr/>
          </p:nvSpPr>
          <p:spPr>
            <a:xfrm>
              <a:off x="7364144" y="1394464"/>
              <a:ext cx="356781" cy="300882"/>
            </a:xfrm>
            <a:custGeom>
              <a:avLst/>
              <a:gdLst/>
              <a:ahLst/>
              <a:cxnLst/>
              <a:rect l="l" t="t" r="r" b="b"/>
              <a:pathLst>
                <a:path w="7174" h="6050" extrusionOk="0">
                  <a:moveTo>
                    <a:pt x="7173" y="0"/>
                  </a:moveTo>
                  <a:lnTo>
                    <a:pt x="7173" y="0"/>
                  </a:lnTo>
                  <a:cubicBezTo>
                    <a:pt x="7013" y="27"/>
                    <a:pt x="6852" y="54"/>
                    <a:pt x="6692" y="81"/>
                  </a:cubicBezTo>
                  <a:lnTo>
                    <a:pt x="3667" y="1794"/>
                  </a:lnTo>
                  <a:lnTo>
                    <a:pt x="3667" y="830"/>
                  </a:lnTo>
                  <a:cubicBezTo>
                    <a:pt x="3614" y="857"/>
                    <a:pt x="3560" y="857"/>
                    <a:pt x="3507" y="884"/>
                  </a:cubicBezTo>
                  <a:lnTo>
                    <a:pt x="3507" y="1794"/>
                  </a:lnTo>
                  <a:lnTo>
                    <a:pt x="2516" y="1231"/>
                  </a:lnTo>
                  <a:cubicBezTo>
                    <a:pt x="2463" y="1258"/>
                    <a:pt x="2382" y="1285"/>
                    <a:pt x="2329" y="1312"/>
                  </a:cubicBezTo>
                  <a:lnTo>
                    <a:pt x="3426" y="1954"/>
                  </a:lnTo>
                  <a:lnTo>
                    <a:pt x="0" y="3935"/>
                  </a:lnTo>
                  <a:lnTo>
                    <a:pt x="81" y="4069"/>
                  </a:lnTo>
                  <a:lnTo>
                    <a:pt x="3507" y="2115"/>
                  </a:lnTo>
                  <a:lnTo>
                    <a:pt x="3507" y="6049"/>
                  </a:lnTo>
                  <a:lnTo>
                    <a:pt x="3667" y="6049"/>
                  </a:lnTo>
                  <a:lnTo>
                    <a:pt x="3667" y="2115"/>
                  </a:lnTo>
                  <a:lnTo>
                    <a:pt x="7093" y="4069"/>
                  </a:lnTo>
                  <a:lnTo>
                    <a:pt x="7173" y="3935"/>
                  </a:lnTo>
                  <a:lnTo>
                    <a:pt x="3774" y="1954"/>
                  </a:lnTo>
                  <a:lnTo>
                    <a:pt x="717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7" name="Google Shape;707;p63"/>
            <p:cNvSpPr/>
            <p:nvPr/>
          </p:nvSpPr>
          <p:spPr>
            <a:xfrm>
              <a:off x="7836713" y="1386456"/>
              <a:ext cx="358124" cy="308889"/>
            </a:xfrm>
            <a:custGeom>
              <a:avLst/>
              <a:gdLst/>
              <a:ahLst/>
              <a:cxnLst/>
              <a:rect l="l" t="t" r="r" b="b"/>
              <a:pathLst>
                <a:path w="7201" h="6211" extrusionOk="0">
                  <a:moveTo>
                    <a:pt x="107" y="1"/>
                  </a:moveTo>
                  <a:lnTo>
                    <a:pt x="0" y="134"/>
                  </a:lnTo>
                  <a:lnTo>
                    <a:pt x="3426" y="2115"/>
                  </a:lnTo>
                  <a:lnTo>
                    <a:pt x="0" y="4096"/>
                  </a:lnTo>
                  <a:lnTo>
                    <a:pt x="107" y="4230"/>
                  </a:lnTo>
                  <a:lnTo>
                    <a:pt x="3506" y="2276"/>
                  </a:lnTo>
                  <a:lnTo>
                    <a:pt x="3506" y="6210"/>
                  </a:lnTo>
                  <a:lnTo>
                    <a:pt x="3694" y="6210"/>
                  </a:lnTo>
                  <a:lnTo>
                    <a:pt x="3694" y="2276"/>
                  </a:lnTo>
                  <a:lnTo>
                    <a:pt x="7093" y="4230"/>
                  </a:lnTo>
                  <a:lnTo>
                    <a:pt x="7200" y="4096"/>
                  </a:lnTo>
                  <a:lnTo>
                    <a:pt x="3774" y="2115"/>
                  </a:lnTo>
                  <a:lnTo>
                    <a:pt x="6558" y="509"/>
                  </a:lnTo>
                  <a:cubicBezTo>
                    <a:pt x="6477" y="482"/>
                    <a:pt x="6397" y="456"/>
                    <a:pt x="6317" y="456"/>
                  </a:cubicBezTo>
                  <a:lnTo>
                    <a:pt x="3694" y="1955"/>
                  </a:lnTo>
                  <a:lnTo>
                    <a:pt x="3694" y="1"/>
                  </a:lnTo>
                  <a:lnTo>
                    <a:pt x="3506" y="1"/>
                  </a:lnTo>
                  <a:lnTo>
                    <a:pt x="3506" y="1955"/>
                  </a:lnTo>
                  <a:lnTo>
                    <a:pt x="10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8" name="Google Shape;708;p63"/>
            <p:cNvSpPr/>
            <p:nvPr/>
          </p:nvSpPr>
          <p:spPr>
            <a:xfrm>
              <a:off x="8310574" y="1516908"/>
              <a:ext cx="135819" cy="79920"/>
            </a:xfrm>
            <a:custGeom>
              <a:avLst/>
              <a:gdLst/>
              <a:ahLst/>
              <a:cxnLst/>
              <a:rect l="l" t="t" r="r" b="b"/>
              <a:pathLst>
                <a:path w="2731" h="1607" extrusionOk="0">
                  <a:moveTo>
                    <a:pt x="2543" y="1"/>
                  </a:moveTo>
                  <a:lnTo>
                    <a:pt x="1" y="1473"/>
                  </a:lnTo>
                  <a:lnTo>
                    <a:pt x="81" y="1607"/>
                  </a:lnTo>
                  <a:lnTo>
                    <a:pt x="2731" y="81"/>
                  </a:lnTo>
                  <a:cubicBezTo>
                    <a:pt x="2677" y="54"/>
                    <a:pt x="2597" y="27"/>
                    <a:pt x="254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9" name="Google Shape;709;p63"/>
            <p:cNvSpPr/>
            <p:nvPr/>
          </p:nvSpPr>
          <p:spPr>
            <a:xfrm>
              <a:off x="8484940" y="1543565"/>
              <a:ext cx="8057" cy="151784"/>
            </a:xfrm>
            <a:custGeom>
              <a:avLst/>
              <a:gdLst/>
              <a:ahLst/>
              <a:cxnLst/>
              <a:rect l="l" t="t" r="r" b="b"/>
              <a:pathLst>
                <a:path w="162" h="3052" extrusionOk="0">
                  <a:moveTo>
                    <a:pt x="1" y="0"/>
                  </a:moveTo>
                  <a:lnTo>
                    <a:pt x="1" y="3051"/>
                  </a:lnTo>
                  <a:lnTo>
                    <a:pt x="162" y="3051"/>
                  </a:lnTo>
                  <a:lnTo>
                    <a:pt x="162" y="107"/>
                  </a:lnTo>
                  <a:cubicBezTo>
                    <a:pt x="108" y="54"/>
                    <a:pt x="54" y="27"/>
                    <a:pt x="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0" name="Google Shape;710;p63"/>
            <p:cNvSpPr/>
            <p:nvPr/>
          </p:nvSpPr>
          <p:spPr>
            <a:xfrm>
              <a:off x="6838311" y="2099984"/>
              <a:ext cx="2735" cy="5371"/>
            </a:xfrm>
            <a:custGeom>
              <a:avLst/>
              <a:gdLst/>
              <a:ahLst/>
              <a:cxnLst/>
              <a:rect l="l" t="t" r="r" b="b"/>
              <a:pathLst>
                <a:path w="55" h="108" extrusionOk="0">
                  <a:moveTo>
                    <a:pt x="54" y="0"/>
                  </a:moveTo>
                  <a:cubicBezTo>
                    <a:pt x="28" y="27"/>
                    <a:pt x="28" y="54"/>
                    <a:pt x="1" y="107"/>
                  </a:cubicBezTo>
                  <a:lnTo>
                    <a:pt x="54" y="107"/>
                  </a:lnTo>
                  <a:lnTo>
                    <a:pt x="5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1" name="Google Shape;711;p63"/>
            <p:cNvSpPr/>
            <p:nvPr/>
          </p:nvSpPr>
          <p:spPr>
            <a:xfrm>
              <a:off x="7012727" y="1801781"/>
              <a:ext cx="2686" cy="2735"/>
            </a:xfrm>
            <a:custGeom>
              <a:avLst/>
              <a:gdLst/>
              <a:ahLst/>
              <a:cxnLst/>
              <a:rect l="l" t="t" r="r" b="b"/>
              <a:pathLst>
                <a:path w="54" h="55" extrusionOk="0">
                  <a:moveTo>
                    <a:pt x="54" y="1"/>
                  </a:moveTo>
                  <a:cubicBezTo>
                    <a:pt x="27" y="27"/>
                    <a:pt x="27" y="27"/>
                    <a:pt x="0" y="54"/>
                  </a:cubicBezTo>
                  <a:lnTo>
                    <a:pt x="54" y="27"/>
                  </a:lnTo>
                  <a:lnTo>
                    <a:pt x="5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2" name="Google Shape;712;p63"/>
            <p:cNvSpPr/>
            <p:nvPr/>
          </p:nvSpPr>
          <p:spPr>
            <a:xfrm>
              <a:off x="6912862" y="1942876"/>
              <a:ext cx="102548" cy="63956"/>
            </a:xfrm>
            <a:custGeom>
              <a:avLst/>
              <a:gdLst/>
              <a:ahLst/>
              <a:cxnLst/>
              <a:rect l="l" t="t" r="r" b="b"/>
              <a:pathLst>
                <a:path w="2062" h="1286" extrusionOk="0">
                  <a:moveTo>
                    <a:pt x="81" y="1"/>
                  </a:moveTo>
                  <a:cubicBezTo>
                    <a:pt x="54" y="54"/>
                    <a:pt x="27" y="108"/>
                    <a:pt x="1" y="135"/>
                  </a:cubicBezTo>
                  <a:lnTo>
                    <a:pt x="1981" y="1285"/>
                  </a:lnTo>
                  <a:lnTo>
                    <a:pt x="2062" y="1125"/>
                  </a:ln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3" name="Google Shape;713;p63"/>
            <p:cNvSpPr/>
            <p:nvPr/>
          </p:nvSpPr>
          <p:spPr>
            <a:xfrm>
              <a:off x="7131192" y="1696645"/>
              <a:ext cx="356781" cy="408702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217"/>
                  </a:lnTo>
                  <a:lnTo>
                    <a:pt x="3667" y="8217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4" name="Google Shape;714;p63"/>
            <p:cNvSpPr/>
            <p:nvPr/>
          </p:nvSpPr>
          <p:spPr>
            <a:xfrm>
              <a:off x="7603761" y="1696645"/>
              <a:ext cx="358124" cy="40735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80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0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41"/>
                  </a:lnTo>
                  <a:lnTo>
                    <a:pt x="7093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5" name="Google Shape;715;p63"/>
            <p:cNvSpPr/>
            <p:nvPr/>
          </p:nvSpPr>
          <p:spPr>
            <a:xfrm>
              <a:off x="8077622" y="1696645"/>
              <a:ext cx="356781" cy="40735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480" y="3961"/>
                  </a:lnTo>
                  <a:lnTo>
                    <a:pt x="81" y="1981"/>
                  </a:lnTo>
                  <a:lnTo>
                    <a:pt x="1" y="2141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36"/>
                  </a:lnTo>
                  <a:lnTo>
                    <a:pt x="3480" y="4256"/>
                  </a:lnTo>
                  <a:lnTo>
                    <a:pt x="3480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6" name="Google Shape;716;p63"/>
            <p:cNvSpPr/>
            <p:nvPr/>
          </p:nvSpPr>
          <p:spPr>
            <a:xfrm>
              <a:off x="8550190" y="1736581"/>
              <a:ext cx="356781" cy="367424"/>
            </a:xfrm>
            <a:custGeom>
              <a:avLst/>
              <a:gdLst/>
              <a:ahLst/>
              <a:cxnLst/>
              <a:rect l="l" t="t" r="r" b="b"/>
              <a:pathLst>
                <a:path w="7174" h="7388" extrusionOk="0">
                  <a:moveTo>
                    <a:pt x="3507" y="0"/>
                  </a:moveTo>
                  <a:lnTo>
                    <a:pt x="3507" y="3158"/>
                  </a:lnTo>
                  <a:lnTo>
                    <a:pt x="81" y="1178"/>
                  </a:lnTo>
                  <a:lnTo>
                    <a:pt x="0" y="1312"/>
                  </a:lnTo>
                  <a:lnTo>
                    <a:pt x="3426" y="3292"/>
                  </a:lnTo>
                  <a:lnTo>
                    <a:pt x="0" y="5273"/>
                  </a:lnTo>
                  <a:lnTo>
                    <a:pt x="81" y="5433"/>
                  </a:lnTo>
                  <a:lnTo>
                    <a:pt x="3507" y="3453"/>
                  </a:lnTo>
                  <a:lnTo>
                    <a:pt x="3507" y="7387"/>
                  </a:lnTo>
                  <a:lnTo>
                    <a:pt x="3667" y="7387"/>
                  </a:lnTo>
                  <a:lnTo>
                    <a:pt x="3667" y="3453"/>
                  </a:lnTo>
                  <a:lnTo>
                    <a:pt x="7093" y="5407"/>
                  </a:lnTo>
                  <a:lnTo>
                    <a:pt x="7174" y="5273"/>
                  </a:lnTo>
                  <a:lnTo>
                    <a:pt x="3748" y="3292"/>
                  </a:lnTo>
                  <a:lnTo>
                    <a:pt x="5434" y="2329"/>
                  </a:lnTo>
                  <a:cubicBezTo>
                    <a:pt x="5380" y="2302"/>
                    <a:pt x="5354" y="2248"/>
                    <a:pt x="5327" y="2195"/>
                  </a:cubicBezTo>
                  <a:lnTo>
                    <a:pt x="3667" y="3158"/>
                  </a:lnTo>
                  <a:lnTo>
                    <a:pt x="3667" y="187"/>
                  </a:lnTo>
                  <a:cubicBezTo>
                    <a:pt x="3614" y="134"/>
                    <a:pt x="3560" y="80"/>
                    <a:pt x="350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7" name="Google Shape;717;p63"/>
            <p:cNvSpPr/>
            <p:nvPr/>
          </p:nvSpPr>
          <p:spPr>
            <a:xfrm>
              <a:off x="6891576" y="2115948"/>
              <a:ext cx="356781" cy="40735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8" name="Google Shape;718;p63"/>
            <p:cNvSpPr/>
            <p:nvPr/>
          </p:nvSpPr>
          <p:spPr>
            <a:xfrm>
              <a:off x="7364144" y="2115948"/>
              <a:ext cx="356781" cy="40735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3" y="6049"/>
                  </a:lnTo>
                  <a:lnTo>
                    <a:pt x="3774" y="4095"/>
                  </a:lnTo>
                  <a:lnTo>
                    <a:pt x="7173" y="2115"/>
                  </a:lnTo>
                  <a:lnTo>
                    <a:pt x="7093" y="1954"/>
                  </a:lnTo>
                  <a:lnTo>
                    <a:pt x="3667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9" name="Google Shape;719;p63"/>
            <p:cNvSpPr/>
            <p:nvPr/>
          </p:nvSpPr>
          <p:spPr>
            <a:xfrm>
              <a:off x="7836713" y="2115948"/>
              <a:ext cx="358124" cy="40735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35"/>
                  </a:lnTo>
                  <a:lnTo>
                    <a:pt x="107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107" y="6210"/>
                  </a:lnTo>
                  <a:lnTo>
                    <a:pt x="3506" y="4229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29"/>
                  </a:lnTo>
                  <a:lnTo>
                    <a:pt x="7093" y="6210"/>
                  </a:lnTo>
                  <a:lnTo>
                    <a:pt x="7200" y="6049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54"/>
                  </a:lnTo>
                  <a:lnTo>
                    <a:pt x="3694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0" name="Google Shape;720;p63"/>
            <p:cNvSpPr/>
            <p:nvPr/>
          </p:nvSpPr>
          <p:spPr>
            <a:xfrm>
              <a:off x="8310574" y="2114606"/>
              <a:ext cx="356781" cy="408702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122"/>
                  </a:lnTo>
                  <a:lnTo>
                    <a:pt x="1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8" y="8218"/>
                  </a:lnTo>
                  <a:lnTo>
                    <a:pt x="3668" y="4256"/>
                  </a:lnTo>
                  <a:lnTo>
                    <a:pt x="7094" y="6237"/>
                  </a:lnTo>
                  <a:lnTo>
                    <a:pt x="7174" y="6076"/>
                  </a:lnTo>
                  <a:lnTo>
                    <a:pt x="3748" y="4122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1" name="Google Shape;721;p63"/>
            <p:cNvSpPr/>
            <p:nvPr/>
          </p:nvSpPr>
          <p:spPr>
            <a:xfrm>
              <a:off x="8783142" y="2114606"/>
              <a:ext cx="239661" cy="408702"/>
            </a:xfrm>
            <a:custGeom>
              <a:avLst/>
              <a:gdLst/>
              <a:ahLst/>
              <a:cxnLst/>
              <a:rect l="l" t="t" r="r" b="b"/>
              <a:pathLst>
                <a:path w="4819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7" y="8218"/>
                  </a:lnTo>
                  <a:lnTo>
                    <a:pt x="3667" y="4256"/>
                  </a:lnTo>
                  <a:lnTo>
                    <a:pt x="4818" y="4925"/>
                  </a:lnTo>
                  <a:cubicBezTo>
                    <a:pt x="4818" y="4845"/>
                    <a:pt x="4818" y="4765"/>
                    <a:pt x="4792" y="4711"/>
                  </a:cubicBezTo>
                  <a:lnTo>
                    <a:pt x="3774" y="4096"/>
                  </a:lnTo>
                  <a:lnTo>
                    <a:pt x="4604" y="3614"/>
                  </a:lnTo>
                  <a:cubicBezTo>
                    <a:pt x="4604" y="3560"/>
                    <a:pt x="4577" y="3507"/>
                    <a:pt x="4577" y="3453"/>
                  </a:cubicBezTo>
                  <a:lnTo>
                    <a:pt x="3667" y="3962"/>
                  </a:lnTo>
                  <a:lnTo>
                    <a:pt x="3667" y="295"/>
                  </a:lnTo>
                  <a:cubicBezTo>
                    <a:pt x="3641" y="188"/>
                    <a:pt x="3614" y="108"/>
                    <a:pt x="358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2" name="Google Shape;722;p63"/>
            <p:cNvSpPr/>
            <p:nvPr/>
          </p:nvSpPr>
          <p:spPr>
            <a:xfrm>
              <a:off x="6773111" y="2511280"/>
              <a:ext cx="242297" cy="407359"/>
            </a:xfrm>
            <a:custGeom>
              <a:avLst/>
              <a:gdLst/>
              <a:ahLst/>
              <a:cxnLst/>
              <a:rect l="l" t="t" r="r" b="b"/>
              <a:pathLst>
                <a:path w="4872" h="8191" extrusionOk="0">
                  <a:moveTo>
                    <a:pt x="1205" y="1"/>
                  </a:moveTo>
                  <a:lnTo>
                    <a:pt x="1205" y="3935"/>
                  </a:lnTo>
                  <a:lnTo>
                    <a:pt x="0" y="3266"/>
                  </a:lnTo>
                  <a:lnTo>
                    <a:pt x="0" y="3266"/>
                  </a:lnTo>
                  <a:cubicBezTo>
                    <a:pt x="0" y="3320"/>
                    <a:pt x="27" y="3400"/>
                    <a:pt x="27" y="3480"/>
                  </a:cubicBezTo>
                  <a:lnTo>
                    <a:pt x="1098" y="4096"/>
                  </a:lnTo>
                  <a:lnTo>
                    <a:pt x="214" y="4604"/>
                  </a:lnTo>
                  <a:cubicBezTo>
                    <a:pt x="241" y="4658"/>
                    <a:pt x="241" y="4738"/>
                    <a:pt x="268" y="4792"/>
                  </a:cubicBezTo>
                  <a:lnTo>
                    <a:pt x="1205" y="4256"/>
                  </a:lnTo>
                  <a:lnTo>
                    <a:pt x="1205" y="8030"/>
                  </a:lnTo>
                  <a:cubicBezTo>
                    <a:pt x="1205" y="8084"/>
                    <a:pt x="1232" y="8137"/>
                    <a:pt x="1258" y="8191"/>
                  </a:cubicBezTo>
                  <a:lnTo>
                    <a:pt x="1365" y="8191"/>
                  </a:lnTo>
                  <a:lnTo>
                    <a:pt x="1365" y="4256"/>
                  </a:lnTo>
                  <a:lnTo>
                    <a:pt x="4791" y="6210"/>
                  </a:lnTo>
                  <a:lnTo>
                    <a:pt x="4872" y="6076"/>
                  </a:lnTo>
                  <a:lnTo>
                    <a:pt x="1446" y="4096"/>
                  </a:lnTo>
                  <a:lnTo>
                    <a:pt x="4872" y="2115"/>
                  </a:lnTo>
                  <a:lnTo>
                    <a:pt x="4791" y="1981"/>
                  </a:lnTo>
                  <a:lnTo>
                    <a:pt x="1365" y="3935"/>
                  </a:lnTo>
                  <a:lnTo>
                    <a:pt x="136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3" name="Google Shape;723;p63"/>
            <p:cNvSpPr/>
            <p:nvPr/>
          </p:nvSpPr>
          <p:spPr>
            <a:xfrm>
              <a:off x="7131192" y="2511280"/>
              <a:ext cx="356781" cy="40735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56"/>
                  </a:lnTo>
                  <a:lnTo>
                    <a:pt x="7093" y="6210"/>
                  </a:lnTo>
                  <a:lnTo>
                    <a:pt x="7173" y="6076"/>
                  </a:lnTo>
                  <a:lnTo>
                    <a:pt x="3774" y="4096"/>
                  </a:lnTo>
                  <a:lnTo>
                    <a:pt x="7173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4" name="Google Shape;724;p63"/>
            <p:cNvSpPr/>
            <p:nvPr/>
          </p:nvSpPr>
          <p:spPr>
            <a:xfrm>
              <a:off x="7603761" y="2511280"/>
              <a:ext cx="358124" cy="40735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1"/>
                  </a:moveTo>
                  <a:lnTo>
                    <a:pt x="3506" y="3935"/>
                  </a:lnTo>
                  <a:lnTo>
                    <a:pt x="80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0" y="6210"/>
                  </a:lnTo>
                  <a:lnTo>
                    <a:pt x="3506" y="4230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30"/>
                  </a:lnTo>
                  <a:lnTo>
                    <a:pt x="7093" y="6210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15"/>
                  </a:lnTo>
                  <a:lnTo>
                    <a:pt x="7093" y="1981"/>
                  </a:lnTo>
                  <a:lnTo>
                    <a:pt x="3694" y="3935"/>
                  </a:lnTo>
                  <a:lnTo>
                    <a:pt x="369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5" name="Google Shape;725;p63"/>
            <p:cNvSpPr/>
            <p:nvPr/>
          </p:nvSpPr>
          <p:spPr>
            <a:xfrm>
              <a:off x="8077622" y="2511280"/>
              <a:ext cx="356781" cy="40735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1" y="2115"/>
                  </a:lnTo>
                  <a:lnTo>
                    <a:pt x="3400" y="4096"/>
                  </a:lnTo>
                  <a:lnTo>
                    <a:pt x="1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480" y="8191"/>
                  </a:lnTo>
                  <a:lnTo>
                    <a:pt x="3668" y="8191"/>
                  </a:lnTo>
                  <a:lnTo>
                    <a:pt x="3668" y="4230"/>
                  </a:lnTo>
                  <a:lnTo>
                    <a:pt x="7094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4" y="1955"/>
                  </a:lnTo>
                  <a:lnTo>
                    <a:pt x="3668" y="3935"/>
                  </a:lnTo>
                  <a:lnTo>
                    <a:pt x="366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6" name="Google Shape;726;p63"/>
            <p:cNvSpPr/>
            <p:nvPr/>
          </p:nvSpPr>
          <p:spPr>
            <a:xfrm>
              <a:off x="8550190" y="2511280"/>
              <a:ext cx="356781" cy="40735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30"/>
                  </a:lnTo>
                  <a:lnTo>
                    <a:pt x="7093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3" y="1955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7" name="Google Shape;727;p63"/>
            <p:cNvSpPr/>
            <p:nvPr/>
          </p:nvSpPr>
          <p:spPr>
            <a:xfrm>
              <a:off x="6891576" y="2934613"/>
              <a:ext cx="356781" cy="363445"/>
            </a:xfrm>
            <a:custGeom>
              <a:avLst/>
              <a:gdLst/>
              <a:ahLst/>
              <a:cxnLst/>
              <a:rect l="l" t="t" r="r" b="b"/>
              <a:pathLst>
                <a:path w="7174" h="730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1767" y="5059"/>
                  </a:lnTo>
                  <a:cubicBezTo>
                    <a:pt x="1821" y="5086"/>
                    <a:pt x="1847" y="5139"/>
                    <a:pt x="1874" y="5193"/>
                  </a:cubicBezTo>
                  <a:lnTo>
                    <a:pt x="3507" y="4256"/>
                  </a:lnTo>
                  <a:lnTo>
                    <a:pt x="3507" y="7120"/>
                  </a:lnTo>
                  <a:cubicBezTo>
                    <a:pt x="3560" y="7200"/>
                    <a:pt x="3614" y="7254"/>
                    <a:pt x="3667" y="7307"/>
                  </a:cubicBezTo>
                  <a:lnTo>
                    <a:pt x="3667" y="4256"/>
                  </a:lnTo>
                  <a:lnTo>
                    <a:pt x="7093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8" name="Google Shape;728;p63"/>
            <p:cNvSpPr/>
            <p:nvPr/>
          </p:nvSpPr>
          <p:spPr>
            <a:xfrm>
              <a:off x="7364144" y="2934613"/>
              <a:ext cx="356781" cy="40735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7" y="8190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9" name="Google Shape;729;p63"/>
            <p:cNvSpPr/>
            <p:nvPr/>
          </p:nvSpPr>
          <p:spPr>
            <a:xfrm>
              <a:off x="7836713" y="2934613"/>
              <a:ext cx="358124" cy="40735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107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107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0" name="Google Shape;730;p63"/>
            <p:cNvSpPr/>
            <p:nvPr/>
          </p:nvSpPr>
          <p:spPr>
            <a:xfrm>
              <a:off x="8310574" y="2934613"/>
              <a:ext cx="356781" cy="40735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1" y="2115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1" name="Google Shape;731;p63"/>
            <p:cNvSpPr/>
            <p:nvPr/>
          </p:nvSpPr>
          <p:spPr>
            <a:xfrm>
              <a:off x="8783142" y="3033085"/>
              <a:ext cx="97227" cy="61270"/>
            </a:xfrm>
            <a:custGeom>
              <a:avLst/>
              <a:gdLst/>
              <a:ahLst/>
              <a:cxnLst/>
              <a:rect l="l" t="t" r="r" b="b"/>
              <a:pathLst>
                <a:path w="1955" h="1232" extrusionOk="0">
                  <a:moveTo>
                    <a:pt x="81" y="1"/>
                  </a:moveTo>
                  <a:lnTo>
                    <a:pt x="0" y="135"/>
                  </a:lnTo>
                  <a:lnTo>
                    <a:pt x="1874" y="1232"/>
                  </a:lnTo>
                  <a:cubicBezTo>
                    <a:pt x="1901" y="1178"/>
                    <a:pt x="1928" y="1125"/>
                    <a:pt x="1954" y="1071"/>
                  </a:cubicBez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2" name="Google Shape;732;p63"/>
            <p:cNvSpPr/>
            <p:nvPr/>
          </p:nvSpPr>
          <p:spPr>
            <a:xfrm>
              <a:off x="7345494" y="3428467"/>
              <a:ext cx="142484" cy="85242"/>
            </a:xfrm>
            <a:custGeom>
              <a:avLst/>
              <a:gdLst/>
              <a:ahLst/>
              <a:cxnLst/>
              <a:rect l="l" t="t" r="r" b="b"/>
              <a:pathLst>
                <a:path w="2865" h="1714" extrusionOk="0">
                  <a:moveTo>
                    <a:pt x="2784" y="0"/>
                  </a:moveTo>
                  <a:lnTo>
                    <a:pt x="1" y="1606"/>
                  </a:lnTo>
                  <a:cubicBezTo>
                    <a:pt x="54" y="1660"/>
                    <a:pt x="108" y="1686"/>
                    <a:pt x="161" y="1713"/>
                  </a:cubicBezTo>
                  <a:lnTo>
                    <a:pt x="2864" y="161"/>
                  </a:lnTo>
                  <a:lnTo>
                    <a:pt x="278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3" name="Google Shape;733;p63"/>
            <p:cNvSpPr/>
            <p:nvPr/>
          </p:nvSpPr>
          <p:spPr>
            <a:xfrm>
              <a:off x="7305558" y="3329945"/>
              <a:ext cx="8057" cy="161133"/>
            </a:xfrm>
            <a:custGeom>
              <a:avLst/>
              <a:gdLst/>
              <a:ahLst/>
              <a:cxnLst/>
              <a:rect l="l" t="t" r="r" b="b"/>
              <a:pathLst>
                <a:path w="162" h="3240" extrusionOk="0">
                  <a:moveTo>
                    <a:pt x="1" y="0"/>
                  </a:moveTo>
                  <a:lnTo>
                    <a:pt x="1" y="3132"/>
                  </a:lnTo>
                  <a:cubicBezTo>
                    <a:pt x="54" y="3159"/>
                    <a:pt x="108" y="3212"/>
                    <a:pt x="161" y="3239"/>
                  </a:cubicBez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4" name="Google Shape;734;p63"/>
            <p:cNvSpPr/>
            <p:nvPr/>
          </p:nvSpPr>
          <p:spPr>
            <a:xfrm>
              <a:off x="7603761" y="3329945"/>
              <a:ext cx="358124" cy="316846"/>
            </a:xfrm>
            <a:custGeom>
              <a:avLst/>
              <a:gdLst/>
              <a:ahLst/>
              <a:cxnLst/>
              <a:rect l="l" t="t" r="r" b="b"/>
              <a:pathLst>
                <a:path w="7201" h="6371" extrusionOk="0">
                  <a:moveTo>
                    <a:pt x="3506" y="0"/>
                  </a:moveTo>
                  <a:lnTo>
                    <a:pt x="3506" y="3962"/>
                  </a:lnTo>
                  <a:lnTo>
                    <a:pt x="80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455" y="5835"/>
                  </a:lnTo>
                  <a:cubicBezTo>
                    <a:pt x="535" y="5835"/>
                    <a:pt x="616" y="5862"/>
                    <a:pt x="696" y="5889"/>
                  </a:cubicBezTo>
                  <a:lnTo>
                    <a:pt x="3506" y="4256"/>
                  </a:lnTo>
                  <a:lnTo>
                    <a:pt x="3506" y="6371"/>
                  </a:lnTo>
                  <a:lnTo>
                    <a:pt x="3694" y="6371"/>
                  </a:lnTo>
                  <a:lnTo>
                    <a:pt x="3694" y="4256"/>
                  </a:lnTo>
                  <a:lnTo>
                    <a:pt x="7093" y="6237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42"/>
                  </a:lnTo>
                  <a:lnTo>
                    <a:pt x="7093" y="1981"/>
                  </a:lnTo>
                  <a:lnTo>
                    <a:pt x="3694" y="3962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5" name="Google Shape;735;p63"/>
            <p:cNvSpPr/>
            <p:nvPr/>
          </p:nvSpPr>
          <p:spPr>
            <a:xfrm>
              <a:off x="8077622" y="3329945"/>
              <a:ext cx="356781" cy="307546"/>
            </a:xfrm>
            <a:custGeom>
              <a:avLst/>
              <a:gdLst/>
              <a:ahLst/>
              <a:cxnLst/>
              <a:rect l="l" t="t" r="r" b="b"/>
              <a:pathLst>
                <a:path w="7174" h="6184" extrusionOk="0">
                  <a:moveTo>
                    <a:pt x="3507" y="0"/>
                  </a:moveTo>
                  <a:lnTo>
                    <a:pt x="3480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096"/>
                  </a:lnTo>
                  <a:lnTo>
                    <a:pt x="1" y="6076"/>
                  </a:lnTo>
                  <a:lnTo>
                    <a:pt x="54" y="6183"/>
                  </a:lnTo>
                  <a:lnTo>
                    <a:pt x="161" y="6183"/>
                  </a:lnTo>
                  <a:lnTo>
                    <a:pt x="3480" y="4256"/>
                  </a:lnTo>
                  <a:lnTo>
                    <a:pt x="3480" y="5354"/>
                  </a:lnTo>
                  <a:cubicBezTo>
                    <a:pt x="3560" y="5327"/>
                    <a:pt x="3614" y="5327"/>
                    <a:pt x="3668" y="5300"/>
                  </a:cubicBezTo>
                  <a:lnTo>
                    <a:pt x="3668" y="4256"/>
                  </a:lnTo>
                  <a:lnTo>
                    <a:pt x="4765" y="4899"/>
                  </a:lnTo>
                  <a:cubicBezTo>
                    <a:pt x="4845" y="4872"/>
                    <a:pt x="4899" y="4845"/>
                    <a:pt x="4979" y="4818"/>
                  </a:cubicBezTo>
                  <a:lnTo>
                    <a:pt x="3748" y="4096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6" name="Google Shape;736;p63"/>
            <p:cNvSpPr/>
            <p:nvPr/>
          </p:nvSpPr>
          <p:spPr>
            <a:xfrm>
              <a:off x="8550190" y="3428467"/>
              <a:ext cx="16014" cy="12035"/>
            </a:xfrm>
            <a:custGeom>
              <a:avLst/>
              <a:gdLst/>
              <a:ahLst/>
              <a:cxnLst/>
              <a:rect l="l" t="t" r="r" b="b"/>
              <a:pathLst>
                <a:path w="322" h="242" extrusionOk="0">
                  <a:moveTo>
                    <a:pt x="81" y="0"/>
                  </a:moveTo>
                  <a:lnTo>
                    <a:pt x="0" y="134"/>
                  </a:lnTo>
                  <a:lnTo>
                    <a:pt x="161" y="241"/>
                  </a:lnTo>
                  <a:cubicBezTo>
                    <a:pt x="215" y="214"/>
                    <a:pt x="268" y="161"/>
                    <a:pt x="322" y="134"/>
                  </a:cubicBezTo>
                  <a:lnTo>
                    <a:pt x="8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737" name="Google Shape;737;p63"/>
          <p:cNvSpPr txBox="1">
            <a:spLocks noGrp="1"/>
          </p:cNvSpPr>
          <p:nvPr>
            <p:ph type="title"/>
          </p:nvPr>
        </p:nvSpPr>
        <p:spPr>
          <a:xfrm>
            <a:off x="1569450" y="1152050"/>
            <a:ext cx="6005100" cy="1516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3600">
                <a:solidFill>
                  <a:schemeClr val="accen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738" name="Google Shape;738;p63"/>
          <p:cNvSpPr txBox="1">
            <a:spLocks noGrp="1"/>
          </p:cNvSpPr>
          <p:nvPr>
            <p:ph type="subTitle" idx="1"/>
          </p:nvPr>
        </p:nvSpPr>
        <p:spPr>
          <a:xfrm>
            <a:off x="1569450" y="2756350"/>
            <a:ext cx="60051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>
                <a:solidFill>
                  <a:schemeClr val="accent2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2">
  <p:cSld name="CUSTOM_24_1">
    <p:spTree>
      <p:nvGrpSpPr>
        <p:cNvPr id="1" name="Shape 7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0" name="Google Shape;740;p64"/>
          <p:cNvSpPr txBox="1">
            <a:spLocks noGrp="1"/>
          </p:cNvSpPr>
          <p:nvPr>
            <p:ph type="title"/>
          </p:nvPr>
        </p:nvSpPr>
        <p:spPr>
          <a:xfrm>
            <a:off x="713250" y="523025"/>
            <a:ext cx="7717500" cy="541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741" name="Google Shape;741;p64"/>
          <p:cNvSpPr txBox="1">
            <a:spLocks noGrp="1"/>
          </p:cNvSpPr>
          <p:nvPr>
            <p:ph type="subTitle" idx="1"/>
          </p:nvPr>
        </p:nvSpPr>
        <p:spPr>
          <a:xfrm>
            <a:off x="713250" y="1123450"/>
            <a:ext cx="7717500" cy="3442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AutoNum type="arabicPeriod"/>
              <a:defRPr sz="16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AutoNum type="alphaLcPeriod"/>
              <a:defRPr sz="1600"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AutoNum type="romanLcPeriod"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AutoNum type="arabicPeriod"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AutoNum type="alphaLcPeriod"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AutoNum type="romanLcPeriod"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AutoNum type="arabicPeriod"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AutoNum type="alphaLcPeriod"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AutoNum type="romanLcPeriod"/>
              <a:defRPr/>
            </a:lvl9pPr>
          </a:lstStyle>
          <a:p>
            <a:endParaRPr/>
          </a:p>
        </p:txBody>
      </p:sp>
      <p:sp>
        <p:nvSpPr>
          <p:cNvPr id="742" name="Google Shape;742;p64"/>
          <p:cNvSpPr/>
          <p:nvPr/>
        </p:nvSpPr>
        <p:spPr>
          <a:xfrm>
            <a:off x="-598400" y="3985675"/>
            <a:ext cx="1844545" cy="1627040"/>
          </a:xfrm>
          <a:custGeom>
            <a:avLst/>
            <a:gdLst/>
            <a:ahLst/>
            <a:cxnLst/>
            <a:rect l="l" t="t" r="r" b="b"/>
            <a:pathLst>
              <a:path w="13679" h="12066" extrusionOk="0">
                <a:moveTo>
                  <a:pt x="7541" y="1"/>
                </a:moveTo>
                <a:cubicBezTo>
                  <a:pt x="7109" y="1"/>
                  <a:pt x="6648" y="24"/>
                  <a:pt x="6157" y="68"/>
                </a:cubicBezTo>
                <a:cubicBezTo>
                  <a:pt x="1981" y="443"/>
                  <a:pt x="28" y="3173"/>
                  <a:pt x="1" y="6385"/>
                </a:cubicBezTo>
                <a:cubicBezTo>
                  <a:pt x="598" y="10109"/>
                  <a:pt x="2003" y="12066"/>
                  <a:pt x="5300" y="12066"/>
                </a:cubicBezTo>
                <a:cubicBezTo>
                  <a:pt x="5700" y="12066"/>
                  <a:pt x="6128" y="12037"/>
                  <a:pt x="6585" y="11979"/>
                </a:cubicBezTo>
                <a:cubicBezTo>
                  <a:pt x="10680" y="11470"/>
                  <a:pt x="13678" y="9516"/>
                  <a:pt x="12822" y="4297"/>
                </a:cubicBezTo>
                <a:cubicBezTo>
                  <a:pt x="12326" y="1256"/>
                  <a:pt x="10731" y="1"/>
                  <a:pt x="7541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3" name="Google Shape;743;p64"/>
          <p:cNvSpPr/>
          <p:nvPr/>
        </p:nvSpPr>
        <p:spPr>
          <a:xfrm rot="7619243">
            <a:off x="7150868" y="2766901"/>
            <a:ext cx="3210914" cy="3197601"/>
          </a:xfrm>
          <a:custGeom>
            <a:avLst/>
            <a:gdLst/>
            <a:ahLst/>
            <a:cxnLst/>
            <a:rect l="l" t="t" r="r" b="b"/>
            <a:pathLst>
              <a:path w="48235" h="48035" extrusionOk="0">
                <a:moveTo>
                  <a:pt x="3770" y="17379"/>
                </a:moveTo>
                <a:cubicBezTo>
                  <a:pt x="7573" y="20948"/>
                  <a:pt x="10108" y="20948"/>
                  <a:pt x="20515" y="21349"/>
                </a:cubicBezTo>
                <a:cubicBezTo>
                  <a:pt x="30956" y="21782"/>
                  <a:pt x="19314" y="35525"/>
                  <a:pt x="27520" y="41797"/>
                </a:cubicBezTo>
                <a:cubicBezTo>
                  <a:pt x="35726" y="48034"/>
                  <a:pt x="48235" y="37827"/>
                  <a:pt x="48235" y="26986"/>
                </a:cubicBezTo>
                <a:cubicBezTo>
                  <a:pt x="48235" y="16145"/>
                  <a:pt x="35026" y="0"/>
                  <a:pt x="18080" y="867"/>
                </a:cubicBezTo>
                <a:cubicBezTo>
                  <a:pt x="1135" y="1768"/>
                  <a:pt x="1" y="13843"/>
                  <a:pt x="3770" y="17379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744" name="Google Shape;744;p64"/>
          <p:cNvGrpSpPr/>
          <p:nvPr/>
        </p:nvGrpSpPr>
        <p:grpSpPr>
          <a:xfrm>
            <a:off x="7295305" y="-672969"/>
            <a:ext cx="2270935" cy="2260334"/>
            <a:chOff x="6762468" y="1386456"/>
            <a:chExt cx="2270935" cy="2260334"/>
          </a:xfrm>
        </p:grpSpPr>
        <p:sp>
          <p:nvSpPr>
            <p:cNvPr id="745" name="Google Shape;745;p64"/>
            <p:cNvSpPr/>
            <p:nvPr/>
          </p:nvSpPr>
          <p:spPr>
            <a:xfrm>
              <a:off x="6762468" y="1386456"/>
              <a:ext cx="2270935" cy="2260292"/>
            </a:xfrm>
            <a:custGeom>
              <a:avLst/>
              <a:gdLst/>
              <a:ahLst/>
              <a:cxnLst/>
              <a:rect l="l" t="t" r="r" b="b"/>
              <a:pathLst>
                <a:path w="45663" h="45449" extrusionOk="0">
                  <a:moveTo>
                    <a:pt x="10947" y="4979"/>
                  </a:moveTo>
                  <a:lnTo>
                    <a:pt x="15605" y="7656"/>
                  </a:lnTo>
                  <a:lnTo>
                    <a:pt x="15605" y="13062"/>
                  </a:lnTo>
                  <a:lnTo>
                    <a:pt x="10947" y="15766"/>
                  </a:lnTo>
                  <a:lnTo>
                    <a:pt x="6263" y="13062"/>
                  </a:lnTo>
                  <a:lnTo>
                    <a:pt x="6263" y="7656"/>
                  </a:lnTo>
                  <a:lnTo>
                    <a:pt x="10947" y="4979"/>
                  </a:lnTo>
                  <a:close/>
                  <a:moveTo>
                    <a:pt x="20449" y="4979"/>
                  </a:moveTo>
                  <a:lnTo>
                    <a:pt x="25133" y="7656"/>
                  </a:lnTo>
                  <a:lnTo>
                    <a:pt x="25133" y="13062"/>
                  </a:lnTo>
                  <a:lnTo>
                    <a:pt x="20449" y="15766"/>
                  </a:lnTo>
                  <a:lnTo>
                    <a:pt x="15792" y="13062"/>
                  </a:lnTo>
                  <a:lnTo>
                    <a:pt x="15792" y="7656"/>
                  </a:lnTo>
                  <a:lnTo>
                    <a:pt x="20449" y="4979"/>
                  </a:lnTo>
                  <a:close/>
                  <a:moveTo>
                    <a:pt x="29978" y="4979"/>
                  </a:moveTo>
                  <a:lnTo>
                    <a:pt x="34635" y="7656"/>
                  </a:lnTo>
                  <a:lnTo>
                    <a:pt x="34635" y="13062"/>
                  </a:lnTo>
                  <a:lnTo>
                    <a:pt x="29978" y="15766"/>
                  </a:lnTo>
                  <a:lnTo>
                    <a:pt x="25294" y="13062"/>
                  </a:lnTo>
                  <a:lnTo>
                    <a:pt x="25294" y="7656"/>
                  </a:lnTo>
                  <a:lnTo>
                    <a:pt x="29978" y="4979"/>
                  </a:lnTo>
                  <a:close/>
                  <a:moveTo>
                    <a:pt x="6183" y="13196"/>
                  </a:moveTo>
                  <a:lnTo>
                    <a:pt x="10867" y="15899"/>
                  </a:lnTo>
                  <a:lnTo>
                    <a:pt x="10867" y="21306"/>
                  </a:lnTo>
                  <a:lnTo>
                    <a:pt x="6183" y="23983"/>
                  </a:lnTo>
                  <a:lnTo>
                    <a:pt x="1526" y="21306"/>
                  </a:lnTo>
                  <a:lnTo>
                    <a:pt x="1526" y="15899"/>
                  </a:lnTo>
                  <a:lnTo>
                    <a:pt x="6183" y="13196"/>
                  </a:lnTo>
                  <a:close/>
                  <a:moveTo>
                    <a:pt x="15712" y="13196"/>
                  </a:moveTo>
                  <a:lnTo>
                    <a:pt x="20369" y="15899"/>
                  </a:lnTo>
                  <a:lnTo>
                    <a:pt x="20369" y="21306"/>
                  </a:lnTo>
                  <a:lnTo>
                    <a:pt x="15712" y="23983"/>
                  </a:lnTo>
                  <a:lnTo>
                    <a:pt x="11028" y="21306"/>
                  </a:lnTo>
                  <a:lnTo>
                    <a:pt x="11028" y="15899"/>
                  </a:lnTo>
                  <a:lnTo>
                    <a:pt x="15712" y="13196"/>
                  </a:lnTo>
                  <a:close/>
                  <a:moveTo>
                    <a:pt x="25213" y="13196"/>
                  </a:moveTo>
                  <a:lnTo>
                    <a:pt x="29871" y="15899"/>
                  </a:lnTo>
                  <a:lnTo>
                    <a:pt x="29871" y="21306"/>
                  </a:lnTo>
                  <a:lnTo>
                    <a:pt x="25213" y="23983"/>
                  </a:lnTo>
                  <a:lnTo>
                    <a:pt x="20529" y="21306"/>
                  </a:lnTo>
                  <a:lnTo>
                    <a:pt x="20529" y="15899"/>
                  </a:lnTo>
                  <a:lnTo>
                    <a:pt x="25213" y="13196"/>
                  </a:lnTo>
                  <a:close/>
                  <a:moveTo>
                    <a:pt x="34715" y="13196"/>
                  </a:moveTo>
                  <a:lnTo>
                    <a:pt x="39399" y="15899"/>
                  </a:lnTo>
                  <a:lnTo>
                    <a:pt x="39399" y="21306"/>
                  </a:lnTo>
                  <a:lnTo>
                    <a:pt x="34715" y="23983"/>
                  </a:lnTo>
                  <a:lnTo>
                    <a:pt x="30058" y="21306"/>
                  </a:lnTo>
                  <a:lnTo>
                    <a:pt x="30058" y="15899"/>
                  </a:lnTo>
                  <a:lnTo>
                    <a:pt x="34715" y="13196"/>
                  </a:lnTo>
                  <a:close/>
                  <a:moveTo>
                    <a:pt x="10947" y="21440"/>
                  </a:moveTo>
                  <a:lnTo>
                    <a:pt x="15605" y="24143"/>
                  </a:lnTo>
                  <a:lnTo>
                    <a:pt x="15605" y="29523"/>
                  </a:lnTo>
                  <a:lnTo>
                    <a:pt x="10947" y="32226"/>
                  </a:lnTo>
                  <a:lnTo>
                    <a:pt x="6263" y="29523"/>
                  </a:lnTo>
                  <a:lnTo>
                    <a:pt x="6263" y="24143"/>
                  </a:lnTo>
                  <a:lnTo>
                    <a:pt x="10947" y="21440"/>
                  </a:lnTo>
                  <a:close/>
                  <a:moveTo>
                    <a:pt x="20449" y="21440"/>
                  </a:moveTo>
                  <a:lnTo>
                    <a:pt x="25133" y="24143"/>
                  </a:lnTo>
                  <a:lnTo>
                    <a:pt x="25133" y="29523"/>
                  </a:lnTo>
                  <a:lnTo>
                    <a:pt x="20449" y="32226"/>
                  </a:lnTo>
                  <a:lnTo>
                    <a:pt x="15792" y="29523"/>
                  </a:lnTo>
                  <a:lnTo>
                    <a:pt x="15792" y="24143"/>
                  </a:lnTo>
                  <a:lnTo>
                    <a:pt x="20449" y="21440"/>
                  </a:lnTo>
                  <a:close/>
                  <a:moveTo>
                    <a:pt x="29978" y="21440"/>
                  </a:moveTo>
                  <a:lnTo>
                    <a:pt x="34635" y="24143"/>
                  </a:lnTo>
                  <a:lnTo>
                    <a:pt x="34635" y="29523"/>
                  </a:lnTo>
                  <a:lnTo>
                    <a:pt x="29978" y="32226"/>
                  </a:lnTo>
                  <a:lnTo>
                    <a:pt x="25294" y="29523"/>
                  </a:lnTo>
                  <a:lnTo>
                    <a:pt x="25294" y="24143"/>
                  </a:lnTo>
                  <a:lnTo>
                    <a:pt x="29978" y="21440"/>
                  </a:lnTo>
                  <a:close/>
                  <a:moveTo>
                    <a:pt x="39480" y="21440"/>
                  </a:moveTo>
                  <a:lnTo>
                    <a:pt x="44137" y="24143"/>
                  </a:lnTo>
                  <a:lnTo>
                    <a:pt x="44137" y="29523"/>
                  </a:lnTo>
                  <a:lnTo>
                    <a:pt x="39480" y="32226"/>
                  </a:lnTo>
                  <a:lnTo>
                    <a:pt x="34796" y="29523"/>
                  </a:lnTo>
                  <a:lnTo>
                    <a:pt x="34796" y="24143"/>
                  </a:lnTo>
                  <a:lnTo>
                    <a:pt x="39480" y="21440"/>
                  </a:lnTo>
                  <a:close/>
                  <a:moveTo>
                    <a:pt x="15712" y="29684"/>
                  </a:moveTo>
                  <a:lnTo>
                    <a:pt x="20369" y="32387"/>
                  </a:lnTo>
                  <a:lnTo>
                    <a:pt x="20369" y="37767"/>
                  </a:lnTo>
                  <a:lnTo>
                    <a:pt x="15712" y="40470"/>
                  </a:lnTo>
                  <a:lnTo>
                    <a:pt x="11028" y="37767"/>
                  </a:lnTo>
                  <a:lnTo>
                    <a:pt x="11028" y="32387"/>
                  </a:lnTo>
                  <a:lnTo>
                    <a:pt x="15712" y="29684"/>
                  </a:lnTo>
                  <a:close/>
                  <a:moveTo>
                    <a:pt x="25213" y="29684"/>
                  </a:moveTo>
                  <a:lnTo>
                    <a:pt x="29871" y="32387"/>
                  </a:lnTo>
                  <a:lnTo>
                    <a:pt x="29871" y="37767"/>
                  </a:lnTo>
                  <a:lnTo>
                    <a:pt x="25213" y="40470"/>
                  </a:lnTo>
                  <a:lnTo>
                    <a:pt x="20529" y="37767"/>
                  </a:lnTo>
                  <a:lnTo>
                    <a:pt x="20529" y="32387"/>
                  </a:lnTo>
                  <a:lnTo>
                    <a:pt x="25213" y="29684"/>
                  </a:lnTo>
                  <a:close/>
                  <a:moveTo>
                    <a:pt x="34715" y="29684"/>
                  </a:moveTo>
                  <a:lnTo>
                    <a:pt x="39399" y="32387"/>
                  </a:lnTo>
                  <a:lnTo>
                    <a:pt x="39399" y="37767"/>
                  </a:lnTo>
                  <a:lnTo>
                    <a:pt x="34715" y="40470"/>
                  </a:lnTo>
                  <a:lnTo>
                    <a:pt x="30058" y="37767"/>
                  </a:lnTo>
                  <a:lnTo>
                    <a:pt x="30058" y="32387"/>
                  </a:lnTo>
                  <a:lnTo>
                    <a:pt x="34715" y="29684"/>
                  </a:lnTo>
                  <a:close/>
                  <a:moveTo>
                    <a:pt x="20369" y="1"/>
                  </a:moveTo>
                  <a:lnTo>
                    <a:pt x="20369" y="4818"/>
                  </a:lnTo>
                  <a:lnTo>
                    <a:pt x="15712" y="7522"/>
                  </a:lnTo>
                  <a:lnTo>
                    <a:pt x="11028" y="4818"/>
                  </a:lnTo>
                  <a:lnTo>
                    <a:pt x="11028" y="3159"/>
                  </a:lnTo>
                  <a:cubicBezTo>
                    <a:pt x="10974" y="3186"/>
                    <a:pt x="10921" y="3239"/>
                    <a:pt x="10867" y="3266"/>
                  </a:cubicBezTo>
                  <a:lnTo>
                    <a:pt x="10867" y="4818"/>
                  </a:lnTo>
                  <a:lnTo>
                    <a:pt x="6183" y="7522"/>
                  </a:lnTo>
                  <a:lnTo>
                    <a:pt x="5915" y="7361"/>
                  </a:lnTo>
                  <a:cubicBezTo>
                    <a:pt x="5889" y="7415"/>
                    <a:pt x="5835" y="7442"/>
                    <a:pt x="5808" y="7495"/>
                  </a:cubicBezTo>
                  <a:lnTo>
                    <a:pt x="6103" y="7656"/>
                  </a:lnTo>
                  <a:lnTo>
                    <a:pt x="6103" y="13062"/>
                  </a:lnTo>
                  <a:lnTo>
                    <a:pt x="1419" y="15766"/>
                  </a:lnTo>
                  <a:lnTo>
                    <a:pt x="1124" y="15578"/>
                  </a:lnTo>
                  <a:cubicBezTo>
                    <a:pt x="1124" y="15632"/>
                    <a:pt x="1098" y="15685"/>
                    <a:pt x="1071" y="15739"/>
                  </a:cubicBezTo>
                  <a:lnTo>
                    <a:pt x="1338" y="15899"/>
                  </a:lnTo>
                  <a:lnTo>
                    <a:pt x="1338" y="21306"/>
                  </a:lnTo>
                  <a:lnTo>
                    <a:pt x="0" y="22082"/>
                  </a:lnTo>
                  <a:cubicBezTo>
                    <a:pt x="0" y="22136"/>
                    <a:pt x="0" y="22216"/>
                    <a:pt x="0" y="22270"/>
                  </a:cubicBezTo>
                  <a:lnTo>
                    <a:pt x="1419" y="21440"/>
                  </a:lnTo>
                  <a:lnTo>
                    <a:pt x="6103" y="24143"/>
                  </a:lnTo>
                  <a:lnTo>
                    <a:pt x="6103" y="29523"/>
                  </a:lnTo>
                  <a:lnTo>
                    <a:pt x="1927" y="31932"/>
                  </a:lnTo>
                  <a:cubicBezTo>
                    <a:pt x="1954" y="31986"/>
                    <a:pt x="1981" y="32039"/>
                    <a:pt x="2008" y="32093"/>
                  </a:cubicBezTo>
                  <a:lnTo>
                    <a:pt x="6183" y="29684"/>
                  </a:lnTo>
                  <a:lnTo>
                    <a:pt x="10867" y="32387"/>
                  </a:lnTo>
                  <a:lnTo>
                    <a:pt x="10867" y="37767"/>
                  </a:lnTo>
                  <a:lnTo>
                    <a:pt x="7548" y="39694"/>
                  </a:lnTo>
                  <a:cubicBezTo>
                    <a:pt x="7575" y="39721"/>
                    <a:pt x="7628" y="39774"/>
                    <a:pt x="7682" y="39801"/>
                  </a:cubicBezTo>
                  <a:lnTo>
                    <a:pt x="10947" y="37928"/>
                  </a:lnTo>
                  <a:lnTo>
                    <a:pt x="15605" y="40631"/>
                  </a:lnTo>
                  <a:lnTo>
                    <a:pt x="15605" y="44405"/>
                  </a:lnTo>
                  <a:cubicBezTo>
                    <a:pt x="15658" y="44405"/>
                    <a:pt x="15738" y="44432"/>
                    <a:pt x="15792" y="44458"/>
                  </a:cubicBezTo>
                  <a:lnTo>
                    <a:pt x="15792" y="40631"/>
                  </a:lnTo>
                  <a:lnTo>
                    <a:pt x="20449" y="37928"/>
                  </a:lnTo>
                  <a:lnTo>
                    <a:pt x="25133" y="40631"/>
                  </a:lnTo>
                  <a:lnTo>
                    <a:pt x="25133" y="45449"/>
                  </a:lnTo>
                  <a:cubicBezTo>
                    <a:pt x="25187" y="45449"/>
                    <a:pt x="25240" y="45449"/>
                    <a:pt x="25294" y="45422"/>
                  </a:cubicBezTo>
                  <a:lnTo>
                    <a:pt x="25294" y="40631"/>
                  </a:lnTo>
                  <a:lnTo>
                    <a:pt x="29978" y="37928"/>
                  </a:lnTo>
                  <a:lnTo>
                    <a:pt x="34635" y="40631"/>
                  </a:lnTo>
                  <a:lnTo>
                    <a:pt x="34635" y="42290"/>
                  </a:lnTo>
                  <a:cubicBezTo>
                    <a:pt x="34688" y="42237"/>
                    <a:pt x="34742" y="42210"/>
                    <a:pt x="34796" y="42183"/>
                  </a:cubicBezTo>
                  <a:lnTo>
                    <a:pt x="34796" y="40631"/>
                  </a:lnTo>
                  <a:lnTo>
                    <a:pt x="39480" y="37928"/>
                  </a:lnTo>
                  <a:lnTo>
                    <a:pt x="39747" y="38088"/>
                  </a:lnTo>
                  <a:cubicBezTo>
                    <a:pt x="39774" y="38035"/>
                    <a:pt x="39827" y="37981"/>
                    <a:pt x="39854" y="37954"/>
                  </a:cubicBezTo>
                  <a:lnTo>
                    <a:pt x="39560" y="37767"/>
                  </a:lnTo>
                  <a:lnTo>
                    <a:pt x="39560" y="32387"/>
                  </a:lnTo>
                  <a:lnTo>
                    <a:pt x="44244" y="29684"/>
                  </a:lnTo>
                  <a:lnTo>
                    <a:pt x="44538" y="29871"/>
                  </a:lnTo>
                  <a:cubicBezTo>
                    <a:pt x="44565" y="29791"/>
                    <a:pt x="44565" y="29737"/>
                    <a:pt x="44592" y="29684"/>
                  </a:cubicBezTo>
                  <a:lnTo>
                    <a:pt x="44324" y="29523"/>
                  </a:lnTo>
                  <a:lnTo>
                    <a:pt x="44324" y="24143"/>
                  </a:lnTo>
                  <a:lnTo>
                    <a:pt x="45662" y="23367"/>
                  </a:lnTo>
                  <a:cubicBezTo>
                    <a:pt x="45662" y="23314"/>
                    <a:pt x="45662" y="23233"/>
                    <a:pt x="45662" y="23153"/>
                  </a:cubicBezTo>
                  <a:lnTo>
                    <a:pt x="44244" y="23983"/>
                  </a:lnTo>
                  <a:lnTo>
                    <a:pt x="39560" y="21306"/>
                  </a:lnTo>
                  <a:lnTo>
                    <a:pt x="39560" y="15899"/>
                  </a:lnTo>
                  <a:lnTo>
                    <a:pt x="43735" y="13491"/>
                  </a:lnTo>
                  <a:cubicBezTo>
                    <a:pt x="43709" y="13437"/>
                    <a:pt x="43682" y="13383"/>
                    <a:pt x="43655" y="13330"/>
                  </a:cubicBezTo>
                  <a:lnTo>
                    <a:pt x="39480" y="15766"/>
                  </a:lnTo>
                  <a:lnTo>
                    <a:pt x="34796" y="13062"/>
                  </a:lnTo>
                  <a:lnTo>
                    <a:pt x="34796" y="7656"/>
                  </a:lnTo>
                  <a:lnTo>
                    <a:pt x="38114" y="5755"/>
                  </a:lnTo>
                  <a:cubicBezTo>
                    <a:pt x="38088" y="5702"/>
                    <a:pt x="38034" y="5675"/>
                    <a:pt x="37981" y="5621"/>
                  </a:cubicBezTo>
                  <a:lnTo>
                    <a:pt x="34715" y="7522"/>
                  </a:lnTo>
                  <a:lnTo>
                    <a:pt x="30058" y="4818"/>
                  </a:lnTo>
                  <a:lnTo>
                    <a:pt x="30058" y="1045"/>
                  </a:lnTo>
                  <a:cubicBezTo>
                    <a:pt x="30004" y="1018"/>
                    <a:pt x="29951" y="1018"/>
                    <a:pt x="29871" y="991"/>
                  </a:cubicBezTo>
                  <a:lnTo>
                    <a:pt x="29871" y="4818"/>
                  </a:lnTo>
                  <a:lnTo>
                    <a:pt x="25213" y="7522"/>
                  </a:lnTo>
                  <a:lnTo>
                    <a:pt x="20529" y="4818"/>
                  </a:lnTo>
                  <a:lnTo>
                    <a:pt x="2052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6" name="Google Shape;746;p64"/>
            <p:cNvSpPr/>
            <p:nvPr/>
          </p:nvSpPr>
          <p:spPr>
            <a:xfrm>
              <a:off x="7236329" y="1587480"/>
              <a:ext cx="12035" cy="9350"/>
            </a:xfrm>
            <a:custGeom>
              <a:avLst/>
              <a:gdLst/>
              <a:ahLst/>
              <a:cxnLst/>
              <a:rect l="l" t="t" r="r" b="b"/>
              <a:pathLst>
                <a:path w="242" h="188" extrusionOk="0">
                  <a:moveTo>
                    <a:pt x="161" y="0"/>
                  </a:moveTo>
                  <a:cubicBezTo>
                    <a:pt x="108" y="27"/>
                    <a:pt x="54" y="81"/>
                    <a:pt x="1" y="107"/>
                  </a:cubicBezTo>
                  <a:lnTo>
                    <a:pt x="161" y="188"/>
                  </a:lnTo>
                  <a:lnTo>
                    <a:pt x="242" y="54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7" name="Google Shape;747;p64"/>
            <p:cNvSpPr/>
            <p:nvPr/>
          </p:nvSpPr>
          <p:spPr>
            <a:xfrm>
              <a:off x="7364144" y="1394464"/>
              <a:ext cx="356781" cy="300882"/>
            </a:xfrm>
            <a:custGeom>
              <a:avLst/>
              <a:gdLst/>
              <a:ahLst/>
              <a:cxnLst/>
              <a:rect l="l" t="t" r="r" b="b"/>
              <a:pathLst>
                <a:path w="7174" h="6050" extrusionOk="0">
                  <a:moveTo>
                    <a:pt x="7173" y="0"/>
                  </a:moveTo>
                  <a:lnTo>
                    <a:pt x="7173" y="0"/>
                  </a:lnTo>
                  <a:cubicBezTo>
                    <a:pt x="7013" y="27"/>
                    <a:pt x="6852" y="54"/>
                    <a:pt x="6692" y="81"/>
                  </a:cubicBezTo>
                  <a:lnTo>
                    <a:pt x="3667" y="1794"/>
                  </a:lnTo>
                  <a:lnTo>
                    <a:pt x="3667" y="830"/>
                  </a:lnTo>
                  <a:cubicBezTo>
                    <a:pt x="3614" y="857"/>
                    <a:pt x="3560" y="857"/>
                    <a:pt x="3507" y="884"/>
                  </a:cubicBezTo>
                  <a:lnTo>
                    <a:pt x="3507" y="1794"/>
                  </a:lnTo>
                  <a:lnTo>
                    <a:pt x="2516" y="1231"/>
                  </a:lnTo>
                  <a:cubicBezTo>
                    <a:pt x="2463" y="1258"/>
                    <a:pt x="2382" y="1285"/>
                    <a:pt x="2329" y="1312"/>
                  </a:cubicBezTo>
                  <a:lnTo>
                    <a:pt x="3426" y="1954"/>
                  </a:lnTo>
                  <a:lnTo>
                    <a:pt x="0" y="3935"/>
                  </a:lnTo>
                  <a:lnTo>
                    <a:pt x="81" y="4069"/>
                  </a:lnTo>
                  <a:lnTo>
                    <a:pt x="3507" y="2115"/>
                  </a:lnTo>
                  <a:lnTo>
                    <a:pt x="3507" y="6049"/>
                  </a:lnTo>
                  <a:lnTo>
                    <a:pt x="3667" y="6049"/>
                  </a:lnTo>
                  <a:lnTo>
                    <a:pt x="3667" y="2115"/>
                  </a:lnTo>
                  <a:lnTo>
                    <a:pt x="7093" y="4069"/>
                  </a:lnTo>
                  <a:lnTo>
                    <a:pt x="7173" y="3935"/>
                  </a:lnTo>
                  <a:lnTo>
                    <a:pt x="3774" y="1954"/>
                  </a:lnTo>
                  <a:lnTo>
                    <a:pt x="717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8" name="Google Shape;748;p64"/>
            <p:cNvSpPr/>
            <p:nvPr/>
          </p:nvSpPr>
          <p:spPr>
            <a:xfrm>
              <a:off x="7836713" y="1386456"/>
              <a:ext cx="358124" cy="308889"/>
            </a:xfrm>
            <a:custGeom>
              <a:avLst/>
              <a:gdLst/>
              <a:ahLst/>
              <a:cxnLst/>
              <a:rect l="l" t="t" r="r" b="b"/>
              <a:pathLst>
                <a:path w="7201" h="6211" extrusionOk="0">
                  <a:moveTo>
                    <a:pt x="107" y="1"/>
                  </a:moveTo>
                  <a:lnTo>
                    <a:pt x="0" y="134"/>
                  </a:lnTo>
                  <a:lnTo>
                    <a:pt x="3426" y="2115"/>
                  </a:lnTo>
                  <a:lnTo>
                    <a:pt x="0" y="4096"/>
                  </a:lnTo>
                  <a:lnTo>
                    <a:pt x="107" y="4230"/>
                  </a:lnTo>
                  <a:lnTo>
                    <a:pt x="3506" y="2276"/>
                  </a:lnTo>
                  <a:lnTo>
                    <a:pt x="3506" y="6210"/>
                  </a:lnTo>
                  <a:lnTo>
                    <a:pt x="3694" y="6210"/>
                  </a:lnTo>
                  <a:lnTo>
                    <a:pt x="3694" y="2276"/>
                  </a:lnTo>
                  <a:lnTo>
                    <a:pt x="7093" y="4230"/>
                  </a:lnTo>
                  <a:lnTo>
                    <a:pt x="7200" y="4096"/>
                  </a:lnTo>
                  <a:lnTo>
                    <a:pt x="3774" y="2115"/>
                  </a:lnTo>
                  <a:lnTo>
                    <a:pt x="6558" y="509"/>
                  </a:lnTo>
                  <a:cubicBezTo>
                    <a:pt x="6477" y="482"/>
                    <a:pt x="6397" y="456"/>
                    <a:pt x="6317" y="456"/>
                  </a:cubicBezTo>
                  <a:lnTo>
                    <a:pt x="3694" y="1955"/>
                  </a:lnTo>
                  <a:lnTo>
                    <a:pt x="3694" y="1"/>
                  </a:lnTo>
                  <a:lnTo>
                    <a:pt x="3506" y="1"/>
                  </a:lnTo>
                  <a:lnTo>
                    <a:pt x="3506" y="1955"/>
                  </a:lnTo>
                  <a:lnTo>
                    <a:pt x="10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9" name="Google Shape;749;p64"/>
            <p:cNvSpPr/>
            <p:nvPr/>
          </p:nvSpPr>
          <p:spPr>
            <a:xfrm>
              <a:off x="8310574" y="1516908"/>
              <a:ext cx="135819" cy="79920"/>
            </a:xfrm>
            <a:custGeom>
              <a:avLst/>
              <a:gdLst/>
              <a:ahLst/>
              <a:cxnLst/>
              <a:rect l="l" t="t" r="r" b="b"/>
              <a:pathLst>
                <a:path w="2731" h="1607" extrusionOk="0">
                  <a:moveTo>
                    <a:pt x="2543" y="1"/>
                  </a:moveTo>
                  <a:lnTo>
                    <a:pt x="1" y="1473"/>
                  </a:lnTo>
                  <a:lnTo>
                    <a:pt x="81" y="1607"/>
                  </a:lnTo>
                  <a:lnTo>
                    <a:pt x="2731" y="81"/>
                  </a:lnTo>
                  <a:cubicBezTo>
                    <a:pt x="2677" y="54"/>
                    <a:pt x="2597" y="27"/>
                    <a:pt x="254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0" name="Google Shape;750;p64"/>
            <p:cNvSpPr/>
            <p:nvPr/>
          </p:nvSpPr>
          <p:spPr>
            <a:xfrm>
              <a:off x="8484940" y="1543565"/>
              <a:ext cx="8057" cy="151784"/>
            </a:xfrm>
            <a:custGeom>
              <a:avLst/>
              <a:gdLst/>
              <a:ahLst/>
              <a:cxnLst/>
              <a:rect l="l" t="t" r="r" b="b"/>
              <a:pathLst>
                <a:path w="162" h="3052" extrusionOk="0">
                  <a:moveTo>
                    <a:pt x="1" y="0"/>
                  </a:moveTo>
                  <a:lnTo>
                    <a:pt x="1" y="3051"/>
                  </a:lnTo>
                  <a:lnTo>
                    <a:pt x="162" y="3051"/>
                  </a:lnTo>
                  <a:lnTo>
                    <a:pt x="162" y="107"/>
                  </a:lnTo>
                  <a:cubicBezTo>
                    <a:pt x="108" y="54"/>
                    <a:pt x="54" y="27"/>
                    <a:pt x="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1" name="Google Shape;751;p64"/>
            <p:cNvSpPr/>
            <p:nvPr/>
          </p:nvSpPr>
          <p:spPr>
            <a:xfrm>
              <a:off x="6838311" y="2099984"/>
              <a:ext cx="2735" cy="5371"/>
            </a:xfrm>
            <a:custGeom>
              <a:avLst/>
              <a:gdLst/>
              <a:ahLst/>
              <a:cxnLst/>
              <a:rect l="l" t="t" r="r" b="b"/>
              <a:pathLst>
                <a:path w="55" h="108" extrusionOk="0">
                  <a:moveTo>
                    <a:pt x="54" y="0"/>
                  </a:moveTo>
                  <a:cubicBezTo>
                    <a:pt x="28" y="27"/>
                    <a:pt x="28" y="54"/>
                    <a:pt x="1" y="107"/>
                  </a:cubicBezTo>
                  <a:lnTo>
                    <a:pt x="54" y="107"/>
                  </a:lnTo>
                  <a:lnTo>
                    <a:pt x="5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2" name="Google Shape;752;p64"/>
            <p:cNvSpPr/>
            <p:nvPr/>
          </p:nvSpPr>
          <p:spPr>
            <a:xfrm>
              <a:off x="7012727" y="1801781"/>
              <a:ext cx="2686" cy="2735"/>
            </a:xfrm>
            <a:custGeom>
              <a:avLst/>
              <a:gdLst/>
              <a:ahLst/>
              <a:cxnLst/>
              <a:rect l="l" t="t" r="r" b="b"/>
              <a:pathLst>
                <a:path w="54" h="55" extrusionOk="0">
                  <a:moveTo>
                    <a:pt x="54" y="1"/>
                  </a:moveTo>
                  <a:cubicBezTo>
                    <a:pt x="27" y="27"/>
                    <a:pt x="27" y="27"/>
                    <a:pt x="0" y="54"/>
                  </a:cubicBezTo>
                  <a:lnTo>
                    <a:pt x="54" y="27"/>
                  </a:lnTo>
                  <a:lnTo>
                    <a:pt x="5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3" name="Google Shape;753;p64"/>
            <p:cNvSpPr/>
            <p:nvPr/>
          </p:nvSpPr>
          <p:spPr>
            <a:xfrm>
              <a:off x="6912862" y="1942876"/>
              <a:ext cx="102548" cy="63956"/>
            </a:xfrm>
            <a:custGeom>
              <a:avLst/>
              <a:gdLst/>
              <a:ahLst/>
              <a:cxnLst/>
              <a:rect l="l" t="t" r="r" b="b"/>
              <a:pathLst>
                <a:path w="2062" h="1286" extrusionOk="0">
                  <a:moveTo>
                    <a:pt x="81" y="1"/>
                  </a:moveTo>
                  <a:cubicBezTo>
                    <a:pt x="54" y="54"/>
                    <a:pt x="27" y="108"/>
                    <a:pt x="1" y="135"/>
                  </a:cubicBezTo>
                  <a:lnTo>
                    <a:pt x="1981" y="1285"/>
                  </a:lnTo>
                  <a:lnTo>
                    <a:pt x="2062" y="1125"/>
                  </a:ln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4" name="Google Shape;754;p64"/>
            <p:cNvSpPr/>
            <p:nvPr/>
          </p:nvSpPr>
          <p:spPr>
            <a:xfrm>
              <a:off x="7131192" y="1696645"/>
              <a:ext cx="356781" cy="408702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217"/>
                  </a:lnTo>
                  <a:lnTo>
                    <a:pt x="3667" y="8217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5" name="Google Shape;755;p64"/>
            <p:cNvSpPr/>
            <p:nvPr/>
          </p:nvSpPr>
          <p:spPr>
            <a:xfrm>
              <a:off x="7603761" y="1696645"/>
              <a:ext cx="358124" cy="40735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80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0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41"/>
                  </a:lnTo>
                  <a:lnTo>
                    <a:pt x="7093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6" name="Google Shape;756;p64"/>
            <p:cNvSpPr/>
            <p:nvPr/>
          </p:nvSpPr>
          <p:spPr>
            <a:xfrm>
              <a:off x="8077622" y="1696645"/>
              <a:ext cx="356781" cy="40735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480" y="3961"/>
                  </a:lnTo>
                  <a:lnTo>
                    <a:pt x="81" y="1981"/>
                  </a:lnTo>
                  <a:lnTo>
                    <a:pt x="1" y="2141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36"/>
                  </a:lnTo>
                  <a:lnTo>
                    <a:pt x="3480" y="4256"/>
                  </a:lnTo>
                  <a:lnTo>
                    <a:pt x="3480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7" name="Google Shape;757;p64"/>
            <p:cNvSpPr/>
            <p:nvPr/>
          </p:nvSpPr>
          <p:spPr>
            <a:xfrm>
              <a:off x="8550190" y="1736581"/>
              <a:ext cx="356781" cy="367424"/>
            </a:xfrm>
            <a:custGeom>
              <a:avLst/>
              <a:gdLst/>
              <a:ahLst/>
              <a:cxnLst/>
              <a:rect l="l" t="t" r="r" b="b"/>
              <a:pathLst>
                <a:path w="7174" h="7388" extrusionOk="0">
                  <a:moveTo>
                    <a:pt x="3507" y="0"/>
                  </a:moveTo>
                  <a:lnTo>
                    <a:pt x="3507" y="3158"/>
                  </a:lnTo>
                  <a:lnTo>
                    <a:pt x="81" y="1178"/>
                  </a:lnTo>
                  <a:lnTo>
                    <a:pt x="0" y="1312"/>
                  </a:lnTo>
                  <a:lnTo>
                    <a:pt x="3426" y="3292"/>
                  </a:lnTo>
                  <a:lnTo>
                    <a:pt x="0" y="5273"/>
                  </a:lnTo>
                  <a:lnTo>
                    <a:pt x="81" y="5433"/>
                  </a:lnTo>
                  <a:lnTo>
                    <a:pt x="3507" y="3453"/>
                  </a:lnTo>
                  <a:lnTo>
                    <a:pt x="3507" y="7387"/>
                  </a:lnTo>
                  <a:lnTo>
                    <a:pt x="3667" y="7387"/>
                  </a:lnTo>
                  <a:lnTo>
                    <a:pt x="3667" y="3453"/>
                  </a:lnTo>
                  <a:lnTo>
                    <a:pt x="7093" y="5407"/>
                  </a:lnTo>
                  <a:lnTo>
                    <a:pt x="7174" y="5273"/>
                  </a:lnTo>
                  <a:lnTo>
                    <a:pt x="3748" y="3292"/>
                  </a:lnTo>
                  <a:lnTo>
                    <a:pt x="5434" y="2329"/>
                  </a:lnTo>
                  <a:cubicBezTo>
                    <a:pt x="5380" y="2302"/>
                    <a:pt x="5354" y="2248"/>
                    <a:pt x="5327" y="2195"/>
                  </a:cubicBezTo>
                  <a:lnTo>
                    <a:pt x="3667" y="3158"/>
                  </a:lnTo>
                  <a:lnTo>
                    <a:pt x="3667" y="187"/>
                  </a:lnTo>
                  <a:cubicBezTo>
                    <a:pt x="3614" y="134"/>
                    <a:pt x="3560" y="80"/>
                    <a:pt x="350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8" name="Google Shape;758;p64"/>
            <p:cNvSpPr/>
            <p:nvPr/>
          </p:nvSpPr>
          <p:spPr>
            <a:xfrm>
              <a:off x="6891576" y="2115948"/>
              <a:ext cx="356781" cy="40735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9" name="Google Shape;759;p64"/>
            <p:cNvSpPr/>
            <p:nvPr/>
          </p:nvSpPr>
          <p:spPr>
            <a:xfrm>
              <a:off x="7364144" y="2115948"/>
              <a:ext cx="356781" cy="40735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3" y="6049"/>
                  </a:lnTo>
                  <a:lnTo>
                    <a:pt x="3774" y="4095"/>
                  </a:lnTo>
                  <a:lnTo>
                    <a:pt x="7173" y="2115"/>
                  </a:lnTo>
                  <a:lnTo>
                    <a:pt x="7093" y="1954"/>
                  </a:lnTo>
                  <a:lnTo>
                    <a:pt x="3667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0" name="Google Shape;760;p64"/>
            <p:cNvSpPr/>
            <p:nvPr/>
          </p:nvSpPr>
          <p:spPr>
            <a:xfrm>
              <a:off x="7836713" y="2115948"/>
              <a:ext cx="358124" cy="40735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35"/>
                  </a:lnTo>
                  <a:lnTo>
                    <a:pt x="107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107" y="6210"/>
                  </a:lnTo>
                  <a:lnTo>
                    <a:pt x="3506" y="4229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29"/>
                  </a:lnTo>
                  <a:lnTo>
                    <a:pt x="7093" y="6210"/>
                  </a:lnTo>
                  <a:lnTo>
                    <a:pt x="7200" y="6049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54"/>
                  </a:lnTo>
                  <a:lnTo>
                    <a:pt x="3694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1" name="Google Shape;761;p64"/>
            <p:cNvSpPr/>
            <p:nvPr/>
          </p:nvSpPr>
          <p:spPr>
            <a:xfrm>
              <a:off x="8310574" y="2114606"/>
              <a:ext cx="356781" cy="408702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122"/>
                  </a:lnTo>
                  <a:lnTo>
                    <a:pt x="1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8" y="8218"/>
                  </a:lnTo>
                  <a:lnTo>
                    <a:pt x="3668" y="4256"/>
                  </a:lnTo>
                  <a:lnTo>
                    <a:pt x="7094" y="6237"/>
                  </a:lnTo>
                  <a:lnTo>
                    <a:pt x="7174" y="6076"/>
                  </a:lnTo>
                  <a:lnTo>
                    <a:pt x="3748" y="4122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2" name="Google Shape;762;p64"/>
            <p:cNvSpPr/>
            <p:nvPr/>
          </p:nvSpPr>
          <p:spPr>
            <a:xfrm>
              <a:off x="8783142" y="2114606"/>
              <a:ext cx="239661" cy="408702"/>
            </a:xfrm>
            <a:custGeom>
              <a:avLst/>
              <a:gdLst/>
              <a:ahLst/>
              <a:cxnLst/>
              <a:rect l="l" t="t" r="r" b="b"/>
              <a:pathLst>
                <a:path w="4819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7" y="8218"/>
                  </a:lnTo>
                  <a:lnTo>
                    <a:pt x="3667" y="4256"/>
                  </a:lnTo>
                  <a:lnTo>
                    <a:pt x="4818" y="4925"/>
                  </a:lnTo>
                  <a:cubicBezTo>
                    <a:pt x="4818" y="4845"/>
                    <a:pt x="4818" y="4765"/>
                    <a:pt x="4792" y="4711"/>
                  </a:cubicBezTo>
                  <a:lnTo>
                    <a:pt x="3774" y="4096"/>
                  </a:lnTo>
                  <a:lnTo>
                    <a:pt x="4604" y="3614"/>
                  </a:lnTo>
                  <a:cubicBezTo>
                    <a:pt x="4604" y="3560"/>
                    <a:pt x="4577" y="3507"/>
                    <a:pt x="4577" y="3453"/>
                  </a:cubicBezTo>
                  <a:lnTo>
                    <a:pt x="3667" y="3962"/>
                  </a:lnTo>
                  <a:lnTo>
                    <a:pt x="3667" y="295"/>
                  </a:lnTo>
                  <a:cubicBezTo>
                    <a:pt x="3641" y="188"/>
                    <a:pt x="3614" y="108"/>
                    <a:pt x="358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3" name="Google Shape;763;p64"/>
            <p:cNvSpPr/>
            <p:nvPr/>
          </p:nvSpPr>
          <p:spPr>
            <a:xfrm>
              <a:off x="6773111" y="2511280"/>
              <a:ext cx="242297" cy="407359"/>
            </a:xfrm>
            <a:custGeom>
              <a:avLst/>
              <a:gdLst/>
              <a:ahLst/>
              <a:cxnLst/>
              <a:rect l="l" t="t" r="r" b="b"/>
              <a:pathLst>
                <a:path w="4872" h="8191" extrusionOk="0">
                  <a:moveTo>
                    <a:pt x="1205" y="1"/>
                  </a:moveTo>
                  <a:lnTo>
                    <a:pt x="1205" y="3935"/>
                  </a:lnTo>
                  <a:lnTo>
                    <a:pt x="0" y="3266"/>
                  </a:lnTo>
                  <a:lnTo>
                    <a:pt x="0" y="3266"/>
                  </a:lnTo>
                  <a:cubicBezTo>
                    <a:pt x="0" y="3320"/>
                    <a:pt x="27" y="3400"/>
                    <a:pt x="27" y="3480"/>
                  </a:cubicBezTo>
                  <a:lnTo>
                    <a:pt x="1098" y="4096"/>
                  </a:lnTo>
                  <a:lnTo>
                    <a:pt x="214" y="4604"/>
                  </a:lnTo>
                  <a:cubicBezTo>
                    <a:pt x="241" y="4658"/>
                    <a:pt x="241" y="4738"/>
                    <a:pt x="268" y="4792"/>
                  </a:cubicBezTo>
                  <a:lnTo>
                    <a:pt x="1205" y="4256"/>
                  </a:lnTo>
                  <a:lnTo>
                    <a:pt x="1205" y="8030"/>
                  </a:lnTo>
                  <a:cubicBezTo>
                    <a:pt x="1205" y="8084"/>
                    <a:pt x="1232" y="8137"/>
                    <a:pt x="1258" y="8191"/>
                  </a:cubicBezTo>
                  <a:lnTo>
                    <a:pt x="1365" y="8191"/>
                  </a:lnTo>
                  <a:lnTo>
                    <a:pt x="1365" y="4256"/>
                  </a:lnTo>
                  <a:lnTo>
                    <a:pt x="4791" y="6210"/>
                  </a:lnTo>
                  <a:lnTo>
                    <a:pt x="4872" y="6076"/>
                  </a:lnTo>
                  <a:lnTo>
                    <a:pt x="1446" y="4096"/>
                  </a:lnTo>
                  <a:lnTo>
                    <a:pt x="4872" y="2115"/>
                  </a:lnTo>
                  <a:lnTo>
                    <a:pt x="4791" y="1981"/>
                  </a:lnTo>
                  <a:lnTo>
                    <a:pt x="1365" y="3935"/>
                  </a:lnTo>
                  <a:lnTo>
                    <a:pt x="136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4" name="Google Shape;764;p64"/>
            <p:cNvSpPr/>
            <p:nvPr/>
          </p:nvSpPr>
          <p:spPr>
            <a:xfrm>
              <a:off x="7131192" y="2511280"/>
              <a:ext cx="356781" cy="40735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56"/>
                  </a:lnTo>
                  <a:lnTo>
                    <a:pt x="7093" y="6210"/>
                  </a:lnTo>
                  <a:lnTo>
                    <a:pt x="7173" y="6076"/>
                  </a:lnTo>
                  <a:lnTo>
                    <a:pt x="3774" y="4096"/>
                  </a:lnTo>
                  <a:lnTo>
                    <a:pt x="7173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5" name="Google Shape;765;p64"/>
            <p:cNvSpPr/>
            <p:nvPr/>
          </p:nvSpPr>
          <p:spPr>
            <a:xfrm>
              <a:off x="7603761" y="2511280"/>
              <a:ext cx="358124" cy="40735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1"/>
                  </a:moveTo>
                  <a:lnTo>
                    <a:pt x="3506" y="3935"/>
                  </a:lnTo>
                  <a:lnTo>
                    <a:pt x="80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0" y="6210"/>
                  </a:lnTo>
                  <a:lnTo>
                    <a:pt x="3506" y="4230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30"/>
                  </a:lnTo>
                  <a:lnTo>
                    <a:pt x="7093" y="6210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15"/>
                  </a:lnTo>
                  <a:lnTo>
                    <a:pt x="7093" y="1981"/>
                  </a:lnTo>
                  <a:lnTo>
                    <a:pt x="3694" y="3935"/>
                  </a:lnTo>
                  <a:lnTo>
                    <a:pt x="369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6" name="Google Shape;766;p64"/>
            <p:cNvSpPr/>
            <p:nvPr/>
          </p:nvSpPr>
          <p:spPr>
            <a:xfrm>
              <a:off x="8077622" y="2511280"/>
              <a:ext cx="356781" cy="40735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1" y="2115"/>
                  </a:lnTo>
                  <a:lnTo>
                    <a:pt x="3400" y="4096"/>
                  </a:lnTo>
                  <a:lnTo>
                    <a:pt x="1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480" y="8191"/>
                  </a:lnTo>
                  <a:lnTo>
                    <a:pt x="3668" y="8191"/>
                  </a:lnTo>
                  <a:lnTo>
                    <a:pt x="3668" y="4230"/>
                  </a:lnTo>
                  <a:lnTo>
                    <a:pt x="7094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4" y="1955"/>
                  </a:lnTo>
                  <a:lnTo>
                    <a:pt x="3668" y="3935"/>
                  </a:lnTo>
                  <a:lnTo>
                    <a:pt x="366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7" name="Google Shape;767;p64"/>
            <p:cNvSpPr/>
            <p:nvPr/>
          </p:nvSpPr>
          <p:spPr>
            <a:xfrm>
              <a:off x="8550190" y="2511280"/>
              <a:ext cx="356781" cy="40735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30"/>
                  </a:lnTo>
                  <a:lnTo>
                    <a:pt x="7093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3" y="1955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8" name="Google Shape;768;p64"/>
            <p:cNvSpPr/>
            <p:nvPr/>
          </p:nvSpPr>
          <p:spPr>
            <a:xfrm>
              <a:off x="6891576" y="2934613"/>
              <a:ext cx="356781" cy="363445"/>
            </a:xfrm>
            <a:custGeom>
              <a:avLst/>
              <a:gdLst/>
              <a:ahLst/>
              <a:cxnLst/>
              <a:rect l="l" t="t" r="r" b="b"/>
              <a:pathLst>
                <a:path w="7174" h="730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1767" y="5059"/>
                  </a:lnTo>
                  <a:cubicBezTo>
                    <a:pt x="1821" y="5086"/>
                    <a:pt x="1847" y="5139"/>
                    <a:pt x="1874" y="5193"/>
                  </a:cubicBezTo>
                  <a:lnTo>
                    <a:pt x="3507" y="4256"/>
                  </a:lnTo>
                  <a:lnTo>
                    <a:pt x="3507" y="7120"/>
                  </a:lnTo>
                  <a:cubicBezTo>
                    <a:pt x="3560" y="7200"/>
                    <a:pt x="3614" y="7254"/>
                    <a:pt x="3667" y="7307"/>
                  </a:cubicBezTo>
                  <a:lnTo>
                    <a:pt x="3667" y="4256"/>
                  </a:lnTo>
                  <a:lnTo>
                    <a:pt x="7093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9" name="Google Shape;769;p64"/>
            <p:cNvSpPr/>
            <p:nvPr/>
          </p:nvSpPr>
          <p:spPr>
            <a:xfrm>
              <a:off x="7364144" y="2934613"/>
              <a:ext cx="356781" cy="40735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7" y="8190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0" name="Google Shape;770;p64"/>
            <p:cNvSpPr/>
            <p:nvPr/>
          </p:nvSpPr>
          <p:spPr>
            <a:xfrm>
              <a:off x="7836713" y="2934613"/>
              <a:ext cx="358124" cy="40735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107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107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1" name="Google Shape;771;p64"/>
            <p:cNvSpPr/>
            <p:nvPr/>
          </p:nvSpPr>
          <p:spPr>
            <a:xfrm>
              <a:off x="8310574" y="2934613"/>
              <a:ext cx="356781" cy="40735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1" y="2115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2" name="Google Shape;772;p64"/>
            <p:cNvSpPr/>
            <p:nvPr/>
          </p:nvSpPr>
          <p:spPr>
            <a:xfrm>
              <a:off x="8783142" y="3033085"/>
              <a:ext cx="97227" cy="61270"/>
            </a:xfrm>
            <a:custGeom>
              <a:avLst/>
              <a:gdLst/>
              <a:ahLst/>
              <a:cxnLst/>
              <a:rect l="l" t="t" r="r" b="b"/>
              <a:pathLst>
                <a:path w="1955" h="1232" extrusionOk="0">
                  <a:moveTo>
                    <a:pt x="81" y="1"/>
                  </a:moveTo>
                  <a:lnTo>
                    <a:pt x="0" y="135"/>
                  </a:lnTo>
                  <a:lnTo>
                    <a:pt x="1874" y="1232"/>
                  </a:lnTo>
                  <a:cubicBezTo>
                    <a:pt x="1901" y="1178"/>
                    <a:pt x="1928" y="1125"/>
                    <a:pt x="1954" y="1071"/>
                  </a:cubicBez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3" name="Google Shape;773;p64"/>
            <p:cNvSpPr/>
            <p:nvPr/>
          </p:nvSpPr>
          <p:spPr>
            <a:xfrm>
              <a:off x="7345494" y="3428467"/>
              <a:ext cx="142484" cy="85242"/>
            </a:xfrm>
            <a:custGeom>
              <a:avLst/>
              <a:gdLst/>
              <a:ahLst/>
              <a:cxnLst/>
              <a:rect l="l" t="t" r="r" b="b"/>
              <a:pathLst>
                <a:path w="2865" h="1714" extrusionOk="0">
                  <a:moveTo>
                    <a:pt x="2784" y="0"/>
                  </a:moveTo>
                  <a:lnTo>
                    <a:pt x="1" y="1606"/>
                  </a:lnTo>
                  <a:cubicBezTo>
                    <a:pt x="54" y="1660"/>
                    <a:pt x="108" y="1686"/>
                    <a:pt x="161" y="1713"/>
                  </a:cubicBezTo>
                  <a:lnTo>
                    <a:pt x="2864" y="161"/>
                  </a:lnTo>
                  <a:lnTo>
                    <a:pt x="278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4" name="Google Shape;774;p64"/>
            <p:cNvSpPr/>
            <p:nvPr/>
          </p:nvSpPr>
          <p:spPr>
            <a:xfrm>
              <a:off x="7305558" y="3329945"/>
              <a:ext cx="8057" cy="161133"/>
            </a:xfrm>
            <a:custGeom>
              <a:avLst/>
              <a:gdLst/>
              <a:ahLst/>
              <a:cxnLst/>
              <a:rect l="l" t="t" r="r" b="b"/>
              <a:pathLst>
                <a:path w="162" h="3240" extrusionOk="0">
                  <a:moveTo>
                    <a:pt x="1" y="0"/>
                  </a:moveTo>
                  <a:lnTo>
                    <a:pt x="1" y="3132"/>
                  </a:lnTo>
                  <a:cubicBezTo>
                    <a:pt x="54" y="3159"/>
                    <a:pt x="108" y="3212"/>
                    <a:pt x="161" y="3239"/>
                  </a:cubicBez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5" name="Google Shape;775;p64"/>
            <p:cNvSpPr/>
            <p:nvPr/>
          </p:nvSpPr>
          <p:spPr>
            <a:xfrm>
              <a:off x="7603761" y="3329945"/>
              <a:ext cx="358124" cy="316846"/>
            </a:xfrm>
            <a:custGeom>
              <a:avLst/>
              <a:gdLst/>
              <a:ahLst/>
              <a:cxnLst/>
              <a:rect l="l" t="t" r="r" b="b"/>
              <a:pathLst>
                <a:path w="7201" h="6371" extrusionOk="0">
                  <a:moveTo>
                    <a:pt x="3506" y="0"/>
                  </a:moveTo>
                  <a:lnTo>
                    <a:pt x="3506" y="3962"/>
                  </a:lnTo>
                  <a:lnTo>
                    <a:pt x="80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455" y="5835"/>
                  </a:lnTo>
                  <a:cubicBezTo>
                    <a:pt x="535" y="5835"/>
                    <a:pt x="616" y="5862"/>
                    <a:pt x="696" y="5889"/>
                  </a:cubicBezTo>
                  <a:lnTo>
                    <a:pt x="3506" y="4256"/>
                  </a:lnTo>
                  <a:lnTo>
                    <a:pt x="3506" y="6371"/>
                  </a:lnTo>
                  <a:lnTo>
                    <a:pt x="3694" y="6371"/>
                  </a:lnTo>
                  <a:lnTo>
                    <a:pt x="3694" y="4256"/>
                  </a:lnTo>
                  <a:lnTo>
                    <a:pt x="7093" y="6237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42"/>
                  </a:lnTo>
                  <a:lnTo>
                    <a:pt x="7093" y="1981"/>
                  </a:lnTo>
                  <a:lnTo>
                    <a:pt x="3694" y="3962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6" name="Google Shape;776;p64"/>
            <p:cNvSpPr/>
            <p:nvPr/>
          </p:nvSpPr>
          <p:spPr>
            <a:xfrm>
              <a:off x="8077622" y="3329945"/>
              <a:ext cx="356781" cy="307546"/>
            </a:xfrm>
            <a:custGeom>
              <a:avLst/>
              <a:gdLst/>
              <a:ahLst/>
              <a:cxnLst/>
              <a:rect l="l" t="t" r="r" b="b"/>
              <a:pathLst>
                <a:path w="7174" h="6184" extrusionOk="0">
                  <a:moveTo>
                    <a:pt x="3507" y="0"/>
                  </a:moveTo>
                  <a:lnTo>
                    <a:pt x="3480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096"/>
                  </a:lnTo>
                  <a:lnTo>
                    <a:pt x="1" y="6076"/>
                  </a:lnTo>
                  <a:lnTo>
                    <a:pt x="54" y="6183"/>
                  </a:lnTo>
                  <a:lnTo>
                    <a:pt x="161" y="6183"/>
                  </a:lnTo>
                  <a:lnTo>
                    <a:pt x="3480" y="4256"/>
                  </a:lnTo>
                  <a:lnTo>
                    <a:pt x="3480" y="5354"/>
                  </a:lnTo>
                  <a:cubicBezTo>
                    <a:pt x="3560" y="5327"/>
                    <a:pt x="3614" y="5327"/>
                    <a:pt x="3668" y="5300"/>
                  </a:cubicBezTo>
                  <a:lnTo>
                    <a:pt x="3668" y="4256"/>
                  </a:lnTo>
                  <a:lnTo>
                    <a:pt x="4765" y="4899"/>
                  </a:lnTo>
                  <a:cubicBezTo>
                    <a:pt x="4845" y="4872"/>
                    <a:pt x="4899" y="4845"/>
                    <a:pt x="4979" y="4818"/>
                  </a:cubicBezTo>
                  <a:lnTo>
                    <a:pt x="3748" y="4096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7" name="Google Shape;777;p64"/>
            <p:cNvSpPr/>
            <p:nvPr/>
          </p:nvSpPr>
          <p:spPr>
            <a:xfrm>
              <a:off x="8550190" y="3428467"/>
              <a:ext cx="16014" cy="12035"/>
            </a:xfrm>
            <a:custGeom>
              <a:avLst/>
              <a:gdLst/>
              <a:ahLst/>
              <a:cxnLst/>
              <a:rect l="l" t="t" r="r" b="b"/>
              <a:pathLst>
                <a:path w="322" h="242" extrusionOk="0">
                  <a:moveTo>
                    <a:pt x="81" y="0"/>
                  </a:moveTo>
                  <a:lnTo>
                    <a:pt x="0" y="134"/>
                  </a:lnTo>
                  <a:lnTo>
                    <a:pt x="161" y="241"/>
                  </a:lnTo>
                  <a:cubicBezTo>
                    <a:pt x="215" y="214"/>
                    <a:pt x="268" y="161"/>
                    <a:pt x="322" y="134"/>
                  </a:cubicBezTo>
                  <a:lnTo>
                    <a:pt x="8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3">
  <p:cSld name="CUSTOM_23">
    <p:spTree>
      <p:nvGrpSpPr>
        <p:cNvPr id="1" name="Shape 7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9" name="Google Shape;779;p65"/>
          <p:cNvSpPr txBox="1">
            <a:spLocks noGrp="1"/>
          </p:cNvSpPr>
          <p:nvPr>
            <p:ph type="title"/>
          </p:nvPr>
        </p:nvSpPr>
        <p:spPr>
          <a:xfrm>
            <a:off x="713225" y="1505738"/>
            <a:ext cx="4450800" cy="126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>
                <a:solidFill>
                  <a:schemeClr val="accen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780" name="Google Shape;780;p65"/>
          <p:cNvSpPr txBox="1">
            <a:spLocks noGrp="1"/>
          </p:cNvSpPr>
          <p:nvPr>
            <p:ph type="subTitle" idx="1"/>
          </p:nvPr>
        </p:nvSpPr>
        <p:spPr>
          <a:xfrm>
            <a:off x="713225" y="2725763"/>
            <a:ext cx="3231600" cy="912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8C353C"/>
              </a:buClr>
              <a:buSzPts val="1600"/>
              <a:buFont typeface="Nunito"/>
              <a:buChar char="●"/>
              <a:defRPr sz="16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unito"/>
              <a:buChar char="○"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unito"/>
              <a:buChar char="■"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unito"/>
              <a:buChar char="●"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unito"/>
              <a:buChar char="○"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unito"/>
              <a:buChar char="■"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unito"/>
              <a:buChar char="●"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unito"/>
              <a:buChar char="○"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unito"/>
              <a:buChar char="■"/>
              <a:defRPr/>
            </a:lvl9pPr>
          </a:lstStyle>
          <a:p>
            <a:endParaRPr/>
          </a:p>
        </p:txBody>
      </p:sp>
      <p:grpSp>
        <p:nvGrpSpPr>
          <p:cNvPr id="781" name="Google Shape;781;p65"/>
          <p:cNvGrpSpPr/>
          <p:nvPr/>
        </p:nvGrpSpPr>
        <p:grpSpPr>
          <a:xfrm flipH="1">
            <a:off x="5418880" y="1"/>
            <a:ext cx="2277317" cy="5304377"/>
            <a:chOff x="224725" y="566950"/>
            <a:chExt cx="1850875" cy="4311100"/>
          </a:xfrm>
        </p:grpSpPr>
        <p:sp>
          <p:nvSpPr>
            <p:cNvPr id="782" name="Google Shape;782;p65"/>
            <p:cNvSpPr/>
            <p:nvPr/>
          </p:nvSpPr>
          <p:spPr>
            <a:xfrm>
              <a:off x="1914975" y="566950"/>
              <a:ext cx="160625" cy="2033000"/>
            </a:xfrm>
            <a:custGeom>
              <a:avLst/>
              <a:gdLst/>
              <a:ahLst/>
              <a:cxnLst/>
              <a:rect l="l" t="t" r="r" b="b"/>
              <a:pathLst>
                <a:path w="6425" h="81320" extrusionOk="0">
                  <a:moveTo>
                    <a:pt x="126" y="1"/>
                  </a:moveTo>
                  <a:cubicBezTo>
                    <a:pt x="81" y="1"/>
                    <a:pt x="44" y="24"/>
                    <a:pt x="27" y="57"/>
                  </a:cubicBezTo>
                  <a:cubicBezTo>
                    <a:pt x="27" y="84"/>
                    <a:pt x="27" y="110"/>
                    <a:pt x="27" y="137"/>
                  </a:cubicBezTo>
                  <a:cubicBezTo>
                    <a:pt x="27" y="164"/>
                    <a:pt x="27" y="217"/>
                    <a:pt x="81" y="244"/>
                  </a:cubicBezTo>
                  <a:cubicBezTo>
                    <a:pt x="1821" y="1261"/>
                    <a:pt x="2972" y="3188"/>
                    <a:pt x="2945" y="5035"/>
                  </a:cubicBezTo>
                  <a:cubicBezTo>
                    <a:pt x="2945" y="5089"/>
                    <a:pt x="2972" y="5142"/>
                    <a:pt x="2998" y="5169"/>
                  </a:cubicBezTo>
                  <a:cubicBezTo>
                    <a:pt x="4952" y="6133"/>
                    <a:pt x="6157" y="8086"/>
                    <a:pt x="6157" y="10255"/>
                  </a:cubicBezTo>
                  <a:cubicBezTo>
                    <a:pt x="6157" y="12449"/>
                    <a:pt x="4952" y="14403"/>
                    <a:pt x="2998" y="15367"/>
                  </a:cubicBezTo>
                  <a:cubicBezTo>
                    <a:pt x="2945" y="15394"/>
                    <a:pt x="2945" y="15447"/>
                    <a:pt x="2945" y="15501"/>
                  </a:cubicBezTo>
                  <a:cubicBezTo>
                    <a:pt x="2998" y="17321"/>
                    <a:pt x="1848" y="19248"/>
                    <a:pt x="108" y="20292"/>
                  </a:cubicBezTo>
                  <a:cubicBezTo>
                    <a:pt x="54" y="20292"/>
                    <a:pt x="27" y="20318"/>
                    <a:pt x="27" y="20372"/>
                  </a:cubicBezTo>
                  <a:cubicBezTo>
                    <a:pt x="1" y="20425"/>
                    <a:pt x="27" y="20479"/>
                    <a:pt x="81" y="20506"/>
                  </a:cubicBezTo>
                  <a:cubicBezTo>
                    <a:pt x="1794" y="21496"/>
                    <a:pt x="2865" y="23316"/>
                    <a:pt x="2945" y="25324"/>
                  </a:cubicBezTo>
                  <a:cubicBezTo>
                    <a:pt x="2945" y="25350"/>
                    <a:pt x="2972" y="25404"/>
                    <a:pt x="2998" y="25431"/>
                  </a:cubicBezTo>
                  <a:cubicBezTo>
                    <a:pt x="4952" y="26394"/>
                    <a:pt x="6157" y="28348"/>
                    <a:pt x="6157" y="30543"/>
                  </a:cubicBezTo>
                  <a:cubicBezTo>
                    <a:pt x="6157" y="32711"/>
                    <a:pt x="4952" y="34665"/>
                    <a:pt x="2998" y="35628"/>
                  </a:cubicBezTo>
                  <a:cubicBezTo>
                    <a:pt x="2945" y="35655"/>
                    <a:pt x="2918" y="35709"/>
                    <a:pt x="2945" y="35762"/>
                  </a:cubicBezTo>
                  <a:cubicBezTo>
                    <a:pt x="3106" y="37823"/>
                    <a:pt x="1633" y="39643"/>
                    <a:pt x="108" y="40553"/>
                  </a:cubicBezTo>
                  <a:cubicBezTo>
                    <a:pt x="54" y="40553"/>
                    <a:pt x="27" y="40580"/>
                    <a:pt x="27" y="40633"/>
                  </a:cubicBezTo>
                  <a:cubicBezTo>
                    <a:pt x="1" y="40687"/>
                    <a:pt x="27" y="40741"/>
                    <a:pt x="81" y="40767"/>
                  </a:cubicBezTo>
                  <a:cubicBezTo>
                    <a:pt x="1821" y="41784"/>
                    <a:pt x="2945" y="43658"/>
                    <a:pt x="2945" y="45532"/>
                  </a:cubicBezTo>
                  <a:cubicBezTo>
                    <a:pt x="2945" y="45558"/>
                    <a:pt x="2945" y="45558"/>
                    <a:pt x="2945" y="45585"/>
                  </a:cubicBezTo>
                  <a:cubicBezTo>
                    <a:pt x="2945" y="45612"/>
                    <a:pt x="2972" y="45665"/>
                    <a:pt x="2998" y="45692"/>
                  </a:cubicBezTo>
                  <a:cubicBezTo>
                    <a:pt x="4952" y="46656"/>
                    <a:pt x="6157" y="48636"/>
                    <a:pt x="6157" y="50804"/>
                  </a:cubicBezTo>
                  <a:cubicBezTo>
                    <a:pt x="6157" y="52972"/>
                    <a:pt x="4952" y="54926"/>
                    <a:pt x="2998" y="55917"/>
                  </a:cubicBezTo>
                  <a:cubicBezTo>
                    <a:pt x="2972" y="55917"/>
                    <a:pt x="2945" y="55970"/>
                    <a:pt x="2945" y="56024"/>
                  </a:cubicBezTo>
                  <a:cubicBezTo>
                    <a:pt x="2891" y="58004"/>
                    <a:pt x="1821" y="59798"/>
                    <a:pt x="108" y="60815"/>
                  </a:cubicBezTo>
                  <a:cubicBezTo>
                    <a:pt x="54" y="60815"/>
                    <a:pt x="27" y="60868"/>
                    <a:pt x="27" y="60895"/>
                  </a:cubicBezTo>
                  <a:cubicBezTo>
                    <a:pt x="1" y="60949"/>
                    <a:pt x="27" y="61002"/>
                    <a:pt x="81" y="61029"/>
                  </a:cubicBezTo>
                  <a:cubicBezTo>
                    <a:pt x="1821" y="62046"/>
                    <a:pt x="2891" y="63839"/>
                    <a:pt x="2945" y="65847"/>
                  </a:cubicBezTo>
                  <a:cubicBezTo>
                    <a:pt x="2945" y="65900"/>
                    <a:pt x="2972" y="65927"/>
                    <a:pt x="2998" y="65954"/>
                  </a:cubicBezTo>
                  <a:cubicBezTo>
                    <a:pt x="4952" y="66944"/>
                    <a:pt x="6157" y="68898"/>
                    <a:pt x="6157" y="71066"/>
                  </a:cubicBezTo>
                  <a:cubicBezTo>
                    <a:pt x="6157" y="73234"/>
                    <a:pt x="4952" y="75188"/>
                    <a:pt x="2998" y="76178"/>
                  </a:cubicBezTo>
                  <a:cubicBezTo>
                    <a:pt x="2972" y="76178"/>
                    <a:pt x="2945" y="76232"/>
                    <a:pt x="2945" y="76285"/>
                  </a:cubicBezTo>
                  <a:cubicBezTo>
                    <a:pt x="2891" y="78266"/>
                    <a:pt x="1821" y="80086"/>
                    <a:pt x="81" y="81076"/>
                  </a:cubicBezTo>
                  <a:cubicBezTo>
                    <a:pt x="27" y="81130"/>
                    <a:pt x="1" y="81183"/>
                    <a:pt x="27" y="81264"/>
                  </a:cubicBezTo>
                  <a:cubicBezTo>
                    <a:pt x="61" y="81297"/>
                    <a:pt x="104" y="81320"/>
                    <a:pt x="145" y="81320"/>
                  </a:cubicBezTo>
                  <a:cubicBezTo>
                    <a:pt x="170" y="81320"/>
                    <a:pt x="194" y="81311"/>
                    <a:pt x="215" y="81290"/>
                  </a:cubicBezTo>
                  <a:cubicBezTo>
                    <a:pt x="2008" y="80273"/>
                    <a:pt x="3106" y="78427"/>
                    <a:pt x="3186" y="76366"/>
                  </a:cubicBezTo>
                  <a:cubicBezTo>
                    <a:pt x="5166" y="75322"/>
                    <a:pt x="6424" y="73314"/>
                    <a:pt x="6424" y="71066"/>
                  </a:cubicBezTo>
                  <a:cubicBezTo>
                    <a:pt x="6424" y="68818"/>
                    <a:pt x="5166" y="66784"/>
                    <a:pt x="3186" y="65766"/>
                  </a:cubicBezTo>
                  <a:cubicBezTo>
                    <a:pt x="3106" y="63786"/>
                    <a:pt x="2062" y="61992"/>
                    <a:pt x="375" y="60922"/>
                  </a:cubicBezTo>
                  <a:cubicBezTo>
                    <a:pt x="2062" y="59878"/>
                    <a:pt x="3106" y="58085"/>
                    <a:pt x="3186" y="56104"/>
                  </a:cubicBezTo>
                  <a:cubicBezTo>
                    <a:pt x="5166" y="55060"/>
                    <a:pt x="6424" y="53053"/>
                    <a:pt x="6424" y="50804"/>
                  </a:cubicBezTo>
                  <a:cubicBezTo>
                    <a:pt x="6424" y="48556"/>
                    <a:pt x="5166" y="46522"/>
                    <a:pt x="3186" y="45505"/>
                  </a:cubicBezTo>
                  <a:cubicBezTo>
                    <a:pt x="3159" y="43604"/>
                    <a:pt x="2088" y="41731"/>
                    <a:pt x="375" y="40660"/>
                  </a:cubicBezTo>
                  <a:cubicBezTo>
                    <a:pt x="1901" y="39723"/>
                    <a:pt x="3320" y="37877"/>
                    <a:pt x="3186" y="35816"/>
                  </a:cubicBezTo>
                  <a:cubicBezTo>
                    <a:pt x="5193" y="34799"/>
                    <a:pt x="6424" y="32764"/>
                    <a:pt x="6424" y="30543"/>
                  </a:cubicBezTo>
                  <a:cubicBezTo>
                    <a:pt x="6424" y="28295"/>
                    <a:pt x="5166" y="26260"/>
                    <a:pt x="3186" y="25243"/>
                  </a:cubicBezTo>
                  <a:cubicBezTo>
                    <a:pt x="3106" y="23236"/>
                    <a:pt x="2062" y="21443"/>
                    <a:pt x="375" y="20399"/>
                  </a:cubicBezTo>
                  <a:cubicBezTo>
                    <a:pt x="2088" y="19328"/>
                    <a:pt x="3186" y="17454"/>
                    <a:pt x="3186" y="15608"/>
                  </a:cubicBezTo>
                  <a:cubicBezTo>
                    <a:pt x="3186" y="15608"/>
                    <a:pt x="3186" y="15581"/>
                    <a:pt x="3186" y="15554"/>
                  </a:cubicBezTo>
                  <a:cubicBezTo>
                    <a:pt x="5166" y="14537"/>
                    <a:pt x="6424" y="12503"/>
                    <a:pt x="6424" y="10255"/>
                  </a:cubicBezTo>
                  <a:cubicBezTo>
                    <a:pt x="6424" y="8033"/>
                    <a:pt x="5166" y="5999"/>
                    <a:pt x="3186" y="4982"/>
                  </a:cubicBezTo>
                  <a:lnTo>
                    <a:pt x="3186" y="4955"/>
                  </a:lnTo>
                  <a:cubicBezTo>
                    <a:pt x="3186" y="3028"/>
                    <a:pt x="2008" y="1074"/>
                    <a:pt x="215" y="30"/>
                  </a:cubicBezTo>
                  <a:cubicBezTo>
                    <a:pt x="184" y="10"/>
                    <a:pt x="153" y="1"/>
                    <a:pt x="12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3" name="Google Shape;783;p65"/>
            <p:cNvSpPr/>
            <p:nvPr/>
          </p:nvSpPr>
          <p:spPr>
            <a:xfrm>
              <a:off x="1761075" y="818875"/>
              <a:ext cx="160625" cy="2032875"/>
            </a:xfrm>
            <a:custGeom>
              <a:avLst/>
              <a:gdLst/>
              <a:ahLst/>
              <a:cxnLst/>
              <a:rect l="l" t="t" r="r" b="b"/>
              <a:pathLst>
                <a:path w="6425" h="81315" extrusionOk="0">
                  <a:moveTo>
                    <a:pt x="149" y="1"/>
                  </a:moveTo>
                  <a:cubicBezTo>
                    <a:pt x="110" y="1"/>
                    <a:pt x="71" y="20"/>
                    <a:pt x="54" y="70"/>
                  </a:cubicBezTo>
                  <a:cubicBezTo>
                    <a:pt x="27" y="70"/>
                    <a:pt x="27" y="97"/>
                    <a:pt x="27" y="124"/>
                  </a:cubicBezTo>
                  <a:cubicBezTo>
                    <a:pt x="27" y="178"/>
                    <a:pt x="54" y="204"/>
                    <a:pt x="81" y="231"/>
                  </a:cubicBezTo>
                  <a:cubicBezTo>
                    <a:pt x="1821" y="1248"/>
                    <a:pt x="2972" y="3175"/>
                    <a:pt x="2945" y="5022"/>
                  </a:cubicBezTo>
                  <a:cubicBezTo>
                    <a:pt x="2945" y="5076"/>
                    <a:pt x="2972" y="5129"/>
                    <a:pt x="2998" y="5156"/>
                  </a:cubicBezTo>
                  <a:cubicBezTo>
                    <a:pt x="4952" y="6119"/>
                    <a:pt x="6183" y="8073"/>
                    <a:pt x="6183" y="10268"/>
                  </a:cubicBezTo>
                  <a:cubicBezTo>
                    <a:pt x="6183" y="12436"/>
                    <a:pt x="4952" y="14390"/>
                    <a:pt x="2998" y="15354"/>
                  </a:cubicBezTo>
                  <a:cubicBezTo>
                    <a:pt x="2972" y="15380"/>
                    <a:pt x="2945" y="15461"/>
                    <a:pt x="2945" y="15487"/>
                  </a:cubicBezTo>
                  <a:cubicBezTo>
                    <a:pt x="2998" y="17334"/>
                    <a:pt x="1847" y="19235"/>
                    <a:pt x="108" y="20278"/>
                  </a:cubicBezTo>
                  <a:cubicBezTo>
                    <a:pt x="81" y="20278"/>
                    <a:pt x="27" y="20305"/>
                    <a:pt x="27" y="20359"/>
                  </a:cubicBezTo>
                  <a:cubicBezTo>
                    <a:pt x="27" y="20412"/>
                    <a:pt x="27" y="20466"/>
                    <a:pt x="81" y="20493"/>
                  </a:cubicBezTo>
                  <a:cubicBezTo>
                    <a:pt x="1821" y="21510"/>
                    <a:pt x="2891" y="23303"/>
                    <a:pt x="2945" y="25310"/>
                  </a:cubicBezTo>
                  <a:cubicBezTo>
                    <a:pt x="2945" y="25364"/>
                    <a:pt x="2972" y="25391"/>
                    <a:pt x="2998" y="25417"/>
                  </a:cubicBezTo>
                  <a:cubicBezTo>
                    <a:pt x="4952" y="26381"/>
                    <a:pt x="6183" y="28362"/>
                    <a:pt x="6183" y="30530"/>
                  </a:cubicBezTo>
                  <a:cubicBezTo>
                    <a:pt x="6183" y="32698"/>
                    <a:pt x="4952" y="34652"/>
                    <a:pt x="2998" y="35642"/>
                  </a:cubicBezTo>
                  <a:cubicBezTo>
                    <a:pt x="2972" y="35642"/>
                    <a:pt x="2945" y="35695"/>
                    <a:pt x="2945" y="35749"/>
                  </a:cubicBezTo>
                  <a:cubicBezTo>
                    <a:pt x="3105" y="37837"/>
                    <a:pt x="1633" y="39630"/>
                    <a:pt x="108" y="40540"/>
                  </a:cubicBezTo>
                  <a:cubicBezTo>
                    <a:pt x="81" y="40540"/>
                    <a:pt x="27" y="40594"/>
                    <a:pt x="27" y="40620"/>
                  </a:cubicBezTo>
                  <a:cubicBezTo>
                    <a:pt x="27" y="40674"/>
                    <a:pt x="27" y="40727"/>
                    <a:pt x="81" y="40754"/>
                  </a:cubicBezTo>
                  <a:cubicBezTo>
                    <a:pt x="1821" y="41771"/>
                    <a:pt x="2945" y="43645"/>
                    <a:pt x="2945" y="45545"/>
                  </a:cubicBezTo>
                  <a:cubicBezTo>
                    <a:pt x="2945" y="45545"/>
                    <a:pt x="2945" y="45545"/>
                    <a:pt x="2945" y="45572"/>
                  </a:cubicBezTo>
                  <a:cubicBezTo>
                    <a:pt x="2945" y="45626"/>
                    <a:pt x="2972" y="45652"/>
                    <a:pt x="2998" y="45679"/>
                  </a:cubicBezTo>
                  <a:cubicBezTo>
                    <a:pt x="4952" y="46669"/>
                    <a:pt x="6183" y="48623"/>
                    <a:pt x="6183" y="50791"/>
                  </a:cubicBezTo>
                  <a:cubicBezTo>
                    <a:pt x="6183" y="52959"/>
                    <a:pt x="4952" y="54913"/>
                    <a:pt x="2998" y="55904"/>
                  </a:cubicBezTo>
                  <a:cubicBezTo>
                    <a:pt x="2972" y="55930"/>
                    <a:pt x="2945" y="55957"/>
                    <a:pt x="2945" y="56011"/>
                  </a:cubicBezTo>
                  <a:cubicBezTo>
                    <a:pt x="2891" y="57991"/>
                    <a:pt x="1847" y="59785"/>
                    <a:pt x="108" y="60802"/>
                  </a:cubicBezTo>
                  <a:cubicBezTo>
                    <a:pt x="81" y="60828"/>
                    <a:pt x="27" y="60855"/>
                    <a:pt x="27" y="60882"/>
                  </a:cubicBezTo>
                  <a:cubicBezTo>
                    <a:pt x="27" y="60935"/>
                    <a:pt x="27" y="60989"/>
                    <a:pt x="81" y="61016"/>
                  </a:cubicBezTo>
                  <a:cubicBezTo>
                    <a:pt x="1821" y="62033"/>
                    <a:pt x="2891" y="63826"/>
                    <a:pt x="2945" y="65834"/>
                  </a:cubicBezTo>
                  <a:cubicBezTo>
                    <a:pt x="2945" y="65887"/>
                    <a:pt x="2972" y="65914"/>
                    <a:pt x="2998" y="65941"/>
                  </a:cubicBezTo>
                  <a:cubicBezTo>
                    <a:pt x="4952" y="66931"/>
                    <a:pt x="6183" y="68885"/>
                    <a:pt x="6183" y="71053"/>
                  </a:cubicBezTo>
                  <a:cubicBezTo>
                    <a:pt x="6183" y="73221"/>
                    <a:pt x="4952" y="75175"/>
                    <a:pt x="2998" y="76165"/>
                  </a:cubicBezTo>
                  <a:cubicBezTo>
                    <a:pt x="2972" y="76192"/>
                    <a:pt x="2945" y="76219"/>
                    <a:pt x="2945" y="76272"/>
                  </a:cubicBezTo>
                  <a:cubicBezTo>
                    <a:pt x="2891" y="78280"/>
                    <a:pt x="1821" y="80073"/>
                    <a:pt x="81" y="81090"/>
                  </a:cubicBezTo>
                  <a:cubicBezTo>
                    <a:pt x="27" y="81117"/>
                    <a:pt x="1" y="81197"/>
                    <a:pt x="54" y="81251"/>
                  </a:cubicBezTo>
                  <a:cubicBezTo>
                    <a:pt x="74" y="81290"/>
                    <a:pt x="122" y="81315"/>
                    <a:pt x="167" y="81315"/>
                  </a:cubicBezTo>
                  <a:cubicBezTo>
                    <a:pt x="184" y="81315"/>
                    <a:pt x="200" y="81311"/>
                    <a:pt x="215" y="81304"/>
                  </a:cubicBezTo>
                  <a:cubicBezTo>
                    <a:pt x="2008" y="80260"/>
                    <a:pt x="3105" y="78413"/>
                    <a:pt x="3186" y="76352"/>
                  </a:cubicBezTo>
                  <a:cubicBezTo>
                    <a:pt x="5193" y="75309"/>
                    <a:pt x="6424" y="73301"/>
                    <a:pt x="6424" y="71053"/>
                  </a:cubicBezTo>
                  <a:cubicBezTo>
                    <a:pt x="6424" y="68805"/>
                    <a:pt x="5193" y="66797"/>
                    <a:pt x="3186" y="65753"/>
                  </a:cubicBezTo>
                  <a:cubicBezTo>
                    <a:pt x="3132" y="63773"/>
                    <a:pt x="2088" y="61979"/>
                    <a:pt x="402" y="60909"/>
                  </a:cubicBezTo>
                  <a:cubicBezTo>
                    <a:pt x="2088" y="59865"/>
                    <a:pt x="3132" y="58072"/>
                    <a:pt x="3186" y="56091"/>
                  </a:cubicBezTo>
                  <a:cubicBezTo>
                    <a:pt x="5193" y="55047"/>
                    <a:pt x="6424" y="53040"/>
                    <a:pt x="6424" y="50791"/>
                  </a:cubicBezTo>
                  <a:cubicBezTo>
                    <a:pt x="6424" y="48543"/>
                    <a:pt x="5193" y="46536"/>
                    <a:pt x="3186" y="45492"/>
                  </a:cubicBezTo>
                  <a:cubicBezTo>
                    <a:pt x="3186" y="43591"/>
                    <a:pt x="2088" y="41718"/>
                    <a:pt x="402" y="40647"/>
                  </a:cubicBezTo>
                  <a:cubicBezTo>
                    <a:pt x="1901" y="39710"/>
                    <a:pt x="3320" y="37890"/>
                    <a:pt x="3186" y="35829"/>
                  </a:cubicBezTo>
                  <a:cubicBezTo>
                    <a:pt x="5193" y="34785"/>
                    <a:pt x="6424" y="32751"/>
                    <a:pt x="6424" y="30530"/>
                  </a:cubicBezTo>
                  <a:cubicBezTo>
                    <a:pt x="6424" y="28281"/>
                    <a:pt x="5193" y="26247"/>
                    <a:pt x="3186" y="25230"/>
                  </a:cubicBezTo>
                  <a:cubicBezTo>
                    <a:pt x="3105" y="23223"/>
                    <a:pt x="2062" y="21429"/>
                    <a:pt x="402" y="20386"/>
                  </a:cubicBezTo>
                  <a:cubicBezTo>
                    <a:pt x="2115" y="19315"/>
                    <a:pt x="3212" y="17415"/>
                    <a:pt x="3186" y="15541"/>
                  </a:cubicBezTo>
                  <a:cubicBezTo>
                    <a:pt x="5193" y="14524"/>
                    <a:pt x="6424" y="12490"/>
                    <a:pt x="6424" y="10268"/>
                  </a:cubicBezTo>
                  <a:cubicBezTo>
                    <a:pt x="6424" y="8020"/>
                    <a:pt x="5193" y="5986"/>
                    <a:pt x="3186" y="4969"/>
                  </a:cubicBezTo>
                  <a:lnTo>
                    <a:pt x="3186" y="4942"/>
                  </a:lnTo>
                  <a:cubicBezTo>
                    <a:pt x="3186" y="3041"/>
                    <a:pt x="2008" y="1061"/>
                    <a:pt x="215" y="17"/>
                  </a:cubicBezTo>
                  <a:cubicBezTo>
                    <a:pt x="195" y="7"/>
                    <a:pt x="172" y="1"/>
                    <a:pt x="14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4" name="Google Shape;784;p65"/>
            <p:cNvSpPr/>
            <p:nvPr/>
          </p:nvSpPr>
          <p:spPr>
            <a:xfrm>
              <a:off x="1607850" y="566950"/>
              <a:ext cx="159950" cy="2033000"/>
            </a:xfrm>
            <a:custGeom>
              <a:avLst/>
              <a:gdLst/>
              <a:ahLst/>
              <a:cxnLst/>
              <a:rect l="l" t="t" r="r" b="b"/>
              <a:pathLst>
                <a:path w="6398" h="81320" extrusionOk="0">
                  <a:moveTo>
                    <a:pt x="119" y="1"/>
                  </a:moveTo>
                  <a:cubicBezTo>
                    <a:pt x="81" y="1"/>
                    <a:pt x="44" y="24"/>
                    <a:pt x="27" y="57"/>
                  </a:cubicBezTo>
                  <a:cubicBezTo>
                    <a:pt x="0" y="84"/>
                    <a:pt x="0" y="110"/>
                    <a:pt x="0" y="137"/>
                  </a:cubicBezTo>
                  <a:cubicBezTo>
                    <a:pt x="0" y="164"/>
                    <a:pt x="27" y="217"/>
                    <a:pt x="81" y="244"/>
                  </a:cubicBezTo>
                  <a:cubicBezTo>
                    <a:pt x="1820" y="1261"/>
                    <a:pt x="2944" y="3188"/>
                    <a:pt x="2918" y="5035"/>
                  </a:cubicBezTo>
                  <a:cubicBezTo>
                    <a:pt x="2918" y="5089"/>
                    <a:pt x="2944" y="5142"/>
                    <a:pt x="2998" y="5169"/>
                  </a:cubicBezTo>
                  <a:cubicBezTo>
                    <a:pt x="4952" y="6133"/>
                    <a:pt x="6156" y="8086"/>
                    <a:pt x="6156" y="10255"/>
                  </a:cubicBezTo>
                  <a:cubicBezTo>
                    <a:pt x="6156" y="12449"/>
                    <a:pt x="4952" y="14403"/>
                    <a:pt x="2998" y="15367"/>
                  </a:cubicBezTo>
                  <a:cubicBezTo>
                    <a:pt x="2944" y="15394"/>
                    <a:pt x="2918" y="15447"/>
                    <a:pt x="2918" y="15501"/>
                  </a:cubicBezTo>
                  <a:cubicBezTo>
                    <a:pt x="2971" y="17347"/>
                    <a:pt x="1847" y="19248"/>
                    <a:pt x="81" y="20292"/>
                  </a:cubicBezTo>
                  <a:cubicBezTo>
                    <a:pt x="54" y="20292"/>
                    <a:pt x="27" y="20318"/>
                    <a:pt x="0" y="20372"/>
                  </a:cubicBezTo>
                  <a:cubicBezTo>
                    <a:pt x="0" y="20425"/>
                    <a:pt x="27" y="20479"/>
                    <a:pt x="81" y="20506"/>
                  </a:cubicBezTo>
                  <a:cubicBezTo>
                    <a:pt x="1794" y="21496"/>
                    <a:pt x="2864" y="23316"/>
                    <a:pt x="2918" y="25324"/>
                  </a:cubicBezTo>
                  <a:cubicBezTo>
                    <a:pt x="2918" y="25350"/>
                    <a:pt x="2944" y="25404"/>
                    <a:pt x="2998" y="25431"/>
                  </a:cubicBezTo>
                  <a:cubicBezTo>
                    <a:pt x="4952" y="26394"/>
                    <a:pt x="6156" y="28348"/>
                    <a:pt x="6156" y="30543"/>
                  </a:cubicBezTo>
                  <a:cubicBezTo>
                    <a:pt x="6156" y="32711"/>
                    <a:pt x="4952" y="34665"/>
                    <a:pt x="2998" y="35628"/>
                  </a:cubicBezTo>
                  <a:cubicBezTo>
                    <a:pt x="2944" y="35655"/>
                    <a:pt x="2918" y="35709"/>
                    <a:pt x="2918" y="35762"/>
                  </a:cubicBezTo>
                  <a:cubicBezTo>
                    <a:pt x="3078" y="37823"/>
                    <a:pt x="1633" y="39643"/>
                    <a:pt x="81" y="40553"/>
                  </a:cubicBezTo>
                  <a:cubicBezTo>
                    <a:pt x="54" y="40553"/>
                    <a:pt x="27" y="40580"/>
                    <a:pt x="0" y="40633"/>
                  </a:cubicBezTo>
                  <a:cubicBezTo>
                    <a:pt x="0" y="40687"/>
                    <a:pt x="27" y="40741"/>
                    <a:pt x="81" y="40767"/>
                  </a:cubicBezTo>
                  <a:cubicBezTo>
                    <a:pt x="1820" y="41784"/>
                    <a:pt x="2918" y="43658"/>
                    <a:pt x="2918" y="45532"/>
                  </a:cubicBezTo>
                  <a:cubicBezTo>
                    <a:pt x="2918" y="45558"/>
                    <a:pt x="2918" y="45558"/>
                    <a:pt x="2918" y="45585"/>
                  </a:cubicBezTo>
                  <a:cubicBezTo>
                    <a:pt x="2918" y="45612"/>
                    <a:pt x="2944" y="45665"/>
                    <a:pt x="2998" y="45692"/>
                  </a:cubicBezTo>
                  <a:cubicBezTo>
                    <a:pt x="4952" y="46656"/>
                    <a:pt x="6156" y="48636"/>
                    <a:pt x="6156" y="50804"/>
                  </a:cubicBezTo>
                  <a:cubicBezTo>
                    <a:pt x="6156" y="52972"/>
                    <a:pt x="4952" y="54926"/>
                    <a:pt x="2998" y="55917"/>
                  </a:cubicBezTo>
                  <a:cubicBezTo>
                    <a:pt x="2944" y="55917"/>
                    <a:pt x="2918" y="55970"/>
                    <a:pt x="2918" y="56024"/>
                  </a:cubicBezTo>
                  <a:cubicBezTo>
                    <a:pt x="2864" y="58004"/>
                    <a:pt x="1820" y="59798"/>
                    <a:pt x="81" y="60815"/>
                  </a:cubicBezTo>
                  <a:cubicBezTo>
                    <a:pt x="54" y="60815"/>
                    <a:pt x="27" y="60868"/>
                    <a:pt x="0" y="60895"/>
                  </a:cubicBezTo>
                  <a:cubicBezTo>
                    <a:pt x="0" y="60949"/>
                    <a:pt x="27" y="61002"/>
                    <a:pt x="81" y="61029"/>
                  </a:cubicBezTo>
                  <a:cubicBezTo>
                    <a:pt x="1820" y="62046"/>
                    <a:pt x="2864" y="63839"/>
                    <a:pt x="2918" y="65847"/>
                  </a:cubicBezTo>
                  <a:cubicBezTo>
                    <a:pt x="2918" y="65900"/>
                    <a:pt x="2944" y="65927"/>
                    <a:pt x="2998" y="65954"/>
                  </a:cubicBezTo>
                  <a:cubicBezTo>
                    <a:pt x="4952" y="66944"/>
                    <a:pt x="6156" y="68898"/>
                    <a:pt x="6156" y="71066"/>
                  </a:cubicBezTo>
                  <a:cubicBezTo>
                    <a:pt x="6156" y="73234"/>
                    <a:pt x="4952" y="75188"/>
                    <a:pt x="2998" y="76178"/>
                  </a:cubicBezTo>
                  <a:cubicBezTo>
                    <a:pt x="2944" y="76178"/>
                    <a:pt x="2918" y="76232"/>
                    <a:pt x="2918" y="76285"/>
                  </a:cubicBezTo>
                  <a:cubicBezTo>
                    <a:pt x="2864" y="78266"/>
                    <a:pt x="1820" y="80086"/>
                    <a:pt x="81" y="81076"/>
                  </a:cubicBezTo>
                  <a:cubicBezTo>
                    <a:pt x="27" y="81130"/>
                    <a:pt x="0" y="81183"/>
                    <a:pt x="27" y="81264"/>
                  </a:cubicBezTo>
                  <a:cubicBezTo>
                    <a:pt x="44" y="81297"/>
                    <a:pt x="81" y="81320"/>
                    <a:pt x="119" y="81320"/>
                  </a:cubicBezTo>
                  <a:cubicBezTo>
                    <a:pt x="143" y="81320"/>
                    <a:pt x="167" y="81311"/>
                    <a:pt x="188" y="81290"/>
                  </a:cubicBezTo>
                  <a:cubicBezTo>
                    <a:pt x="1981" y="80273"/>
                    <a:pt x="3105" y="78427"/>
                    <a:pt x="3185" y="76366"/>
                  </a:cubicBezTo>
                  <a:cubicBezTo>
                    <a:pt x="5166" y="75322"/>
                    <a:pt x="6397" y="73314"/>
                    <a:pt x="6397" y="71066"/>
                  </a:cubicBezTo>
                  <a:cubicBezTo>
                    <a:pt x="6397" y="68818"/>
                    <a:pt x="5166" y="66784"/>
                    <a:pt x="3185" y="65766"/>
                  </a:cubicBezTo>
                  <a:cubicBezTo>
                    <a:pt x="3105" y="63786"/>
                    <a:pt x="2061" y="61992"/>
                    <a:pt x="375" y="60922"/>
                  </a:cubicBezTo>
                  <a:cubicBezTo>
                    <a:pt x="2061" y="59878"/>
                    <a:pt x="3105" y="58085"/>
                    <a:pt x="3185" y="56104"/>
                  </a:cubicBezTo>
                  <a:cubicBezTo>
                    <a:pt x="5166" y="55060"/>
                    <a:pt x="6397" y="53053"/>
                    <a:pt x="6397" y="50804"/>
                  </a:cubicBezTo>
                  <a:cubicBezTo>
                    <a:pt x="6397" y="48556"/>
                    <a:pt x="5166" y="46522"/>
                    <a:pt x="3185" y="45505"/>
                  </a:cubicBezTo>
                  <a:cubicBezTo>
                    <a:pt x="3159" y="43604"/>
                    <a:pt x="2061" y="41731"/>
                    <a:pt x="375" y="40660"/>
                  </a:cubicBezTo>
                  <a:cubicBezTo>
                    <a:pt x="1901" y="39723"/>
                    <a:pt x="3292" y="37877"/>
                    <a:pt x="3185" y="35816"/>
                  </a:cubicBezTo>
                  <a:cubicBezTo>
                    <a:pt x="5166" y="34799"/>
                    <a:pt x="6397" y="32764"/>
                    <a:pt x="6397" y="30543"/>
                  </a:cubicBezTo>
                  <a:cubicBezTo>
                    <a:pt x="6397" y="28295"/>
                    <a:pt x="5166" y="26260"/>
                    <a:pt x="3185" y="25243"/>
                  </a:cubicBezTo>
                  <a:cubicBezTo>
                    <a:pt x="3078" y="23236"/>
                    <a:pt x="2061" y="21443"/>
                    <a:pt x="375" y="20399"/>
                  </a:cubicBezTo>
                  <a:cubicBezTo>
                    <a:pt x="2061" y="19328"/>
                    <a:pt x="3185" y="17454"/>
                    <a:pt x="3185" y="15608"/>
                  </a:cubicBezTo>
                  <a:cubicBezTo>
                    <a:pt x="3185" y="15608"/>
                    <a:pt x="3185" y="15581"/>
                    <a:pt x="3185" y="15554"/>
                  </a:cubicBezTo>
                  <a:cubicBezTo>
                    <a:pt x="5166" y="14537"/>
                    <a:pt x="6397" y="12503"/>
                    <a:pt x="6397" y="10255"/>
                  </a:cubicBezTo>
                  <a:cubicBezTo>
                    <a:pt x="6397" y="8033"/>
                    <a:pt x="5166" y="5999"/>
                    <a:pt x="3185" y="4982"/>
                  </a:cubicBezTo>
                  <a:lnTo>
                    <a:pt x="3185" y="4955"/>
                  </a:lnTo>
                  <a:cubicBezTo>
                    <a:pt x="3185" y="3028"/>
                    <a:pt x="1981" y="1074"/>
                    <a:pt x="188" y="30"/>
                  </a:cubicBezTo>
                  <a:cubicBezTo>
                    <a:pt x="167" y="10"/>
                    <a:pt x="143" y="1"/>
                    <a:pt x="11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5" name="Google Shape;785;p65"/>
            <p:cNvSpPr/>
            <p:nvPr/>
          </p:nvSpPr>
          <p:spPr>
            <a:xfrm>
              <a:off x="1453950" y="818875"/>
              <a:ext cx="160600" cy="2032875"/>
            </a:xfrm>
            <a:custGeom>
              <a:avLst/>
              <a:gdLst/>
              <a:ahLst/>
              <a:cxnLst/>
              <a:rect l="l" t="t" r="r" b="b"/>
              <a:pathLst>
                <a:path w="6424" h="81315" extrusionOk="0">
                  <a:moveTo>
                    <a:pt x="136" y="1"/>
                  </a:moveTo>
                  <a:cubicBezTo>
                    <a:pt x="95" y="1"/>
                    <a:pt x="61" y="20"/>
                    <a:pt x="27" y="70"/>
                  </a:cubicBezTo>
                  <a:cubicBezTo>
                    <a:pt x="27" y="70"/>
                    <a:pt x="27" y="97"/>
                    <a:pt x="27" y="124"/>
                  </a:cubicBezTo>
                  <a:cubicBezTo>
                    <a:pt x="27" y="178"/>
                    <a:pt x="27" y="204"/>
                    <a:pt x="80" y="231"/>
                  </a:cubicBezTo>
                  <a:cubicBezTo>
                    <a:pt x="1820" y="1248"/>
                    <a:pt x="2971" y="3175"/>
                    <a:pt x="2944" y="5022"/>
                  </a:cubicBezTo>
                  <a:cubicBezTo>
                    <a:pt x="2944" y="5076"/>
                    <a:pt x="2971" y="5129"/>
                    <a:pt x="2998" y="5156"/>
                  </a:cubicBezTo>
                  <a:cubicBezTo>
                    <a:pt x="4952" y="6119"/>
                    <a:pt x="6156" y="8073"/>
                    <a:pt x="6156" y="10268"/>
                  </a:cubicBezTo>
                  <a:cubicBezTo>
                    <a:pt x="6156" y="12436"/>
                    <a:pt x="4952" y="14390"/>
                    <a:pt x="2998" y="15354"/>
                  </a:cubicBezTo>
                  <a:cubicBezTo>
                    <a:pt x="2971" y="15380"/>
                    <a:pt x="2944" y="15434"/>
                    <a:pt x="2944" y="15487"/>
                  </a:cubicBezTo>
                  <a:cubicBezTo>
                    <a:pt x="2944" y="15514"/>
                    <a:pt x="2944" y="15568"/>
                    <a:pt x="2944" y="15595"/>
                  </a:cubicBezTo>
                  <a:cubicBezTo>
                    <a:pt x="2944" y="17415"/>
                    <a:pt x="1820" y="19261"/>
                    <a:pt x="107" y="20278"/>
                  </a:cubicBezTo>
                  <a:cubicBezTo>
                    <a:pt x="54" y="20278"/>
                    <a:pt x="27" y="20305"/>
                    <a:pt x="27" y="20359"/>
                  </a:cubicBezTo>
                  <a:cubicBezTo>
                    <a:pt x="0" y="20412"/>
                    <a:pt x="27" y="20466"/>
                    <a:pt x="80" y="20493"/>
                  </a:cubicBezTo>
                  <a:cubicBezTo>
                    <a:pt x="1793" y="21510"/>
                    <a:pt x="2864" y="23303"/>
                    <a:pt x="2944" y="25310"/>
                  </a:cubicBezTo>
                  <a:cubicBezTo>
                    <a:pt x="2944" y="25364"/>
                    <a:pt x="2971" y="25391"/>
                    <a:pt x="2998" y="25417"/>
                  </a:cubicBezTo>
                  <a:cubicBezTo>
                    <a:pt x="4952" y="26381"/>
                    <a:pt x="6156" y="28362"/>
                    <a:pt x="6156" y="30530"/>
                  </a:cubicBezTo>
                  <a:cubicBezTo>
                    <a:pt x="6156" y="32698"/>
                    <a:pt x="4952" y="34652"/>
                    <a:pt x="2998" y="35642"/>
                  </a:cubicBezTo>
                  <a:cubicBezTo>
                    <a:pt x="2944" y="35642"/>
                    <a:pt x="2918" y="35695"/>
                    <a:pt x="2944" y="35749"/>
                  </a:cubicBezTo>
                  <a:cubicBezTo>
                    <a:pt x="3105" y="37837"/>
                    <a:pt x="1633" y="39630"/>
                    <a:pt x="107" y="40540"/>
                  </a:cubicBezTo>
                  <a:cubicBezTo>
                    <a:pt x="54" y="40540"/>
                    <a:pt x="27" y="40594"/>
                    <a:pt x="27" y="40620"/>
                  </a:cubicBezTo>
                  <a:cubicBezTo>
                    <a:pt x="0" y="40674"/>
                    <a:pt x="27" y="40727"/>
                    <a:pt x="80" y="40754"/>
                  </a:cubicBezTo>
                  <a:cubicBezTo>
                    <a:pt x="1820" y="41771"/>
                    <a:pt x="2944" y="43645"/>
                    <a:pt x="2944" y="45545"/>
                  </a:cubicBezTo>
                  <a:cubicBezTo>
                    <a:pt x="2944" y="45545"/>
                    <a:pt x="2944" y="45572"/>
                    <a:pt x="2944" y="45572"/>
                  </a:cubicBezTo>
                  <a:cubicBezTo>
                    <a:pt x="2944" y="45626"/>
                    <a:pt x="2971" y="45652"/>
                    <a:pt x="2998" y="45679"/>
                  </a:cubicBezTo>
                  <a:cubicBezTo>
                    <a:pt x="4952" y="46669"/>
                    <a:pt x="6156" y="48623"/>
                    <a:pt x="6156" y="50791"/>
                  </a:cubicBezTo>
                  <a:cubicBezTo>
                    <a:pt x="6156" y="52959"/>
                    <a:pt x="4952" y="54913"/>
                    <a:pt x="2998" y="55904"/>
                  </a:cubicBezTo>
                  <a:cubicBezTo>
                    <a:pt x="2971" y="55930"/>
                    <a:pt x="2944" y="55957"/>
                    <a:pt x="2944" y="56011"/>
                  </a:cubicBezTo>
                  <a:cubicBezTo>
                    <a:pt x="2891" y="57991"/>
                    <a:pt x="1820" y="59785"/>
                    <a:pt x="107" y="60802"/>
                  </a:cubicBezTo>
                  <a:cubicBezTo>
                    <a:pt x="54" y="60828"/>
                    <a:pt x="27" y="60855"/>
                    <a:pt x="27" y="60882"/>
                  </a:cubicBezTo>
                  <a:cubicBezTo>
                    <a:pt x="0" y="60935"/>
                    <a:pt x="27" y="60989"/>
                    <a:pt x="80" y="61016"/>
                  </a:cubicBezTo>
                  <a:cubicBezTo>
                    <a:pt x="1820" y="62033"/>
                    <a:pt x="2891" y="63826"/>
                    <a:pt x="2944" y="65834"/>
                  </a:cubicBezTo>
                  <a:cubicBezTo>
                    <a:pt x="2944" y="65887"/>
                    <a:pt x="2971" y="65914"/>
                    <a:pt x="2998" y="65941"/>
                  </a:cubicBezTo>
                  <a:cubicBezTo>
                    <a:pt x="4952" y="66931"/>
                    <a:pt x="6156" y="68885"/>
                    <a:pt x="6156" y="71053"/>
                  </a:cubicBezTo>
                  <a:cubicBezTo>
                    <a:pt x="6156" y="73221"/>
                    <a:pt x="4952" y="75175"/>
                    <a:pt x="2998" y="76165"/>
                  </a:cubicBezTo>
                  <a:cubicBezTo>
                    <a:pt x="2971" y="76192"/>
                    <a:pt x="2944" y="76219"/>
                    <a:pt x="2944" y="76272"/>
                  </a:cubicBezTo>
                  <a:cubicBezTo>
                    <a:pt x="2891" y="78280"/>
                    <a:pt x="1820" y="80073"/>
                    <a:pt x="80" y="81090"/>
                  </a:cubicBezTo>
                  <a:cubicBezTo>
                    <a:pt x="27" y="81117"/>
                    <a:pt x="0" y="81197"/>
                    <a:pt x="27" y="81251"/>
                  </a:cubicBezTo>
                  <a:cubicBezTo>
                    <a:pt x="66" y="81290"/>
                    <a:pt x="120" y="81315"/>
                    <a:pt x="167" y="81315"/>
                  </a:cubicBezTo>
                  <a:cubicBezTo>
                    <a:pt x="184" y="81315"/>
                    <a:pt x="200" y="81311"/>
                    <a:pt x="214" y="81304"/>
                  </a:cubicBezTo>
                  <a:cubicBezTo>
                    <a:pt x="2008" y="80260"/>
                    <a:pt x="3105" y="78413"/>
                    <a:pt x="3185" y="76352"/>
                  </a:cubicBezTo>
                  <a:cubicBezTo>
                    <a:pt x="5166" y="75309"/>
                    <a:pt x="6424" y="73301"/>
                    <a:pt x="6424" y="71053"/>
                  </a:cubicBezTo>
                  <a:cubicBezTo>
                    <a:pt x="6424" y="68805"/>
                    <a:pt x="5166" y="66797"/>
                    <a:pt x="3185" y="65753"/>
                  </a:cubicBezTo>
                  <a:cubicBezTo>
                    <a:pt x="3105" y="63773"/>
                    <a:pt x="2061" y="61979"/>
                    <a:pt x="375" y="60909"/>
                  </a:cubicBezTo>
                  <a:cubicBezTo>
                    <a:pt x="2061" y="59865"/>
                    <a:pt x="3105" y="58072"/>
                    <a:pt x="3185" y="56091"/>
                  </a:cubicBezTo>
                  <a:cubicBezTo>
                    <a:pt x="5166" y="55047"/>
                    <a:pt x="6424" y="53040"/>
                    <a:pt x="6424" y="50791"/>
                  </a:cubicBezTo>
                  <a:cubicBezTo>
                    <a:pt x="6424" y="48543"/>
                    <a:pt x="5193" y="46536"/>
                    <a:pt x="3185" y="45492"/>
                  </a:cubicBezTo>
                  <a:cubicBezTo>
                    <a:pt x="3159" y="43591"/>
                    <a:pt x="2088" y="41718"/>
                    <a:pt x="375" y="40647"/>
                  </a:cubicBezTo>
                  <a:cubicBezTo>
                    <a:pt x="1901" y="39710"/>
                    <a:pt x="3319" y="37890"/>
                    <a:pt x="3185" y="35829"/>
                  </a:cubicBezTo>
                  <a:cubicBezTo>
                    <a:pt x="5193" y="34785"/>
                    <a:pt x="6424" y="32751"/>
                    <a:pt x="6424" y="30530"/>
                  </a:cubicBezTo>
                  <a:cubicBezTo>
                    <a:pt x="6424" y="28281"/>
                    <a:pt x="5166" y="26247"/>
                    <a:pt x="3185" y="25230"/>
                  </a:cubicBezTo>
                  <a:cubicBezTo>
                    <a:pt x="3105" y="23223"/>
                    <a:pt x="2061" y="21429"/>
                    <a:pt x="375" y="20386"/>
                  </a:cubicBezTo>
                  <a:cubicBezTo>
                    <a:pt x="2088" y="19315"/>
                    <a:pt x="3185" y="17441"/>
                    <a:pt x="3185" y="15595"/>
                  </a:cubicBezTo>
                  <a:cubicBezTo>
                    <a:pt x="3185" y="15595"/>
                    <a:pt x="3185" y="15568"/>
                    <a:pt x="3185" y="15541"/>
                  </a:cubicBezTo>
                  <a:cubicBezTo>
                    <a:pt x="5193" y="14524"/>
                    <a:pt x="6424" y="12490"/>
                    <a:pt x="6424" y="10268"/>
                  </a:cubicBezTo>
                  <a:cubicBezTo>
                    <a:pt x="6424" y="8020"/>
                    <a:pt x="5193" y="5986"/>
                    <a:pt x="3185" y="4969"/>
                  </a:cubicBezTo>
                  <a:cubicBezTo>
                    <a:pt x="3185" y="3041"/>
                    <a:pt x="2008" y="1061"/>
                    <a:pt x="214" y="17"/>
                  </a:cubicBezTo>
                  <a:cubicBezTo>
                    <a:pt x="185" y="7"/>
                    <a:pt x="159" y="1"/>
                    <a:pt x="13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6" name="Google Shape;786;p65"/>
            <p:cNvSpPr/>
            <p:nvPr/>
          </p:nvSpPr>
          <p:spPr>
            <a:xfrm>
              <a:off x="1300050" y="566950"/>
              <a:ext cx="160600" cy="2033000"/>
            </a:xfrm>
            <a:custGeom>
              <a:avLst/>
              <a:gdLst/>
              <a:ahLst/>
              <a:cxnLst/>
              <a:rect l="l" t="t" r="r" b="b"/>
              <a:pathLst>
                <a:path w="6424" h="81320" extrusionOk="0">
                  <a:moveTo>
                    <a:pt x="146" y="1"/>
                  </a:moveTo>
                  <a:cubicBezTo>
                    <a:pt x="107" y="1"/>
                    <a:pt x="70" y="24"/>
                    <a:pt x="54" y="57"/>
                  </a:cubicBezTo>
                  <a:cubicBezTo>
                    <a:pt x="27" y="84"/>
                    <a:pt x="27" y="110"/>
                    <a:pt x="27" y="137"/>
                  </a:cubicBezTo>
                  <a:cubicBezTo>
                    <a:pt x="27" y="164"/>
                    <a:pt x="54" y="217"/>
                    <a:pt x="80" y="244"/>
                  </a:cubicBezTo>
                  <a:cubicBezTo>
                    <a:pt x="1820" y="1261"/>
                    <a:pt x="2971" y="3188"/>
                    <a:pt x="2944" y="5035"/>
                  </a:cubicBezTo>
                  <a:cubicBezTo>
                    <a:pt x="2944" y="5089"/>
                    <a:pt x="2971" y="5142"/>
                    <a:pt x="3025" y="5169"/>
                  </a:cubicBezTo>
                  <a:cubicBezTo>
                    <a:pt x="4952" y="6133"/>
                    <a:pt x="6183" y="8086"/>
                    <a:pt x="6183" y="10255"/>
                  </a:cubicBezTo>
                  <a:cubicBezTo>
                    <a:pt x="6183" y="12449"/>
                    <a:pt x="4952" y="14403"/>
                    <a:pt x="3025" y="15367"/>
                  </a:cubicBezTo>
                  <a:cubicBezTo>
                    <a:pt x="2971" y="15394"/>
                    <a:pt x="2944" y="15447"/>
                    <a:pt x="2944" y="15501"/>
                  </a:cubicBezTo>
                  <a:cubicBezTo>
                    <a:pt x="2998" y="17321"/>
                    <a:pt x="1847" y="19248"/>
                    <a:pt x="107" y="20292"/>
                  </a:cubicBezTo>
                  <a:cubicBezTo>
                    <a:pt x="80" y="20292"/>
                    <a:pt x="54" y="20318"/>
                    <a:pt x="27" y="20372"/>
                  </a:cubicBezTo>
                  <a:cubicBezTo>
                    <a:pt x="27" y="20425"/>
                    <a:pt x="27" y="20479"/>
                    <a:pt x="80" y="20506"/>
                  </a:cubicBezTo>
                  <a:cubicBezTo>
                    <a:pt x="1820" y="21496"/>
                    <a:pt x="2891" y="23316"/>
                    <a:pt x="2944" y="25324"/>
                  </a:cubicBezTo>
                  <a:cubicBezTo>
                    <a:pt x="2944" y="25350"/>
                    <a:pt x="2971" y="25404"/>
                    <a:pt x="3025" y="25431"/>
                  </a:cubicBezTo>
                  <a:cubicBezTo>
                    <a:pt x="4952" y="26394"/>
                    <a:pt x="6183" y="28348"/>
                    <a:pt x="6183" y="30543"/>
                  </a:cubicBezTo>
                  <a:cubicBezTo>
                    <a:pt x="6183" y="32711"/>
                    <a:pt x="4952" y="34665"/>
                    <a:pt x="3025" y="35628"/>
                  </a:cubicBezTo>
                  <a:cubicBezTo>
                    <a:pt x="2971" y="35655"/>
                    <a:pt x="2944" y="35709"/>
                    <a:pt x="2944" y="35762"/>
                  </a:cubicBezTo>
                  <a:cubicBezTo>
                    <a:pt x="3105" y="37823"/>
                    <a:pt x="1633" y="39643"/>
                    <a:pt x="107" y="40553"/>
                  </a:cubicBezTo>
                  <a:cubicBezTo>
                    <a:pt x="80" y="40553"/>
                    <a:pt x="54" y="40580"/>
                    <a:pt x="27" y="40633"/>
                  </a:cubicBezTo>
                  <a:cubicBezTo>
                    <a:pt x="27" y="40687"/>
                    <a:pt x="27" y="40741"/>
                    <a:pt x="80" y="40767"/>
                  </a:cubicBezTo>
                  <a:cubicBezTo>
                    <a:pt x="1820" y="41784"/>
                    <a:pt x="2944" y="43658"/>
                    <a:pt x="2944" y="45532"/>
                  </a:cubicBezTo>
                  <a:cubicBezTo>
                    <a:pt x="2944" y="45558"/>
                    <a:pt x="2944" y="45558"/>
                    <a:pt x="2944" y="45585"/>
                  </a:cubicBezTo>
                  <a:cubicBezTo>
                    <a:pt x="2944" y="45612"/>
                    <a:pt x="2971" y="45665"/>
                    <a:pt x="3025" y="45692"/>
                  </a:cubicBezTo>
                  <a:cubicBezTo>
                    <a:pt x="4952" y="46656"/>
                    <a:pt x="6183" y="48636"/>
                    <a:pt x="6183" y="50804"/>
                  </a:cubicBezTo>
                  <a:cubicBezTo>
                    <a:pt x="6183" y="52972"/>
                    <a:pt x="4952" y="54926"/>
                    <a:pt x="3025" y="55917"/>
                  </a:cubicBezTo>
                  <a:cubicBezTo>
                    <a:pt x="2971" y="55917"/>
                    <a:pt x="2944" y="55970"/>
                    <a:pt x="2944" y="56024"/>
                  </a:cubicBezTo>
                  <a:cubicBezTo>
                    <a:pt x="2891" y="58004"/>
                    <a:pt x="1847" y="59798"/>
                    <a:pt x="107" y="60815"/>
                  </a:cubicBezTo>
                  <a:cubicBezTo>
                    <a:pt x="80" y="60815"/>
                    <a:pt x="54" y="60868"/>
                    <a:pt x="27" y="60895"/>
                  </a:cubicBezTo>
                  <a:cubicBezTo>
                    <a:pt x="27" y="60949"/>
                    <a:pt x="27" y="61002"/>
                    <a:pt x="80" y="61029"/>
                  </a:cubicBezTo>
                  <a:cubicBezTo>
                    <a:pt x="1820" y="62046"/>
                    <a:pt x="2891" y="63839"/>
                    <a:pt x="2944" y="65847"/>
                  </a:cubicBezTo>
                  <a:cubicBezTo>
                    <a:pt x="2944" y="65900"/>
                    <a:pt x="2971" y="65927"/>
                    <a:pt x="3025" y="65954"/>
                  </a:cubicBezTo>
                  <a:cubicBezTo>
                    <a:pt x="4952" y="66944"/>
                    <a:pt x="6183" y="68898"/>
                    <a:pt x="6183" y="71066"/>
                  </a:cubicBezTo>
                  <a:cubicBezTo>
                    <a:pt x="6183" y="73234"/>
                    <a:pt x="4952" y="75188"/>
                    <a:pt x="3025" y="76178"/>
                  </a:cubicBezTo>
                  <a:cubicBezTo>
                    <a:pt x="2971" y="76178"/>
                    <a:pt x="2944" y="76232"/>
                    <a:pt x="2944" y="76285"/>
                  </a:cubicBezTo>
                  <a:cubicBezTo>
                    <a:pt x="2891" y="78266"/>
                    <a:pt x="1820" y="80086"/>
                    <a:pt x="80" y="81076"/>
                  </a:cubicBezTo>
                  <a:cubicBezTo>
                    <a:pt x="27" y="81130"/>
                    <a:pt x="0" y="81183"/>
                    <a:pt x="54" y="81264"/>
                  </a:cubicBezTo>
                  <a:cubicBezTo>
                    <a:pt x="70" y="81297"/>
                    <a:pt x="107" y="81320"/>
                    <a:pt x="146" y="81320"/>
                  </a:cubicBezTo>
                  <a:cubicBezTo>
                    <a:pt x="169" y="81320"/>
                    <a:pt x="194" y="81311"/>
                    <a:pt x="214" y="81290"/>
                  </a:cubicBezTo>
                  <a:cubicBezTo>
                    <a:pt x="2007" y="80273"/>
                    <a:pt x="3105" y="78427"/>
                    <a:pt x="3185" y="76366"/>
                  </a:cubicBezTo>
                  <a:cubicBezTo>
                    <a:pt x="5193" y="75322"/>
                    <a:pt x="6424" y="73314"/>
                    <a:pt x="6424" y="71066"/>
                  </a:cubicBezTo>
                  <a:cubicBezTo>
                    <a:pt x="6424" y="68818"/>
                    <a:pt x="5193" y="66784"/>
                    <a:pt x="3185" y="65766"/>
                  </a:cubicBezTo>
                  <a:cubicBezTo>
                    <a:pt x="3132" y="63786"/>
                    <a:pt x="2088" y="61992"/>
                    <a:pt x="402" y="60922"/>
                  </a:cubicBezTo>
                  <a:cubicBezTo>
                    <a:pt x="2088" y="59878"/>
                    <a:pt x="3132" y="58085"/>
                    <a:pt x="3185" y="56104"/>
                  </a:cubicBezTo>
                  <a:cubicBezTo>
                    <a:pt x="5193" y="55060"/>
                    <a:pt x="6424" y="53053"/>
                    <a:pt x="6424" y="50804"/>
                  </a:cubicBezTo>
                  <a:cubicBezTo>
                    <a:pt x="6424" y="48556"/>
                    <a:pt x="5193" y="46522"/>
                    <a:pt x="3185" y="45505"/>
                  </a:cubicBezTo>
                  <a:cubicBezTo>
                    <a:pt x="3185" y="43604"/>
                    <a:pt x="2088" y="41731"/>
                    <a:pt x="402" y="40660"/>
                  </a:cubicBezTo>
                  <a:cubicBezTo>
                    <a:pt x="1927" y="39723"/>
                    <a:pt x="3319" y="37903"/>
                    <a:pt x="3212" y="35816"/>
                  </a:cubicBezTo>
                  <a:cubicBezTo>
                    <a:pt x="5193" y="34799"/>
                    <a:pt x="6424" y="32764"/>
                    <a:pt x="6424" y="30543"/>
                  </a:cubicBezTo>
                  <a:cubicBezTo>
                    <a:pt x="6424" y="28295"/>
                    <a:pt x="5193" y="26260"/>
                    <a:pt x="3185" y="25243"/>
                  </a:cubicBezTo>
                  <a:cubicBezTo>
                    <a:pt x="3105" y="23236"/>
                    <a:pt x="2061" y="21443"/>
                    <a:pt x="402" y="20399"/>
                  </a:cubicBezTo>
                  <a:cubicBezTo>
                    <a:pt x="2088" y="19328"/>
                    <a:pt x="3185" y="17454"/>
                    <a:pt x="3185" y="15608"/>
                  </a:cubicBezTo>
                  <a:cubicBezTo>
                    <a:pt x="3185" y="15608"/>
                    <a:pt x="3185" y="15581"/>
                    <a:pt x="3185" y="15554"/>
                  </a:cubicBezTo>
                  <a:cubicBezTo>
                    <a:pt x="5193" y="14537"/>
                    <a:pt x="6424" y="12503"/>
                    <a:pt x="6424" y="10255"/>
                  </a:cubicBezTo>
                  <a:cubicBezTo>
                    <a:pt x="6424" y="8033"/>
                    <a:pt x="5193" y="5999"/>
                    <a:pt x="3185" y="4982"/>
                  </a:cubicBezTo>
                  <a:lnTo>
                    <a:pt x="3185" y="4955"/>
                  </a:lnTo>
                  <a:cubicBezTo>
                    <a:pt x="3185" y="3028"/>
                    <a:pt x="2007" y="1074"/>
                    <a:pt x="214" y="30"/>
                  </a:cubicBezTo>
                  <a:cubicBezTo>
                    <a:pt x="194" y="10"/>
                    <a:pt x="169" y="1"/>
                    <a:pt x="14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7" name="Google Shape;787;p65"/>
            <p:cNvSpPr/>
            <p:nvPr/>
          </p:nvSpPr>
          <p:spPr>
            <a:xfrm>
              <a:off x="1146800" y="818875"/>
              <a:ext cx="159950" cy="2032875"/>
            </a:xfrm>
            <a:custGeom>
              <a:avLst/>
              <a:gdLst/>
              <a:ahLst/>
              <a:cxnLst/>
              <a:rect l="l" t="t" r="r" b="b"/>
              <a:pathLst>
                <a:path w="6398" h="81315" extrusionOk="0">
                  <a:moveTo>
                    <a:pt x="123" y="1"/>
                  </a:moveTo>
                  <a:cubicBezTo>
                    <a:pt x="83" y="1"/>
                    <a:pt x="44" y="20"/>
                    <a:pt x="28" y="70"/>
                  </a:cubicBezTo>
                  <a:cubicBezTo>
                    <a:pt x="28" y="70"/>
                    <a:pt x="1" y="97"/>
                    <a:pt x="1" y="124"/>
                  </a:cubicBezTo>
                  <a:cubicBezTo>
                    <a:pt x="1" y="178"/>
                    <a:pt x="28" y="204"/>
                    <a:pt x="81" y="231"/>
                  </a:cubicBezTo>
                  <a:cubicBezTo>
                    <a:pt x="1821" y="1248"/>
                    <a:pt x="2972" y="3175"/>
                    <a:pt x="2918" y="5022"/>
                  </a:cubicBezTo>
                  <a:cubicBezTo>
                    <a:pt x="2918" y="5076"/>
                    <a:pt x="2945" y="5129"/>
                    <a:pt x="2998" y="5156"/>
                  </a:cubicBezTo>
                  <a:cubicBezTo>
                    <a:pt x="4952" y="6119"/>
                    <a:pt x="6157" y="8073"/>
                    <a:pt x="6157" y="10268"/>
                  </a:cubicBezTo>
                  <a:cubicBezTo>
                    <a:pt x="6157" y="12436"/>
                    <a:pt x="4952" y="14390"/>
                    <a:pt x="2998" y="15354"/>
                  </a:cubicBezTo>
                  <a:cubicBezTo>
                    <a:pt x="2945" y="15380"/>
                    <a:pt x="2918" y="15434"/>
                    <a:pt x="2918" y="15487"/>
                  </a:cubicBezTo>
                  <a:cubicBezTo>
                    <a:pt x="2998" y="17334"/>
                    <a:pt x="1848" y="19235"/>
                    <a:pt x="81" y="20278"/>
                  </a:cubicBezTo>
                  <a:cubicBezTo>
                    <a:pt x="54" y="20278"/>
                    <a:pt x="28" y="20305"/>
                    <a:pt x="1" y="20359"/>
                  </a:cubicBezTo>
                  <a:cubicBezTo>
                    <a:pt x="1" y="20412"/>
                    <a:pt x="28" y="20466"/>
                    <a:pt x="81" y="20493"/>
                  </a:cubicBezTo>
                  <a:cubicBezTo>
                    <a:pt x="1794" y="21510"/>
                    <a:pt x="2865" y="23303"/>
                    <a:pt x="2918" y="25310"/>
                  </a:cubicBezTo>
                  <a:cubicBezTo>
                    <a:pt x="2918" y="25364"/>
                    <a:pt x="2945" y="25391"/>
                    <a:pt x="2998" y="25417"/>
                  </a:cubicBezTo>
                  <a:cubicBezTo>
                    <a:pt x="4952" y="26381"/>
                    <a:pt x="6157" y="28362"/>
                    <a:pt x="6157" y="30530"/>
                  </a:cubicBezTo>
                  <a:cubicBezTo>
                    <a:pt x="6157" y="32698"/>
                    <a:pt x="4952" y="34652"/>
                    <a:pt x="2998" y="35642"/>
                  </a:cubicBezTo>
                  <a:cubicBezTo>
                    <a:pt x="2945" y="35642"/>
                    <a:pt x="2918" y="35695"/>
                    <a:pt x="2918" y="35749"/>
                  </a:cubicBezTo>
                  <a:cubicBezTo>
                    <a:pt x="3079" y="37837"/>
                    <a:pt x="1633" y="39630"/>
                    <a:pt x="81" y="40540"/>
                  </a:cubicBezTo>
                  <a:cubicBezTo>
                    <a:pt x="54" y="40540"/>
                    <a:pt x="28" y="40594"/>
                    <a:pt x="1" y="40620"/>
                  </a:cubicBezTo>
                  <a:cubicBezTo>
                    <a:pt x="1" y="40674"/>
                    <a:pt x="28" y="40727"/>
                    <a:pt x="81" y="40754"/>
                  </a:cubicBezTo>
                  <a:cubicBezTo>
                    <a:pt x="1821" y="41771"/>
                    <a:pt x="2918" y="43645"/>
                    <a:pt x="2918" y="45545"/>
                  </a:cubicBezTo>
                  <a:cubicBezTo>
                    <a:pt x="2918" y="45545"/>
                    <a:pt x="2918" y="45545"/>
                    <a:pt x="2918" y="45572"/>
                  </a:cubicBezTo>
                  <a:cubicBezTo>
                    <a:pt x="2918" y="45626"/>
                    <a:pt x="2945" y="45652"/>
                    <a:pt x="2998" y="45679"/>
                  </a:cubicBezTo>
                  <a:cubicBezTo>
                    <a:pt x="4952" y="46669"/>
                    <a:pt x="6157" y="48623"/>
                    <a:pt x="6157" y="50791"/>
                  </a:cubicBezTo>
                  <a:cubicBezTo>
                    <a:pt x="6157" y="52959"/>
                    <a:pt x="4952" y="54913"/>
                    <a:pt x="2998" y="55904"/>
                  </a:cubicBezTo>
                  <a:cubicBezTo>
                    <a:pt x="2945" y="55930"/>
                    <a:pt x="2918" y="55957"/>
                    <a:pt x="2918" y="56011"/>
                  </a:cubicBezTo>
                  <a:cubicBezTo>
                    <a:pt x="2891" y="57991"/>
                    <a:pt x="1821" y="59785"/>
                    <a:pt x="81" y="60802"/>
                  </a:cubicBezTo>
                  <a:cubicBezTo>
                    <a:pt x="54" y="60828"/>
                    <a:pt x="28" y="60855"/>
                    <a:pt x="1" y="60882"/>
                  </a:cubicBezTo>
                  <a:cubicBezTo>
                    <a:pt x="1" y="60935"/>
                    <a:pt x="28" y="60989"/>
                    <a:pt x="81" y="61016"/>
                  </a:cubicBezTo>
                  <a:cubicBezTo>
                    <a:pt x="1821" y="62033"/>
                    <a:pt x="2891" y="63826"/>
                    <a:pt x="2918" y="65834"/>
                  </a:cubicBezTo>
                  <a:cubicBezTo>
                    <a:pt x="2918" y="65887"/>
                    <a:pt x="2945" y="65914"/>
                    <a:pt x="2998" y="65941"/>
                  </a:cubicBezTo>
                  <a:cubicBezTo>
                    <a:pt x="4952" y="66931"/>
                    <a:pt x="6157" y="68885"/>
                    <a:pt x="6157" y="71053"/>
                  </a:cubicBezTo>
                  <a:cubicBezTo>
                    <a:pt x="6157" y="73221"/>
                    <a:pt x="4952" y="75175"/>
                    <a:pt x="2998" y="76165"/>
                  </a:cubicBezTo>
                  <a:cubicBezTo>
                    <a:pt x="2945" y="76192"/>
                    <a:pt x="2918" y="76219"/>
                    <a:pt x="2918" y="76272"/>
                  </a:cubicBezTo>
                  <a:cubicBezTo>
                    <a:pt x="2891" y="78280"/>
                    <a:pt x="1821" y="80073"/>
                    <a:pt x="81" y="81090"/>
                  </a:cubicBezTo>
                  <a:cubicBezTo>
                    <a:pt x="28" y="81117"/>
                    <a:pt x="1" y="81197"/>
                    <a:pt x="28" y="81251"/>
                  </a:cubicBezTo>
                  <a:cubicBezTo>
                    <a:pt x="47" y="81290"/>
                    <a:pt x="95" y="81315"/>
                    <a:pt x="151" y="81315"/>
                  </a:cubicBezTo>
                  <a:cubicBezTo>
                    <a:pt x="172" y="81315"/>
                    <a:pt x="193" y="81311"/>
                    <a:pt x="215" y="81304"/>
                  </a:cubicBezTo>
                  <a:cubicBezTo>
                    <a:pt x="1981" y="80260"/>
                    <a:pt x="3106" y="78413"/>
                    <a:pt x="3186" y="76352"/>
                  </a:cubicBezTo>
                  <a:cubicBezTo>
                    <a:pt x="5167" y="75309"/>
                    <a:pt x="6398" y="73301"/>
                    <a:pt x="6398" y="71053"/>
                  </a:cubicBezTo>
                  <a:cubicBezTo>
                    <a:pt x="6398" y="68805"/>
                    <a:pt x="5167" y="66797"/>
                    <a:pt x="3186" y="65753"/>
                  </a:cubicBezTo>
                  <a:cubicBezTo>
                    <a:pt x="3106" y="63773"/>
                    <a:pt x="2062" y="61979"/>
                    <a:pt x="375" y="60909"/>
                  </a:cubicBezTo>
                  <a:cubicBezTo>
                    <a:pt x="2062" y="59865"/>
                    <a:pt x="3106" y="58072"/>
                    <a:pt x="3186" y="56091"/>
                  </a:cubicBezTo>
                  <a:cubicBezTo>
                    <a:pt x="5167" y="55047"/>
                    <a:pt x="6398" y="53040"/>
                    <a:pt x="6398" y="50791"/>
                  </a:cubicBezTo>
                  <a:cubicBezTo>
                    <a:pt x="6398" y="48543"/>
                    <a:pt x="5167" y="46536"/>
                    <a:pt x="3186" y="45492"/>
                  </a:cubicBezTo>
                  <a:cubicBezTo>
                    <a:pt x="3159" y="43591"/>
                    <a:pt x="2088" y="41718"/>
                    <a:pt x="375" y="40647"/>
                  </a:cubicBezTo>
                  <a:cubicBezTo>
                    <a:pt x="1901" y="39710"/>
                    <a:pt x="3293" y="37890"/>
                    <a:pt x="3186" y="35829"/>
                  </a:cubicBezTo>
                  <a:cubicBezTo>
                    <a:pt x="5167" y="34785"/>
                    <a:pt x="6398" y="32751"/>
                    <a:pt x="6398" y="30530"/>
                  </a:cubicBezTo>
                  <a:cubicBezTo>
                    <a:pt x="6398" y="28281"/>
                    <a:pt x="5167" y="26247"/>
                    <a:pt x="3186" y="25230"/>
                  </a:cubicBezTo>
                  <a:cubicBezTo>
                    <a:pt x="3079" y="23223"/>
                    <a:pt x="2062" y="21429"/>
                    <a:pt x="375" y="20386"/>
                  </a:cubicBezTo>
                  <a:cubicBezTo>
                    <a:pt x="2088" y="19315"/>
                    <a:pt x="3186" y="17415"/>
                    <a:pt x="3186" y="15541"/>
                  </a:cubicBezTo>
                  <a:cubicBezTo>
                    <a:pt x="5167" y="14524"/>
                    <a:pt x="6398" y="12490"/>
                    <a:pt x="6398" y="10268"/>
                  </a:cubicBezTo>
                  <a:cubicBezTo>
                    <a:pt x="6398" y="8020"/>
                    <a:pt x="5167" y="5986"/>
                    <a:pt x="3186" y="4969"/>
                  </a:cubicBezTo>
                  <a:lnTo>
                    <a:pt x="3186" y="4942"/>
                  </a:lnTo>
                  <a:cubicBezTo>
                    <a:pt x="3186" y="3041"/>
                    <a:pt x="1981" y="1061"/>
                    <a:pt x="188" y="17"/>
                  </a:cubicBezTo>
                  <a:cubicBezTo>
                    <a:pt x="169" y="7"/>
                    <a:pt x="145" y="1"/>
                    <a:pt x="12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8" name="Google Shape;788;p65"/>
            <p:cNvSpPr/>
            <p:nvPr/>
          </p:nvSpPr>
          <p:spPr>
            <a:xfrm>
              <a:off x="992900" y="566950"/>
              <a:ext cx="160625" cy="2033000"/>
            </a:xfrm>
            <a:custGeom>
              <a:avLst/>
              <a:gdLst/>
              <a:ahLst/>
              <a:cxnLst/>
              <a:rect l="l" t="t" r="r" b="b"/>
              <a:pathLst>
                <a:path w="6425" h="81320" extrusionOk="0">
                  <a:moveTo>
                    <a:pt x="145" y="1"/>
                  </a:moveTo>
                  <a:cubicBezTo>
                    <a:pt x="104" y="1"/>
                    <a:pt x="60" y="24"/>
                    <a:pt x="27" y="57"/>
                  </a:cubicBezTo>
                  <a:cubicBezTo>
                    <a:pt x="27" y="84"/>
                    <a:pt x="27" y="110"/>
                    <a:pt x="27" y="137"/>
                  </a:cubicBezTo>
                  <a:cubicBezTo>
                    <a:pt x="27" y="164"/>
                    <a:pt x="54" y="217"/>
                    <a:pt x="81" y="244"/>
                  </a:cubicBezTo>
                  <a:cubicBezTo>
                    <a:pt x="1821" y="1261"/>
                    <a:pt x="2972" y="3188"/>
                    <a:pt x="2945" y="5035"/>
                  </a:cubicBezTo>
                  <a:cubicBezTo>
                    <a:pt x="2945" y="5089"/>
                    <a:pt x="2972" y="5142"/>
                    <a:pt x="2998" y="5169"/>
                  </a:cubicBezTo>
                  <a:cubicBezTo>
                    <a:pt x="4952" y="6133"/>
                    <a:pt x="6157" y="8086"/>
                    <a:pt x="6157" y="10255"/>
                  </a:cubicBezTo>
                  <a:cubicBezTo>
                    <a:pt x="6157" y="12449"/>
                    <a:pt x="4952" y="14403"/>
                    <a:pt x="2998" y="15367"/>
                  </a:cubicBezTo>
                  <a:cubicBezTo>
                    <a:pt x="2972" y="15394"/>
                    <a:pt x="2945" y="15447"/>
                    <a:pt x="2945" y="15501"/>
                  </a:cubicBezTo>
                  <a:cubicBezTo>
                    <a:pt x="2998" y="17347"/>
                    <a:pt x="1847" y="19248"/>
                    <a:pt x="108" y="20292"/>
                  </a:cubicBezTo>
                  <a:cubicBezTo>
                    <a:pt x="54" y="20292"/>
                    <a:pt x="27" y="20318"/>
                    <a:pt x="27" y="20372"/>
                  </a:cubicBezTo>
                  <a:cubicBezTo>
                    <a:pt x="1" y="20425"/>
                    <a:pt x="27" y="20479"/>
                    <a:pt x="81" y="20506"/>
                  </a:cubicBezTo>
                  <a:cubicBezTo>
                    <a:pt x="1794" y="21496"/>
                    <a:pt x="2865" y="23289"/>
                    <a:pt x="2945" y="25324"/>
                  </a:cubicBezTo>
                  <a:cubicBezTo>
                    <a:pt x="2945" y="25350"/>
                    <a:pt x="2972" y="25404"/>
                    <a:pt x="2998" y="25431"/>
                  </a:cubicBezTo>
                  <a:cubicBezTo>
                    <a:pt x="4952" y="26394"/>
                    <a:pt x="6157" y="28348"/>
                    <a:pt x="6157" y="30543"/>
                  </a:cubicBezTo>
                  <a:cubicBezTo>
                    <a:pt x="6157" y="32711"/>
                    <a:pt x="4952" y="34665"/>
                    <a:pt x="2998" y="35628"/>
                  </a:cubicBezTo>
                  <a:cubicBezTo>
                    <a:pt x="2972" y="35655"/>
                    <a:pt x="2945" y="35709"/>
                    <a:pt x="2945" y="35762"/>
                  </a:cubicBezTo>
                  <a:cubicBezTo>
                    <a:pt x="3105" y="37823"/>
                    <a:pt x="1633" y="39643"/>
                    <a:pt x="108" y="40553"/>
                  </a:cubicBezTo>
                  <a:cubicBezTo>
                    <a:pt x="54" y="40553"/>
                    <a:pt x="27" y="40580"/>
                    <a:pt x="27" y="40633"/>
                  </a:cubicBezTo>
                  <a:cubicBezTo>
                    <a:pt x="1" y="40687"/>
                    <a:pt x="27" y="40741"/>
                    <a:pt x="81" y="40767"/>
                  </a:cubicBezTo>
                  <a:cubicBezTo>
                    <a:pt x="1821" y="41784"/>
                    <a:pt x="2945" y="43658"/>
                    <a:pt x="2945" y="45532"/>
                  </a:cubicBezTo>
                  <a:cubicBezTo>
                    <a:pt x="2945" y="45558"/>
                    <a:pt x="2945" y="45558"/>
                    <a:pt x="2945" y="45585"/>
                  </a:cubicBezTo>
                  <a:cubicBezTo>
                    <a:pt x="2945" y="45612"/>
                    <a:pt x="2972" y="45665"/>
                    <a:pt x="2998" y="45692"/>
                  </a:cubicBezTo>
                  <a:cubicBezTo>
                    <a:pt x="4952" y="46656"/>
                    <a:pt x="6157" y="48636"/>
                    <a:pt x="6157" y="50804"/>
                  </a:cubicBezTo>
                  <a:cubicBezTo>
                    <a:pt x="6157" y="52972"/>
                    <a:pt x="4952" y="54926"/>
                    <a:pt x="2998" y="55917"/>
                  </a:cubicBezTo>
                  <a:cubicBezTo>
                    <a:pt x="2972" y="55917"/>
                    <a:pt x="2945" y="55970"/>
                    <a:pt x="2945" y="56024"/>
                  </a:cubicBezTo>
                  <a:cubicBezTo>
                    <a:pt x="2891" y="58004"/>
                    <a:pt x="1821" y="59798"/>
                    <a:pt x="108" y="60815"/>
                  </a:cubicBezTo>
                  <a:cubicBezTo>
                    <a:pt x="54" y="60815"/>
                    <a:pt x="27" y="60868"/>
                    <a:pt x="27" y="60895"/>
                  </a:cubicBezTo>
                  <a:cubicBezTo>
                    <a:pt x="1" y="60949"/>
                    <a:pt x="27" y="61002"/>
                    <a:pt x="81" y="61029"/>
                  </a:cubicBezTo>
                  <a:cubicBezTo>
                    <a:pt x="1821" y="62046"/>
                    <a:pt x="2891" y="63839"/>
                    <a:pt x="2945" y="65847"/>
                  </a:cubicBezTo>
                  <a:cubicBezTo>
                    <a:pt x="2945" y="65900"/>
                    <a:pt x="2972" y="65927"/>
                    <a:pt x="2998" y="65954"/>
                  </a:cubicBezTo>
                  <a:cubicBezTo>
                    <a:pt x="4952" y="66944"/>
                    <a:pt x="6157" y="68898"/>
                    <a:pt x="6157" y="71066"/>
                  </a:cubicBezTo>
                  <a:cubicBezTo>
                    <a:pt x="6157" y="73234"/>
                    <a:pt x="4952" y="75188"/>
                    <a:pt x="2998" y="76178"/>
                  </a:cubicBezTo>
                  <a:cubicBezTo>
                    <a:pt x="2972" y="76178"/>
                    <a:pt x="2945" y="76232"/>
                    <a:pt x="2945" y="76285"/>
                  </a:cubicBezTo>
                  <a:cubicBezTo>
                    <a:pt x="2891" y="78266"/>
                    <a:pt x="1821" y="80086"/>
                    <a:pt x="81" y="81076"/>
                  </a:cubicBezTo>
                  <a:cubicBezTo>
                    <a:pt x="27" y="81130"/>
                    <a:pt x="1" y="81183"/>
                    <a:pt x="27" y="81264"/>
                  </a:cubicBezTo>
                  <a:cubicBezTo>
                    <a:pt x="60" y="81297"/>
                    <a:pt x="104" y="81320"/>
                    <a:pt x="145" y="81320"/>
                  </a:cubicBezTo>
                  <a:cubicBezTo>
                    <a:pt x="170" y="81320"/>
                    <a:pt x="194" y="81311"/>
                    <a:pt x="215" y="81290"/>
                  </a:cubicBezTo>
                  <a:cubicBezTo>
                    <a:pt x="2008" y="80273"/>
                    <a:pt x="3105" y="78427"/>
                    <a:pt x="3186" y="76366"/>
                  </a:cubicBezTo>
                  <a:cubicBezTo>
                    <a:pt x="5193" y="75322"/>
                    <a:pt x="6424" y="73314"/>
                    <a:pt x="6424" y="71066"/>
                  </a:cubicBezTo>
                  <a:cubicBezTo>
                    <a:pt x="6424" y="68818"/>
                    <a:pt x="5193" y="66784"/>
                    <a:pt x="3186" y="65766"/>
                  </a:cubicBezTo>
                  <a:cubicBezTo>
                    <a:pt x="3105" y="63786"/>
                    <a:pt x="2088" y="61992"/>
                    <a:pt x="402" y="60922"/>
                  </a:cubicBezTo>
                  <a:cubicBezTo>
                    <a:pt x="2088" y="59878"/>
                    <a:pt x="3105" y="58085"/>
                    <a:pt x="3186" y="56104"/>
                  </a:cubicBezTo>
                  <a:cubicBezTo>
                    <a:pt x="5193" y="55060"/>
                    <a:pt x="6424" y="53053"/>
                    <a:pt x="6424" y="50804"/>
                  </a:cubicBezTo>
                  <a:cubicBezTo>
                    <a:pt x="6424" y="48556"/>
                    <a:pt x="5193" y="46522"/>
                    <a:pt x="3186" y="45505"/>
                  </a:cubicBezTo>
                  <a:cubicBezTo>
                    <a:pt x="3159" y="43604"/>
                    <a:pt x="2088" y="41731"/>
                    <a:pt x="402" y="40660"/>
                  </a:cubicBezTo>
                  <a:cubicBezTo>
                    <a:pt x="1901" y="39723"/>
                    <a:pt x="3320" y="37877"/>
                    <a:pt x="3186" y="35816"/>
                  </a:cubicBezTo>
                  <a:cubicBezTo>
                    <a:pt x="5193" y="34799"/>
                    <a:pt x="6424" y="32764"/>
                    <a:pt x="6424" y="30543"/>
                  </a:cubicBezTo>
                  <a:cubicBezTo>
                    <a:pt x="6424" y="28295"/>
                    <a:pt x="5193" y="26260"/>
                    <a:pt x="3186" y="25243"/>
                  </a:cubicBezTo>
                  <a:cubicBezTo>
                    <a:pt x="3105" y="23236"/>
                    <a:pt x="2062" y="21443"/>
                    <a:pt x="402" y="20399"/>
                  </a:cubicBezTo>
                  <a:cubicBezTo>
                    <a:pt x="2088" y="19328"/>
                    <a:pt x="3186" y="17454"/>
                    <a:pt x="3186" y="15608"/>
                  </a:cubicBezTo>
                  <a:cubicBezTo>
                    <a:pt x="3186" y="15608"/>
                    <a:pt x="3186" y="15581"/>
                    <a:pt x="3186" y="15554"/>
                  </a:cubicBezTo>
                  <a:cubicBezTo>
                    <a:pt x="5193" y="14537"/>
                    <a:pt x="6424" y="12503"/>
                    <a:pt x="6424" y="10255"/>
                  </a:cubicBezTo>
                  <a:cubicBezTo>
                    <a:pt x="6424" y="8033"/>
                    <a:pt x="5193" y="5999"/>
                    <a:pt x="3186" y="4982"/>
                  </a:cubicBezTo>
                  <a:lnTo>
                    <a:pt x="3186" y="4955"/>
                  </a:lnTo>
                  <a:cubicBezTo>
                    <a:pt x="3186" y="3028"/>
                    <a:pt x="2008" y="1074"/>
                    <a:pt x="215" y="30"/>
                  </a:cubicBezTo>
                  <a:cubicBezTo>
                    <a:pt x="194" y="10"/>
                    <a:pt x="170" y="1"/>
                    <a:pt x="14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9" name="Google Shape;789;p65"/>
            <p:cNvSpPr/>
            <p:nvPr/>
          </p:nvSpPr>
          <p:spPr>
            <a:xfrm>
              <a:off x="839675" y="818875"/>
              <a:ext cx="159950" cy="2032875"/>
            </a:xfrm>
            <a:custGeom>
              <a:avLst/>
              <a:gdLst/>
              <a:ahLst/>
              <a:cxnLst/>
              <a:rect l="l" t="t" r="r" b="b"/>
              <a:pathLst>
                <a:path w="6398" h="81315" extrusionOk="0">
                  <a:moveTo>
                    <a:pt x="122" y="1"/>
                  </a:moveTo>
                  <a:cubicBezTo>
                    <a:pt x="83" y="1"/>
                    <a:pt x="44" y="20"/>
                    <a:pt x="27" y="70"/>
                  </a:cubicBezTo>
                  <a:cubicBezTo>
                    <a:pt x="0" y="70"/>
                    <a:pt x="0" y="97"/>
                    <a:pt x="0" y="124"/>
                  </a:cubicBezTo>
                  <a:cubicBezTo>
                    <a:pt x="0" y="178"/>
                    <a:pt x="27" y="204"/>
                    <a:pt x="54" y="231"/>
                  </a:cubicBezTo>
                  <a:cubicBezTo>
                    <a:pt x="1794" y="1248"/>
                    <a:pt x="2971" y="3175"/>
                    <a:pt x="2918" y="5022"/>
                  </a:cubicBezTo>
                  <a:cubicBezTo>
                    <a:pt x="2918" y="5076"/>
                    <a:pt x="2945" y="5129"/>
                    <a:pt x="2998" y="5156"/>
                  </a:cubicBezTo>
                  <a:cubicBezTo>
                    <a:pt x="4925" y="6119"/>
                    <a:pt x="6156" y="8073"/>
                    <a:pt x="6156" y="10268"/>
                  </a:cubicBezTo>
                  <a:cubicBezTo>
                    <a:pt x="6156" y="12436"/>
                    <a:pt x="4925" y="14390"/>
                    <a:pt x="2998" y="15354"/>
                  </a:cubicBezTo>
                  <a:cubicBezTo>
                    <a:pt x="2945" y="15380"/>
                    <a:pt x="2918" y="15434"/>
                    <a:pt x="2918" y="15487"/>
                  </a:cubicBezTo>
                  <a:cubicBezTo>
                    <a:pt x="2971" y="17334"/>
                    <a:pt x="1847" y="19235"/>
                    <a:pt x="81" y="20278"/>
                  </a:cubicBezTo>
                  <a:cubicBezTo>
                    <a:pt x="54" y="20278"/>
                    <a:pt x="27" y="20305"/>
                    <a:pt x="0" y="20359"/>
                  </a:cubicBezTo>
                  <a:cubicBezTo>
                    <a:pt x="0" y="20412"/>
                    <a:pt x="27" y="20466"/>
                    <a:pt x="54" y="20493"/>
                  </a:cubicBezTo>
                  <a:cubicBezTo>
                    <a:pt x="1794" y="21510"/>
                    <a:pt x="2864" y="23303"/>
                    <a:pt x="2918" y="25310"/>
                  </a:cubicBezTo>
                  <a:cubicBezTo>
                    <a:pt x="2918" y="25364"/>
                    <a:pt x="2945" y="25391"/>
                    <a:pt x="2998" y="25417"/>
                  </a:cubicBezTo>
                  <a:cubicBezTo>
                    <a:pt x="4925" y="26381"/>
                    <a:pt x="6156" y="28362"/>
                    <a:pt x="6156" y="30530"/>
                  </a:cubicBezTo>
                  <a:cubicBezTo>
                    <a:pt x="6156" y="32698"/>
                    <a:pt x="4925" y="34652"/>
                    <a:pt x="2998" y="35642"/>
                  </a:cubicBezTo>
                  <a:cubicBezTo>
                    <a:pt x="2945" y="35642"/>
                    <a:pt x="2918" y="35695"/>
                    <a:pt x="2918" y="35749"/>
                  </a:cubicBezTo>
                  <a:cubicBezTo>
                    <a:pt x="3078" y="37837"/>
                    <a:pt x="1606" y="39630"/>
                    <a:pt x="81" y="40540"/>
                  </a:cubicBezTo>
                  <a:cubicBezTo>
                    <a:pt x="54" y="40540"/>
                    <a:pt x="27" y="40594"/>
                    <a:pt x="0" y="40620"/>
                  </a:cubicBezTo>
                  <a:cubicBezTo>
                    <a:pt x="0" y="40674"/>
                    <a:pt x="27" y="40727"/>
                    <a:pt x="54" y="40754"/>
                  </a:cubicBezTo>
                  <a:cubicBezTo>
                    <a:pt x="1794" y="41771"/>
                    <a:pt x="2918" y="43645"/>
                    <a:pt x="2918" y="45545"/>
                  </a:cubicBezTo>
                  <a:cubicBezTo>
                    <a:pt x="2918" y="45545"/>
                    <a:pt x="2918" y="45545"/>
                    <a:pt x="2918" y="45572"/>
                  </a:cubicBezTo>
                  <a:cubicBezTo>
                    <a:pt x="2918" y="45626"/>
                    <a:pt x="2945" y="45652"/>
                    <a:pt x="2998" y="45679"/>
                  </a:cubicBezTo>
                  <a:cubicBezTo>
                    <a:pt x="4925" y="46669"/>
                    <a:pt x="6156" y="48623"/>
                    <a:pt x="6156" y="50791"/>
                  </a:cubicBezTo>
                  <a:cubicBezTo>
                    <a:pt x="6156" y="52959"/>
                    <a:pt x="4925" y="54913"/>
                    <a:pt x="2998" y="55904"/>
                  </a:cubicBezTo>
                  <a:cubicBezTo>
                    <a:pt x="2945" y="55930"/>
                    <a:pt x="2918" y="55957"/>
                    <a:pt x="2918" y="56011"/>
                  </a:cubicBezTo>
                  <a:cubicBezTo>
                    <a:pt x="2864" y="57991"/>
                    <a:pt x="1820" y="59785"/>
                    <a:pt x="81" y="60802"/>
                  </a:cubicBezTo>
                  <a:cubicBezTo>
                    <a:pt x="54" y="60828"/>
                    <a:pt x="27" y="60855"/>
                    <a:pt x="0" y="60882"/>
                  </a:cubicBezTo>
                  <a:cubicBezTo>
                    <a:pt x="0" y="60935"/>
                    <a:pt x="27" y="60989"/>
                    <a:pt x="54" y="61016"/>
                  </a:cubicBezTo>
                  <a:cubicBezTo>
                    <a:pt x="1794" y="62033"/>
                    <a:pt x="2864" y="63826"/>
                    <a:pt x="2918" y="65834"/>
                  </a:cubicBezTo>
                  <a:cubicBezTo>
                    <a:pt x="2918" y="65887"/>
                    <a:pt x="2945" y="65914"/>
                    <a:pt x="2998" y="65941"/>
                  </a:cubicBezTo>
                  <a:cubicBezTo>
                    <a:pt x="4925" y="66931"/>
                    <a:pt x="6156" y="68885"/>
                    <a:pt x="6156" y="71053"/>
                  </a:cubicBezTo>
                  <a:cubicBezTo>
                    <a:pt x="6156" y="73221"/>
                    <a:pt x="4925" y="75175"/>
                    <a:pt x="2998" y="76165"/>
                  </a:cubicBezTo>
                  <a:cubicBezTo>
                    <a:pt x="2945" y="76192"/>
                    <a:pt x="2918" y="76219"/>
                    <a:pt x="2918" y="76272"/>
                  </a:cubicBezTo>
                  <a:cubicBezTo>
                    <a:pt x="2864" y="78280"/>
                    <a:pt x="1794" y="80073"/>
                    <a:pt x="81" y="81090"/>
                  </a:cubicBezTo>
                  <a:cubicBezTo>
                    <a:pt x="0" y="81117"/>
                    <a:pt x="0" y="81197"/>
                    <a:pt x="27" y="81251"/>
                  </a:cubicBezTo>
                  <a:cubicBezTo>
                    <a:pt x="47" y="81290"/>
                    <a:pt x="95" y="81315"/>
                    <a:pt x="140" y="81315"/>
                  </a:cubicBezTo>
                  <a:cubicBezTo>
                    <a:pt x="157" y="81315"/>
                    <a:pt x="173" y="81311"/>
                    <a:pt x="188" y="81304"/>
                  </a:cubicBezTo>
                  <a:cubicBezTo>
                    <a:pt x="1981" y="80260"/>
                    <a:pt x="3105" y="78413"/>
                    <a:pt x="3159" y="76352"/>
                  </a:cubicBezTo>
                  <a:cubicBezTo>
                    <a:pt x="5166" y="75309"/>
                    <a:pt x="6397" y="73301"/>
                    <a:pt x="6397" y="71053"/>
                  </a:cubicBezTo>
                  <a:cubicBezTo>
                    <a:pt x="6397" y="68805"/>
                    <a:pt x="5166" y="66797"/>
                    <a:pt x="3159" y="65753"/>
                  </a:cubicBezTo>
                  <a:cubicBezTo>
                    <a:pt x="3105" y="63773"/>
                    <a:pt x="2061" y="61979"/>
                    <a:pt x="375" y="60909"/>
                  </a:cubicBezTo>
                  <a:cubicBezTo>
                    <a:pt x="2061" y="59865"/>
                    <a:pt x="3105" y="58072"/>
                    <a:pt x="3159" y="56091"/>
                  </a:cubicBezTo>
                  <a:cubicBezTo>
                    <a:pt x="5166" y="55047"/>
                    <a:pt x="6397" y="53040"/>
                    <a:pt x="6397" y="50791"/>
                  </a:cubicBezTo>
                  <a:cubicBezTo>
                    <a:pt x="6397" y="48543"/>
                    <a:pt x="5166" y="46536"/>
                    <a:pt x="3159" y="45492"/>
                  </a:cubicBezTo>
                  <a:cubicBezTo>
                    <a:pt x="3159" y="43591"/>
                    <a:pt x="2061" y="41718"/>
                    <a:pt x="375" y="40647"/>
                  </a:cubicBezTo>
                  <a:cubicBezTo>
                    <a:pt x="1901" y="39710"/>
                    <a:pt x="3292" y="37890"/>
                    <a:pt x="3185" y="35829"/>
                  </a:cubicBezTo>
                  <a:cubicBezTo>
                    <a:pt x="5166" y="34785"/>
                    <a:pt x="6397" y="32751"/>
                    <a:pt x="6397" y="30530"/>
                  </a:cubicBezTo>
                  <a:cubicBezTo>
                    <a:pt x="6397" y="28281"/>
                    <a:pt x="5166" y="26247"/>
                    <a:pt x="3159" y="25230"/>
                  </a:cubicBezTo>
                  <a:cubicBezTo>
                    <a:pt x="3078" y="23223"/>
                    <a:pt x="2035" y="21429"/>
                    <a:pt x="375" y="20386"/>
                  </a:cubicBezTo>
                  <a:cubicBezTo>
                    <a:pt x="2061" y="19315"/>
                    <a:pt x="3159" y="17441"/>
                    <a:pt x="3159" y="15595"/>
                  </a:cubicBezTo>
                  <a:cubicBezTo>
                    <a:pt x="3159" y="15595"/>
                    <a:pt x="3159" y="15568"/>
                    <a:pt x="3159" y="15541"/>
                  </a:cubicBezTo>
                  <a:cubicBezTo>
                    <a:pt x="5166" y="14524"/>
                    <a:pt x="6397" y="12490"/>
                    <a:pt x="6397" y="10268"/>
                  </a:cubicBezTo>
                  <a:cubicBezTo>
                    <a:pt x="6397" y="8020"/>
                    <a:pt x="5166" y="5986"/>
                    <a:pt x="3159" y="4969"/>
                  </a:cubicBezTo>
                  <a:lnTo>
                    <a:pt x="3159" y="4942"/>
                  </a:lnTo>
                  <a:cubicBezTo>
                    <a:pt x="3159" y="3041"/>
                    <a:pt x="1981" y="1061"/>
                    <a:pt x="188" y="17"/>
                  </a:cubicBezTo>
                  <a:cubicBezTo>
                    <a:pt x="168" y="7"/>
                    <a:pt x="145" y="1"/>
                    <a:pt x="12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0" name="Google Shape;790;p65"/>
            <p:cNvSpPr/>
            <p:nvPr/>
          </p:nvSpPr>
          <p:spPr>
            <a:xfrm>
              <a:off x="685775" y="566950"/>
              <a:ext cx="159950" cy="2033000"/>
            </a:xfrm>
            <a:custGeom>
              <a:avLst/>
              <a:gdLst/>
              <a:ahLst/>
              <a:cxnLst/>
              <a:rect l="l" t="t" r="r" b="b"/>
              <a:pathLst>
                <a:path w="6398" h="81320" extrusionOk="0">
                  <a:moveTo>
                    <a:pt x="119" y="1"/>
                  </a:moveTo>
                  <a:cubicBezTo>
                    <a:pt x="81" y="1"/>
                    <a:pt x="44" y="24"/>
                    <a:pt x="27" y="57"/>
                  </a:cubicBezTo>
                  <a:cubicBezTo>
                    <a:pt x="27" y="84"/>
                    <a:pt x="0" y="110"/>
                    <a:pt x="0" y="137"/>
                  </a:cubicBezTo>
                  <a:cubicBezTo>
                    <a:pt x="0" y="164"/>
                    <a:pt x="27" y="217"/>
                    <a:pt x="81" y="244"/>
                  </a:cubicBezTo>
                  <a:cubicBezTo>
                    <a:pt x="1820" y="1261"/>
                    <a:pt x="2944" y="3188"/>
                    <a:pt x="2918" y="5035"/>
                  </a:cubicBezTo>
                  <a:cubicBezTo>
                    <a:pt x="2918" y="5089"/>
                    <a:pt x="2944" y="5142"/>
                    <a:pt x="2998" y="5169"/>
                  </a:cubicBezTo>
                  <a:cubicBezTo>
                    <a:pt x="4952" y="6133"/>
                    <a:pt x="6156" y="8086"/>
                    <a:pt x="6156" y="10255"/>
                  </a:cubicBezTo>
                  <a:cubicBezTo>
                    <a:pt x="6156" y="12449"/>
                    <a:pt x="4952" y="14403"/>
                    <a:pt x="2998" y="15367"/>
                  </a:cubicBezTo>
                  <a:cubicBezTo>
                    <a:pt x="2944" y="15394"/>
                    <a:pt x="2918" y="15447"/>
                    <a:pt x="2918" y="15501"/>
                  </a:cubicBezTo>
                  <a:cubicBezTo>
                    <a:pt x="2998" y="17347"/>
                    <a:pt x="1847" y="19248"/>
                    <a:pt x="81" y="20292"/>
                  </a:cubicBezTo>
                  <a:cubicBezTo>
                    <a:pt x="54" y="20292"/>
                    <a:pt x="27" y="20318"/>
                    <a:pt x="27" y="20372"/>
                  </a:cubicBezTo>
                  <a:cubicBezTo>
                    <a:pt x="0" y="20425"/>
                    <a:pt x="27" y="20479"/>
                    <a:pt x="81" y="20506"/>
                  </a:cubicBezTo>
                  <a:cubicBezTo>
                    <a:pt x="1794" y="21496"/>
                    <a:pt x="2864" y="23316"/>
                    <a:pt x="2918" y="25324"/>
                  </a:cubicBezTo>
                  <a:cubicBezTo>
                    <a:pt x="2918" y="25350"/>
                    <a:pt x="2944" y="25404"/>
                    <a:pt x="2998" y="25431"/>
                  </a:cubicBezTo>
                  <a:cubicBezTo>
                    <a:pt x="4952" y="26394"/>
                    <a:pt x="6156" y="28348"/>
                    <a:pt x="6156" y="30543"/>
                  </a:cubicBezTo>
                  <a:cubicBezTo>
                    <a:pt x="6156" y="32711"/>
                    <a:pt x="4952" y="34665"/>
                    <a:pt x="2998" y="35628"/>
                  </a:cubicBezTo>
                  <a:cubicBezTo>
                    <a:pt x="2944" y="35655"/>
                    <a:pt x="2918" y="35709"/>
                    <a:pt x="2918" y="35762"/>
                  </a:cubicBezTo>
                  <a:cubicBezTo>
                    <a:pt x="3078" y="37823"/>
                    <a:pt x="1633" y="39643"/>
                    <a:pt x="81" y="40553"/>
                  </a:cubicBezTo>
                  <a:cubicBezTo>
                    <a:pt x="54" y="40553"/>
                    <a:pt x="27" y="40580"/>
                    <a:pt x="27" y="40633"/>
                  </a:cubicBezTo>
                  <a:cubicBezTo>
                    <a:pt x="0" y="40687"/>
                    <a:pt x="27" y="40741"/>
                    <a:pt x="81" y="40767"/>
                  </a:cubicBezTo>
                  <a:cubicBezTo>
                    <a:pt x="1820" y="41784"/>
                    <a:pt x="2918" y="43658"/>
                    <a:pt x="2918" y="45532"/>
                  </a:cubicBezTo>
                  <a:cubicBezTo>
                    <a:pt x="2918" y="45558"/>
                    <a:pt x="2918" y="45558"/>
                    <a:pt x="2918" y="45585"/>
                  </a:cubicBezTo>
                  <a:cubicBezTo>
                    <a:pt x="2918" y="45612"/>
                    <a:pt x="2944" y="45665"/>
                    <a:pt x="2998" y="45692"/>
                  </a:cubicBezTo>
                  <a:cubicBezTo>
                    <a:pt x="4952" y="46656"/>
                    <a:pt x="6156" y="48636"/>
                    <a:pt x="6156" y="50804"/>
                  </a:cubicBezTo>
                  <a:cubicBezTo>
                    <a:pt x="6156" y="52972"/>
                    <a:pt x="4952" y="54926"/>
                    <a:pt x="2998" y="55917"/>
                  </a:cubicBezTo>
                  <a:cubicBezTo>
                    <a:pt x="2944" y="55917"/>
                    <a:pt x="2918" y="55970"/>
                    <a:pt x="2918" y="56024"/>
                  </a:cubicBezTo>
                  <a:cubicBezTo>
                    <a:pt x="2891" y="58004"/>
                    <a:pt x="1820" y="59798"/>
                    <a:pt x="81" y="60815"/>
                  </a:cubicBezTo>
                  <a:cubicBezTo>
                    <a:pt x="54" y="60815"/>
                    <a:pt x="27" y="60868"/>
                    <a:pt x="27" y="60895"/>
                  </a:cubicBezTo>
                  <a:cubicBezTo>
                    <a:pt x="0" y="60949"/>
                    <a:pt x="27" y="61002"/>
                    <a:pt x="81" y="61029"/>
                  </a:cubicBezTo>
                  <a:cubicBezTo>
                    <a:pt x="1820" y="62046"/>
                    <a:pt x="2891" y="63839"/>
                    <a:pt x="2918" y="65847"/>
                  </a:cubicBezTo>
                  <a:cubicBezTo>
                    <a:pt x="2918" y="65900"/>
                    <a:pt x="2944" y="65927"/>
                    <a:pt x="2998" y="65954"/>
                  </a:cubicBezTo>
                  <a:cubicBezTo>
                    <a:pt x="4952" y="66944"/>
                    <a:pt x="6156" y="68898"/>
                    <a:pt x="6156" y="71066"/>
                  </a:cubicBezTo>
                  <a:cubicBezTo>
                    <a:pt x="6156" y="73234"/>
                    <a:pt x="4952" y="75188"/>
                    <a:pt x="2998" y="76178"/>
                  </a:cubicBezTo>
                  <a:cubicBezTo>
                    <a:pt x="2944" y="76178"/>
                    <a:pt x="2918" y="76232"/>
                    <a:pt x="2918" y="76285"/>
                  </a:cubicBezTo>
                  <a:cubicBezTo>
                    <a:pt x="2891" y="78293"/>
                    <a:pt x="1820" y="80086"/>
                    <a:pt x="81" y="81076"/>
                  </a:cubicBezTo>
                  <a:cubicBezTo>
                    <a:pt x="27" y="81130"/>
                    <a:pt x="0" y="81183"/>
                    <a:pt x="27" y="81264"/>
                  </a:cubicBezTo>
                  <a:cubicBezTo>
                    <a:pt x="60" y="81297"/>
                    <a:pt x="93" y="81320"/>
                    <a:pt x="133" y="81320"/>
                  </a:cubicBezTo>
                  <a:cubicBezTo>
                    <a:pt x="157" y="81320"/>
                    <a:pt x="184" y="81311"/>
                    <a:pt x="214" y="81290"/>
                  </a:cubicBezTo>
                  <a:cubicBezTo>
                    <a:pt x="2008" y="80273"/>
                    <a:pt x="3105" y="78427"/>
                    <a:pt x="3185" y="76366"/>
                  </a:cubicBezTo>
                  <a:cubicBezTo>
                    <a:pt x="5166" y="75322"/>
                    <a:pt x="6397" y="73314"/>
                    <a:pt x="6397" y="71066"/>
                  </a:cubicBezTo>
                  <a:cubicBezTo>
                    <a:pt x="6397" y="68818"/>
                    <a:pt x="5166" y="66784"/>
                    <a:pt x="3185" y="65766"/>
                  </a:cubicBezTo>
                  <a:cubicBezTo>
                    <a:pt x="3105" y="63786"/>
                    <a:pt x="2061" y="61992"/>
                    <a:pt x="375" y="60922"/>
                  </a:cubicBezTo>
                  <a:cubicBezTo>
                    <a:pt x="2061" y="59878"/>
                    <a:pt x="3105" y="58085"/>
                    <a:pt x="3185" y="56104"/>
                  </a:cubicBezTo>
                  <a:cubicBezTo>
                    <a:pt x="5166" y="55060"/>
                    <a:pt x="6397" y="53053"/>
                    <a:pt x="6397" y="50804"/>
                  </a:cubicBezTo>
                  <a:cubicBezTo>
                    <a:pt x="6397" y="48556"/>
                    <a:pt x="5166" y="46522"/>
                    <a:pt x="3185" y="45505"/>
                  </a:cubicBezTo>
                  <a:cubicBezTo>
                    <a:pt x="3159" y="43604"/>
                    <a:pt x="2088" y="41731"/>
                    <a:pt x="375" y="40660"/>
                  </a:cubicBezTo>
                  <a:cubicBezTo>
                    <a:pt x="1901" y="39723"/>
                    <a:pt x="3292" y="37903"/>
                    <a:pt x="3185" y="35816"/>
                  </a:cubicBezTo>
                  <a:cubicBezTo>
                    <a:pt x="5166" y="34799"/>
                    <a:pt x="6397" y="32764"/>
                    <a:pt x="6397" y="30543"/>
                  </a:cubicBezTo>
                  <a:cubicBezTo>
                    <a:pt x="6397" y="28295"/>
                    <a:pt x="5166" y="26260"/>
                    <a:pt x="3185" y="25243"/>
                  </a:cubicBezTo>
                  <a:cubicBezTo>
                    <a:pt x="3078" y="23236"/>
                    <a:pt x="2061" y="21443"/>
                    <a:pt x="375" y="20399"/>
                  </a:cubicBezTo>
                  <a:cubicBezTo>
                    <a:pt x="2088" y="19328"/>
                    <a:pt x="3185" y="17401"/>
                    <a:pt x="3185" y="15554"/>
                  </a:cubicBezTo>
                  <a:cubicBezTo>
                    <a:pt x="5166" y="14537"/>
                    <a:pt x="6397" y="12503"/>
                    <a:pt x="6397" y="10255"/>
                  </a:cubicBezTo>
                  <a:cubicBezTo>
                    <a:pt x="6397" y="8033"/>
                    <a:pt x="5166" y="5999"/>
                    <a:pt x="3185" y="4982"/>
                  </a:cubicBezTo>
                  <a:lnTo>
                    <a:pt x="3185" y="4955"/>
                  </a:lnTo>
                  <a:cubicBezTo>
                    <a:pt x="3185" y="3028"/>
                    <a:pt x="1981" y="1074"/>
                    <a:pt x="188" y="30"/>
                  </a:cubicBezTo>
                  <a:cubicBezTo>
                    <a:pt x="167" y="10"/>
                    <a:pt x="143" y="1"/>
                    <a:pt x="11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1" name="Google Shape;791;p65"/>
            <p:cNvSpPr/>
            <p:nvPr/>
          </p:nvSpPr>
          <p:spPr>
            <a:xfrm>
              <a:off x="531875" y="818875"/>
              <a:ext cx="160600" cy="2032875"/>
            </a:xfrm>
            <a:custGeom>
              <a:avLst/>
              <a:gdLst/>
              <a:ahLst/>
              <a:cxnLst/>
              <a:rect l="l" t="t" r="r" b="b"/>
              <a:pathLst>
                <a:path w="6424" h="81315" extrusionOk="0">
                  <a:moveTo>
                    <a:pt x="147" y="1"/>
                  </a:moveTo>
                  <a:cubicBezTo>
                    <a:pt x="106" y="1"/>
                    <a:pt x="61" y="20"/>
                    <a:pt x="27" y="70"/>
                  </a:cubicBezTo>
                  <a:cubicBezTo>
                    <a:pt x="27" y="70"/>
                    <a:pt x="27" y="97"/>
                    <a:pt x="27" y="124"/>
                  </a:cubicBezTo>
                  <a:cubicBezTo>
                    <a:pt x="27" y="178"/>
                    <a:pt x="54" y="204"/>
                    <a:pt x="80" y="231"/>
                  </a:cubicBezTo>
                  <a:cubicBezTo>
                    <a:pt x="1820" y="1248"/>
                    <a:pt x="2971" y="3175"/>
                    <a:pt x="2944" y="5022"/>
                  </a:cubicBezTo>
                  <a:cubicBezTo>
                    <a:pt x="2944" y="5076"/>
                    <a:pt x="2971" y="5129"/>
                    <a:pt x="2998" y="5156"/>
                  </a:cubicBezTo>
                  <a:cubicBezTo>
                    <a:pt x="4952" y="6119"/>
                    <a:pt x="6156" y="8073"/>
                    <a:pt x="6156" y="10268"/>
                  </a:cubicBezTo>
                  <a:cubicBezTo>
                    <a:pt x="6156" y="12436"/>
                    <a:pt x="4952" y="14390"/>
                    <a:pt x="2998" y="15354"/>
                  </a:cubicBezTo>
                  <a:cubicBezTo>
                    <a:pt x="2971" y="15380"/>
                    <a:pt x="2944" y="15461"/>
                    <a:pt x="2944" y="15487"/>
                  </a:cubicBezTo>
                  <a:cubicBezTo>
                    <a:pt x="2998" y="17334"/>
                    <a:pt x="1847" y="19235"/>
                    <a:pt x="107" y="20278"/>
                  </a:cubicBezTo>
                  <a:cubicBezTo>
                    <a:pt x="54" y="20278"/>
                    <a:pt x="27" y="20305"/>
                    <a:pt x="27" y="20359"/>
                  </a:cubicBezTo>
                  <a:cubicBezTo>
                    <a:pt x="0" y="20412"/>
                    <a:pt x="27" y="20466"/>
                    <a:pt x="80" y="20493"/>
                  </a:cubicBezTo>
                  <a:cubicBezTo>
                    <a:pt x="1793" y="21510"/>
                    <a:pt x="2864" y="23303"/>
                    <a:pt x="2944" y="25310"/>
                  </a:cubicBezTo>
                  <a:cubicBezTo>
                    <a:pt x="2944" y="25364"/>
                    <a:pt x="2971" y="25391"/>
                    <a:pt x="2998" y="25417"/>
                  </a:cubicBezTo>
                  <a:cubicBezTo>
                    <a:pt x="4952" y="26381"/>
                    <a:pt x="6156" y="28362"/>
                    <a:pt x="6156" y="30530"/>
                  </a:cubicBezTo>
                  <a:cubicBezTo>
                    <a:pt x="6156" y="32698"/>
                    <a:pt x="4952" y="34652"/>
                    <a:pt x="2998" y="35642"/>
                  </a:cubicBezTo>
                  <a:cubicBezTo>
                    <a:pt x="2971" y="35642"/>
                    <a:pt x="2944" y="35695"/>
                    <a:pt x="2944" y="35749"/>
                  </a:cubicBezTo>
                  <a:cubicBezTo>
                    <a:pt x="3105" y="37837"/>
                    <a:pt x="1633" y="39630"/>
                    <a:pt x="107" y="40540"/>
                  </a:cubicBezTo>
                  <a:cubicBezTo>
                    <a:pt x="54" y="40540"/>
                    <a:pt x="27" y="40594"/>
                    <a:pt x="27" y="40620"/>
                  </a:cubicBezTo>
                  <a:cubicBezTo>
                    <a:pt x="0" y="40674"/>
                    <a:pt x="27" y="40727"/>
                    <a:pt x="80" y="40754"/>
                  </a:cubicBezTo>
                  <a:cubicBezTo>
                    <a:pt x="1820" y="41771"/>
                    <a:pt x="2944" y="43645"/>
                    <a:pt x="2944" y="45545"/>
                  </a:cubicBezTo>
                  <a:cubicBezTo>
                    <a:pt x="2944" y="45545"/>
                    <a:pt x="2944" y="45545"/>
                    <a:pt x="2944" y="45572"/>
                  </a:cubicBezTo>
                  <a:cubicBezTo>
                    <a:pt x="2944" y="45626"/>
                    <a:pt x="2971" y="45652"/>
                    <a:pt x="2998" y="45679"/>
                  </a:cubicBezTo>
                  <a:cubicBezTo>
                    <a:pt x="4952" y="46669"/>
                    <a:pt x="6156" y="48623"/>
                    <a:pt x="6156" y="50791"/>
                  </a:cubicBezTo>
                  <a:cubicBezTo>
                    <a:pt x="6156" y="52959"/>
                    <a:pt x="4952" y="54913"/>
                    <a:pt x="2998" y="55904"/>
                  </a:cubicBezTo>
                  <a:cubicBezTo>
                    <a:pt x="2971" y="55930"/>
                    <a:pt x="2944" y="55957"/>
                    <a:pt x="2944" y="56011"/>
                  </a:cubicBezTo>
                  <a:cubicBezTo>
                    <a:pt x="2891" y="57991"/>
                    <a:pt x="1820" y="59785"/>
                    <a:pt x="107" y="60802"/>
                  </a:cubicBezTo>
                  <a:cubicBezTo>
                    <a:pt x="54" y="60828"/>
                    <a:pt x="27" y="60855"/>
                    <a:pt x="27" y="60882"/>
                  </a:cubicBezTo>
                  <a:cubicBezTo>
                    <a:pt x="0" y="60935"/>
                    <a:pt x="27" y="60989"/>
                    <a:pt x="80" y="61016"/>
                  </a:cubicBezTo>
                  <a:cubicBezTo>
                    <a:pt x="1820" y="62033"/>
                    <a:pt x="2891" y="63826"/>
                    <a:pt x="2944" y="65834"/>
                  </a:cubicBezTo>
                  <a:cubicBezTo>
                    <a:pt x="2944" y="65887"/>
                    <a:pt x="2971" y="65914"/>
                    <a:pt x="2998" y="65941"/>
                  </a:cubicBezTo>
                  <a:cubicBezTo>
                    <a:pt x="4952" y="66931"/>
                    <a:pt x="6156" y="68885"/>
                    <a:pt x="6156" y="71053"/>
                  </a:cubicBezTo>
                  <a:cubicBezTo>
                    <a:pt x="6156" y="73221"/>
                    <a:pt x="4952" y="75175"/>
                    <a:pt x="2998" y="76165"/>
                  </a:cubicBezTo>
                  <a:cubicBezTo>
                    <a:pt x="2971" y="76192"/>
                    <a:pt x="2944" y="76219"/>
                    <a:pt x="2944" y="76272"/>
                  </a:cubicBezTo>
                  <a:cubicBezTo>
                    <a:pt x="2891" y="78280"/>
                    <a:pt x="1820" y="80073"/>
                    <a:pt x="80" y="81090"/>
                  </a:cubicBezTo>
                  <a:cubicBezTo>
                    <a:pt x="27" y="81117"/>
                    <a:pt x="0" y="81197"/>
                    <a:pt x="54" y="81251"/>
                  </a:cubicBezTo>
                  <a:cubicBezTo>
                    <a:pt x="73" y="81290"/>
                    <a:pt x="122" y="81315"/>
                    <a:pt x="167" y="81315"/>
                  </a:cubicBezTo>
                  <a:cubicBezTo>
                    <a:pt x="184" y="81315"/>
                    <a:pt x="200" y="81311"/>
                    <a:pt x="214" y="81304"/>
                  </a:cubicBezTo>
                  <a:cubicBezTo>
                    <a:pt x="2008" y="80260"/>
                    <a:pt x="3105" y="78413"/>
                    <a:pt x="3185" y="76352"/>
                  </a:cubicBezTo>
                  <a:cubicBezTo>
                    <a:pt x="5193" y="75309"/>
                    <a:pt x="6424" y="73301"/>
                    <a:pt x="6424" y="71053"/>
                  </a:cubicBezTo>
                  <a:cubicBezTo>
                    <a:pt x="6424" y="68805"/>
                    <a:pt x="5193" y="66797"/>
                    <a:pt x="3185" y="65753"/>
                  </a:cubicBezTo>
                  <a:cubicBezTo>
                    <a:pt x="3105" y="63773"/>
                    <a:pt x="2088" y="61979"/>
                    <a:pt x="402" y="60909"/>
                  </a:cubicBezTo>
                  <a:cubicBezTo>
                    <a:pt x="2088" y="59865"/>
                    <a:pt x="3105" y="58072"/>
                    <a:pt x="3185" y="56091"/>
                  </a:cubicBezTo>
                  <a:cubicBezTo>
                    <a:pt x="5193" y="55047"/>
                    <a:pt x="6424" y="53040"/>
                    <a:pt x="6424" y="50791"/>
                  </a:cubicBezTo>
                  <a:cubicBezTo>
                    <a:pt x="6424" y="48543"/>
                    <a:pt x="5193" y="46536"/>
                    <a:pt x="3185" y="45492"/>
                  </a:cubicBezTo>
                  <a:cubicBezTo>
                    <a:pt x="3185" y="43591"/>
                    <a:pt x="2088" y="41718"/>
                    <a:pt x="402" y="40647"/>
                  </a:cubicBezTo>
                  <a:cubicBezTo>
                    <a:pt x="1900" y="39710"/>
                    <a:pt x="3319" y="37890"/>
                    <a:pt x="3185" y="35829"/>
                  </a:cubicBezTo>
                  <a:cubicBezTo>
                    <a:pt x="5193" y="34785"/>
                    <a:pt x="6424" y="32751"/>
                    <a:pt x="6424" y="30530"/>
                  </a:cubicBezTo>
                  <a:cubicBezTo>
                    <a:pt x="6424" y="28281"/>
                    <a:pt x="5193" y="26247"/>
                    <a:pt x="3185" y="25230"/>
                  </a:cubicBezTo>
                  <a:cubicBezTo>
                    <a:pt x="3105" y="23223"/>
                    <a:pt x="2061" y="21429"/>
                    <a:pt x="402" y="20386"/>
                  </a:cubicBezTo>
                  <a:cubicBezTo>
                    <a:pt x="2088" y="19315"/>
                    <a:pt x="3185" y="17441"/>
                    <a:pt x="3185" y="15595"/>
                  </a:cubicBezTo>
                  <a:cubicBezTo>
                    <a:pt x="3185" y="15595"/>
                    <a:pt x="3185" y="15568"/>
                    <a:pt x="3185" y="15541"/>
                  </a:cubicBezTo>
                  <a:cubicBezTo>
                    <a:pt x="5193" y="14524"/>
                    <a:pt x="6424" y="12490"/>
                    <a:pt x="6424" y="10268"/>
                  </a:cubicBezTo>
                  <a:cubicBezTo>
                    <a:pt x="6424" y="8020"/>
                    <a:pt x="5193" y="5986"/>
                    <a:pt x="3185" y="4969"/>
                  </a:cubicBezTo>
                  <a:lnTo>
                    <a:pt x="3185" y="4942"/>
                  </a:lnTo>
                  <a:cubicBezTo>
                    <a:pt x="3185" y="3041"/>
                    <a:pt x="2008" y="1061"/>
                    <a:pt x="214" y="17"/>
                  </a:cubicBezTo>
                  <a:cubicBezTo>
                    <a:pt x="195" y="7"/>
                    <a:pt x="171" y="1"/>
                    <a:pt x="1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2" name="Google Shape;792;p65"/>
            <p:cNvSpPr/>
            <p:nvPr/>
          </p:nvSpPr>
          <p:spPr>
            <a:xfrm>
              <a:off x="378625" y="566950"/>
              <a:ext cx="159950" cy="2033000"/>
            </a:xfrm>
            <a:custGeom>
              <a:avLst/>
              <a:gdLst/>
              <a:ahLst/>
              <a:cxnLst/>
              <a:rect l="l" t="t" r="r" b="b"/>
              <a:pathLst>
                <a:path w="6398" h="81320" extrusionOk="0">
                  <a:moveTo>
                    <a:pt x="120" y="1"/>
                  </a:moveTo>
                  <a:cubicBezTo>
                    <a:pt x="81" y="1"/>
                    <a:pt x="44" y="24"/>
                    <a:pt x="28" y="57"/>
                  </a:cubicBezTo>
                  <a:cubicBezTo>
                    <a:pt x="1" y="84"/>
                    <a:pt x="1" y="110"/>
                    <a:pt x="1" y="137"/>
                  </a:cubicBezTo>
                  <a:cubicBezTo>
                    <a:pt x="1" y="164"/>
                    <a:pt x="28" y="217"/>
                    <a:pt x="54" y="244"/>
                  </a:cubicBezTo>
                  <a:cubicBezTo>
                    <a:pt x="1821" y="1261"/>
                    <a:pt x="2972" y="3188"/>
                    <a:pt x="2918" y="5035"/>
                  </a:cubicBezTo>
                  <a:cubicBezTo>
                    <a:pt x="2918" y="5116"/>
                    <a:pt x="2945" y="5142"/>
                    <a:pt x="2999" y="5169"/>
                  </a:cubicBezTo>
                  <a:cubicBezTo>
                    <a:pt x="4952" y="6133"/>
                    <a:pt x="6157" y="8086"/>
                    <a:pt x="6157" y="10255"/>
                  </a:cubicBezTo>
                  <a:cubicBezTo>
                    <a:pt x="6157" y="12449"/>
                    <a:pt x="4952" y="14403"/>
                    <a:pt x="2999" y="15367"/>
                  </a:cubicBezTo>
                  <a:cubicBezTo>
                    <a:pt x="2945" y="15394"/>
                    <a:pt x="2918" y="15447"/>
                    <a:pt x="2918" y="15501"/>
                  </a:cubicBezTo>
                  <a:cubicBezTo>
                    <a:pt x="2972" y="17347"/>
                    <a:pt x="1848" y="19248"/>
                    <a:pt x="81" y="20292"/>
                  </a:cubicBezTo>
                  <a:cubicBezTo>
                    <a:pt x="54" y="20292"/>
                    <a:pt x="28" y="20318"/>
                    <a:pt x="1" y="20372"/>
                  </a:cubicBezTo>
                  <a:cubicBezTo>
                    <a:pt x="1" y="20425"/>
                    <a:pt x="28" y="20479"/>
                    <a:pt x="54" y="20506"/>
                  </a:cubicBezTo>
                  <a:cubicBezTo>
                    <a:pt x="1794" y="21496"/>
                    <a:pt x="2865" y="23316"/>
                    <a:pt x="2918" y="25324"/>
                  </a:cubicBezTo>
                  <a:cubicBezTo>
                    <a:pt x="2918" y="25350"/>
                    <a:pt x="2945" y="25404"/>
                    <a:pt x="2999" y="25431"/>
                  </a:cubicBezTo>
                  <a:cubicBezTo>
                    <a:pt x="4952" y="26394"/>
                    <a:pt x="6157" y="28348"/>
                    <a:pt x="6157" y="30543"/>
                  </a:cubicBezTo>
                  <a:cubicBezTo>
                    <a:pt x="6157" y="32711"/>
                    <a:pt x="4952" y="34665"/>
                    <a:pt x="2999" y="35628"/>
                  </a:cubicBezTo>
                  <a:cubicBezTo>
                    <a:pt x="2945" y="35655"/>
                    <a:pt x="2918" y="35709"/>
                    <a:pt x="2918" y="35762"/>
                  </a:cubicBezTo>
                  <a:cubicBezTo>
                    <a:pt x="3079" y="37823"/>
                    <a:pt x="1607" y="39643"/>
                    <a:pt x="81" y="40553"/>
                  </a:cubicBezTo>
                  <a:cubicBezTo>
                    <a:pt x="54" y="40553"/>
                    <a:pt x="28" y="40580"/>
                    <a:pt x="1" y="40633"/>
                  </a:cubicBezTo>
                  <a:cubicBezTo>
                    <a:pt x="1" y="40687"/>
                    <a:pt x="28" y="40741"/>
                    <a:pt x="54" y="40767"/>
                  </a:cubicBezTo>
                  <a:cubicBezTo>
                    <a:pt x="1794" y="41784"/>
                    <a:pt x="2918" y="43658"/>
                    <a:pt x="2918" y="45532"/>
                  </a:cubicBezTo>
                  <a:cubicBezTo>
                    <a:pt x="2918" y="45558"/>
                    <a:pt x="2918" y="45558"/>
                    <a:pt x="2918" y="45585"/>
                  </a:cubicBezTo>
                  <a:cubicBezTo>
                    <a:pt x="2918" y="45612"/>
                    <a:pt x="2945" y="45665"/>
                    <a:pt x="2999" y="45692"/>
                  </a:cubicBezTo>
                  <a:cubicBezTo>
                    <a:pt x="4952" y="46656"/>
                    <a:pt x="6157" y="48636"/>
                    <a:pt x="6157" y="50804"/>
                  </a:cubicBezTo>
                  <a:cubicBezTo>
                    <a:pt x="6157" y="52972"/>
                    <a:pt x="4952" y="54926"/>
                    <a:pt x="2999" y="55917"/>
                  </a:cubicBezTo>
                  <a:cubicBezTo>
                    <a:pt x="2945" y="55917"/>
                    <a:pt x="2918" y="55970"/>
                    <a:pt x="2918" y="56024"/>
                  </a:cubicBezTo>
                  <a:cubicBezTo>
                    <a:pt x="2865" y="58004"/>
                    <a:pt x="1821" y="59798"/>
                    <a:pt x="81" y="60815"/>
                  </a:cubicBezTo>
                  <a:cubicBezTo>
                    <a:pt x="54" y="60815"/>
                    <a:pt x="28" y="60868"/>
                    <a:pt x="1" y="60895"/>
                  </a:cubicBezTo>
                  <a:cubicBezTo>
                    <a:pt x="1" y="60949"/>
                    <a:pt x="28" y="61002"/>
                    <a:pt x="54" y="61029"/>
                  </a:cubicBezTo>
                  <a:cubicBezTo>
                    <a:pt x="1794" y="62046"/>
                    <a:pt x="2865" y="63839"/>
                    <a:pt x="2918" y="65847"/>
                  </a:cubicBezTo>
                  <a:cubicBezTo>
                    <a:pt x="2918" y="65900"/>
                    <a:pt x="2945" y="65927"/>
                    <a:pt x="2999" y="65954"/>
                  </a:cubicBezTo>
                  <a:cubicBezTo>
                    <a:pt x="4952" y="66944"/>
                    <a:pt x="6157" y="68898"/>
                    <a:pt x="6157" y="71066"/>
                  </a:cubicBezTo>
                  <a:cubicBezTo>
                    <a:pt x="6157" y="73234"/>
                    <a:pt x="4952" y="75188"/>
                    <a:pt x="2999" y="76178"/>
                  </a:cubicBezTo>
                  <a:cubicBezTo>
                    <a:pt x="2945" y="76178"/>
                    <a:pt x="2918" y="76232"/>
                    <a:pt x="2918" y="76285"/>
                  </a:cubicBezTo>
                  <a:cubicBezTo>
                    <a:pt x="2865" y="78293"/>
                    <a:pt x="1821" y="80086"/>
                    <a:pt x="81" y="81076"/>
                  </a:cubicBezTo>
                  <a:cubicBezTo>
                    <a:pt x="1" y="81130"/>
                    <a:pt x="1" y="81183"/>
                    <a:pt x="28" y="81264"/>
                  </a:cubicBezTo>
                  <a:cubicBezTo>
                    <a:pt x="44" y="81297"/>
                    <a:pt x="81" y="81320"/>
                    <a:pt x="120" y="81320"/>
                  </a:cubicBezTo>
                  <a:cubicBezTo>
                    <a:pt x="143" y="81320"/>
                    <a:pt x="168" y="81311"/>
                    <a:pt x="188" y="81290"/>
                  </a:cubicBezTo>
                  <a:cubicBezTo>
                    <a:pt x="1981" y="80273"/>
                    <a:pt x="3106" y="78427"/>
                    <a:pt x="3159" y="76366"/>
                  </a:cubicBezTo>
                  <a:cubicBezTo>
                    <a:pt x="5167" y="75322"/>
                    <a:pt x="6398" y="73314"/>
                    <a:pt x="6398" y="71066"/>
                  </a:cubicBezTo>
                  <a:cubicBezTo>
                    <a:pt x="6398" y="68818"/>
                    <a:pt x="5167" y="66784"/>
                    <a:pt x="3159" y="65766"/>
                  </a:cubicBezTo>
                  <a:cubicBezTo>
                    <a:pt x="3106" y="63786"/>
                    <a:pt x="2062" y="61992"/>
                    <a:pt x="376" y="60922"/>
                  </a:cubicBezTo>
                  <a:cubicBezTo>
                    <a:pt x="2062" y="59878"/>
                    <a:pt x="3106" y="58085"/>
                    <a:pt x="3159" y="56104"/>
                  </a:cubicBezTo>
                  <a:cubicBezTo>
                    <a:pt x="5167" y="55060"/>
                    <a:pt x="6398" y="53053"/>
                    <a:pt x="6398" y="50804"/>
                  </a:cubicBezTo>
                  <a:cubicBezTo>
                    <a:pt x="6398" y="48556"/>
                    <a:pt x="5167" y="46522"/>
                    <a:pt x="3159" y="45505"/>
                  </a:cubicBezTo>
                  <a:cubicBezTo>
                    <a:pt x="3159" y="43604"/>
                    <a:pt x="2062" y="41731"/>
                    <a:pt x="376" y="40660"/>
                  </a:cubicBezTo>
                  <a:cubicBezTo>
                    <a:pt x="1901" y="39723"/>
                    <a:pt x="3293" y="37903"/>
                    <a:pt x="3186" y="35816"/>
                  </a:cubicBezTo>
                  <a:cubicBezTo>
                    <a:pt x="5167" y="34799"/>
                    <a:pt x="6398" y="32764"/>
                    <a:pt x="6398" y="30543"/>
                  </a:cubicBezTo>
                  <a:cubicBezTo>
                    <a:pt x="6398" y="28295"/>
                    <a:pt x="5167" y="26260"/>
                    <a:pt x="3159" y="25243"/>
                  </a:cubicBezTo>
                  <a:cubicBezTo>
                    <a:pt x="3079" y="23236"/>
                    <a:pt x="2035" y="21443"/>
                    <a:pt x="376" y="20399"/>
                  </a:cubicBezTo>
                  <a:cubicBezTo>
                    <a:pt x="2089" y="19328"/>
                    <a:pt x="3186" y="17401"/>
                    <a:pt x="3186" y="15554"/>
                  </a:cubicBezTo>
                  <a:cubicBezTo>
                    <a:pt x="5167" y="14537"/>
                    <a:pt x="6398" y="12503"/>
                    <a:pt x="6398" y="10255"/>
                  </a:cubicBezTo>
                  <a:cubicBezTo>
                    <a:pt x="6398" y="8033"/>
                    <a:pt x="5167" y="5999"/>
                    <a:pt x="3186" y="4982"/>
                  </a:cubicBezTo>
                  <a:lnTo>
                    <a:pt x="3186" y="4955"/>
                  </a:lnTo>
                  <a:cubicBezTo>
                    <a:pt x="3186" y="3028"/>
                    <a:pt x="1981" y="1074"/>
                    <a:pt x="188" y="30"/>
                  </a:cubicBezTo>
                  <a:cubicBezTo>
                    <a:pt x="168" y="10"/>
                    <a:pt x="143" y="1"/>
                    <a:pt x="12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3" name="Google Shape;793;p65"/>
            <p:cNvSpPr/>
            <p:nvPr/>
          </p:nvSpPr>
          <p:spPr>
            <a:xfrm>
              <a:off x="224725" y="818875"/>
              <a:ext cx="159950" cy="2032875"/>
            </a:xfrm>
            <a:custGeom>
              <a:avLst/>
              <a:gdLst/>
              <a:ahLst/>
              <a:cxnLst/>
              <a:rect l="l" t="t" r="r" b="b"/>
              <a:pathLst>
                <a:path w="6398" h="81315" extrusionOk="0">
                  <a:moveTo>
                    <a:pt x="129" y="1"/>
                  </a:moveTo>
                  <a:cubicBezTo>
                    <a:pt x="83" y="1"/>
                    <a:pt x="44" y="20"/>
                    <a:pt x="27" y="70"/>
                  </a:cubicBezTo>
                  <a:cubicBezTo>
                    <a:pt x="27" y="70"/>
                    <a:pt x="1" y="97"/>
                    <a:pt x="1" y="124"/>
                  </a:cubicBezTo>
                  <a:cubicBezTo>
                    <a:pt x="1" y="178"/>
                    <a:pt x="27" y="204"/>
                    <a:pt x="81" y="231"/>
                  </a:cubicBezTo>
                  <a:cubicBezTo>
                    <a:pt x="1821" y="1248"/>
                    <a:pt x="2972" y="3175"/>
                    <a:pt x="2918" y="5022"/>
                  </a:cubicBezTo>
                  <a:cubicBezTo>
                    <a:pt x="2945" y="5076"/>
                    <a:pt x="2945" y="5129"/>
                    <a:pt x="2998" y="5156"/>
                  </a:cubicBezTo>
                  <a:cubicBezTo>
                    <a:pt x="4952" y="6119"/>
                    <a:pt x="6157" y="8073"/>
                    <a:pt x="6157" y="10268"/>
                  </a:cubicBezTo>
                  <a:cubicBezTo>
                    <a:pt x="6157" y="12436"/>
                    <a:pt x="4952" y="14390"/>
                    <a:pt x="2998" y="15354"/>
                  </a:cubicBezTo>
                  <a:cubicBezTo>
                    <a:pt x="2945" y="15380"/>
                    <a:pt x="2918" y="15461"/>
                    <a:pt x="2918" y="15487"/>
                  </a:cubicBezTo>
                  <a:cubicBezTo>
                    <a:pt x="2998" y="17334"/>
                    <a:pt x="1848" y="19235"/>
                    <a:pt x="108" y="20278"/>
                  </a:cubicBezTo>
                  <a:cubicBezTo>
                    <a:pt x="54" y="20278"/>
                    <a:pt x="27" y="20305"/>
                    <a:pt x="27" y="20359"/>
                  </a:cubicBezTo>
                  <a:cubicBezTo>
                    <a:pt x="1" y="20412"/>
                    <a:pt x="27" y="20466"/>
                    <a:pt x="81" y="20493"/>
                  </a:cubicBezTo>
                  <a:cubicBezTo>
                    <a:pt x="1794" y="21510"/>
                    <a:pt x="2865" y="23303"/>
                    <a:pt x="2918" y="25310"/>
                  </a:cubicBezTo>
                  <a:cubicBezTo>
                    <a:pt x="2945" y="25364"/>
                    <a:pt x="2972" y="25391"/>
                    <a:pt x="2998" y="25417"/>
                  </a:cubicBezTo>
                  <a:cubicBezTo>
                    <a:pt x="4952" y="26381"/>
                    <a:pt x="6157" y="28362"/>
                    <a:pt x="6157" y="30530"/>
                  </a:cubicBezTo>
                  <a:cubicBezTo>
                    <a:pt x="6157" y="32698"/>
                    <a:pt x="4952" y="34652"/>
                    <a:pt x="2998" y="35642"/>
                  </a:cubicBezTo>
                  <a:cubicBezTo>
                    <a:pt x="2945" y="35642"/>
                    <a:pt x="2918" y="35695"/>
                    <a:pt x="2918" y="35749"/>
                  </a:cubicBezTo>
                  <a:cubicBezTo>
                    <a:pt x="3106" y="37837"/>
                    <a:pt x="1633" y="39630"/>
                    <a:pt x="108" y="40540"/>
                  </a:cubicBezTo>
                  <a:cubicBezTo>
                    <a:pt x="54" y="40540"/>
                    <a:pt x="27" y="40594"/>
                    <a:pt x="27" y="40620"/>
                  </a:cubicBezTo>
                  <a:cubicBezTo>
                    <a:pt x="1" y="40674"/>
                    <a:pt x="27" y="40727"/>
                    <a:pt x="81" y="40754"/>
                  </a:cubicBezTo>
                  <a:cubicBezTo>
                    <a:pt x="1821" y="41771"/>
                    <a:pt x="2918" y="43645"/>
                    <a:pt x="2918" y="45545"/>
                  </a:cubicBezTo>
                  <a:cubicBezTo>
                    <a:pt x="2918" y="45545"/>
                    <a:pt x="2918" y="45545"/>
                    <a:pt x="2918" y="45572"/>
                  </a:cubicBezTo>
                  <a:cubicBezTo>
                    <a:pt x="2918" y="45626"/>
                    <a:pt x="2945" y="45652"/>
                    <a:pt x="2998" y="45679"/>
                  </a:cubicBezTo>
                  <a:cubicBezTo>
                    <a:pt x="4952" y="46669"/>
                    <a:pt x="6157" y="48623"/>
                    <a:pt x="6157" y="50791"/>
                  </a:cubicBezTo>
                  <a:cubicBezTo>
                    <a:pt x="6157" y="52959"/>
                    <a:pt x="4952" y="54913"/>
                    <a:pt x="2998" y="55904"/>
                  </a:cubicBezTo>
                  <a:cubicBezTo>
                    <a:pt x="2945" y="55930"/>
                    <a:pt x="2918" y="55957"/>
                    <a:pt x="2918" y="56011"/>
                  </a:cubicBezTo>
                  <a:cubicBezTo>
                    <a:pt x="2891" y="57991"/>
                    <a:pt x="1821" y="59785"/>
                    <a:pt x="108" y="60802"/>
                  </a:cubicBezTo>
                  <a:cubicBezTo>
                    <a:pt x="54" y="60828"/>
                    <a:pt x="27" y="60855"/>
                    <a:pt x="27" y="60882"/>
                  </a:cubicBezTo>
                  <a:cubicBezTo>
                    <a:pt x="1" y="60935"/>
                    <a:pt x="27" y="60989"/>
                    <a:pt x="81" y="61016"/>
                  </a:cubicBezTo>
                  <a:cubicBezTo>
                    <a:pt x="1821" y="62033"/>
                    <a:pt x="2891" y="63826"/>
                    <a:pt x="2918" y="65834"/>
                  </a:cubicBezTo>
                  <a:cubicBezTo>
                    <a:pt x="2918" y="65887"/>
                    <a:pt x="2945" y="65914"/>
                    <a:pt x="2998" y="65941"/>
                  </a:cubicBezTo>
                  <a:cubicBezTo>
                    <a:pt x="4952" y="66931"/>
                    <a:pt x="6157" y="68885"/>
                    <a:pt x="6157" y="71053"/>
                  </a:cubicBezTo>
                  <a:cubicBezTo>
                    <a:pt x="6157" y="73221"/>
                    <a:pt x="4952" y="75175"/>
                    <a:pt x="2998" y="76165"/>
                  </a:cubicBezTo>
                  <a:cubicBezTo>
                    <a:pt x="2945" y="76192"/>
                    <a:pt x="2918" y="76219"/>
                    <a:pt x="2918" y="76272"/>
                  </a:cubicBezTo>
                  <a:cubicBezTo>
                    <a:pt x="2891" y="78280"/>
                    <a:pt x="1821" y="80073"/>
                    <a:pt x="81" y="81090"/>
                  </a:cubicBezTo>
                  <a:cubicBezTo>
                    <a:pt x="27" y="81117"/>
                    <a:pt x="1" y="81197"/>
                    <a:pt x="27" y="81251"/>
                  </a:cubicBezTo>
                  <a:cubicBezTo>
                    <a:pt x="67" y="81290"/>
                    <a:pt x="106" y="81315"/>
                    <a:pt x="156" y="81315"/>
                  </a:cubicBezTo>
                  <a:cubicBezTo>
                    <a:pt x="174" y="81315"/>
                    <a:pt x="193" y="81311"/>
                    <a:pt x="215" y="81304"/>
                  </a:cubicBezTo>
                  <a:cubicBezTo>
                    <a:pt x="2008" y="80260"/>
                    <a:pt x="3106" y="78413"/>
                    <a:pt x="3186" y="76352"/>
                  </a:cubicBezTo>
                  <a:cubicBezTo>
                    <a:pt x="5166" y="75309"/>
                    <a:pt x="6398" y="73301"/>
                    <a:pt x="6398" y="71053"/>
                  </a:cubicBezTo>
                  <a:cubicBezTo>
                    <a:pt x="6398" y="68805"/>
                    <a:pt x="5166" y="66797"/>
                    <a:pt x="3186" y="65753"/>
                  </a:cubicBezTo>
                  <a:cubicBezTo>
                    <a:pt x="3106" y="63773"/>
                    <a:pt x="2062" y="61979"/>
                    <a:pt x="375" y="60909"/>
                  </a:cubicBezTo>
                  <a:cubicBezTo>
                    <a:pt x="2062" y="59865"/>
                    <a:pt x="3106" y="58072"/>
                    <a:pt x="3186" y="56091"/>
                  </a:cubicBezTo>
                  <a:cubicBezTo>
                    <a:pt x="5166" y="55047"/>
                    <a:pt x="6398" y="53040"/>
                    <a:pt x="6398" y="50791"/>
                  </a:cubicBezTo>
                  <a:cubicBezTo>
                    <a:pt x="6398" y="48543"/>
                    <a:pt x="5166" y="46536"/>
                    <a:pt x="3186" y="45492"/>
                  </a:cubicBezTo>
                  <a:cubicBezTo>
                    <a:pt x="3159" y="43591"/>
                    <a:pt x="2088" y="41718"/>
                    <a:pt x="375" y="40647"/>
                  </a:cubicBezTo>
                  <a:cubicBezTo>
                    <a:pt x="1901" y="39710"/>
                    <a:pt x="3320" y="37890"/>
                    <a:pt x="3186" y="35829"/>
                  </a:cubicBezTo>
                  <a:cubicBezTo>
                    <a:pt x="5166" y="34785"/>
                    <a:pt x="6398" y="32751"/>
                    <a:pt x="6398" y="30530"/>
                  </a:cubicBezTo>
                  <a:cubicBezTo>
                    <a:pt x="6398" y="28281"/>
                    <a:pt x="5166" y="26247"/>
                    <a:pt x="3186" y="25230"/>
                  </a:cubicBezTo>
                  <a:cubicBezTo>
                    <a:pt x="3079" y="23223"/>
                    <a:pt x="2062" y="21429"/>
                    <a:pt x="375" y="20386"/>
                  </a:cubicBezTo>
                  <a:cubicBezTo>
                    <a:pt x="2088" y="19315"/>
                    <a:pt x="3186" y="17441"/>
                    <a:pt x="3186" y="15595"/>
                  </a:cubicBezTo>
                  <a:cubicBezTo>
                    <a:pt x="3186" y="15595"/>
                    <a:pt x="3186" y="15568"/>
                    <a:pt x="3186" y="15541"/>
                  </a:cubicBezTo>
                  <a:cubicBezTo>
                    <a:pt x="5166" y="14524"/>
                    <a:pt x="6398" y="12490"/>
                    <a:pt x="6398" y="10268"/>
                  </a:cubicBezTo>
                  <a:cubicBezTo>
                    <a:pt x="6398" y="8020"/>
                    <a:pt x="5166" y="5986"/>
                    <a:pt x="3186" y="4969"/>
                  </a:cubicBezTo>
                  <a:lnTo>
                    <a:pt x="3186" y="4942"/>
                  </a:lnTo>
                  <a:cubicBezTo>
                    <a:pt x="3186" y="3041"/>
                    <a:pt x="1981" y="1061"/>
                    <a:pt x="215" y="17"/>
                  </a:cubicBezTo>
                  <a:cubicBezTo>
                    <a:pt x="185" y="7"/>
                    <a:pt x="156" y="1"/>
                    <a:pt x="12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4" name="Google Shape;794;p65"/>
            <p:cNvSpPr/>
            <p:nvPr/>
          </p:nvSpPr>
          <p:spPr>
            <a:xfrm>
              <a:off x="1914975" y="2593575"/>
              <a:ext cx="160625" cy="2032875"/>
            </a:xfrm>
            <a:custGeom>
              <a:avLst/>
              <a:gdLst/>
              <a:ahLst/>
              <a:cxnLst/>
              <a:rect l="l" t="t" r="r" b="b"/>
              <a:pathLst>
                <a:path w="6425" h="81315" extrusionOk="0">
                  <a:moveTo>
                    <a:pt x="151" y="1"/>
                  </a:moveTo>
                  <a:cubicBezTo>
                    <a:pt x="95" y="1"/>
                    <a:pt x="47" y="26"/>
                    <a:pt x="27" y="65"/>
                  </a:cubicBezTo>
                  <a:cubicBezTo>
                    <a:pt x="27" y="92"/>
                    <a:pt x="27" y="118"/>
                    <a:pt x="27" y="118"/>
                  </a:cubicBezTo>
                  <a:cubicBezTo>
                    <a:pt x="27" y="172"/>
                    <a:pt x="27" y="225"/>
                    <a:pt x="81" y="225"/>
                  </a:cubicBezTo>
                  <a:cubicBezTo>
                    <a:pt x="1821" y="1243"/>
                    <a:pt x="2972" y="3170"/>
                    <a:pt x="2945" y="5043"/>
                  </a:cubicBezTo>
                  <a:cubicBezTo>
                    <a:pt x="2945" y="5070"/>
                    <a:pt x="2972" y="5124"/>
                    <a:pt x="2998" y="5150"/>
                  </a:cubicBezTo>
                  <a:cubicBezTo>
                    <a:pt x="4952" y="6141"/>
                    <a:pt x="6157" y="8095"/>
                    <a:pt x="6157" y="10263"/>
                  </a:cubicBezTo>
                  <a:cubicBezTo>
                    <a:pt x="6157" y="12431"/>
                    <a:pt x="4952" y="14384"/>
                    <a:pt x="2998" y="15375"/>
                  </a:cubicBezTo>
                  <a:cubicBezTo>
                    <a:pt x="2945" y="15402"/>
                    <a:pt x="2945" y="15428"/>
                    <a:pt x="2945" y="15482"/>
                  </a:cubicBezTo>
                  <a:cubicBezTo>
                    <a:pt x="2998" y="17355"/>
                    <a:pt x="1848" y="19256"/>
                    <a:pt x="108" y="20273"/>
                  </a:cubicBezTo>
                  <a:cubicBezTo>
                    <a:pt x="54" y="20300"/>
                    <a:pt x="27" y="20326"/>
                    <a:pt x="27" y="20353"/>
                  </a:cubicBezTo>
                  <a:cubicBezTo>
                    <a:pt x="1" y="20407"/>
                    <a:pt x="27" y="20460"/>
                    <a:pt x="81" y="20514"/>
                  </a:cubicBezTo>
                  <a:cubicBezTo>
                    <a:pt x="1794" y="21504"/>
                    <a:pt x="2865" y="23297"/>
                    <a:pt x="2945" y="25305"/>
                  </a:cubicBezTo>
                  <a:cubicBezTo>
                    <a:pt x="2945" y="25358"/>
                    <a:pt x="2972" y="25385"/>
                    <a:pt x="2998" y="25412"/>
                  </a:cubicBezTo>
                  <a:cubicBezTo>
                    <a:pt x="4952" y="26402"/>
                    <a:pt x="6157" y="28356"/>
                    <a:pt x="6157" y="30524"/>
                  </a:cubicBezTo>
                  <a:cubicBezTo>
                    <a:pt x="6157" y="32692"/>
                    <a:pt x="4952" y="34646"/>
                    <a:pt x="2998" y="35636"/>
                  </a:cubicBezTo>
                  <a:cubicBezTo>
                    <a:pt x="2945" y="35663"/>
                    <a:pt x="2918" y="35717"/>
                    <a:pt x="2945" y="35770"/>
                  </a:cubicBezTo>
                  <a:cubicBezTo>
                    <a:pt x="3106" y="37831"/>
                    <a:pt x="1633" y="39651"/>
                    <a:pt x="108" y="40535"/>
                  </a:cubicBezTo>
                  <a:cubicBezTo>
                    <a:pt x="54" y="40561"/>
                    <a:pt x="27" y="40588"/>
                    <a:pt x="27" y="40615"/>
                  </a:cubicBezTo>
                  <a:cubicBezTo>
                    <a:pt x="1" y="40668"/>
                    <a:pt x="27" y="40749"/>
                    <a:pt x="81" y="40775"/>
                  </a:cubicBezTo>
                  <a:cubicBezTo>
                    <a:pt x="1821" y="41766"/>
                    <a:pt x="2945" y="43639"/>
                    <a:pt x="2945" y="45540"/>
                  </a:cubicBezTo>
                  <a:cubicBezTo>
                    <a:pt x="2945" y="45540"/>
                    <a:pt x="2945" y="45566"/>
                    <a:pt x="2945" y="45566"/>
                  </a:cubicBezTo>
                  <a:cubicBezTo>
                    <a:pt x="2945" y="45620"/>
                    <a:pt x="2972" y="45674"/>
                    <a:pt x="2998" y="45674"/>
                  </a:cubicBezTo>
                  <a:cubicBezTo>
                    <a:pt x="4952" y="46664"/>
                    <a:pt x="6157" y="48618"/>
                    <a:pt x="6157" y="50786"/>
                  </a:cubicBezTo>
                  <a:cubicBezTo>
                    <a:pt x="6157" y="52954"/>
                    <a:pt x="4952" y="54934"/>
                    <a:pt x="2998" y="55898"/>
                  </a:cubicBezTo>
                  <a:cubicBezTo>
                    <a:pt x="2972" y="55925"/>
                    <a:pt x="2945" y="55952"/>
                    <a:pt x="2945" y="56005"/>
                  </a:cubicBezTo>
                  <a:cubicBezTo>
                    <a:pt x="2891" y="58012"/>
                    <a:pt x="1821" y="59806"/>
                    <a:pt x="108" y="60796"/>
                  </a:cubicBezTo>
                  <a:cubicBezTo>
                    <a:pt x="54" y="60823"/>
                    <a:pt x="27" y="60850"/>
                    <a:pt x="27" y="60903"/>
                  </a:cubicBezTo>
                  <a:cubicBezTo>
                    <a:pt x="1" y="60957"/>
                    <a:pt x="27" y="61010"/>
                    <a:pt x="81" y="61037"/>
                  </a:cubicBezTo>
                  <a:cubicBezTo>
                    <a:pt x="1821" y="62054"/>
                    <a:pt x="2891" y="63847"/>
                    <a:pt x="2945" y="65828"/>
                  </a:cubicBezTo>
                  <a:cubicBezTo>
                    <a:pt x="2945" y="65882"/>
                    <a:pt x="2972" y="65935"/>
                    <a:pt x="2998" y="65962"/>
                  </a:cubicBezTo>
                  <a:cubicBezTo>
                    <a:pt x="4952" y="66925"/>
                    <a:pt x="6157" y="68879"/>
                    <a:pt x="6157" y="71047"/>
                  </a:cubicBezTo>
                  <a:cubicBezTo>
                    <a:pt x="6157" y="73242"/>
                    <a:pt x="4952" y="75196"/>
                    <a:pt x="2998" y="76160"/>
                  </a:cubicBezTo>
                  <a:cubicBezTo>
                    <a:pt x="2972" y="76186"/>
                    <a:pt x="2945" y="76240"/>
                    <a:pt x="2945" y="76267"/>
                  </a:cubicBezTo>
                  <a:cubicBezTo>
                    <a:pt x="2891" y="78274"/>
                    <a:pt x="1821" y="80067"/>
                    <a:pt x="81" y="81084"/>
                  </a:cubicBezTo>
                  <a:cubicBezTo>
                    <a:pt x="27" y="81111"/>
                    <a:pt x="1" y="81191"/>
                    <a:pt x="27" y="81245"/>
                  </a:cubicBezTo>
                  <a:cubicBezTo>
                    <a:pt x="61" y="81296"/>
                    <a:pt x="106" y="81315"/>
                    <a:pt x="148" y="81315"/>
                  </a:cubicBezTo>
                  <a:cubicBezTo>
                    <a:pt x="172" y="81315"/>
                    <a:pt x="195" y="81308"/>
                    <a:pt x="215" y="81299"/>
                  </a:cubicBezTo>
                  <a:cubicBezTo>
                    <a:pt x="2008" y="80255"/>
                    <a:pt x="3106" y="78408"/>
                    <a:pt x="3186" y="76347"/>
                  </a:cubicBezTo>
                  <a:cubicBezTo>
                    <a:pt x="5166" y="75330"/>
                    <a:pt x="6424" y="73296"/>
                    <a:pt x="6424" y="71047"/>
                  </a:cubicBezTo>
                  <a:cubicBezTo>
                    <a:pt x="6424" y="68826"/>
                    <a:pt x="5166" y="66792"/>
                    <a:pt x="3186" y="65748"/>
                  </a:cubicBezTo>
                  <a:cubicBezTo>
                    <a:pt x="3106" y="63767"/>
                    <a:pt x="2062" y="61974"/>
                    <a:pt x="375" y="60930"/>
                  </a:cubicBezTo>
                  <a:cubicBezTo>
                    <a:pt x="2062" y="59859"/>
                    <a:pt x="3106" y="58093"/>
                    <a:pt x="3186" y="56085"/>
                  </a:cubicBezTo>
                  <a:cubicBezTo>
                    <a:pt x="5166" y="55068"/>
                    <a:pt x="6424" y="53034"/>
                    <a:pt x="6424" y="50786"/>
                  </a:cubicBezTo>
                  <a:cubicBezTo>
                    <a:pt x="6424" y="48537"/>
                    <a:pt x="5166" y="46530"/>
                    <a:pt x="3186" y="45486"/>
                  </a:cubicBezTo>
                  <a:cubicBezTo>
                    <a:pt x="3159" y="43586"/>
                    <a:pt x="2088" y="41739"/>
                    <a:pt x="375" y="40668"/>
                  </a:cubicBezTo>
                  <a:cubicBezTo>
                    <a:pt x="1901" y="39705"/>
                    <a:pt x="3320" y="37885"/>
                    <a:pt x="3186" y="35824"/>
                  </a:cubicBezTo>
                  <a:cubicBezTo>
                    <a:pt x="5193" y="34780"/>
                    <a:pt x="6424" y="32772"/>
                    <a:pt x="6424" y="30524"/>
                  </a:cubicBezTo>
                  <a:cubicBezTo>
                    <a:pt x="6424" y="28276"/>
                    <a:pt x="5166" y="26268"/>
                    <a:pt x="3186" y="25225"/>
                  </a:cubicBezTo>
                  <a:cubicBezTo>
                    <a:pt x="3106" y="23244"/>
                    <a:pt x="2062" y="21451"/>
                    <a:pt x="375" y="20407"/>
                  </a:cubicBezTo>
                  <a:cubicBezTo>
                    <a:pt x="2088" y="19336"/>
                    <a:pt x="3186" y="17436"/>
                    <a:pt x="3186" y="15616"/>
                  </a:cubicBezTo>
                  <a:cubicBezTo>
                    <a:pt x="3186" y="15589"/>
                    <a:pt x="3186" y="15562"/>
                    <a:pt x="3186" y="15562"/>
                  </a:cubicBezTo>
                  <a:cubicBezTo>
                    <a:pt x="5166" y="14518"/>
                    <a:pt x="6424" y="12511"/>
                    <a:pt x="6424" y="10263"/>
                  </a:cubicBezTo>
                  <a:cubicBezTo>
                    <a:pt x="6424" y="8014"/>
                    <a:pt x="5166" y="6007"/>
                    <a:pt x="3186" y="4963"/>
                  </a:cubicBezTo>
                  <a:cubicBezTo>
                    <a:pt x="3186" y="3036"/>
                    <a:pt x="2008" y="1055"/>
                    <a:pt x="215" y="11"/>
                  </a:cubicBezTo>
                  <a:cubicBezTo>
                    <a:pt x="193" y="4"/>
                    <a:pt x="172" y="1"/>
                    <a:pt x="15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5" name="Google Shape;795;p65"/>
            <p:cNvSpPr/>
            <p:nvPr/>
          </p:nvSpPr>
          <p:spPr>
            <a:xfrm>
              <a:off x="1761075" y="2845375"/>
              <a:ext cx="160625" cy="2032675"/>
            </a:xfrm>
            <a:custGeom>
              <a:avLst/>
              <a:gdLst/>
              <a:ahLst/>
              <a:cxnLst/>
              <a:rect l="l" t="t" r="r" b="b"/>
              <a:pathLst>
                <a:path w="6425" h="81307" extrusionOk="0">
                  <a:moveTo>
                    <a:pt x="146" y="1"/>
                  </a:moveTo>
                  <a:cubicBezTo>
                    <a:pt x="108" y="1"/>
                    <a:pt x="71" y="24"/>
                    <a:pt x="54" y="57"/>
                  </a:cubicBezTo>
                  <a:cubicBezTo>
                    <a:pt x="27" y="84"/>
                    <a:pt x="27" y="110"/>
                    <a:pt x="27" y="137"/>
                  </a:cubicBezTo>
                  <a:cubicBezTo>
                    <a:pt x="27" y="164"/>
                    <a:pt x="54" y="217"/>
                    <a:pt x="81" y="244"/>
                  </a:cubicBezTo>
                  <a:cubicBezTo>
                    <a:pt x="1821" y="1234"/>
                    <a:pt x="2972" y="3162"/>
                    <a:pt x="2945" y="5035"/>
                  </a:cubicBezTo>
                  <a:cubicBezTo>
                    <a:pt x="2945" y="5089"/>
                    <a:pt x="2972" y="5142"/>
                    <a:pt x="2998" y="5142"/>
                  </a:cubicBezTo>
                  <a:cubicBezTo>
                    <a:pt x="4952" y="6133"/>
                    <a:pt x="6183" y="8086"/>
                    <a:pt x="6183" y="10254"/>
                  </a:cubicBezTo>
                  <a:cubicBezTo>
                    <a:pt x="6183" y="12422"/>
                    <a:pt x="4952" y="14376"/>
                    <a:pt x="2998" y="15367"/>
                  </a:cubicBezTo>
                  <a:cubicBezTo>
                    <a:pt x="2972" y="15393"/>
                    <a:pt x="2945" y="15447"/>
                    <a:pt x="2945" y="15474"/>
                  </a:cubicBezTo>
                  <a:cubicBezTo>
                    <a:pt x="2998" y="17321"/>
                    <a:pt x="1847" y="19248"/>
                    <a:pt x="108" y="20265"/>
                  </a:cubicBezTo>
                  <a:cubicBezTo>
                    <a:pt x="81" y="20292"/>
                    <a:pt x="27" y="20318"/>
                    <a:pt x="27" y="20345"/>
                  </a:cubicBezTo>
                  <a:cubicBezTo>
                    <a:pt x="27" y="20425"/>
                    <a:pt x="27" y="20479"/>
                    <a:pt x="81" y="20506"/>
                  </a:cubicBezTo>
                  <a:cubicBezTo>
                    <a:pt x="1821" y="21496"/>
                    <a:pt x="2891" y="23289"/>
                    <a:pt x="2945" y="25297"/>
                  </a:cubicBezTo>
                  <a:cubicBezTo>
                    <a:pt x="2945" y="25350"/>
                    <a:pt x="2972" y="25404"/>
                    <a:pt x="2998" y="25404"/>
                  </a:cubicBezTo>
                  <a:cubicBezTo>
                    <a:pt x="4952" y="26394"/>
                    <a:pt x="6183" y="28348"/>
                    <a:pt x="6183" y="30516"/>
                  </a:cubicBezTo>
                  <a:cubicBezTo>
                    <a:pt x="6183" y="32684"/>
                    <a:pt x="4952" y="34665"/>
                    <a:pt x="2998" y="35628"/>
                  </a:cubicBezTo>
                  <a:cubicBezTo>
                    <a:pt x="2972" y="35655"/>
                    <a:pt x="2945" y="35709"/>
                    <a:pt x="2945" y="35762"/>
                  </a:cubicBezTo>
                  <a:cubicBezTo>
                    <a:pt x="3105" y="37823"/>
                    <a:pt x="1633" y="39643"/>
                    <a:pt x="108" y="40526"/>
                  </a:cubicBezTo>
                  <a:cubicBezTo>
                    <a:pt x="81" y="40553"/>
                    <a:pt x="27" y="40580"/>
                    <a:pt x="27" y="40633"/>
                  </a:cubicBezTo>
                  <a:cubicBezTo>
                    <a:pt x="27" y="40687"/>
                    <a:pt x="27" y="40741"/>
                    <a:pt x="81" y="40767"/>
                  </a:cubicBezTo>
                  <a:cubicBezTo>
                    <a:pt x="1821" y="41784"/>
                    <a:pt x="2945" y="43631"/>
                    <a:pt x="2945" y="45532"/>
                  </a:cubicBezTo>
                  <a:lnTo>
                    <a:pt x="2945" y="45558"/>
                  </a:lnTo>
                  <a:cubicBezTo>
                    <a:pt x="2945" y="45612"/>
                    <a:pt x="2972" y="45665"/>
                    <a:pt x="2998" y="45692"/>
                  </a:cubicBezTo>
                  <a:cubicBezTo>
                    <a:pt x="4952" y="46656"/>
                    <a:pt x="6183" y="48610"/>
                    <a:pt x="6183" y="50778"/>
                  </a:cubicBezTo>
                  <a:cubicBezTo>
                    <a:pt x="6183" y="52972"/>
                    <a:pt x="4952" y="54926"/>
                    <a:pt x="2998" y="55890"/>
                  </a:cubicBezTo>
                  <a:cubicBezTo>
                    <a:pt x="2972" y="55917"/>
                    <a:pt x="2945" y="55970"/>
                    <a:pt x="2945" y="55997"/>
                  </a:cubicBezTo>
                  <a:cubicBezTo>
                    <a:pt x="2891" y="58004"/>
                    <a:pt x="1847" y="59798"/>
                    <a:pt x="108" y="60815"/>
                  </a:cubicBezTo>
                  <a:cubicBezTo>
                    <a:pt x="81" y="60815"/>
                    <a:pt x="27" y="60841"/>
                    <a:pt x="27" y="60895"/>
                  </a:cubicBezTo>
                  <a:cubicBezTo>
                    <a:pt x="27" y="60949"/>
                    <a:pt x="27" y="61002"/>
                    <a:pt x="81" y="61029"/>
                  </a:cubicBezTo>
                  <a:cubicBezTo>
                    <a:pt x="1821" y="62046"/>
                    <a:pt x="2891" y="63839"/>
                    <a:pt x="2945" y="65847"/>
                  </a:cubicBezTo>
                  <a:cubicBezTo>
                    <a:pt x="2945" y="65873"/>
                    <a:pt x="2972" y="65927"/>
                    <a:pt x="2998" y="65954"/>
                  </a:cubicBezTo>
                  <a:cubicBezTo>
                    <a:pt x="4952" y="66917"/>
                    <a:pt x="6183" y="68871"/>
                    <a:pt x="6183" y="71066"/>
                  </a:cubicBezTo>
                  <a:cubicBezTo>
                    <a:pt x="6183" y="73234"/>
                    <a:pt x="4952" y="75188"/>
                    <a:pt x="2998" y="76151"/>
                  </a:cubicBezTo>
                  <a:cubicBezTo>
                    <a:pt x="2972" y="76178"/>
                    <a:pt x="2945" y="76232"/>
                    <a:pt x="2945" y="76285"/>
                  </a:cubicBezTo>
                  <a:cubicBezTo>
                    <a:pt x="2891" y="78266"/>
                    <a:pt x="1821" y="80059"/>
                    <a:pt x="81" y="81076"/>
                  </a:cubicBezTo>
                  <a:cubicBezTo>
                    <a:pt x="27" y="81103"/>
                    <a:pt x="1" y="81183"/>
                    <a:pt x="54" y="81237"/>
                  </a:cubicBezTo>
                  <a:cubicBezTo>
                    <a:pt x="71" y="81288"/>
                    <a:pt x="110" y="81306"/>
                    <a:pt x="149" y="81306"/>
                  </a:cubicBezTo>
                  <a:cubicBezTo>
                    <a:pt x="172" y="81306"/>
                    <a:pt x="195" y="81300"/>
                    <a:pt x="215" y="81290"/>
                  </a:cubicBezTo>
                  <a:cubicBezTo>
                    <a:pt x="2008" y="80247"/>
                    <a:pt x="3105" y="78400"/>
                    <a:pt x="3186" y="76366"/>
                  </a:cubicBezTo>
                  <a:cubicBezTo>
                    <a:pt x="5193" y="75322"/>
                    <a:pt x="6424" y="73288"/>
                    <a:pt x="6424" y="71066"/>
                  </a:cubicBezTo>
                  <a:cubicBezTo>
                    <a:pt x="6424" y="68818"/>
                    <a:pt x="5193" y="66783"/>
                    <a:pt x="3186" y="65766"/>
                  </a:cubicBezTo>
                  <a:cubicBezTo>
                    <a:pt x="3132" y="63759"/>
                    <a:pt x="2088" y="61992"/>
                    <a:pt x="402" y="60922"/>
                  </a:cubicBezTo>
                  <a:cubicBezTo>
                    <a:pt x="2088" y="59878"/>
                    <a:pt x="3132" y="58085"/>
                    <a:pt x="3186" y="56077"/>
                  </a:cubicBezTo>
                  <a:cubicBezTo>
                    <a:pt x="5193" y="55060"/>
                    <a:pt x="6424" y="53026"/>
                    <a:pt x="6424" y="50778"/>
                  </a:cubicBezTo>
                  <a:cubicBezTo>
                    <a:pt x="6424" y="48556"/>
                    <a:pt x="5193" y="46522"/>
                    <a:pt x="3186" y="45505"/>
                  </a:cubicBezTo>
                  <a:cubicBezTo>
                    <a:pt x="3186" y="43604"/>
                    <a:pt x="2088" y="41731"/>
                    <a:pt x="402" y="40660"/>
                  </a:cubicBezTo>
                  <a:cubicBezTo>
                    <a:pt x="1901" y="39697"/>
                    <a:pt x="3320" y="37877"/>
                    <a:pt x="3186" y="35816"/>
                  </a:cubicBezTo>
                  <a:cubicBezTo>
                    <a:pt x="5193" y="34799"/>
                    <a:pt x="6424" y="32764"/>
                    <a:pt x="6424" y="30516"/>
                  </a:cubicBezTo>
                  <a:cubicBezTo>
                    <a:pt x="6424" y="28268"/>
                    <a:pt x="5193" y="26260"/>
                    <a:pt x="3186" y="25216"/>
                  </a:cubicBezTo>
                  <a:cubicBezTo>
                    <a:pt x="3105" y="23236"/>
                    <a:pt x="2062" y="21442"/>
                    <a:pt x="402" y="20399"/>
                  </a:cubicBezTo>
                  <a:cubicBezTo>
                    <a:pt x="2115" y="19328"/>
                    <a:pt x="3212" y="17401"/>
                    <a:pt x="3186" y="15554"/>
                  </a:cubicBezTo>
                  <a:cubicBezTo>
                    <a:pt x="5193" y="14510"/>
                    <a:pt x="6424" y="12503"/>
                    <a:pt x="6424" y="10254"/>
                  </a:cubicBezTo>
                  <a:cubicBezTo>
                    <a:pt x="6424" y="8006"/>
                    <a:pt x="5193" y="5999"/>
                    <a:pt x="3186" y="4955"/>
                  </a:cubicBezTo>
                  <a:cubicBezTo>
                    <a:pt x="3186" y="3028"/>
                    <a:pt x="2008" y="1047"/>
                    <a:pt x="215" y="30"/>
                  </a:cubicBezTo>
                  <a:cubicBezTo>
                    <a:pt x="194" y="10"/>
                    <a:pt x="170" y="1"/>
                    <a:pt x="14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6" name="Google Shape;796;p65"/>
            <p:cNvSpPr/>
            <p:nvPr/>
          </p:nvSpPr>
          <p:spPr>
            <a:xfrm>
              <a:off x="1607850" y="2593575"/>
              <a:ext cx="159950" cy="2032875"/>
            </a:xfrm>
            <a:custGeom>
              <a:avLst/>
              <a:gdLst/>
              <a:ahLst/>
              <a:cxnLst/>
              <a:rect l="l" t="t" r="r" b="b"/>
              <a:pathLst>
                <a:path w="6398" h="81315" extrusionOk="0">
                  <a:moveTo>
                    <a:pt x="140" y="1"/>
                  </a:moveTo>
                  <a:cubicBezTo>
                    <a:pt x="95" y="1"/>
                    <a:pt x="47" y="26"/>
                    <a:pt x="27" y="65"/>
                  </a:cubicBezTo>
                  <a:cubicBezTo>
                    <a:pt x="0" y="92"/>
                    <a:pt x="0" y="118"/>
                    <a:pt x="0" y="118"/>
                  </a:cubicBezTo>
                  <a:cubicBezTo>
                    <a:pt x="0" y="172"/>
                    <a:pt x="27" y="225"/>
                    <a:pt x="81" y="225"/>
                  </a:cubicBezTo>
                  <a:cubicBezTo>
                    <a:pt x="1820" y="1243"/>
                    <a:pt x="2944" y="3170"/>
                    <a:pt x="2918" y="5043"/>
                  </a:cubicBezTo>
                  <a:cubicBezTo>
                    <a:pt x="2918" y="5070"/>
                    <a:pt x="2944" y="5124"/>
                    <a:pt x="2998" y="5150"/>
                  </a:cubicBezTo>
                  <a:cubicBezTo>
                    <a:pt x="4952" y="6141"/>
                    <a:pt x="6156" y="8095"/>
                    <a:pt x="6156" y="10263"/>
                  </a:cubicBezTo>
                  <a:cubicBezTo>
                    <a:pt x="6156" y="12431"/>
                    <a:pt x="4952" y="14384"/>
                    <a:pt x="2998" y="15375"/>
                  </a:cubicBezTo>
                  <a:cubicBezTo>
                    <a:pt x="2944" y="15402"/>
                    <a:pt x="2918" y="15428"/>
                    <a:pt x="2918" y="15482"/>
                  </a:cubicBezTo>
                  <a:cubicBezTo>
                    <a:pt x="2971" y="17329"/>
                    <a:pt x="1847" y="19256"/>
                    <a:pt x="81" y="20273"/>
                  </a:cubicBezTo>
                  <a:cubicBezTo>
                    <a:pt x="54" y="20300"/>
                    <a:pt x="27" y="20326"/>
                    <a:pt x="0" y="20353"/>
                  </a:cubicBezTo>
                  <a:cubicBezTo>
                    <a:pt x="0" y="20407"/>
                    <a:pt x="27" y="20460"/>
                    <a:pt x="81" y="20514"/>
                  </a:cubicBezTo>
                  <a:cubicBezTo>
                    <a:pt x="1794" y="21504"/>
                    <a:pt x="2864" y="23297"/>
                    <a:pt x="2918" y="25305"/>
                  </a:cubicBezTo>
                  <a:cubicBezTo>
                    <a:pt x="2918" y="25358"/>
                    <a:pt x="2944" y="25385"/>
                    <a:pt x="2998" y="25412"/>
                  </a:cubicBezTo>
                  <a:cubicBezTo>
                    <a:pt x="4952" y="26402"/>
                    <a:pt x="6156" y="28356"/>
                    <a:pt x="6156" y="30524"/>
                  </a:cubicBezTo>
                  <a:cubicBezTo>
                    <a:pt x="6156" y="32692"/>
                    <a:pt x="4952" y="34646"/>
                    <a:pt x="2998" y="35636"/>
                  </a:cubicBezTo>
                  <a:cubicBezTo>
                    <a:pt x="2944" y="35663"/>
                    <a:pt x="2918" y="35717"/>
                    <a:pt x="2918" y="35770"/>
                  </a:cubicBezTo>
                  <a:cubicBezTo>
                    <a:pt x="3078" y="37831"/>
                    <a:pt x="1633" y="39651"/>
                    <a:pt x="81" y="40535"/>
                  </a:cubicBezTo>
                  <a:cubicBezTo>
                    <a:pt x="54" y="40561"/>
                    <a:pt x="27" y="40588"/>
                    <a:pt x="0" y="40615"/>
                  </a:cubicBezTo>
                  <a:cubicBezTo>
                    <a:pt x="0" y="40668"/>
                    <a:pt x="27" y="40749"/>
                    <a:pt x="81" y="40775"/>
                  </a:cubicBezTo>
                  <a:cubicBezTo>
                    <a:pt x="1820" y="41766"/>
                    <a:pt x="2918" y="43639"/>
                    <a:pt x="2918" y="45540"/>
                  </a:cubicBezTo>
                  <a:cubicBezTo>
                    <a:pt x="2918" y="45540"/>
                    <a:pt x="2918" y="45566"/>
                    <a:pt x="2918" y="45566"/>
                  </a:cubicBezTo>
                  <a:cubicBezTo>
                    <a:pt x="2918" y="45620"/>
                    <a:pt x="2944" y="45674"/>
                    <a:pt x="2998" y="45674"/>
                  </a:cubicBezTo>
                  <a:cubicBezTo>
                    <a:pt x="4952" y="46664"/>
                    <a:pt x="6156" y="48618"/>
                    <a:pt x="6156" y="50786"/>
                  </a:cubicBezTo>
                  <a:cubicBezTo>
                    <a:pt x="6156" y="52954"/>
                    <a:pt x="4952" y="54934"/>
                    <a:pt x="2998" y="55898"/>
                  </a:cubicBezTo>
                  <a:cubicBezTo>
                    <a:pt x="2944" y="55925"/>
                    <a:pt x="2918" y="55952"/>
                    <a:pt x="2918" y="56005"/>
                  </a:cubicBezTo>
                  <a:cubicBezTo>
                    <a:pt x="2864" y="58012"/>
                    <a:pt x="1820" y="59806"/>
                    <a:pt x="81" y="60796"/>
                  </a:cubicBezTo>
                  <a:cubicBezTo>
                    <a:pt x="54" y="60823"/>
                    <a:pt x="27" y="60850"/>
                    <a:pt x="0" y="60903"/>
                  </a:cubicBezTo>
                  <a:cubicBezTo>
                    <a:pt x="0" y="60957"/>
                    <a:pt x="27" y="61010"/>
                    <a:pt x="81" y="61037"/>
                  </a:cubicBezTo>
                  <a:cubicBezTo>
                    <a:pt x="1820" y="62054"/>
                    <a:pt x="2864" y="63847"/>
                    <a:pt x="2918" y="65828"/>
                  </a:cubicBezTo>
                  <a:cubicBezTo>
                    <a:pt x="2918" y="65882"/>
                    <a:pt x="2944" y="65935"/>
                    <a:pt x="2998" y="65962"/>
                  </a:cubicBezTo>
                  <a:cubicBezTo>
                    <a:pt x="4952" y="66925"/>
                    <a:pt x="6156" y="68879"/>
                    <a:pt x="6156" y="71047"/>
                  </a:cubicBezTo>
                  <a:cubicBezTo>
                    <a:pt x="6156" y="73242"/>
                    <a:pt x="4952" y="75196"/>
                    <a:pt x="2998" y="76160"/>
                  </a:cubicBezTo>
                  <a:cubicBezTo>
                    <a:pt x="2944" y="76186"/>
                    <a:pt x="2918" y="76240"/>
                    <a:pt x="2918" y="76267"/>
                  </a:cubicBezTo>
                  <a:cubicBezTo>
                    <a:pt x="2864" y="78274"/>
                    <a:pt x="1820" y="80067"/>
                    <a:pt x="81" y="81084"/>
                  </a:cubicBezTo>
                  <a:cubicBezTo>
                    <a:pt x="27" y="81111"/>
                    <a:pt x="0" y="81191"/>
                    <a:pt x="27" y="81245"/>
                  </a:cubicBezTo>
                  <a:cubicBezTo>
                    <a:pt x="44" y="81296"/>
                    <a:pt x="82" y="81315"/>
                    <a:pt x="122" y="81315"/>
                  </a:cubicBezTo>
                  <a:cubicBezTo>
                    <a:pt x="145" y="81315"/>
                    <a:pt x="168" y="81308"/>
                    <a:pt x="188" y="81299"/>
                  </a:cubicBezTo>
                  <a:cubicBezTo>
                    <a:pt x="1981" y="80255"/>
                    <a:pt x="3105" y="78408"/>
                    <a:pt x="3185" y="76347"/>
                  </a:cubicBezTo>
                  <a:cubicBezTo>
                    <a:pt x="5166" y="75330"/>
                    <a:pt x="6397" y="73296"/>
                    <a:pt x="6397" y="71047"/>
                  </a:cubicBezTo>
                  <a:cubicBezTo>
                    <a:pt x="6397" y="68826"/>
                    <a:pt x="5166" y="66792"/>
                    <a:pt x="3185" y="65748"/>
                  </a:cubicBezTo>
                  <a:cubicBezTo>
                    <a:pt x="3105" y="63767"/>
                    <a:pt x="2061" y="61974"/>
                    <a:pt x="375" y="60930"/>
                  </a:cubicBezTo>
                  <a:cubicBezTo>
                    <a:pt x="2061" y="59859"/>
                    <a:pt x="3105" y="58093"/>
                    <a:pt x="3185" y="56085"/>
                  </a:cubicBezTo>
                  <a:cubicBezTo>
                    <a:pt x="5166" y="55068"/>
                    <a:pt x="6397" y="53034"/>
                    <a:pt x="6397" y="50786"/>
                  </a:cubicBezTo>
                  <a:cubicBezTo>
                    <a:pt x="6397" y="48537"/>
                    <a:pt x="5166" y="46530"/>
                    <a:pt x="3185" y="45486"/>
                  </a:cubicBezTo>
                  <a:cubicBezTo>
                    <a:pt x="3159" y="43586"/>
                    <a:pt x="2061" y="41739"/>
                    <a:pt x="375" y="40668"/>
                  </a:cubicBezTo>
                  <a:cubicBezTo>
                    <a:pt x="1901" y="39705"/>
                    <a:pt x="3292" y="37885"/>
                    <a:pt x="3185" y="35824"/>
                  </a:cubicBezTo>
                  <a:cubicBezTo>
                    <a:pt x="5166" y="34780"/>
                    <a:pt x="6397" y="32772"/>
                    <a:pt x="6397" y="30524"/>
                  </a:cubicBezTo>
                  <a:cubicBezTo>
                    <a:pt x="6397" y="28276"/>
                    <a:pt x="5166" y="26268"/>
                    <a:pt x="3185" y="25225"/>
                  </a:cubicBezTo>
                  <a:cubicBezTo>
                    <a:pt x="3078" y="23244"/>
                    <a:pt x="2061" y="21451"/>
                    <a:pt x="375" y="20407"/>
                  </a:cubicBezTo>
                  <a:cubicBezTo>
                    <a:pt x="2061" y="19336"/>
                    <a:pt x="3185" y="17436"/>
                    <a:pt x="3185" y="15616"/>
                  </a:cubicBezTo>
                  <a:cubicBezTo>
                    <a:pt x="3185" y="15589"/>
                    <a:pt x="3185" y="15562"/>
                    <a:pt x="3185" y="15562"/>
                  </a:cubicBezTo>
                  <a:cubicBezTo>
                    <a:pt x="5166" y="14518"/>
                    <a:pt x="6397" y="12511"/>
                    <a:pt x="6397" y="10263"/>
                  </a:cubicBezTo>
                  <a:cubicBezTo>
                    <a:pt x="6397" y="8014"/>
                    <a:pt x="5166" y="6007"/>
                    <a:pt x="3185" y="4963"/>
                  </a:cubicBezTo>
                  <a:cubicBezTo>
                    <a:pt x="3185" y="3036"/>
                    <a:pt x="1981" y="1055"/>
                    <a:pt x="188" y="11"/>
                  </a:cubicBezTo>
                  <a:cubicBezTo>
                    <a:pt x="173" y="4"/>
                    <a:pt x="157" y="1"/>
                    <a:pt x="14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7" name="Google Shape;797;p65"/>
            <p:cNvSpPr/>
            <p:nvPr/>
          </p:nvSpPr>
          <p:spPr>
            <a:xfrm>
              <a:off x="1453950" y="2845375"/>
              <a:ext cx="160600" cy="2032675"/>
            </a:xfrm>
            <a:custGeom>
              <a:avLst/>
              <a:gdLst/>
              <a:ahLst/>
              <a:cxnLst/>
              <a:rect l="l" t="t" r="r" b="b"/>
              <a:pathLst>
                <a:path w="6424" h="81307" extrusionOk="0">
                  <a:moveTo>
                    <a:pt x="133" y="1"/>
                  </a:moveTo>
                  <a:cubicBezTo>
                    <a:pt x="93" y="1"/>
                    <a:pt x="60" y="24"/>
                    <a:pt x="27" y="57"/>
                  </a:cubicBezTo>
                  <a:cubicBezTo>
                    <a:pt x="27" y="84"/>
                    <a:pt x="27" y="110"/>
                    <a:pt x="27" y="137"/>
                  </a:cubicBezTo>
                  <a:cubicBezTo>
                    <a:pt x="27" y="164"/>
                    <a:pt x="27" y="217"/>
                    <a:pt x="80" y="244"/>
                  </a:cubicBezTo>
                  <a:cubicBezTo>
                    <a:pt x="1820" y="1234"/>
                    <a:pt x="2971" y="3188"/>
                    <a:pt x="2944" y="5035"/>
                  </a:cubicBezTo>
                  <a:cubicBezTo>
                    <a:pt x="2944" y="5089"/>
                    <a:pt x="2971" y="5142"/>
                    <a:pt x="2998" y="5142"/>
                  </a:cubicBezTo>
                  <a:cubicBezTo>
                    <a:pt x="4952" y="6133"/>
                    <a:pt x="6156" y="8086"/>
                    <a:pt x="6156" y="10254"/>
                  </a:cubicBezTo>
                  <a:cubicBezTo>
                    <a:pt x="6156" y="12422"/>
                    <a:pt x="4952" y="14376"/>
                    <a:pt x="2998" y="15367"/>
                  </a:cubicBezTo>
                  <a:cubicBezTo>
                    <a:pt x="2971" y="15393"/>
                    <a:pt x="2944" y="15420"/>
                    <a:pt x="2944" y="15474"/>
                  </a:cubicBezTo>
                  <a:cubicBezTo>
                    <a:pt x="2998" y="17347"/>
                    <a:pt x="1847" y="19248"/>
                    <a:pt x="107" y="20265"/>
                  </a:cubicBezTo>
                  <a:cubicBezTo>
                    <a:pt x="54" y="20292"/>
                    <a:pt x="27" y="20318"/>
                    <a:pt x="27" y="20345"/>
                  </a:cubicBezTo>
                  <a:cubicBezTo>
                    <a:pt x="0" y="20425"/>
                    <a:pt x="27" y="20479"/>
                    <a:pt x="80" y="20506"/>
                  </a:cubicBezTo>
                  <a:cubicBezTo>
                    <a:pt x="1793" y="21496"/>
                    <a:pt x="2864" y="23289"/>
                    <a:pt x="2944" y="25297"/>
                  </a:cubicBezTo>
                  <a:cubicBezTo>
                    <a:pt x="2944" y="25350"/>
                    <a:pt x="2971" y="25404"/>
                    <a:pt x="2998" y="25404"/>
                  </a:cubicBezTo>
                  <a:cubicBezTo>
                    <a:pt x="4952" y="26394"/>
                    <a:pt x="6156" y="28348"/>
                    <a:pt x="6156" y="30516"/>
                  </a:cubicBezTo>
                  <a:cubicBezTo>
                    <a:pt x="6156" y="32684"/>
                    <a:pt x="4952" y="34665"/>
                    <a:pt x="2998" y="35628"/>
                  </a:cubicBezTo>
                  <a:cubicBezTo>
                    <a:pt x="2944" y="35655"/>
                    <a:pt x="2918" y="35709"/>
                    <a:pt x="2944" y="35762"/>
                  </a:cubicBezTo>
                  <a:cubicBezTo>
                    <a:pt x="3105" y="37823"/>
                    <a:pt x="1633" y="39643"/>
                    <a:pt x="107" y="40526"/>
                  </a:cubicBezTo>
                  <a:cubicBezTo>
                    <a:pt x="54" y="40553"/>
                    <a:pt x="27" y="40580"/>
                    <a:pt x="27" y="40633"/>
                  </a:cubicBezTo>
                  <a:cubicBezTo>
                    <a:pt x="0" y="40687"/>
                    <a:pt x="27" y="40741"/>
                    <a:pt x="80" y="40767"/>
                  </a:cubicBezTo>
                  <a:cubicBezTo>
                    <a:pt x="1820" y="41784"/>
                    <a:pt x="2944" y="43631"/>
                    <a:pt x="2944" y="45532"/>
                  </a:cubicBezTo>
                  <a:cubicBezTo>
                    <a:pt x="2944" y="45558"/>
                    <a:pt x="2944" y="45558"/>
                    <a:pt x="2944" y="45558"/>
                  </a:cubicBezTo>
                  <a:cubicBezTo>
                    <a:pt x="2918" y="45612"/>
                    <a:pt x="2971" y="45665"/>
                    <a:pt x="2998" y="45692"/>
                  </a:cubicBezTo>
                  <a:cubicBezTo>
                    <a:pt x="4952" y="46656"/>
                    <a:pt x="6156" y="48610"/>
                    <a:pt x="6156" y="50778"/>
                  </a:cubicBezTo>
                  <a:cubicBezTo>
                    <a:pt x="6156" y="52972"/>
                    <a:pt x="4952" y="54926"/>
                    <a:pt x="2998" y="55890"/>
                  </a:cubicBezTo>
                  <a:cubicBezTo>
                    <a:pt x="2971" y="55917"/>
                    <a:pt x="2944" y="55970"/>
                    <a:pt x="2944" y="55997"/>
                  </a:cubicBezTo>
                  <a:cubicBezTo>
                    <a:pt x="2891" y="58004"/>
                    <a:pt x="1820" y="59798"/>
                    <a:pt x="107" y="60815"/>
                  </a:cubicBezTo>
                  <a:cubicBezTo>
                    <a:pt x="54" y="60815"/>
                    <a:pt x="27" y="60841"/>
                    <a:pt x="27" y="60895"/>
                  </a:cubicBezTo>
                  <a:cubicBezTo>
                    <a:pt x="0" y="60949"/>
                    <a:pt x="27" y="61002"/>
                    <a:pt x="80" y="61029"/>
                  </a:cubicBezTo>
                  <a:cubicBezTo>
                    <a:pt x="1820" y="62046"/>
                    <a:pt x="2891" y="63839"/>
                    <a:pt x="2944" y="65847"/>
                  </a:cubicBezTo>
                  <a:cubicBezTo>
                    <a:pt x="2944" y="65873"/>
                    <a:pt x="2971" y="65927"/>
                    <a:pt x="2998" y="65954"/>
                  </a:cubicBezTo>
                  <a:cubicBezTo>
                    <a:pt x="4952" y="66917"/>
                    <a:pt x="6156" y="68871"/>
                    <a:pt x="6156" y="71066"/>
                  </a:cubicBezTo>
                  <a:cubicBezTo>
                    <a:pt x="6156" y="73234"/>
                    <a:pt x="4952" y="75188"/>
                    <a:pt x="2998" y="76151"/>
                  </a:cubicBezTo>
                  <a:cubicBezTo>
                    <a:pt x="2971" y="76178"/>
                    <a:pt x="2944" y="76232"/>
                    <a:pt x="2944" y="76285"/>
                  </a:cubicBezTo>
                  <a:cubicBezTo>
                    <a:pt x="2891" y="78266"/>
                    <a:pt x="1820" y="80059"/>
                    <a:pt x="80" y="81076"/>
                  </a:cubicBezTo>
                  <a:cubicBezTo>
                    <a:pt x="27" y="81103"/>
                    <a:pt x="0" y="81183"/>
                    <a:pt x="27" y="81237"/>
                  </a:cubicBezTo>
                  <a:cubicBezTo>
                    <a:pt x="61" y="81288"/>
                    <a:pt x="106" y="81306"/>
                    <a:pt x="147" y="81306"/>
                  </a:cubicBezTo>
                  <a:cubicBezTo>
                    <a:pt x="172" y="81306"/>
                    <a:pt x="195" y="81300"/>
                    <a:pt x="214" y="81290"/>
                  </a:cubicBezTo>
                  <a:cubicBezTo>
                    <a:pt x="2008" y="80247"/>
                    <a:pt x="3105" y="78400"/>
                    <a:pt x="3185" y="76366"/>
                  </a:cubicBezTo>
                  <a:cubicBezTo>
                    <a:pt x="5166" y="75322"/>
                    <a:pt x="6424" y="73288"/>
                    <a:pt x="6424" y="71066"/>
                  </a:cubicBezTo>
                  <a:cubicBezTo>
                    <a:pt x="6424" y="68818"/>
                    <a:pt x="5166" y="66783"/>
                    <a:pt x="3185" y="65766"/>
                  </a:cubicBezTo>
                  <a:cubicBezTo>
                    <a:pt x="3105" y="63759"/>
                    <a:pt x="2061" y="61992"/>
                    <a:pt x="375" y="60922"/>
                  </a:cubicBezTo>
                  <a:cubicBezTo>
                    <a:pt x="2061" y="59878"/>
                    <a:pt x="3105" y="58085"/>
                    <a:pt x="3185" y="56077"/>
                  </a:cubicBezTo>
                  <a:cubicBezTo>
                    <a:pt x="5166" y="55060"/>
                    <a:pt x="6424" y="53026"/>
                    <a:pt x="6424" y="50778"/>
                  </a:cubicBezTo>
                  <a:cubicBezTo>
                    <a:pt x="6424" y="48556"/>
                    <a:pt x="5193" y="46522"/>
                    <a:pt x="3185" y="45505"/>
                  </a:cubicBezTo>
                  <a:cubicBezTo>
                    <a:pt x="3159" y="43604"/>
                    <a:pt x="2088" y="41731"/>
                    <a:pt x="375" y="40660"/>
                  </a:cubicBezTo>
                  <a:cubicBezTo>
                    <a:pt x="1901" y="39697"/>
                    <a:pt x="3319" y="37877"/>
                    <a:pt x="3185" y="35816"/>
                  </a:cubicBezTo>
                  <a:cubicBezTo>
                    <a:pt x="5193" y="34799"/>
                    <a:pt x="6424" y="32764"/>
                    <a:pt x="6424" y="30516"/>
                  </a:cubicBezTo>
                  <a:cubicBezTo>
                    <a:pt x="6424" y="28268"/>
                    <a:pt x="5166" y="26260"/>
                    <a:pt x="3185" y="25216"/>
                  </a:cubicBezTo>
                  <a:cubicBezTo>
                    <a:pt x="3105" y="23236"/>
                    <a:pt x="2061" y="21442"/>
                    <a:pt x="375" y="20399"/>
                  </a:cubicBezTo>
                  <a:cubicBezTo>
                    <a:pt x="2088" y="19328"/>
                    <a:pt x="3185" y="17454"/>
                    <a:pt x="3185" y="15608"/>
                  </a:cubicBezTo>
                  <a:cubicBezTo>
                    <a:pt x="3185" y="15581"/>
                    <a:pt x="3185" y="15581"/>
                    <a:pt x="3185" y="15554"/>
                  </a:cubicBezTo>
                  <a:cubicBezTo>
                    <a:pt x="5193" y="14510"/>
                    <a:pt x="6424" y="12503"/>
                    <a:pt x="6424" y="10254"/>
                  </a:cubicBezTo>
                  <a:cubicBezTo>
                    <a:pt x="6424" y="8006"/>
                    <a:pt x="5193" y="5999"/>
                    <a:pt x="3185" y="4955"/>
                  </a:cubicBezTo>
                  <a:cubicBezTo>
                    <a:pt x="3185" y="3028"/>
                    <a:pt x="2008" y="1047"/>
                    <a:pt x="214" y="30"/>
                  </a:cubicBezTo>
                  <a:cubicBezTo>
                    <a:pt x="184" y="10"/>
                    <a:pt x="157" y="1"/>
                    <a:pt x="13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8" name="Google Shape;798;p65"/>
            <p:cNvSpPr/>
            <p:nvPr/>
          </p:nvSpPr>
          <p:spPr>
            <a:xfrm>
              <a:off x="1300050" y="2593575"/>
              <a:ext cx="160600" cy="2032875"/>
            </a:xfrm>
            <a:custGeom>
              <a:avLst/>
              <a:gdLst/>
              <a:ahLst/>
              <a:cxnLst/>
              <a:rect l="l" t="t" r="r" b="b"/>
              <a:pathLst>
                <a:path w="6424" h="81315" extrusionOk="0">
                  <a:moveTo>
                    <a:pt x="167" y="1"/>
                  </a:moveTo>
                  <a:cubicBezTo>
                    <a:pt x="121" y="1"/>
                    <a:pt x="73" y="26"/>
                    <a:pt x="54" y="65"/>
                  </a:cubicBezTo>
                  <a:cubicBezTo>
                    <a:pt x="27" y="92"/>
                    <a:pt x="27" y="118"/>
                    <a:pt x="27" y="118"/>
                  </a:cubicBezTo>
                  <a:cubicBezTo>
                    <a:pt x="27" y="172"/>
                    <a:pt x="54" y="225"/>
                    <a:pt x="80" y="225"/>
                  </a:cubicBezTo>
                  <a:cubicBezTo>
                    <a:pt x="1820" y="1243"/>
                    <a:pt x="2971" y="3170"/>
                    <a:pt x="2944" y="5043"/>
                  </a:cubicBezTo>
                  <a:cubicBezTo>
                    <a:pt x="2944" y="5070"/>
                    <a:pt x="2971" y="5124"/>
                    <a:pt x="3025" y="5150"/>
                  </a:cubicBezTo>
                  <a:cubicBezTo>
                    <a:pt x="4952" y="6141"/>
                    <a:pt x="6183" y="8095"/>
                    <a:pt x="6183" y="10263"/>
                  </a:cubicBezTo>
                  <a:cubicBezTo>
                    <a:pt x="6183" y="12431"/>
                    <a:pt x="4952" y="14384"/>
                    <a:pt x="3025" y="15375"/>
                  </a:cubicBezTo>
                  <a:cubicBezTo>
                    <a:pt x="2971" y="15402"/>
                    <a:pt x="2944" y="15428"/>
                    <a:pt x="2944" y="15482"/>
                  </a:cubicBezTo>
                  <a:cubicBezTo>
                    <a:pt x="2998" y="17355"/>
                    <a:pt x="1847" y="19256"/>
                    <a:pt x="107" y="20273"/>
                  </a:cubicBezTo>
                  <a:cubicBezTo>
                    <a:pt x="80" y="20300"/>
                    <a:pt x="54" y="20326"/>
                    <a:pt x="27" y="20353"/>
                  </a:cubicBezTo>
                  <a:cubicBezTo>
                    <a:pt x="27" y="20407"/>
                    <a:pt x="27" y="20460"/>
                    <a:pt x="80" y="20514"/>
                  </a:cubicBezTo>
                  <a:cubicBezTo>
                    <a:pt x="1820" y="21504"/>
                    <a:pt x="2891" y="23297"/>
                    <a:pt x="2944" y="25305"/>
                  </a:cubicBezTo>
                  <a:cubicBezTo>
                    <a:pt x="2944" y="25358"/>
                    <a:pt x="2971" y="25385"/>
                    <a:pt x="3025" y="25412"/>
                  </a:cubicBezTo>
                  <a:cubicBezTo>
                    <a:pt x="4952" y="26402"/>
                    <a:pt x="6183" y="28356"/>
                    <a:pt x="6183" y="30524"/>
                  </a:cubicBezTo>
                  <a:cubicBezTo>
                    <a:pt x="6183" y="32692"/>
                    <a:pt x="4952" y="34646"/>
                    <a:pt x="3025" y="35636"/>
                  </a:cubicBezTo>
                  <a:cubicBezTo>
                    <a:pt x="2971" y="35663"/>
                    <a:pt x="2944" y="35717"/>
                    <a:pt x="2944" y="35770"/>
                  </a:cubicBezTo>
                  <a:cubicBezTo>
                    <a:pt x="3105" y="37831"/>
                    <a:pt x="1633" y="39651"/>
                    <a:pt x="107" y="40535"/>
                  </a:cubicBezTo>
                  <a:cubicBezTo>
                    <a:pt x="80" y="40561"/>
                    <a:pt x="54" y="40588"/>
                    <a:pt x="27" y="40615"/>
                  </a:cubicBezTo>
                  <a:cubicBezTo>
                    <a:pt x="27" y="40668"/>
                    <a:pt x="27" y="40749"/>
                    <a:pt x="80" y="40775"/>
                  </a:cubicBezTo>
                  <a:cubicBezTo>
                    <a:pt x="1820" y="41766"/>
                    <a:pt x="2944" y="43639"/>
                    <a:pt x="2944" y="45540"/>
                  </a:cubicBezTo>
                  <a:cubicBezTo>
                    <a:pt x="2944" y="45540"/>
                    <a:pt x="2944" y="45566"/>
                    <a:pt x="2944" y="45566"/>
                  </a:cubicBezTo>
                  <a:cubicBezTo>
                    <a:pt x="2944" y="45620"/>
                    <a:pt x="2971" y="45674"/>
                    <a:pt x="3025" y="45674"/>
                  </a:cubicBezTo>
                  <a:cubicBezTo>
                    <a:pt x="4952" y="46664"/>
                    <a:pt x="6183" y="48618"/>
                    <a:pt x="6183" y="50786"/>
                  </a:cubicBezTo>
                  <a:cubicBezTo>
                    <a:pt x="6183" y="52954"/>
                    <a:pt x="4952" y="54934"/>
                    <a:pt x="3025" y="55898"/>
                  </a:cubicBezTo>
                  <a:cubicBezTo>
                    <a:pt x="2971" y="55925"/>
                    <a:pt x="2944" y="55952"/>
                    <a:pt x="2944" y="56005"/>
                  </a:cubicBezTo>
                  <a:cubicBezTo>
                    <a:pt x="2891" y="58012"/>
                    <a:pt x="1847" y="59806"/>
                    <a:pt x="107" y="60796"/>
                  </a:cubicBezTo>
                  <a:cubicBezTo>
                    <a:pt x="80" y="60823"/>
                    <a:pt x="54" y="60850"/>
                    <a:pt x="27" y="60903"/>
                  </a:cubicBezTo>
                  <a:cubicBezTo>
                    <a:pt x="27" y="60957"/>
                    <a:pt x="27" y="61010"/>
                    <a:pt x="80" y="61037"/>
                  </a:cubicBezTo>
                  <a:cubicBezTo>
                    <a:pt x="1820" y="62054"/>
                    <a:pt x="2891" y="63847"/>
                    <a:pt x="2944" y="65828"/>
                  </a:cubicBezTo>
                  <a:cubicBezTo>
                    <a:pt x="2944" y="65882"/>
                    <a:pt x="2971" y="65935"/>
                    <a:pt x="3025" y="65962"/>
                  </a:cubicBezTo>
                  <a:cubicBezTo>
                    <a:pt x="4952" y="66925"/>
                    <a:pt x="6183" y="68879"/>
                    <a:pt x="6183" y="71047"/>
                  </a:cubicBezTo>
                  <a:cubicBezTo>
                    <a:pt x="6183" y="73242"/>
                    <a:pt x="4952" y="75196"/>
                    <a:pt x="3025" y="76160"/>
                  </a:cubicBezTo>
                  <a:cubicBezTo>
                    <a:pt x="2971" y="76186"/>
                    <a:pt x="2944" y="76240"/>
                    <a:pt x="2944" y="76267"/>
                  </a:cubicBezTo>
                  <a:cubicBezTo>
                    <a:pt x="2891" y="78274"/>
                    <a:pt x="1820" y="80067"/>
                    <a:pt x="80" y="81084"/>
                  </a:cubicBezTo>
                  <a:cubicBezTo>
                    <a:pt x="27" y="81111"/>
                    <a:pt x="0" y="81191"/>
                    <a:pt x="54" y="81245"/>
                  </a:cubicBezTo>
                  <a:cubicBezTo>
                    <a:pt x="71" y="81296"/>
                    <a:pt x="109" y="81315"/>
                    <a:pt x="149" y="81315"/>
                  </a:cubicBezTo>
                  <a:cubicBezTo>
                    <a:pt x="171" y="81315"/>
                    <a:pt x="195" y="81308"/>
                    <a:pt x="214" y="81299"/>
                  </a:cubicBezTo>
                  <a:cubicBezTo>
                    <a:pt x="2007" y="80255"/>
                    <a:pt x="3105" y="78408"/>
                    <a:pt x="3185" y="76347"/>
                  </a:cubicBezTo>
                  <a:cubicBezTo>
                    <a:pt x="5193" y="75330"/>
                    <a:pt x="6424" y="73296"/>
                    <a:pt x="6424" y="71047"/>
                  </a:cubicBezTo>
                  <a:cubicBezTo>
                    <a:pt x="6424" y="68826"/>
                    <a:pt x="5193" y="66792"/>
                    <a:pt x="3185" y="65748"/>
                  </a:cubicBezTo>
                  <a:cubicBezTo>
                    <a:pt x="3132" y="63767"/>
                    <a:pt x="2088" y="61974"/>
                    <a:pt x="402" y="60930"/>
                  </a:cubicBezTo>
                  <a:cubicBezTo>
                    <a:pt x="2088" y="59859"/>
                    <a:pt x="3132" y="58093"/>
                    <a:pt x="3185" y="56085"/>
                  </a:cubicBezTo>
                  <a:cubicBezTo>
                    <a:pt x="5193" y="55068"/>
                    <a:pt x="6424" y="53034"/>
                    <a:pt x="6424" y="50786"/>
                  </a:cubicBezTo>
                  <a:cubicBezTo>
                    <a:pt x="6424" y="48537"/>
                    <a:pt x="5193" y="46530"/>
                    <a:pt x="3185" y="45486"/>
                  </a:cubicBezTo>
                  <a:cubicBezTo>
                    <a:pt x="3185" y="43586"/>
                    <a:pt x="2088" y="41739"/>
                    <a:pt x="402" y="40668"/>
                  </a:cubicBezTo>
                  <a:cubicBezTo>
                    <a:pt x="1927" y="39705"/>
                    <a:pt x="3319" y="37885"/>
                    <a:pt x="3212" y="35824"/>
                  </a:cubicBezTo>
                  <a:cubicBezTo>
                    <a:pt x="5193" y="34780"/>
                    <a:pt x="6424" y="32772"/>
                    <a:pt x="6424" y="30524"/>
                  </a:cubicBezTo>
                  <a:cubicBezTo>
                    <a:pt x="6424" y="28276"/>
                    <a:pt x="5193" y="26268"/>
                    <a:pt x="3185" y="25225"/>
                  </a:cubicBezTo>
                  <a:cubicBezTo>
                    <a:pt x="3105" y="23244"/>
                    <a:pt x="2061" y="21451"/>
                    <a:pt x="402" y="20407"/>
                  </a:cubicBezTo>
                  <a:cubicBezTo>
                    <a:pt x="2088" y="19336"/>
                    <a:pt x="3185" y="17436"/>
                    <a:pt x="3185" y="15616"/>
                  </a:cubicBezTo>
                  <a:cubicBezTo>
                    <a:pt x="3185" y="15589"/>
                    <a:pt x="3185" y="15562"/>
                    <a:pt x="3185" y="15562"/>
                  </a:cubicBezTo>
                  <a:cubicBezTo>
                    <a:pt x="5193" y="14518"/>
                    <a:pt x="6424" y="12511"/>
                    <a:pt x="6424" y="10263"/>
                  </a:cubicBezTo>
                  <a:cubicBezTo>
                    <a:pt x="6424" y="8014"/>
                    <a:pt x="5193" y="6007"/>
                    <a:pt x="3185" y="4963"/>
                  </a:cubicBezTo>
                  <a:cubicBezTo>
                    <a:pt x="3185" y="3036"/>
                    <a:pt x="2007" y="1055"/>
                    <a:pt x="214" y="11"/>
                  </a:cubicBezTo>
                  <a:cubicBezTo>
                    <a:pt x="200" y="4"/>
                    <a:pt x="184" y="1"/>
                    <a:pt x="16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9" name="Google Shape;799;p65"/>
            <p:cNvSpPr/>
            <p:nvPr/>
          </p:nvSpPr>
          <p:spPr>
            <a:xfrm>
              <a:off x="1146800" y="2845375"/>
              <a:ext cx="159950" cy="2032675"/>
            </a:xfrm>
            <a:custGeom>
              <a:avLst/>
              <a:gdLst/>
              <a:ahLst/>
              <a:cxnLst/>
              <a:rect l="l" t="t" r="r" b="b"/>
              <a:pathLst>
                <a:path w="6398" h="81307" extrusionOk="0">
                  <a:moveTo>
                    <a:pt x="120" y="1"/>
                  </a:moveTo>
                  <a:cubicBezTo>
                    <a:pt x="81" y="1"/>
                    <a:pt x="44" y="24"/>
                    <a:pt x="28" y="57"/>
                  </a:cubicBezTo>
                  <a:cubicBezTo>
                    <a:pt x="28" y="84"/>
                    <a:pt x="1" y="110"/>
                    <a:pt x="1" y="137"/>
                  </a:cubicBezTo>
                  <a:cubicBezTo>
                    <a:pt x="1" y="164"/>
                    <a:pt x="28" y="217"/>
                    <a:pt x="81" y="244"/>
                  </a:cubicBezTo>
                  <a:cubicBezTo>
                    <a:pt x="1821" y="1234"/>
                    <a:pt x="2972" y="3162"/>
                    <a:pt x="2918" y="5035"/>
                  </a:cubicBezTo>
                  <a:cubicBezTo>
                    <a:pt x="2918" y="5089"/>
                    <a:pt x="2945" y="5142"/>
                    <a:pt x="2998" y="5142"/>
                  </a:cubicBezTo>
                  <a:cubicBezTo>
                    <a:pt x="4952" y="6133"/>
                    <a:pt x="6157" y="8086"/>
                    <a:pt x="6157" y="10254"/>
                  </a:cubicBezTo>
                  <a:cubicBezTo>
                    <a:pt x="6157" y="12422"/>
                    <a:pt x="4952" y="14376"/>
                    <a:pt x="2998" y="15367"/>
                  </a:cubicBezTo>
                  <a:cubicBezTo>
                    <a:pt x="2945" y="15393"/>
                    <a:pt x="2918" y="15420"/>
                    <a:pt x="2918" y="15474"/>
                  </a:cubicBezTo>
                  <a:cubicBezTo>
                    <a:pt x="2972" y="17321"/>
                    <a:pt x="1848" y="19248"/>
                    <a:pt x="81" y="20265"/>
                  </a:cubicBezTo>
                  <a:cubicBezTo>
                    <a:pt x="54" y="20292"/>
                    <a:pt x="28" y="20318"/>
                    <a:pt x="1" y="20345"/>
                  </a:cubicBezTo>
                  <a:cubicBezTo>
                    <a:pt x="1" y="20425"/>
                    <a:pt x="28" y="20479"/>
                    <a:pt x="81" y="20506"/>
                  </a:cubicBezTo>
                  <a:cubicBezTo>
                    <a:pt x="1794" y="21496"/>
                    <a:pt x="2865" y="23289"/>
                    <a:pt x="2918" y="25297"/>
                  </a:cubicBezTo>
                  <a:cubicBezTo>
                    <a:pt x="2918" y="25350"/>
                    <a:pt x="2945" y="25404"/>
                    <a:pt x="2998" y="25404"/>
                  </a:cubicBezTo>
                  <a:cubicBezTo>
                    <a:pt x="4952" y="26394"/>
                    <a:pt x="6157" y="28348"/>
                    <a:pt x="6157" y="30516"/>
                  </a:cubicBezTo>
                  <a:cubicBezTo>
                    <a:pt x="6157" y="32684"/>
                    <a:pt x="4952" y="34665"/>
                    <a:pt x="2998" y="35628"/>
                  </a:cubicBezTo>
                  <a:cubicBezTo>
                    <a:pt x="2945" y="35655"/>
                    <a:pt x="2918" y="35709"/>
                    <a:pt x="2918" y="35762"/>
                  </a:cubicBezTo>
                  <a:cubicBezTo>
                    <a:pt x="3079" y="37823"/>
                    <a:pt x="1633" y="39643"/>
                    <a:pt x="81" y="40526"/>
                  </a:cubicBezTo>
                  <a:cubicBezTo>
                    <a:pt x="54" y="40553"/>
                    <a:pt x="28" y="40580"/>
                    <a:pt x="1" y="40633"/>
                  </a:cubicBezTo>
                  <a:cubicBezTo>
                    <a:pt x="1" y="40687"/>
                    <a:pt x="28" y="40741"/>
                    <a:pt x="81" y="40767"/>
                  </a:cubicBezTo>
                  <a:cubicBezTo>
                    <a:pt x="1821" y="41784"/>
                    <a:pt x="2918" y="43631"/>
                    <a:pt x="2918" y="45532"/>
                  </a:cubicBezTo>
                  <a:cubicBezTo>
                    <a:pt x="2918" y="45532"/>
                    <a:pt x="2918" y="45558"/>
                    <a:pt x="2918" y="45558"/>
                  </a:cubicBezTo>
                  <a:cubicBezTo>
                    <a:pt x="2918" y="45612"/>
                    <a:pt x="2945" y="45665"/>
                    <a:pt x="2998" y="45692"/>
                  </a:cubicBezTo>
                  <a:cubicBezTo>
                    <a:pt x="4952" y="46656"/>
                    <a:pt x="6157" y="48610"/>
                    <a:pt x="6157" y="50778"/>
                  </a:cubicBezTo>
                  <a:cubicBezTo>
                    <a:pt x="6157" y="52972"/>
                    <a:pt x="4952" y="54926"/>
                    <a:pt x="2998" y="55890"/>
                  </a:cubicBezTo>
                  <a:cubicBezTo>
                    <a:pt x="2945" y="55917"/>
                    <a:pt x="2918" y="55970"/>
                    <a:pt x="2918" y="55997"/>
                  </a:cubicBezTo>
                  <a:cubicBezTo>
                    <a:pt x="2891" y="58004"/>
                    <a:pt x="1821" y="59798"/>
                    <a:pt x="81" y="60815"/>
                  </a:cubicBezTo>
                  <a:cubicBezTo>
                    <a:pt x="54" y="60815"/>
                    <a:pt x="28" y="60841"/>
                    <a:pt x="1" y="60895"/>
                  </a:cubicBezTo>
                  <a:cubicBezTo>
                    <a:pt x="1" y="60949"/>
                    <a:pt x="28" y="61002"/>
                    <a:pt x="81" y="61029"/>
                  </a:cubicBezTo>
                  <a:cubicBezTo>
                    <a:pt x="1821" y="62046"/>
                    <a:pt x="2891" y="63839"/>
                    <a:pt x="2918" y="65847"/>
                  </a:cubicBezTo>
                  <a:cubicBezTo>
                    <a:pt x="2918" y="65873"/>
                    <a:pt x="2945" y="65927"/>
                    <a:pt x="2998" y="65954"/>
                  </a:cubicBezTo>
                  <a:cubicBezTo>
                    <a:pt x="4952" y="66917"/>
                    <a:pt x="6157" y="68871"/>
                    <a:pt x="6157" y="71066"/>
                  </a:cubicBezTo>
                  <a:cubicBezTo>
                    <a:pt x="6157" y="73234"/>
                    <a:pt x="4952" y="75188"/>
                    <a:pt x="2998" y="76151"/>
                  </a:cubicBezTo>
                  <a:cubicBezTo>
                    <a:pt x="2945" y="76178"/>
                    <a:pt x="2918" y="76232"/>
                    <a:pt x="2918" y="76285"/>
                  </a:cubicBezTo>
                  <a:cubicBezTo>
                    <a:pt x="2891" y="78266"/>
                    <a:pt x="1821" y="80059"/>
                    <a:pt x="81" y="81076"/>
                  </a:cubicBezTo>
                  <a:cubicBezTo>
                    <a:pt x="28" y="81103"/>
                    <a:pt x="1" y="81183"/>
                    <a:pt x="28" y="81237"/>
                  </a:cubicBezTo>
                  <a:cubicBezTo>
                    <a:pt x="44" y="81288"/>
                    <a:pt x="83" y="81306"/>
                    <a:pt x="129" y="81306"/>
                  </a:cubicBezTo>
                  <a:cubicBezTo>
                    <a:pt x="156" y="81306"/>
                    <a:pt x="185" y="81300"/>
                    <a:pt x="215" y="81290"/>
                  </a:cubicBezTo>
                  <a:cubicBezTo>
                    <a:pt x="1981" y="80247"/>
                    <a:pt x="3106" y="78400"/>
                    <a:pt x="3186" y="76366"/>
                  </a:cubicBezTo>
                  <a:cubicBezTo>
                    <a:pt x="5167" y="75322"/>
                    <a:pt x="6398" y="73288"/>
                    <a:pt x="6398" y="71066"/>
                  </a:cubicBezTo>
                  <a:cubicBezTo>
                    <a:pt x="6398" y="68818"/>
                    <a:pt x="5167" y="66783"/>
                    <a:pt x="3186" y="65766"/>
                  </a:cubicBezTo>
                  <a:cubicBezTo>
                    <a:pt x="3106" y="63759"/>
                    <a:pt x="2062" y="61992"/>
                    <a:pt x="375" y="60922"/>
                  </a:cubicBezTo>
                  <a:cubicBezTo>
                    <a:pt x="2062" y="59878"/>
                    <a:pt x="3106" y="58085"/>
                    <a:pt x="3186" y="56077"/>
                  </a:cubicBezTo>
                  <a:cubicBezTo>
                    <a:pt x="5167" y="55060"/>
                    <a:pt x="6398" y="53026"/>
                    <a:pt x="6398" y="50778"/>
                  </a:cubicBezTo>
                  <a:cubicBezTo>
                    <a:pt x="6398" y="48556"/>
                    <a:pt x="5167" y="46522"/>
                    <a:pt x="3186" y="45505"/>
                  </a:cubicBezTo>
                  <a:cubicBezTo>
                    <a:pt x="3159" y="43604"/>
                    <a:pt x="2088" y="41731"/>
                    <a:pt x="375" y="40660"/>
                  </a:cubicBezTo>
                  <a:cubicBezTo>
                    <a:pt x="1901" y="39697"/>
                    <a:pt x="3293" y="37877"/>
                    <a:pt x="3186" y="35816"/>
                  </a:cubicBezTo>
                  <a:cubicBezTo>
                    <a:pt x="5167" y="34799"/>
                    <a:pt x="6398" y="32764"/>
                    <a:pt x="6398" y="30516"/>
                  </a:cubicBezTo>
                  <a:cubicBezTo>
                    <a:pt x="6398" y="28268"/>
                    <a:pt x="5167" y="26260"/>
                    <a:pt x="3186" y="25216"/>
                  </a:cubicBezTo>
                  <a:cubicBezTo>
                    <a:pt x="3079" y="23236"/>
                    <a:pt x="2062" y="21442"/>
                    <a:pt x="375" y="20399"/>
                  </a:cubicBezTo>
                  <a:cubicBezTo>
                    <a:pt x="2088" y="19328"/>
                    <a:pt x="3186" y="17401"/>
                    <a:pt x="3186" y="15554"/>
                  </a:cubicBezTo>
                  <a:cubicBezTo>
                    <a:pt x="5167" y="14510"/>
                    <a:pt x="6398" y="12503"/>
                    <a:pt x="6398" y="10254"/>
                  </a:cubicBezTo>
                  <a:cubicBezTo>
                    <a:pt x="6398" y="8006"/>
                    <a:pt x="5167" y="5999"/>
                    <a:pt x="3186" y="4955"/>
                  </a:cubicBezTo>
                  <a:cubicBezTo>
                    <a:pt x="3186" y="3028"/>
                    <a:pt x="1981" y="1047"/>
                    <a:pt x="188" y="30"/>
                  </a:cubicBezTo>
                  <a:cubicBezTo>
                    <a:pt x="168" y="10"/>
                    <a:pt x="143" y="1"/>
                    <a:pt x="12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0" name="Google Shape;800;p65"/>
            <p:cNvSpPr/>
            <p:nvPr/>
          </p:nvSpPr>
          <p:spPr>
            <a:xfrm>
              <a:off x="992900" y="2593575"/>
              <a:ext cx="160625" cy="2032875"/>
            </a:xfrm>
            <a:custGeom>
              <a:avLst/>
              <a:gdLst/>
              <a:ahLst/>
              <a:cxnLst/>
              <a:rect l="l" t="t" r="r" b="b"/>
              <a:pathLst>
                <a:path w="6425" h="81315" extrusionOk="0">
                  <a:moveTo>
                    <a:pt x="167" y="1"/>
                  </a:moveTo>
                  <a:cubicBezTo>
                    <a:pt x="120" y="1"/>
                    <a:pt x="67" y="26"/>
                    <a:pt x="27" y="65"/>
                  </a:cubicBezTo>
                  <a:cubicBezTo>
                    <a:pt x="27" y="92"/>
                    <a:pt x="27" y="118"/>
                    <a:pt x="27" y="118"/>
                  </a:cubicBezTo>
                  <a:cubicBezTo>
                    <a:pt x="27" y="172"/>
                    <a:pt x="54" y="225"/>
                    <a:pt x="81" y="225"/>
                  </a:cubicBezTo>
                  <a:cubicBezTo>
                    <a:pt x="1821" y="1243"/>
                    <a:pt x="2972" y="3170"/>
                    <a:pt x="2945" y="5043"/>
                  </a:cubicBezTo>
                  <a:cubicBezTo>
                    <a:pt x="2945" y="5070"/>
                    <a:pt x="2972" y="5124"/>
                    <a:pt x="2998" y="5150"/>
                  </a:cubicBezTo>
                  <a:cubicBezTo>
                    <a:pt x="4952" y="6141"/>
                    <a:pt x="6157" y="8095"/>
                    <a:pt x="6157" y="10263"/>
                  </a:cubicBezTo>
                  <a:cubicBezTo>
                    <a:pt x="6157" y="12431"/>
                    <a:pt x="4952" y="14384"/>
                    <a:pt x="2998" y="15375"/>
                  </a:cubicBezTo>
                  <a:cubicBezTo>
                    <a:pt x="2972" y="15402"/>
                    <a:pt x="2945" y="15428"/>
                    <a:pt x="2945" y="15482"/>
                  </a:cubicBezTo>
                  <a:cubicBezTo>
                    <a:pt x="2998" y="17329"/>
                    <a:pt x="1847" y="19256"/>
                    <a:pt x="108" y="20273"/>
                  </a:cubicBezTo>
                  <a:cubicBezTo>
                    <a:pt x="54" y="20300"/>
                    <a:pt x="27" y="20326"/>
                    <a:pt x="27" y="20353"/>
                  </a:cubicBezTo>
                  <a:cubicBezTo>
                    <a:pt x="1" y="20407"/>
                    <a:pt x="27" y="20460"/>
                    <a:pt x="81" y="20514"/>
                  </a:cubicBezTo>
                  <a:cubicBezTo>
                    <a:pt x="1794" y="21504"/>
                    <a:pt x="2865" y="23297"/>
                    <a:pt x="2945" y="25305"/>
                  </a:cubicBezTo>
                  <a:cubicBezTo>
                    <a:pt x="2945" y="25358"/>
                    <a:pt x="2972" y="25385"/>
                    <a:pt x="2998" y="25412"/>
                  </a:cubicBezTo>
                  <a:cubicBezTo>
                    <a:pt x="4952" y="26402"/>
                    <a:pt x="6157" y="28356"/>
                    <a:pt x="6157" y="30524"/>
                  </a:cubicBezTo>
                  <a:cubicBezTo>
                    <a:pt x="6157" y="32692"/>
                    <a:pt x="4952" y="34646"/>
                    <a:pt x="2998" y="35636"/>
                  </a:cubicBezTo>
                  <a:cubicBezTo>
                    <a:pt x="2972" y="35663"/>
                    <a:pt x="2945" y="35717"/>
                    <a:pt x="2945" y="35770"/>
                  </a:cubicBezTo>
                  <a:cubicBezTo>
                    <a:pt x="3105" y="37831"/>
                    <a:pt x="1633" y="39651"/>
                    <a:pt x="108" y="40535"/>
                  </a:cubicBezTo>
                  <a:cubicBezTo>
                    <a:pt x="54" y="40561"/>
                    <a:pt x="27" y="40588"/>
                    <a:pt x="27" y="40615"/>
                  </a:cubicBezTo>
                  <a:cubicBezTo>
                    <a:pt x="1" y="40668"/>
                    <a:pt x="27" y="40749"/>
                    <a:pt x="81" y="40775"/>
                  </a:cubicBezTo>
                  <a:cubicBezTo>
                    <a:pt x="1821" y="41766"/>
                    <a:pt x="2945" y="43639"/>
                    <a:pt x="2945" y="45540"/>
                  </a:cubicBezTo>
                  <a:cubicBezTo>
                    <a:pt x="2945" y="45540"/>
                    <a:pt x="2945" y="45566"/>
                    <a:pt x="2945" y="45566"/>
                  </a:cubicBezTo>
                  <a:cubicBezTo>
                    <a:pt x="2918" y="45620"/>
                    <a:pt x="2972" y="45674"/>
                    <a:pt x="2998" y="45674"/>
                  </a:cubicBezTo>
                  <a:cubicBezTo>
                    <a:pt x="4952" y="46664"/>
                    <a:pt x="6157" y="48618"/>
                    <a:pt x="6157" y="50786"/>
                  </a:cubicBezTo>
                  <a:cubicBezTo>
                    <a:pt x="6157" y="52954"/>
                    <a:pt x="4952" y="54934"/>
                    <a:pt x="2998" y="55898"/>
                  </a:cubicBezTo>
                  <a:cubicBezTo>
                    <a:pt x="2972" y="55925"/>
                    <a:pt x="2945" y="55952"/>
                    <a:pt x="2945" y="56005"/>
                  </a:cubicBezTo>
                  <a:cubicBezTo>
                    <a:pt x="2891" y="58012"/>
                    <a:pt x="1821" y="59806"/>
                    <a:pt x="108" y="60796"/>
                  </a:cubicBezTo>
                  <a:cubicBezTo>
                    <a:pt x="54" y="60823"/>
                    <a:pt x="27" y="60850"/>
                    <a:pt x="27" y="60903"/>
                  </a:cubicBezTo>
                  <a:cubicBezTo>
                    <a:pt x="1" y="60957"/>
                    <a:pt x="27" y="61010"/>
                    <a:pt x="81" y="61037"/>
                  </a:cubicBezTo>
                  <a:cubicBezTo>
                    <a:pt x="1821" y="62054"/>
                    <a:pt x="2891" y="63847"/>
                    <a:pt x="2945" y="65828"/>
                  </a:cubicBezTo>
                  <a:cubicBezTo>
                    <a:pt x="2945" y="65882"/>
                    <a:pt x="2972" y="65935"/>
                    <a:pt x="2998" y="65962"/>
                  </a:cubicBezTo>
                  <a:cubicBezTo>
                    <a:pt x="4952" y="66925"/>
                    <a:pt x="6157" y="68879"/>
                    <a:pt x="6157" y="71047"/>
                  </a:cubicBezTo>
                  <a:cubicBezTo>
                    <a:pt x="6157" y="73242"/>
                    <a:pt x="4952" y="75196"/>
                    <a:pt x="2998" y="76160"/>
                  </a:cubicBezTo>
                  <a:cubicBezTo>
                    <a:pt x="2972" y="76186"/>
                    <a:pt x="2945" y="76240"/>
                    <a:pt x="2945" y="76267"/>
                  </a:cubicBezTo>
                  <a:cubicBezTo>
                    <a:pt x="2891" y="78274"/>
                    <a:pt x="1821" y="80067"/>
                    <a:pt x="81" y="81084"/>
                  </a:cubicBezTo>
                  <a:cubicBezTo>
                    <a:pt x="27" y="81111"/>
                    <a:pt x="1" y="81191"/>
                    <a:pt x="27" y="81245"/>
                  </a:cubicBezTo>
                  <a:cubicBezTo>
                    <a:pt x="61" y="81296"/>
                    <a:pt x="106" y="81315"/>
                    <a:pt x="148" y="81315"/>
                  </a:cubicBezTo>
                  <a:cubicBezTo>
                    <a:pt x="172" y="81315"/>
                    <a:pt x="195" y="81308"/>
                    <a:pt x="215" y="81299"/>
                  </a:cubicBezTo>
                  <a:cubicBezTo>
                    <a:pt x="2008" y="80255"/>
                    <a:pt x="3105" y="78408"/>
                    <a:pt x="3186" y="76347"/>
                  </a:cubicBezTo>
                  <a:cubicBezTo>
                    <a:pt x="5193" y="75330"/>
                    <a:pt x="6424" y="73296"/>
                    <a:pt x="6424" y="71047"/>
                  </a:cubicBezTo>
                  <a:cubicBezTo>
                    <a:pt x="6424" y="68826"/>
                    <a:pt x="5193" y="66792"/>
                    <a:pt x="3186" y="65748"/>
                  </a:cubicBezTo>
                  <a:cubicBezTo>
                    <a:pt x="3105" y="63767"/>
                    <a:pt x="2088" y="61974"/>
                    <a:pt x="402" y="60930"/>
                  </a:cubicBezTo>
                  <a:cubicBezTo>
                    <a:pt x="2088" y="59859"/>
                    <a:pt x="3105" y="58093"/>
                    <a:pt x="3186" y="56085"/>
                  </a:cubicBezTo>
                  <a:cubicBezTo>
                    <a:pt x="5193" y="55068"/>
                    <a:pt x="6424" y="53034"/>
                    <a:pt x="6424" y="50786"/>
                  </a:cubicBezTo>
                  <a:cubicBezTo>
                    <a:pt x="6424" y="48537"/>
                    <a:pt x="5193" y="46530"/>
                    <a:pt x="3186" y="45486"/>
                  </a:cubicBezTo>
                  <a:cubicBezTo>
                    <a:pt x="3159" y="43586"/>
                    <a:pt x="2088" y="41739"/>
                    <a:pt x="402" y="40668"/>
                  </a:cubicBezTo>
                  <a:cubicBezTo>
                    <a:pt x="1901" y="39705"/>
                    <a:pt x="3320" y="37885"/>
                    <a:pt x="3186" y="35824"/>
                  </a:cubicBezTo>
                  <a:cubicBezTo>
                    <a:pt x="5193" y="34780"/>
                    <a:pt x="6424" y="32772"/>
                    <a:pt x="6424" y="30524"/>
                  </a:cubicBezTo>
                  <a:cubicBezTo>
                    <a:pt x="6424" y="28276"/>
                    <a:pt x="5193" y="26268"/>
                    <a:pt x="3186" y="25225"/>
                  </a:cubicBezTo>
                  <a:cubicBezTo>
                    <a:pt x="3105" y="23244"/>
                    <a:pt x="2062" y="21451"/>
                    <a:pt x="402" y="20407"/>
                  </a:cubicBezTo>
                  <a:cubicBezTo>
                    <a:pt x="2088" y="19336"/>
                    <a:pt x="3186" y="17436"/>
                    <a:pt x="3186" y="15616"/>
                  </a:cubicBezTo>
                  <a:cubicBezTo>
                    <a:pt x="3186" y="15589"/>
                    <a:pt x="3186" y="15562"/>
                    <a:pt x="3186" y="15562"/>
                  </a:cubicBezTo>
                  <a:cubicBezTo>
                    <a:pt x="5193" y="14518"/>
                    <a:pt x="6424" y="12511"/>
                    <a:pt x="6424" y="10263"/>
                  </a:cubicBezTo>
                  <a:cubicBezTo>
                    <a:pt x="6424" y="8014"/>
                    <a:pt x="5193" y="6007"/>
                    <a:pt x="3186" y="4963"/>
                  </a:cubicBezTo>
                  <a:cubicBezTo>
                    <a:pt x="3186" y="3036"/>
                    <a:pt x="2008" y="1055"/>
                    <a:pt x="215" y="11"/>
                  </a:cubicBezTo>
                  <a:cubicBezTo>
                    <a:pt x="200" y="4"/>
                    <a:pt x="184" y="1"/>
                    <a:pt x="16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1" name="Google Shape;801;p65"/>
            <p:cNvSpPr/>
            <p:nvPr/>
          </p:nvSpPr>
          <p:spPr>
            <a:xfrm>
              <a:off x="839675" y="2845375"/>
              <a:ext cx="159950" cy="2032675"/>
            </a:xfrm>
            <a:custGeom>
              <a:avLst/>
              <a:gdLst/>
              <a:ahLst/>
              <a:cxnLst/>
              <a:rect l="l" t="t" r="r" b="b"/>
              <a:pathLst>
                <a:path w="6398" h="81307" extrusionOk="0">
                  <a:moveTo>
                    <a:pt x="119" y="1"/>
                  </a:moveTo>
                  <a:cubicBezTo>
                    <a:pt x="81" y="1"/>
                    <a:pt x="44" y="24"/>
                    <a:pt x="27" y="57"/>
                  </a:cubicBezTo>
                  <a:cubicBezTo>
                    <a:pt x="0" y="84"/>
                    <a:pt x="0" y="110"/>
                    <a:pt x="0" y="137"/>
                  </a:cubicBezTo>
                  <a:cubicBezTo>
                    <a:pt x="0" y="164"/>
                    <a:pt x="27" y="217"/>
                    <a:pt x="54" y="244"/>
                  </a:cubicBezTo>
                  <a:cubicBezTo>
                    <a:pt x="1794" y="1234"/>
                    <a:pt x="2971" y="3162"/>
                    <a:pt x="2918" y="5035"/>
                  </a:cubicBezTo>
                  <a:cubicBezTo>
                    <a:pt x="2918" y="5089"/>
                    <a:pt x="2945" y="5142"/>
                    <a:pt x="2998" y="5142"/>
                  </a:cubicBezTo>
                  <a:cubicBezTo>
                    <a:pt x="4925" y="6133"/>
                    <a:pt x="6156" y="8086"/>
                    <a:pt x="6156" y="10254"/>
                  </a:cubicBezTo>
                  <a:cubicBezTo>
                    <a:pt x="6156" y="12422"/>
                    <a:pt x="4925" y="14376"/>
                    <a:pt x="2998" y="15367"/>
                  </a:cubicBezTo>
                  <a:cubicBezTo>
                    <a:pt x="2945" y="15393"/>
                    <a:pt x="2918" y="15420"/>
                    <a:pt x="2918" y="15474"/>
                  </a:cubicBezTo>
                  <a:cubicBezTo>
                    <a:pt x="2971" y="17321"/>
                    <a:pt x="1847" y="19248"/>
                    <a:pt x="81" y="20265"/>
                  </a:cubicBezTo>
                  <a:cubicBezTo>
                    <a:pt x="54" y="20292"/>
                    <a:pt x="27" y="20318"/>
                    <a:pt x="0" y="20345"/>
                  </a:cubicBezTo>
                  <a:cubicBezTo>
                    <a:pt x="0" y="20425"/>
                    <a:pt x="27" y="20479"/>
                    <a:pt x="54" y="20506"/>
                  </a:cubicBezTo>
                  <a:cubicBezTo>
                    <a:pt x="1794" y="21496"/>
                    <a:pt x="2864" y="23289"/>
                    <a:pt x="2918" y="25297"/>
                  </a:cubicBezTo>
                  <a:cubicBezTo>
                    <a:pt x="2918" y="25350"/>
                    <a:pt x="2945" y="25404"/>
                    <a:pt x="2998" y="25404"/>
                  </a:cubicBezTo>
                  <a:cubicBezTo>
                    <a:pt x="4925" y="26394"/>
                    <a:pt x="6156" y="28348"/>
                    <a:pt x="6156" y="30516"/>
                  </a:cubicBezTo>
                  <a:cubicBezTo>
                    <a:pt x="6156" y="32684"/>
                    <a:pt x="4925" y="34665"/>
                    <a:pt x="2998" y="35628"/>
                  </a:cubicBezTo>
                  <a:cubicBezTo>
                    <a:pt x="2945" y="35655"/>
                    <a:pt x="2918" y="35709"/>
                    <a:pt x="2918" y="35762"/>
                  </a:cubicBezTo>
                  <a:cubicBezTo>
                    <a:pt x="3078" y="37823"/>
                    <a:pt x="1606" y="39643"/>
                    <a:pt x="81" y="40526"/>
                  </a:cubicBezTo>
                  <a:cubicBezTo>
                    <a:pt x="54" y="40553"/>
                    <a:pt x="27" y="40580"/>
                    <a:pt x="0" y="40633"/>
                  </a:cubicBezTo>
                  <a:cubicBezTo>
                    <a:pt x="0" y="40687"/>
                    <a:pt x="27" y="40741"/>
                    <a:pt x="54" y="40767"/>
                  </a:cubicBezTo>
                  <a:cubicBezTo>
                    <a:pt x="1794" y="41784"/>
                    <a:pt x="2918" y="43631"/>
                    <a:pt x="2918" y="45532"/>
                  </a:cubicBezTo>
                  <a:cubicBezTo>
                    <a:pt x="2918" y="45558"/>
                    <a:pt x="2918" y="45558"/>
                    <a:pt x="2918" y="45558"/>
                  </a:cubicBezTo>
                  <a:cubicBezTo>
                    <a:pt x="2918" y="45612"/>
                    <a:pt x="2945" y="45665"/>
                    <a:pt x="2998" y="45692"/>
                  </a:cubicBezTo>
                  <a:cubicBezTo>
                    <a:pt x="4925" y="46656"/>
                    <a:pt x="6156" y="48610"/>
                    <a:pt x="6156" y="50778"/>
                  </a:cubicBezTo>
                  <a:cubicBezTo>
                    <a:pt x="6156" y="52972"/>
                    <a:pt x="4925" y="54926"/>
                    <a:pt x="2998" y="55890"/>
                  </a:cubicBezTo>
                  <a:cubicBezTo>
                    <a:pt x="2945" y="55917"/>
                    <a:pt x="2918" y="55970"/>
                    <a:pt x="2918" y="55997"/>
                  </a:cubicBezTo>
                  <a:cubicBezTo>
                    <a:pt x="2864" y="58004"/>
                    <a:pt x="1820" y="59798"/>
                    <a:pt x="81" y="60815"/>
                  </a:cubicBezTo>
                  <a:cubicBezTo>
                    <a:pt x="54" y="60815"/>
                    <a:pt x="27" y="60841"/>
                    <a:pt x="0" y="60895"/>
                  </a:cubicBezTo>
                  <a:cubicBezTo>
                    <a:pt x="0" y="60949"/>
                    <a:pt x="27" y="61002"/>
                    <a:pt x="54" y="61029"/>
                  </a:cubicBezTo>
                  <a:cubicBezTo>
                    <a:pt x="1794" y="62046"/>
                    <a:pt x="2864" y="63839"/>
                    <a:pt x="2918" y="65847"/>
                  </a:cubicBezTo>
                  <a:cubicBezTo>
                    <a:pt x="2918" y="65873"/>
                    <a:pt x="2945" y="65927"/>
                    <a:pt x="2998" y="65954"/>
                  </a:cubicBezTo>
                  <a:cubicBezTo>
                    <a:pt x="4925" y="66917"/>
                    <a:pt x="6156" y="68871"/>
                    <a:pt x="6156" y="71066"/>
                  </a:cubicBezTo>
                  <a:cubicBezTo>
                    <a:pt x="6156" y="73234"/>
                    <a:pt x="4925" y="75188"/>
                    <a:pt x="2998" y="76151"/>
                  </a:cubicBezTo>
                  <a:cubicBezTo>
                    <a:pt x="2945" y="76178"/>
                    <a:pt x="2918" y="76232"/>
                    <a:pt x="2918" y="76285"/>
                  </a:cubicBezTo>
                  <a:cubicBezTo>
                    <a:pt x="2864" y="78266"/>
                    <a:pt x="1794" y="80059"/>
                    <a:pt x="81" y="81076"/>
                  </a:cubicBezTo>
                  <a:cubicBezTo>
                    <a:pt x="0" y="81103"/>
                    <a:pt x="0" y="81183"/>
                    <a:pt x="27" y="81237"/>
                  </a:cubicBezTo>
                  <a:cubicBezTo>
                    <a:pt x="44" y="81288"/>
                    <a:pt x="83" y="81306"/>
                    <a:pt x="122" y="81306"/>
                  </a:cubicBezTo>
                  <a:cubicBezTo>
                    <a:pt x="145" y="81306"/>
                    <a:pt x="168" y="81300"/>
                    <a:pt x="188" y="81290"/>
                  </a:cubicBezTo>
                  <a:cubicBezTo>
                    <a:pt x="1981" y="80247"/>
                    <a:pt x="3105" y="78400"/>
                    <a:pt x="3159" y="76366"/>
                  </a:cubicBezTo>
                  <a:cubicBezTo>
                    <a:pt x="5166" y="75322"/>
                    <a:pt x="6397" y="73288"/>
                    <a:pt x="6397" y="71066"/>
                  </a:cubicBezTo>
                  <a:cubicBezTo>
                    <a:pt x="6397" y="68818"/>
                    <a:pt x="5166" y="66783"/>
                    <a:pt x="3159" y="65766"/>
                  </a:cubicBezTo>
                  <a:cubicBezTo>
                    <a:pt x="3105" y="63759"/>
                    <a:pt x="2061" y="61992"/>
                    <a:pt x="375" y="60922"/>
                  </a:cubicBezTo>
                  <a:cubicBezTo>
                    <a:pt x="2061" y="59878"/>
                    <a:pt x="3105" y="58085"/>
                    <a:pt x="3159" y="56077"/>
                  </a:cubicBezTo>
                  <a:cubicBezTo>
                    <a:pt x="5166" y="55060"/>
                    <a:pt x="6397" y="53026"/>
                    <a:pt x="6397" y="50778"/>
                  </a:cubicBezTo>
                  <a:cubicBezTo>
                    <a:pt x="6397" y="48556"/>
                    <a:pt x="5166" y="46522"/>
                    <a:pt x="3159" y="45505"/>
                  </a:cubicBezTo>
                  <a:cubicBezTo>
                    <a:pt x="3159" y="43604"/>
                    <a:pt x="2061" y="41731"/>
                    <a:pt x="375" y="40660"/>
                  </a:cubicBezTo>
                  <a:cubicBezTo>
                    <a:pt x="1901" y="39697"/>
                    <a:pt x="3292" y="37877"/>
                    <a:pt x="3185" y="35816"/>
                  </a:cubicBezTo>
                  <a:cubicBezTo>
                    <a:pt x="5166" y="34799"/>
                    <a:pt x="6397" y="32764"/>
                    <a:pt x="6397" y="30516"/>
                  </a:cubicBezTo>
                  <a:cubicBezTo>
                    <a:pt x="6397" y="28268"/>
                    <a:pt x="5166" y="26260"/>
                    <a:pt x="3159" y="25216"/>
                  </a:cubicBezTo>
                  <a:cubicBezTo>
                    <a:pt x="3078" y="23236"/>
                    <a:pt x="2035" y="21442"/>
                    <a:pt x="375" y="20399"/>
                  </a:cubicBezTo>
                  <a:cubicBezTo>
                    <a:pt x="2061" y="19328"/>
                    <a:pt x="3159" y="17454"/>
                    <a:pt x="3159" y="15608"/>
                  </a:cubicBezTo>
                  <a:cubicBezTo>
                    <a:pt x="3159" y="15581"/>
                    <a:pt x="3159" y="15581"/>
                    <a:pt x="3159" y="15554"/>
                  </a:cubicBezTo>
                  <a:cubicBezTo>
                    <a:pt x="5166" y="14510"/>
                    <a:pt x="6397" y="12503"/>
                    <a:pt x="6397" y="10254"/>
                  </a:cubicBezTo>
                  <a:cubicBezTo>
                    <a:pt x="6397" y="8006"/>
                    <a:pt x="5166" y="5999"/>
                    <a:pt x="3159" y="4955"/>
                  </a:cubicBezTo>
                  <a:cubicBezTo>
                    <a:pt x="3159" y="3028"/>
                    <a:pt x="1981" y="1047"/>
                    <a:pt x="188" y="30"/>
                  </a:cubicBezTo>
                  <a:cubicBezTo>
                    <a:pt x="167" y="10"/>
                    <a:pt x="143" y="1"/>
                    <a:pt x="11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2" name="Google Shape;802;p65"/>
            <p:cNvSpPr/>
            <p:nvPr/>
          </p:nvSpPr>
          <p:spPr>
            <a:xfrm>
              <a:off x="685775" y="2593575"/>
              <a:ext cx="159950" cy="2032875"/>
            </a:xfrm>
            <a:custGeom>
              <a:avLst/>
              <a:gdLst/>
              <a:ahLst/>
              <a:cxnLst/>
              <a:rect l="l" t="t" r="r" b="b"/>
              <a:pathLst>
                <a:path w="6398" h="81315" extrusionOk="0">
                  <a:moveTo>
                    <a:pt x="140" y="1"/>
                  </a:moveTo>
                  <a:cubicBezTo>
                    <a:pt x="95" y="1"/>
                    <a:pt x="47" y="26"/>
                    <a:pt x="27" y="65"/>
                  </a:cubicBezTo>
                  <a:cubicBezTo>
                    <a:pt x="27" y="92"/>
                    <a:pt x="0" y="118"/>
                    <a:pt x="0" y="118"/>
                  </a:cubicBezTo>
                  <a:cubicBezTo>
                    <a:pt x="0" y="172"/>
                    <a:pt x="27" y="225"/>
                    <a:pt x="81" y="225"/>
                  </a:cubicBezTo>
                  <a:cubicBezTo>
                    <a:pt x="1820" y="1243"/>
                    <a:pt x="2944" y="3170"/>
                    <a:pt x="2918" y="5043"/>
                  </a:cubicBezTo>
                  <a:cubicBezTo>
                    <a:pt x="2918" y="5070"/>
                    <a:pt x="2944" y="5124"/>
                    <a:pt x="2998" y="5150"/>
                  </a:cubicBezTo>
                  <a:cubicBezTo>
                    <a:pt x="4952" y="6141"/>
                    <a:pt x="6156" y="8095"/>
                    <a:pt x="6156" y="10263"/>
                  </a:cubicBezTo>
                  <a:cubicBezTo>
                    <a:pt x="6156" y="12431"/>
                    <a:pt x="4952" y="14384"/>
                    <a:pt x="2998" y="15375"/>
                  </a:cubicBezTo>
                  <a:cubicBezTo>
                    <a:pt x="2944" y="15402"/>
                    <a:pt x="2918" y="15428"/>
                    <a:pt x="2918" y="15482"/>
                  </a:cubicBezTo>
                  <a:cubicBezTo>
                    <a:pt x="2998" y="17329"/>
                    <a:pt x="1847" y="19256"/>
                    <a:pt x="81" y="20273"/>
                  </a:cubicBezTo>
                  <a:cubicBezTo>
                    <a:pt x="54" y="20300"/>
                    <a:pt x="27" y="20326"/>
                    <a:pt x="27" y="20353"/>
                  </a:cubicBezTo>
                  <a:cubicBezTo>
                    <a:pt x="0" y="20407"/>
                    <a:pt x="27" y="20460"/>
                    <a:pt x="81" y="20514"/>
                  </a:cubicBezTo>
                  <a:cubicBezTo>
                    <a:pt x="1794" y="21504"/>
                    <a:pt x="2864" y="23297"/>
                    <a:pt x="2918" y="25305"/>
                  </a:cubicBezTo>
                  <a:cubicBezTo>
                    <a:pt x="2918" y="25358"/>
                    <a:pt x="2944" y="25385"/>
                    <a:pt x="2998" y="25412"/>
                  </a:cubicBezTo>
                  <a:cubicBezTo>
                    <a:pt x="4952" y="26402"/>
                    <a:pt x="6156" y="28356"/>
                    <a:pt x="6156" y="30524"/>
                  </a:cubicBezTo>
                  <a:cubicBezTo>
                    <a:pt x="6156" y="32692"/>
                    <a:pt x="4952" y="34646"/>
                    <a:pt x="2998" y="35636"/>
                  </a:cubicBezTo>
                  <a:cubicBezTo>
                    <a:pt x="2944" y="35663"/>
                    <a:pt x="2918" y="35717"/>
                    <a:pt x="2918" y="35770"/>
                  </a:cubicBezTo>
                  <a:cubicBezTo>
                    <a:pt x="3078" y="37831"/>
                    <a:pt x="1633" y="39651"/>
                    <a:pt x="81" y="40535"/>
                  </a:cubicBezTo>
                  <a:cubicBezTo>
                    <a:pt x="54" y="40561"/>
                    <a:pt x="27" y="40588"/>
                    <a:pt x="27" y="40615"/>
                  </a:cubicBezTo>
                  <a:cubicBezTo>
                    <a:pt x="0" y="40668"/>
                    <a:pt x="27" y="40749"/>
                    <a:pt x="81" y="40775"/>
                  </a:cubicBezTo>
                  <a:cubicBezTo>
                    <a:pt x="1820" y="41766"/>
                    <a:pt x="2918" y="43639"/>
                    <a:pt x="2918" y="45540"/>
                  </a:cubicBezTo>
                  <a:lnTo>
                    <a:pt x="2918" y="45566"/>
                  </a:lnTo>
                  <a:cubicBezTo>
                    <a:pt x="2918" y="45620"/>
                    <a:pt x="2944" y="45674"/>
                    <a:pt x="2998" y="45674"/>
                  </a:cubicBezTo>
                  <a:cubicBezTo>
                    <a:pt x="4952" y="46664"/>
                    <a:pt x="6156" y="48618"/>
                    <a:pt x="6156" y="50786"/>
                  </a:cubicBezTo>
                  <a:cubicBezTo>
                    <a:pt x="6156" y="52954"/>
                    <a:pt x="4952" y="54934"/>
                    <a:pt x="2998" y="55898"/>
                  </a:cubicBezTo>
                  <a:cubicBezTo>
                    <a:pt x="2944" y="55925"/>
                    <a:pt x="2918" y="55952"/>
                    <a:pt x="2918" y="56005"/>
                  </a:cubicBezTo>
                  <a:cubicBezTo>
                    <a:pt x="2891" y="58012"/>
                    <a:pt x="1820" y="59806"/>
                    <a:pt x="81" y="60796"/>
                  </a:cubicBezTo>
                  <a:cubicBezTo>
                    <a:pt x="54" y="60823"/>
                    <a:pt x="27" y="60850"/>
                    <a:pt x="27" y="60903"/>
                  </a:cubicBezTo>
                  <a:cubicBezTo>
                    <a:pt x="0" y="60957"/>
                    <a:pt x="27" y="61010"/>
                    <a:pt x="81" y="61037"/>
                  </a:cubicBezTo>
                  <a:cubicBezTo>
                    <a:pt x="1820" y="62054"/>
                    <a:pt x="2891" y="63847"/>
                    <a:pt x="2918" y="65828"/>
                  </a:cubicBezTo>
                  <a:cubicBezTo>
                    <a:pt x="2918" y="65882"/>
                    <a:pt x="2944" y="65935"/>
                    <a:pt x="2998" y="65962"/>
                  </a:cubicBezTo>
                  <a:cubicBezTo>
                    <a:pt x="4952" y="66925"/>
                    <a:pt x="6156" y="68879"/>
                    <a:pt x="6156" y="71047"/>
                  </a:cubicBezTo>
                  <a:cubicBezTo>
                    <a:pt x="6156" y="73242"/>
                    <a:pt x="4952" y="75196"/>
                    <a:pt x="2998" y="76160"/>
                  </a:cubicBezTo>
                  <a:cubicBezTo>
                    <a:pt x="2944" y="76186"/>
                    <a:pt x="2918" y="76240"/>
                    <a:pt x="2918" y="76267"/>
                  </a:cubicBezTo>
                  <a:cubicBezTo>
                    <a:pt x="2891" y="78274"/>
                    <a:pt x="1820" y="80067"/>
                    <a:pt x="81" y="81084"/>
                  </a:cubicBezTo>
                  <a:cubicBezTo>
                    <a:pt x="27" y="81111"/>
                    <a:pt x="0" y="81191"/>
                    <a:pt x="27" y="81245"/>
                  </a:cubicBezTo>
                  <a:cubicBezTo>
                    <a:pt x="61" y="81296"/>
                    <a:pt x="95" y="81315"/>
                    <a:pt x="136" y="81315"/>
                  </a:cubicBezTo>
                  <a:cubicBezTo>
                    <a:pt x="159" y="81315"/>
                    <a:pt x="185" y="81308"/>
                    <a:pt x="214" y="81299"/>
                  </a:cubicBezTo>
                  <a:cubicBezTo>
                    <a:pt x="2008" y="80255"/>
                    <a:pt x="3105" y="78408"/>
                    <a:pt x="3185" y="76347"/>
                  </a:cubicBezTo>
                  <a:cubicBezTo>
                    <a:pt x="5166" y="75330"/>
                    <a:pt x="6397" y="73296"/>
                    <a:pt x="6397" y="71047"/>
                  </a:cubicBezTo>
                  <a:cubicBezTo>
                    <a:pt x="6397" y="68826"/>
                    <a:pt x="5166" y="66792"/>
                    <a:pt x="3185" y="65748"/>
                  </a:cubicBezTo>
                  <a:cubicBezTo>
                    <a:pt x="3105" y="63767"/>
                    <a:pt x="2061" y="61974"/>
                    <a:pt x="375" y="60930"/>
                  </a:cubicBezTo>
                  <a:cubicBezTo>
                    <a:pt x="2061" y="59859"/>
                    <a:pt x="3105" y="58093"/>
                    <a:pt x="3185" y="56085"/>
                  </a:cubicBezTo>
                  <a:cubicBezTo>
                    <a:pt x="5166" y="55068"/>
                    <a:pt x="6397" y="53034"/>
                    <a:pt x="6397" y="50786"/>
                  </a:cubicBezTo>
                  <a:cubicBezTo>
                    <a:pt x="6397" y="48537"/>
                    <a:pt x="5166" y="46530"/>
                    <a:pt x="3185" y="45486"/>
                  </a:cubicBezTo>
                  <a:cubicBezTo>
                    <a:pt x="3159" y="43586"/>
                    <a:pt x="2088" y="41739"/>
                    <a:pt x="375" y="40668"/>
                  </a:cubicBezTo>
                  <a:cubicBezTo>
                    <a:pt x="1901" y="39705"/>
                    <a:pt x="3292" y="37885"/>
                    <a:pt x="3185" y="35824"/>
                  </a:cubicBezTo>
                  <a:cubicBezTo>
                    <a:pt x="5166" y="34780"/>
                    <a:pt x="6397" y="32772"/>
                    <a:pt x="6397" y="30524"/>
                  </a:cubicBezTo>
                  <a:cubicBezTo>
                    <a:pt x="6397" y="28276"/>
                    <a:pt x="5166" y="26268"/>
                    <a:pt x="3185" y="25225"/>
                  </a:cubicBezTo>
                  <a:cubicBezTo>
                    <a:pt x="3078" y="23244"/>
                    <a:pt x="2061" y="21451"/>
                    <a:pt x="375" y="20407"/>
                  </a:cubicBezTo>
                  <a:cubicBezTo>
                    <a:pt x="2088" y="19336"/>
                    <a:pt x="3185" y="17436"/>
                    <a:pt x="3185" y="15616"/>
                  </a:cubicBezTo>
                  <a:cubicBezTo>
                    <a:pt x="3185" y="15589"/>
                    <a:pt x="3185" y="15589"/>
                    <a:pt x="3185" y="15562"/>
                  </a:cubicBezTo>
                  <a:cubicBezTo>
                    <a:pt x="5166" y="14518"/>
                    <a:pt x="6397" y="12511"/>
                    <a:pt x="6397" y="10263"/>
                  </a:cubicBezTo>
                  <a:cubicBezTo>
                    <a:pt x="6397" y="8014"/>
                    <a:pt x="5166" y="6007"/>
                    <a:pt x="3185" y="4963"/>
                  </a:cubicBezTo>
                  <a:cubicBezTo>
                    <a:pt x="3185" y="3036"/>
                    <a:pt x="1981" y="1055"/>
                    <a:pt x="188" y="11"/>
                  </a:cubicBezTo>
                  <a:cubicBezTo>
                    <a:pt x="173" y="4"/>
                    <a:pt x="157" y="1"/>
                    <a:pt x="14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3" name="Google Shape;803;p65"/>
            <p:cNvSpPr/>
            <p:nvPr/>
          </p:nvSpPr>
          <p:spPr>
            <a:xfrm>
              <a:off x="531875" y="2845375"/>
              <a:ext cx="160600" cy="2032675"/>
            </a:xfrm>
            <a:custGeom>
              <a:avLst/>
              <a:gdLst/>
              <a:ahLst/>
              <a:cxnLst/>
              <a:rect l="l" t="t" r="r" b="b"/>
              <a:pathLst>
                <a:path w="6424" h="81307" extrusionOk="0">
                  <a:moveTo>
                    <a:pt x="144" y="1"/>
                  </a:moveTo>
                  <a:cubicBezTo>
                    <a:pt x="103" y="1"/>
                    <a:pt x="60" y="24"/>
                    <a:pt x="27" y="57"/>
                  </a:cubicBezTo>
                  <a:cubicBezTo>
                    <a:pt x="27" y="84"/>
                    <a:pt x="27" y="110"/>
                    <a:pt x="27" y="137"/>
                  </a:cubicBezTo>
                  <a:cubicBezTo>
                    <a:pt x="27" y="164"/>
                    <a:pt x="54" y="217"/>
                    <a:pt x="80" y="244"/>
                  </a:cubicBezTo>
                  <a:cubicBezTo>
                    <a:pt x="1820" y="1234"/>
                    <a:pt x="2971" y="3162"/>
                    <a:pt x="2944" y="5035"/>
                  </a:cubicBezTo>
                  <a:cubicBezTo>
                    <a:pt x="2944" y="5089"/>
                    <a:pt x="2971" y="5142"/>
                    <a:pt x="2998" y="5142"/>
                  </a:cubicBezTo>
                  <a:cubicBezTo>
                    <a:pt x="4952" y="6133"/>
                    <a:pt x="6156" y="8086"/>
                    <a:pt x="6156" y="10254"/>
                  </a:cubicBezTo>
                  <a:cubicBezTo>
                    <a:pt x="6156" y="12422"/>
                    <a:pt x="4952" y="14376"/>
                    <a:pt x="2998" y="15367"/>
                  </a:cubicBezTo>
                  <a:cubicBezTo>
                    <a:pt x="2971" y="15393"/>
                    <a:pt x="2944" y="15447"/>
                    <a:pt x="2944" y="15474"/>
                  </a:cubicBezTo>
                  <a:cubicBezTo>
                    <a:pt x="2998" y="17321"/>
                    <a:pt x="1847" y="19248"/>
                    <a:pt x="107" y="20265"/>
                  </a:cubicBezTo>
                  <a:cubicBezTo>
                    <a:pt x="54" y="20292"/>
                    <a:pt x="27" y="20318"/>
                    <a:pt x="27" y="20345"/>
                  </a:cubicBezTo>
                  <a:cubicBezTo>
                    <a:pt x="0" y="20425"/>
                    <a:pt x="27" y="20479"/>
                    <a:pt x="80" y="20506"/>
                  </a:cubicBezTo>
                  <a:cubicBezTo>
                    <a:pt x="1793" y="21496"/>
                    <a:pt x="2864" y="23289"/>
                    <a:pt x="2944" y="25297"/>
                  </a:cubicBezTo>
                  <a:cubicBezTo>
                    <a:pt x="2944" y="25350"/>
                    <a:pt x="2971" y="25404"/>
                    <a:pt x="2998" y="25404"/>
                  </a:cubicBezTo>
                  <a:cubicBezTo>
                    <a:pt x="4952" y="26394"/>
                    <a:pt x="6156" y="28348"/>
                    <a:pt x="6156" y="30516"/>
                  </a:cubicBezTo>
                  <a:cubicBezTo>
                    <a:pt x="6156" y="32684"/>
                    <a:pt x="4952" y="34665"/>
                    <a:pt x="2998" y="35628"/>
                  </a:cubicBezTo>
                  <a:cubicBezTo>
                    <a:pt x="2971" y="35655"/>
                    <a:pt x="2944" y="35709"/>
                    <a:pt x="2944" y="35762"/>
                  </a:cubicBezTo>
                  <a:cubicBezTo>
                    <a:pt x="3105" y="37823"/>
                    <a:pt x="1633" y="39643"/>
                    <a:pt x="107" y="40526"/>
                  </a:cubicBezTo>
                  <a:cubicBezTo>
                    <a:pt x="54" y="40553"/>
                    <a:pt x="27" y="40580"/>
                    <a:pt x="27" y="40633"/>
                  </a:cubicBezTo>
                  <a:cubicBezTo>
                    <a:pt x="0" y="40687"/>
                    <a:pt x="27" y="40741"/>
                    <a:pt x="80" y="40767"/>
                  </a:cubicBezTo>
                  <a:cubicBezTo>
                    <a:pt x="1820" y="41784"/>
                    <a:pt x="2944" y="43631"/>
                    <a:pt x="2944" y="45532"/>
                  </a:cubicBezTo>
                  <a:lnTo>
                    <a:pt x="2944" y="45558"/>
                  </a:lnTo>
                  <a:cubicBezTo>
                    <a:pt x="2918" y="45612"/>
                    <a:pt x="2971" y="45665"/>
                    <a:pt x="2998" y="45692"/>
                  </a:cubicBezTo>
                  <a:cubicBezTo>
                    <a:pt x="4952" y="46656"/>
                    <a:pt x="6156" y="48610"/>
                    <a:pt x="6156" y="50778"/>
                  </a:cubicBezTo>
                  <a:cubicBezTo>
                    <a:pt x="6156" y="52972"/>
                    <a:pt x="4952" y="54926"/>
                    <a:pt x="2998" y="55890"/>
                  </a:cubicBezTo>
                  <a:cubicBezTo>
                    <a:pt x="2971" y="55917"/>
                    <a:pt x="2944" y="55970"/>
                    <a:pt x="2944" y="55997"/>
                  </a:cubicBezTo>
                  <a:cubicBezTo>
                    <a:pt x="2891" y="58004"/>
                    <a:pt x="1820" y="59798"/>
                    <a:pt x="107" y="60815"/>
                  </a:cubicBezTo>
                  <a:cubicBezTo>
                    <a:pt x="54" y="60815"/>
                    <a:pt x="27" y="60841"/>
                    <a:pt x="27" y="60895"/>
                  </a:cubicBezTo>
                  <a:cubicBezTo>
                    <a:pt x="0" y="60949"/>
                    <a:pt x="27" y="61002"/>
                    <a:pt x="80" y="61029"/>
                  </a:cubicBezTo>
                  <a:cubicBezTo>
                    <a:pt x="1820" y="62046"/>
                    <a:pt x="2891" y="63839"/>
                    <a:pt x="2944" y="65847"/>
                  </a:cubicBezTo>
                  <a:cubicBezTo>
                    <a:pt x="2944" y="65873"/>
                    <a:pt x="2971" y="65927"/>
                    <a:pt x="2998" y="65954"/>
                  </a:cubicBezTo>
                  <a:cubicBezTo>
                    <a:pt x="4952" y="66917"/>
                    <a:pt x="6156" y="68871"/>
                    <a:pt x="6156" y="71066"/>
                  </a:cubicBezTo>
                  <a:cubicBezTo>
                    <a:pt x="6156" y="73234"/>
                    <a:pt x="4952" y="75188"/>
                    <a:pt x="2998" y="76151"/>
                  </a:cubicBezTo>
                  <a:cubicBezTo>
                    <a:pt x="2971" y="76178"/>
                    <a:pt x="2944" y="76232"/>
                    <a:pt x="2944" y="76285"/>
                  </a:cubicBezTo>
                  <a:cubicBezTo>
                    <a:pt x="2891" y="78266"/>
                    <a:pt x="1820" y="80059"/>
                    <a:pt x="80" y="81076"/>
                  </a:cubicBezTo>
                  <a:cubicBezTo>
                    <a:pt x="27" y="81103"/>
                    <a:pt x="0" y="81183"/>
                    <a:pt x="54" y="81237"/>
                  </a:cubicBezTo>
                  <a:cubicBezTo>
                    <a:pt x="71" y="81288"/>
                    <a:pt x="109" y="81306"/>
                    <a:pt x="149" y="81306"/>
                  </a:cubicBezTo>
                  <a:cubicBezTo>
                    <a:pt x="171" y="81306"/>
                    <a:pt x="195" y="81300"/>
                    <a:pt x="214" y="81290"/>
                  </a:cubicBezTo>
                  <a:cubicBezTo>
                    <a:pt x="2008" y="80247"/>
                    <a:pt x="3105" y="78400"/>
                    <a:pt x="3185" y="76366"/>
                  </a:cubicBezTo>
                  <a:cubicBezTo>
                    <a:pt x="5193" y="75322"/>
                    <a:pt x="6424" y="73288"/>
                    <a:pt x="6424" y="71066"/>
                  </a:cubicBezTo>
                  <a:cubicBezTo>
                    <a:pt x="6424" y="68818"/>
                    <a:pt x="5193" y="66783"/>
                    <a:pt x="3185" y="65766"/>
                  </a:cubicBezTo>
                  <a:cubicBezTo>
                    <a:pt x="3105" y="63759"/>
                    <a:pt x="2088" y="61992"/>
                    <a:pt x="402" y="60922"/>
                  </a:cubicBezTo>
                  <a:cubicBezTo>
                    <a:pt x="2088" y="59878"/>
                    <a:pt x="3105" y="58085"/>
                    <a:pt x="3185" y="56077"/>
                  </a:cubicBezTo>
                  <a:cubicBezTo>
                    <a:pt x="5193" y="55060"/>
                    <a:pt x="6424" y="53026"/>
                    <a:pt x="6424" y="50778"/>
                  </a:cubicBezTo>
                  <a:cubicBezTo>
                    <a:pt x="6424" y="48556"/>
                    <a:pt x="5193" y="46522"/>
                    <a:pt x="3185" y="45505"/>
                  </a:cubicBezTo>
                  <a:cubicBezTo>
                    <a:pt x="3185" y="43604"/>
                    <a:pt x="2088" y="41731"/>
                    <a:pt x="402" y="40660"/>
                  </a:cubicBezTo>
                  <a:cubicBezTo>
                    <a:pt x="1900" y="39697"/>
                    <a:pt x="3319" y="37877"/>
                    <a:pt x="3185" y="35816"/>
                  </a:cubicBezTo>
                  <a:cubicBezTo>
                    <a:pt x="5193" y="34799"/>
                    <a:pt x="6424" y="32764"/>
                    <a:pt x="6424" y="30516"/>
                  </a:cubicBezTo>
                  <a:cubicBezTo>
                    <a:pt x="6424" y="28268"/>
                    <a:pt x="5193" y="26260"/>
                    <a:pt x="3185" y="25216"/>
                  </a:cubicBezTo>
                  <a:cubicBezTo>
                    <a:pt x="3105" y="23236"/>
                    <a:pt x="2061" y="21442"/>
                    <a:pt x="402" y="20399"/>
                  </a:cubicBezTo>
                  <a:cubicBezTo>
                    <a:pt x="2088" y="19328"/>
                    <a:pt x="3185" y="17454"/>
                    <a:pt x="3185" y="15608"/>
                  </a:cubicBezTo>
                  <a:cubicBezTo>
                    <a:pt x="3185" y="15581"/>
                    <a:pt x="3185" y="15581"/>
                    <a:pt x="3185" y="15554"/>
                  </a:cubicBezTo>
                  <a:cubicBezTo>
                    <a:pt x="5193" y="14510"/>
                    <a:pt x="6424" y="12503"/>
                    <a:pt x="6424" y="10254"/>
                  </a:cubicBezTo>
                  <a:cubicBezTo>
                    <a:pt x="6424" y="8006"/>
                    <a:pt x="5193" y="5999"/>
                    <a:pt x="3185" y="4955"/>
                  </a:cubicBezTo>
                  <a:cubicBezTo>
                    <a:pt x="3185" y="3028"/>
                    <a:pt x="2008" y="1047"/>
                    <a:pt x="214" y="30"/>
                  </a:cubicBezTo>
                  <a:cubicBezTo>
                    <a:pt x="194" y="10"/>
                    <a:pt x="169" y="1"/>
                    <a:pt x="14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4" name="Google Shape;804;p65"/>
            <p:cNvSpPr/>
            <p:nvPr/>
          </p:nvSpPr>
          <p:spPr>
            <a:xfrm>
              <a:off x="378625" y="2593575"/>
              <a:ext cx="159950" cy="2032875"/>
            </a:xfrm>
            <a:custGeom>
              <a:avLst/>
              <a:gdLst/>
              <a:ahLst/>
              <a:cxnLst/>
              <a:rect l="l" t="t" r="r" b="b"/>
              <a:pathLst>
                <a:path w="6398" h="81315" extrusionOk="0">
                  <a:moveTo>
                    <a:pt x="141" y="1"/>
                  </a:moveTo>
                  <a:cubicBezTo>
                    <a:pt x="95" y="1"/>
                    <a:pt x="47" y="26"/>
                    <a:pt x="28" y="65"/>
                  </a:cubicBezTo>
                  <a:cubicBezTo>
                    <a:pt x="1" y="92"/>
                    <a:pt x="1" y="118"/>
                    <a:pt x="1" y="118"/>
                  </a:cubicBezTo>
                  <a:cubicBezTo>
                    <a:pt x="1" y="172"/>
                    <a:pt x="28" y="225"/>
                    <a:pt x="54" y="225"/>
                  </a:cubicBezTo>
                  <a:cubicBezTo>
                    <a:pt x="1794" y="1243"/>
                    <a:pt x="2918" y="3116"/>
                    <a:pt x="2918" y="4963"/>
                  </a:cubicBezTo>
                  <a:cubicBezTo>
                    <a:pt x="2918" y="4990"/>
                    <a:pt x="2918" y="5017"/>
                    <a:pt x="2918" y="5043"/>
                  </a:cubicBezTo>
                  <a:cubicBezTo>
                    <a:pt x="2918" y="5070"/>
                    <a:pt x="2945" y="5124"/>
                    <a:pt x="2999" y="5150"/>
                  </a:cubicBezTo>
                  <a:cubicBezTo>
                    <a:pt x="4952" y="6141"/>
                    <a:pt x="6157" y="8095"/>
                    <a:pt x="6157" y="10263"/>
                  </a:cubicBezTo>
                  <a:cubicBezTo>
                    <a:pt x="6157" y="12431"/>
                    <a:pt x="4952" y="14384"/>
                    <a:pt x="2999" y="15375"/>
                  </a:cubicBezTo>
                  <a:cubicBezTo>
                    <a:pt x="2945" y="15402"/>
                    <a:pt x="2918" y="15428"/>
                    <a:pt x="2918" y="15482"/>
                  </a:cubicBezTo>
                  <a:cubicBezTo>
                    <a:pt x="2972" y="17329"/>
                    <a:pt x="1848" y="19256"/>
                    <a:pt x="81" y="20273"/>
                  </a:cubicBezTo>
                  <a:cubicBezTo>
                    <a:pt x="54" y="20300"/>
                    <a:pt x="28" y="20326"/>
                    <a:pt x="1" y="20353"/>
                  </a:cubicBezTo>
                  <a:cubicBezTo>
                    <a:pt x="1" y="20407"/>
                    <a:pt x="28" y="20487"/>
                    <a:pt x="54" y="20514"/>
                  </a:cubicBezTo>
                  <a:cubicBezTo>
                    <a:pt x="1794" y="21504"/>
                    <a:pt x="2865" y="23297"/>
                    <a:pt x="2918" y="25305"/>
                  </a:cubicBezTo>
                  <a:cubicBezTo>
                    <a:pt x="2918" y="25358"/>
                    <a:pt x="2945" y="25412"/>
                    <a:pt x="2999" y="25412"/>
                  </a:cubicBezTo>
                  <a:cubicBezTo>
                    <a:pt x="4952" y="26402"/>
                    <a:pt x="6157" y="28356"/>
                    <a:pt x="6157" y="30524"/>
                  </a:cubicBezTo>
                  <a:cubicBezTo>
                    <a:pt x="6157" y="32692"/>
                    <a:pt x="4952" y="34646"/>
                    <a:pt x="2999" y="35636"/>
                  </a:cubicBezTo>
                  <a:cubicBezTo>
                    <a:pt x="2945" y="35663"/>
                    <a:pt x="2918" y="35717"/>
                    <a:pt x="2918" y="35770"/>
                  </a:cubicBezTo>
                  <a:cubicBezTo>
                    <a:pt x="3079" y="37831"/>
                    <a:pt x="1607" y="39651"/>
                    <a:pt x="81" y="40535"/>
                  </a:cubicBezTo>
                  <a:cubicBezTo>
                    <a:pt x="54" y="40561"/>
                    <a:pt x="28" y="40588"/>
                    <a:pt x="1" y="40615"/>
                  </a:cubicBezTo>
                  <a:cubicBezTo>
                    <a:pt x="1" y="40668"/>
                    <a:pt x="28" y="40749"/>
                    <a:pt x="54" y="40775"/>
                  </a:cubicBezTo>
                  <a:cubicBezTo>
                    <a:pt x="1794" y="41766"/>
                    <a:pt x="2918" y="43639"/>
                    <a:pt x="2918" y="45540"/>
                  </a:cubicBezTo>
                  <a:cubicBezTo>
                    <a:pt x="2918" y="45540"/>
                    <a:pt x="2918" y="45566"/>
                    <a:pt x="2918" y="45566"/>
                  </a:cubicBezTo>
                  <a:cubicBezTo>
                    <a:pt x="2918" y="45620"/>
                    <a:pt x="2945" y="45674"/>
                    <a:pt x="2999" y="45674"/>
                  </a:cubicBezTo>
                  <a:cubicBezTo>
                    <a:pt x="4952" y="46664"/>
                    <a:pt x="6157" y="48618"/>
                    <a:pt x="6157" y="50786"/>
                  </a:cubicBezTo>
                  <a:cubicBezTo>
                    <a:pt x="6157" y="52954"/>
                    <a:pt x="4952" y="54934"/>
                    <a:pt x="2999" y="55898"/>
                  </a:cubicBezTo>
                  <a:cubicBezTo>
                    <a:pt x="2945" y="55925"/>
                    <a:pt x="2918" y="55952"/>
                    <a:pt x="2918" y="56005"/>
                  </a:cubicBezTo>
                  <a:cubicBezTo>
                    <a:pt x="2865" y="58012"/>
                    <a:pt x="1821" y="59806"/>
                    <a:pt x="81" y="60796"/>
                  </a:cubicBezTo>
                  <a:cubicBezTo>
                    <a:pt x="54" y="60823"/>
                    <a:pt x="28" y="60850"/>
                    <a:pt x="1" y="60903"/>
                  </a:cubicBezTo>
                  <a:cubicBezTo>
                    <a:pt x="1" y="60957"/>
                    <a:pt x="28" y="61010"/>
                    <a:pt x="54" y="61037"/>
                  </a:cubicBezTo>
                  <a:cubicBezTo>
                    <a:pt x="1794" y="62054"/>
                    <a:pt x="2865" y="63847"/>
                    <a:pt x="2918" y="65828"/>
                  </a:cubicBezTo>
                  <a:cubicBezTo>
                    <a:pt x="2918" y="65882"/>
                    <a:pt x="2945" y="65935"/>
                    <a:pt x="2999" y="65962"/>
                  </a:cubicBezTo>
                  <a:cubicBezTo>
                    <a:pt x="4952" y="66925"/>
                    <a:pt x="6157" y="68879"/>
                    <a:pt x="6157" y="71047"/>
                  </a:cubicBezTo>
                  <a:cubicBezTo>
                    <a:pt x="6157" y="73242"/>
                    <a:pt x="4952" y="75196"/>
                    <a:pt x="2999" y="76160"/>
                  </a:cubicBezTo>
                  <a:cubicBezTo>
                    <a:pt x="2945" y="76186"/>
                    <a:pt x="2918" y="76240"/>
                    <a:pt x="2918" y="76267"/>
                  </a:cubicBezTo>
                  <a:cubicBezTo>
                    <a:pt x="2865" y="78274"/>
                    <a:pt x="1821" y="80067"/>
                    <a:pt x="81" y="81084"/>
                  </a:cubicBezTo>
                  <a:cubicBezTo>
                    <a:pt x="1" y="81111"/>
                    <a:pt x="1" y="81191"/>
                    <a:pt x="28" y="81245"/>
                  </a:cubicBezTo>
                  <a:cubicBezTo>
                    <a:pt x="45" y="81296"/>
                    <a:pt x="83" y="81315"/>
                    <a:pt x="123" y="81315"/>
                  </a:cubicBezTo>
                  <a:cubicBezTo>
                    <a:pt x="145" y="81315"/>
                    <a:pt x="169" y="81308"/>
                    <a:pt x="188" y="81299"/>
                  </a:cubicBezTo>
                  <a:cubicBezTo>
                    <a:pt x="1981" y="80255"/>
                    <a:pt x="3106" y="78408"/>
                    <a:pt x="3159" y="76347"/>
                  </a:cubicBezTo>
                  <a:cubicBezTo>
                    <a:pt x="5167" y="75330"/>
                    <a:pt x="6398" y="73296"/>
                    <a:pt x="6398" y="71047"/>
                  </a:cubicBezTo>
                  <a:cubicBezTo>
                    <a:pt x="6398" y="68826"/>
                    <a:pt x="5167" y="66792"/>
                    <a:pt x="3159" y="65748"/>
                  </a:cubicBezTo>
                  <a:cubicBezTo>
                    <a:pt x="3106" y="63767"/>
                    <a:pt x="2062" y="61974"/>
                    <a:pt x="376" y="60930"/>
                  </a:cubicBezTo>
                  <a:cubicBezTo>
                    <a:pt x="2062" y="59859"/>
                    <a:pt x="3106" y="58093"/>
                    <a:pt x="3159" y="56085"/>
                  </a:cubicBezTo>
                  <a:cubicBezTo>
                    <a:pt x="5167" y="55068"/>
                    <a:pt x="6398" y="53034"/>
                    <a:pt x="6398" y="50786"/>
                  </a:cubicBezTo>
                  <a:cubicBezTo>
                    <a:pt x="6398" y="48537"/>
                    <a:pt x="5167" y="46530"/>
                    <a:pt x="3159" y="45486"/>
                  </a:cubicBezTo>
                  <a:cubicBezTo>
                    <a:pt x="3159" y="43586"/>
                    <a:pt x="2062" y="41739"/>
                    <a:pt x="376" y="40668"/>
                  </a:cubicBezTo>
                  <a:cubicBezTo>
                    <a:pt x="1901" y="39705"/>
                    <a:pt x="3293" y="37885"/>
                    <a:pt x="3186" y="35824"/>
                  </a:cubicBezTo>
                  <a:cubicBezTo>
                    <a:pt x="5167" y="34780"/>
                    <a:pt x="6398" y="32772"/>
                    <a:pt x="6398" y="30524"/>
                  </a:cubicBezTo>
                  <a:cubicBezTo>
                    <a:pt x="6398" y="28276"/>
                    <a:pt x="5167" y="26268"/>
                    <a:pt x="3159" y="25225"/>
                  </a:cubicBezTo>
                  <a:cubicBezTo>
                    <a:pt x="3079" y="23244"/>
                    <a:pt x="2035" y="21451"/>
                    <a:pt x="376" y="20407"/>
                  </a:cubicBezTo>
                  <a:cubicBezTo>
                    <a:pt x="2062" y="19336"/>
                    <a:pt x="3186" y="17436"/>
                    <a:pt x="3186" y="15616"/>
                  </a:cubicBezTo>
                  <a:cubicBezTo>
                    <a:pt x="3186" y="15589"/>
                    <a:pt x="3186" y="15589"/>
                    <a:pt x="3186" y="15562"/>
                  </a:cubicBezTo>
                  <a:cubicBezTo>
                    <a:pt x="5167" y="14518"/>
                    <a:pt x="6398" y="12511"/>
                    <a:pt x="6398" y="10263"/>
                  </a:cubicBezTo>
                  <a:cubicBezTo>
                    <a:pt x="6398" y="8014"/>
                    <a:pt x="5167" y="6007"/>
                    <a:pt x="3186" y="4963"/>
                  </a:cubicBezTo>
                  <a:cubicBezTo>
                    <a:pt x="3186" y="3036"/>
                    <a:pt x="1981" y="1055"/>
                    <a:pt x="188" y="11"/>
                  </a:cubicBezTo>
                  <a:cubicBezTo>
                    <a:pt x="174" y="4"/>
                    <a:pt x="158" y="1"/>
                    <a:pt x="14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5" name="Google Shape;805;p65"/>
            <p:cNvSpPr/>
            <p:nvPr/>
          </p:nvSpPr>
          <p:spPr>
            <a:xfrm>
              <a:off x="224725" y="2845375"/>
              <a:ext cx="159950" cy="2032675"/>
            </a:xfrm>
            <a:custGeom>
              <a:avLst/>
              <a:gdLst/>
              <a:ahLst/>
              <a:cxnLst/>
              <a:rect l="l" t="t" r="r" b="b"/>
              <a:pathLst>
                <a:path w="6398" h="81307" extrusionOk="0">
                  <a:moveTo>
                    <a:pt x="126" y="1"/>
                  </a:moveTo>
                  <a:cubicBezTo>
                    <a:pt x="81" y="1"/>
                    <a:pt x="44" y="24"/>
                    <a:pt x="27" y="57"/>
                  </a:cubicBezTo>
                  <a:cubicBezTo>
                    <a:pt x="27" y="84"/>
                    <a:pt x="1" y="110"/>
                    <a:pt x="1" y="137"/>
                  </a:cubicBezTo>
                  <a:cubicBezTo>
                    <a:pt x="1" y="164"/>
                    <a:pt x="27" y="217"/>
                    <a:pt x="81" y="244"/>
                  </a:cubicBezTo>
                  <a:cubicBezTo>
                    <a:pt x="1821" y="1234"/>
                    <a:pt x="2972" y="3162"/>
                    <a:pt x="2918" y="5035"/>
                  </a:cubicBezTo>
                  <a:cubicBezTo>
                    <a:pt x="2945" y="5089"/>
                    <a:pt x="2945" y="5142"/>
                    <a:pt x="2998" y="5142"/>
                  </a:cubicBezTo>
                  <a:cubicBezTo>
                    <a:pt x="4952" y="6133"/>
                    <a:pt x="6157" y="8086"/>
                    <a:pt x="6157" y="10254"/>
                  </a:cubicBezTo>
                  <a:cubicBezTo>
                    <a:pt x="6157" y="12422"/>
                    <a:pt x="4952" y="14376"/>
                    <a:pt x="2998" y="15367"/>
                  </a:cubicBezTo>
                  <a:cubicBezTo>
                    <a:pt x="2945" y="15393"/>
                    <a:pt x="2918" y="15447"/>
                    <a:pt x="2918" y="15474"/>
                  </a:cubicBezTo>
                  <a:cubicBezTo>
                    <a:pt x="2972" y="17321"/>
                    <a:pt x="1848" y="19248"/>
                    <a:pt x="108" y="20265"/>
                  </a:cubicBezTo>
                  <a:cubicBezTo>
                    <a:pt x="54" y="20292"/>
                    <a:pt x="27" y="20318"/>
                    <a:pt x="27" y="20345"/>
                  </a:cubicBezTo>
                  <a:cubicBezTo>
                    <a:pt x="1" y="20425"/>
                    <a:pt x="27" y="20479"/>
                    <a:pt x="81" y="20506"/>
                  </a:cubicBezTo>
                  <a:cubicBezTo>
                    <a:pt x="1794" y="21496"/>
                    <a:pt x="2865" y="23289"/>
                    <a:pt x="2918" y="25297"/>
                  </a:cubicBezTo>
                  <a:cubicBezTo>
                    <a:pt x="2945" y="25350"/>
                    <a:pt x="2972" y="25404"/>
                    <a:pt x="2998" y="25404"/>
                  </a:cubicBezTo>
                  <a:cubicBezTo>
                    <a:pt x="4952" y="26394"/>
                    <a:pt x="6157" y="28348"/>
                    <a:pt x="6157" y="30516"/>
                  </a:cubicBezTo>
                  <a:cubicBezTo>
                    <a:pt x="6157" y="32684"/>
                    <a:pt x="4952" y="34665"/>
                    <a:pt x="2998" y="35628"/>
                  </a:cubicBezTo>
                  <a:cubicBezTo>
                    <a:pt x="2945" y="35655"/>
                    <a:pt x="2918" y="35709"/>
                    <a:pt x="2918" y="35762"/>
                  </a:cubicBezTo>
                  <a:cubicBezTo>
                    <a:pt x="3106" y="37823"/>
                    <a:pt x="1633" y="39643"/>
                    <a:pt x="108" y="40526"/>
                  </a:cubicBezTo>
                  <a:cubicBezTo>
                    <a:pt x="54" y="40553"/>
                    <a:pt x="27" y="40580"/>
                    <a:pt x="27" y="40633"/>
                  </a:cubicBezTo>
                  <a:cubicBezTo>
                    <a:pt x="1" y="40687"/>
                    <a:pt x="27" y="40741"/>
                    <a:pt x="81" y="40767"/>
                  </a:cubicBezTo>
                  <a:cubicBezTo>
                    <a:pt x="1821" y="41784"/>
                    <a:pt x="2918" y="43631"/>
                    <a:pt x="2918" y="45532"/>
                  </a:cubicBezTo>
                  <a:cubicBezTo>
                    <a:pt x="2918" y="45558"/>
                    <a:pt x="2918" y="45558"/>
                    <a:pt x="2918" y="45558"/>
                  </a:cubicBezTo>
                  <a:cubicBezTo>
                    <a:pt x="2918" y="45612"/>
                    <a:pt x="2945" y="45665"/>
                    <a:pt x="2998" y="45692"/>
                  </a:cubicBezTo>
                  <a:cubicBezTo>
                    <a:pt x="4952" y="46656"/>
                    <a:pt x="6157" y="48610"/>
                    <a:pt x="6157" y="50778"/>
                  </a:cubicBezTo>
                  <a:cubicBezTo>
                    <a:pt x="6157" y="52972"/>
                    <a:pt x="4952" y="54926"/>
                    <a:pt x="2998" y="55890"/>
                  </a:cubicBezTo>
                  <a:cubicBezTo>
                    <a:pt x="2945" y="55917"/>
                    <a:pt x="2918" y="55970"/>
                    <a:pt x="2918" y="55997"/>
                  </a:cubicBezTo>
                  <a:cubicBezTo>
                    <a:pt x="2891" y="58004"/>
                    <a:pt x="1821" y="59798"/>
                    <a:pt x="108" y="60815"/>
                  </a:cubicBezTo>
                  <a:cubicBezTo>
                    <a:pt x="54" y="60815"/>
                    <a:pt x="27" y="60841"/>
                    <a:pt x="27" y="60895"/>
                  </a:cubicBezTo>
                  <a:cubicBezTo>
                    <a:pt x="1" y="60949"/>
                    <a:pt x="27" y="61002"/>
                    <a:pt x="81" y="61029"/>
                  </a:cubicBezTo>
                  <a:cubicBezTo>
                    <a:pt x="1821" y="62046"/>
                    <a:pt x="2891" y="63839"/>
                    <a:pt x="2918" y="65847"/>
                  </a:cubicBezTo>
                  <a:cubicBezTo>
                    <a:pt x="2918" y="65873"/>
                    <a:pt x="2945" y="65927"/>
                    <a:pt x="2998" y="65954"/>
                  </a:cubicBezTo>
                  <a:cubicBezTo>
                    <a:pt x="4952" y="66917"/>
                    <a:pt x="6157" y="68871"/>
                    <a:pt x="6157" y="71066"/>
                  </a:cubicBezTo>
                  <a:cubicBezTo>
                    <a:pt x="6157" y="73234"/>
                    <a:pt x="4952" y="75188"/>
                    <a:pt x="2998" y="76151"/>
                  </a:cubicBezTo>
                  <a:cubicBezTo>
                    <a:pt x="2945" y="76178"/>
                    <a:pt x="2918" y="76232"/>
                    <a:pt x="2918" y="76285"/>
                  </a:cubicBezTo>
                  <a:cubicBezTo>
                    <a:pt x="2891" y="78266"/>
                    <a:pt x="1821" y="80059"/>
                    <a:pt x="81" y="81076"/>
                  </a:cubicBezTo>
                  <a:cubicBezTo>
                    <a:pt x="27" y="81103"/>
                    <a:pt x="1" y="81183"/>
                    <a:pt x="27" y="81237"/>
                  </a:cubicBezTo>
                  <a:cubicBezTo>
                    <a:pt x="61" y="81288"/>
                    <a:pt x="95" y="81306"/>
                    <a:pt x="136" y="81306"/>
                  </a:cubicBezTo>
                  <a:cubicBezTo>
                    <a:pt x="160" y="81306"/>
                    <a:pt x="185" y="81300"/>
                    <a:pt x="215" y="81290"/>
                  </a:cubicBezTo>
                  <a:cubicBezTo>
                    <a:pt x="2008" y="80247"/>
                    <a:pt x="3106" y="78400"/>
                    <a:pt x="3186" y="76366"/>
                  </a:cubicBezTo>
                  <a:cubicBezTo>
                    <a:pt x="5166" y="75322"/>
                    <a:pt x="6398" y="73288"/>
                    <a:pt x="6398" y="71066"/>
                  </a:cubicBezTo>
                  <a:cubicBezTo>
                    <a:pt x="6398" y="68818"/>
                    <a:pt x="5166" y="66783"/>
                    <a:pt x="3186" y="65766"/>
                  </a:cubicBezTo>
                  <a:cubicBezTo>
                    <a:pt x="3106" y="63759"/>
                    <a:pt x="2062" y="61992"/>
                    <a:pt x="375" y="60922"/>
                  </a:cubicBezTo>
                  <a:cubicBezTo>
                    <a:pt x="2062" y="59878"/>
                    <a:pt x="3106" y="58085"/>
                    <a:pt x="3186" y="56077"/>
                  </a:cubicBezTo>
                  <a:cubicBezTo>
                    <a:pt x="5166" y="55060"/>
                    <a:pt x="6398" y="53026"/>
                    <a:pt x="6398" y="50778"/>
                  </a:cubicBezTo>
                  <a:cubicBezTo>
                    <a:pt x="6398" y="48556"/>
                    <a:pt x="5166" y="46522"/>
                    <a:pt x="3186" y="45505"/>
                  </a:cubicBezTo>
                  <a:cubicBezTo>
                    <a:pt x="3159" y="43604"/>
                    <a:pt x="2088" y="41731"/>
                    <a:pt x="375" y="40660"/>
                  </a:cubicBezTo>
                  <a:cubicBezTo>
                    <a:pt x="1901" y="39697"/>
                    <a:pt x="3293" y="37877"/>
                    <a:pt x="3186" y="35816"/>
                  </a:cubicBezTo>
                  <a:cubicBezTo>
                    <a:pt x="5166" y="34799"/>
                    <a:pt x="6398" y="32764"/>
                    <a:pt x="6398" y="30516"/>
                  </a:cubicBezTo>
                  <a:cubicBezTo>
                    <a:pt x="6398" y="28268"/>
                    <a:pt x="5166" y="26260"/>
                    <a:pt x="3186" y="25216"/>
                  </a:cubicBezTo>
                  <a:cubicBezTo>
                    <a:pt x="3079" y="23236"/>
                    <a:pt x="2062" y="21442"/>
                    <a:pt x="375" y="20399"/>
                  </a:cubicBezTo>
                  <a:cubicBezTo>
                    <a:pt x="2088" y="19328"/>
                    <a:pt x="3186" y="17454"/>
                    <a:pt x="3186" y="15608"/>
                  </a:cubicBezTo>
                  <a:cubicBezTo>
                    <a:pt x="3186" y="15581"/>
                    <a:pt x="3186" y="15581"/>
                    <a:pt x="3186" y="15554"/>
                  </a:cubicBezTo>
                  <a:cubicBezTo>
                    <a:pt x="5166" y="14510"/>
                    <a:pt x="6398" y="12503"/>
                    <a:pt x="6398" y="10254"/>
                  </a:cubicBezTo>
                  <a:cubicBezTo>
                    <a:pt x="6398" y="8006"/>
                    <a:pt x="5166" y="5999"/>
                    <a:pt x="3186" y="4955"/>
                  </a:cubicBezTo>
                  <a:cubicBezTo>
                    <a:pt x="3186" y="3028"/>
                    <a:pt x="1981" y="1047"/>
                    <a:pt x="215" y="30"/>
                  </a:cubicBezTo>
                  <a:cubicBezTo>
                    <a:pt x="184" y="10"/>
                    <a:pt x="153" y="1"/>
                    <a:pt x="12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06" name="Google Shape;806;p65"/>
          <p:cNvSpPr/>
          <p:nvPr/>
        </p:nvSpPr>
        <p:spPr>
          <a:xfrm rot="-5035031" flipH="1">
            <a:off x="4206940" y="751857"/>
            <a:ext cx="7221377" cy="4442980"/>
          </a:xfrm>
          <a:custGeom>
            <a:avLst/>
            <a:gdLst/>
            <a:ahLst/>
            <a:cxnLst/>
            <a:rect l="l" t="t" r="r" b="b"/>
            <a:pathLst>
              <a:path w="59643" h="36694" extrusionOk="0">
                <a:moveTo>
                  <a:pt x="6271" y="15779"/>
                </a:moveTo>
                <a:cubicBezTo>
                  <a:pt x="9374" y="14178"/>
                  <a:pt x="17513" y="18347"/>
                  <a:pt x="23150" y="11676"/>
                </a:cubicBezTo>
                <a:cubicBezTo>
                  <a:pt x="28787" y="5004"/>
                  <a:pt x="30455" y="1"/>
                  <a:pt x="37327" y="2302"/>
                </a:cubicBezTo>
                <a:cubicBezTo>
                  <a:pt x="44198" y="4571"/>
                  <a:pt x="43064" y="13410"/>
                  <a:pt x="47601" y="15779"/>
                </a:cubicBezTo>
                <a:cubicBezTo>
                  <a:pt x="52104" y="18147"/>
                  <a:pt x="59643" y="31690"/>
                  <a:pt x="43364" y="34192"/>
                </a:cubicBezTo>
                <a:cubicBezTo>
                  <a:pt x="27120" y="36694"/>
                  <a:pt x="10441" y="33158"/>
                  <a:pt x="5204" y="27520"/>
                </a:cubicBezTo>
                <a:cubicBezTo>
                  <a:pt x="0" y="21883"/>
                  <a:pt x="3136" y="17380"/>
                  <a:pt x="6271" y="15779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7" name="Google Shape;807;p65"/>
          <p:cNvSpPr/>
          <p:nvPr/>
        </p:nvSpPr>
        <p:spPr>
          <a:xfrm rot="5400000">
            <a:off x="-2021747" y="2268334"/>
            <a:ext cx="4906632" cy="3196913"/>
          </a:xfrm>
          <a:custGeom>
            <a:avLst/>
            <a:gdLst/>
            <a:ahLst/>
            <a:cxnLst/>
            <a:rect l="l" t="t" r="r" b="b"/>
            <a:pathLst>
              <a:path w="142469" h="136664" extrusionOk="0">
                <a:moveTo>
                  <a:pt x="97052" y="0"/>
                </a:moveTo>
                <a:cubicBezTo>
                  <a:pt x="94985" y="0"/>
                  <a:pt x="92658" y="685"/>
                  <a:pt x="89955" y="2065"/>
                </a:cubicBezTo>
                <a:cubicBezTo>
                  <a:pt x="76197" y="9104"/>
                  <a:pt x="81149" y="14564"/>
                  <a:pt x="82755" y="40634"/>
                </a:cubicBezTo>
                <a:cubicBezTo>
                  <a:pt x="85458" y="83646"/>
                  <a:pt x="12896" y="58112"/>
                  <a:pt x="4519" y="103881"/>
                </a:cubicBezTo>
                <a:cubicBezTo>
                  <a:pt x="0" y="128495"/>
                  <a:pt x="10558" y="136664"/>
                  <a:pt x="39417" y="136664"/>
                </a:cubicBezTo>
                <a:cubicBezTo>
                  <a:pt x="47997" y="136664"/>
                  <a:pt x="58195" y="135942"/>
                  <a:pt x="70095" y="134715"/>
                </a:cubicBezTo>
                <a:cubicBezTo>
                  <a:pt x="122047" y="129389"/>
                  <a:pt x="142469" y="101392"/>
                  <a:pt x="125767" y="56907"/>
                </a:cubicBezTo>
                <a:cubicBezTo>
                  <a:pt x="111706" y="19432"/>
                  <a:pt x="108060" y="0"/>
                  <a:pt x="97052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8" name="Google Shape;808;p65"/>
          <p:cNvSpPr/>
          <p:nvPr/>
        </p:nvSpPr>
        <p:spPr>
          <a:xfrm>
            <a:off x="1280800" y="-652650"/>
            <a:ext cx="1871779" cy="1796023"/>
          </a:xfrm>
          <a:custGeom>
            <a:avLst/>
            <a:gdLst/>
            <a:ahLst/>
            <a:cxnLst/>
            <a:rect l="l" t="t" r="r" b="b"/>
            <a:pathLst>
              <a:path w="20582" h="19749" extrusionOk="0">
                <a:moveTo>
                  <a:pt x="15178" y="401"/>
                </a:moveTo>
                <a:cubicBezTo>
                  <a:pt x="11542" y="1"/>
                  <a:pt x="4470" y="1235"/>
                  <a:pt x="2235" y="7773"/>
                </a:cubicBezTo>
                <a:cubicBezTo>
                  <a:pt x="0" y="14311"/>
                  <a:pt x="7939" y="17947"/>
                  <a:pt x="11675" y="18848"/>
                </a:cubicBezTo>
                <a:cubicBezTo>
                  <a:pt x="15445" y="19748"/>
                  <a:pt x="20315" y="19448"/>
                  <a:pt x="20448" y="13477"/>
                </a:cubicBezTo>
                <a:cubicBezTo>
                  <a:pt x="20582" y="7506"/>
                  <a:pt x="18780" y="835"/>
                  <a:pt x="15178" y="40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4">
  <p:cSld name="CUSTOM_27">
    <p:spTree>
      <p:nvGrpSpPr>
        <p:cNvPr id="1" name="Shape 8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0" name="Google Shape;810;p66"/>
          <p:cNvSpPr/>
          <p:nvPr/>
        </p:nvSpPr>
        <p:spPr>
          <a:xfrm rot="-1408952">
            <a:off x="7039333" y="962822"/>
            <a:ext cx="3561578" cy="4437854"/>
          </a:xfrm>
          <a:custGeom>
            <a:avLst/>
            <a:gdLst/>
            <a:ahLst/>
            <a:cxnLst/>
            <a:rect l="l" t="t" r="r" b="b"/>
            <a:pathLst>
              <a:path w="15146" h="21250" extrusionOk="0">
                <a:moveTo>
                  <a:pt x="2903" y="12143"/>
                </a:moveTo>
                <a:cubicBezTo>
                  <a:pt x="1936" y="10308"/>
                  <a:pt x="234" y="9174"/>
                  <a:pt x="201" y="6972"/>
                </a:cubicBezTo>
                <a:cubicBezTo>
                  <a:pt x="1" y="1"/>
                  <a:pt x="7773" y="1769"/>
                  <a:pt x="11209" y="4637"/>
                </a:cubicBezTo>
                <a:cubicBezTo>
                  <a:pt x="13877" y="6839"/>
                  <a:pt x="15145" y="10208"/>
                  <a:pt x="14178" y="13544"/>
                </a:cubicBezTo>
                <a:cubicBezTo>
                  <a:pt x="13310" y="16379"/>
                  <a:pt x="10141" y="21249"/>
                  <a:pt x="6472" y="20349"/>
                </a:cubicBezTo>
                <a:cubicBezTo>
                  <a:pt x="3203" y="19581"/>
                  <a:pt x="4070" y="14811"/>
                  <a:pt x="3070" y="12476"/>
                </a:cubicBezTo>
                <a:cubicBezTo>
                  <a:pt x="3036" y="12343"/>
                  <a:pt x="2970" y="12243"/>
                  <a:pt x="2903" y="12143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1" name="Google Shape;811;p66"/>
          <p:cNvSpPr/>
          <p:nvPr/>
        </p:nvSpPr>
        <p:spPr>
          <a:xfrm rot="5400000" flipH="1">
            <a:off x="-1331519" y="-591459"/>
            <a:ext cx="5570538" cy="3629454"/>
          </a:xfrm>
          <a:custGeom>
            <a:avLst/>
            <a:gdLst/>
            <a:ahLst/>
            <a:cxnLst/>
            <a:rect l="l" t="t" r="r" b="b"/>
            <a:pathLst>
              <a:path w="142469" h="136664" extrusionOk="0">
                <a:moveTo>
                  <a:pt x="97052" y="0"/>
                </a:moveTo>
                <a:cubicBezTo>
                  <a:pt x="94985" y="0"/>
                  <a:pt x="92658" y="685"/>
                  <a:pt x="89955" y="2065"/>
                </a:cubicBezTo>
                <a:cubicBezTo>
                  <a:pt x="76197" y="9104"/>
                  <a:pt x="81149" y="14564"/>
                  <a:pt x="82755" y="40634"/>
                </a:cubicBezTo>
                <a:cubicBezTo>
                  <a:pt x="85458" y="83646"/>
                  <a:pt x="12896" y="58112"/>
                  <a:pt x="4519" y="103881"/>
                </a:cubicBezTo>
                <a:cubicBezTo>
                  <a:pt x="0" y="128495"/>
                  <a:pt x="10558" y="136664"/>
                  <a:pt x="39417" y="136664"/>
                </a:cubicBezTo>
                <a:cubicBezTo>
                  <a:pt x="47997" y="136664"/>
                  <a:pt x="58195" y="135942"/>
                  <a:pt x="70095" y="134715"/>
                </a:cubicBezTo>
                <a:cubicBezTo>
                  <a:pt x="122047" y="129389"/>
                  <a:pt x="142469" y="101392"/>
                  <a:pt x="125767" y="56907"/>
                </a:cubicBezTo>
                <a:cubicBezTo>
                  <a:pt x="111706" y="19432"/>
                  <a:pt x="108060" y="0"/>
                  <a:pt x="97052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2" name="Google Shape;812;p66"/>
          <p:cNvSpPr/>
          <p:nvPr/>
        </p:nvSpPr>
        <p:spPr>
          <a:xfrm rot="-7977677">
            <a:off x="1465320" y="3454594"/>
            <a:ext cx="1601627" cy="1536805"/>
          </a:xfrm>
          <a:custGeom>
            <a:avLst/>
            <a:gdLst/>
            <a:ahLst/>
            <a:cxnLst/>
            <a:rect l="l" t="t" r="r" b="b"/>
            <a:pathLst>
              <a:path w="20582" h="19749" extrusionOk="0">
                <a:moveTo>
                  <a:pt x="15178" y="401"/>
                </a:moveTo>
                <a:cubicBezTo>
                  <a:pt x="11542" y="1"/>
                  <a:pt x="4470" y="1235"/>
                  <a:pt x="2235" y="7773"/>
                </a:cubicBezTo>
                <a:cubicBezTo>
                  <a:pt x="0" y="14311"/>
                  <a:pt x="7939" y="17947"/>
                  <a:pt x="11675" y="18848"/>
                </a:cubicBezTo>
                <a:cubicBezTo>
                  <a:pt x="15445" y="19748"/>
                  <a:pt x="20315" y="19448"/>
                  <a:pt x="20448" y="13477"/>
                </a:cubicBezTo>
                <a:cubicBezTo>
                  <a:pt x="20582" y="7506"/>
                  <a:pt x="18780" y="835"/>
                  <a:pt x="15178" y="4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813" name="Google Shape;813;p66"/>
          <p:cNvGrpSpPr/>
          <p:nvPr/>
        </p:nvGrpSpPr>
        <p:grpSpPr>
          <a:xfrm>
            <a:off x="5084307" y="-1054185"/>
            <a:ext cx="2304462" cy="2293869"/>
            <a:chOff x="2414491" y="671177"/>
            <a:chExt cx="1830972" cy="1822411"/>
          </a:xfrm>
        </p:grpSpPr>
        <p:sp>
          <p:nvSpPr>
            <p:cNvPr id="814" name="Google Shape;814;p66"/>
            <p:cNvSpPr/>
            <p:nvPr/>
          </p:nvSpPr>
          <p:spPr>
            <a:xfrm>
              <a:off x="2414491" y="671177"/>
              <a:ext cx="1830972" cy="1822391"/>
            </a:xfrm>
            <a:custGeom>
              <a:avLst/>
              <a:gdLst/>
              <a:ahLst/>
              <a:cxnLst/>
              <a:rect l="l" t="t" r="r" b="b"/>
              <a:pathLst>
                <a:path w="45663" h="45449" extrusionOk="0">
                  <a:moveTo>
                    <a:pt x="10947" y="4979"/>
                  </a:moveTo>
                  <a:lnTo>
                    <a:pt x="15605" y="7656"/>
                  </a:lnTo>
                  <a:lnTo>
                    <a:pt x="15605" y="13062"/>
                  </a:lnTo>
                  <a:lnTo>
                    <a:pt x="10947" y="15766"/>
                  </a:lnTo>
                  <a:lnTo>
                    <a:pt x="6263" y="13062"/>
                  </a:lnTo>
                  <a:lnTo>
                    <a:pt x="6263" y="7656"/>
                  </a:lnTo>
                  <a:lnTo>
                    <a:pt x="10947" y="4979"/>
                  </a:lnTo>
                  <a:close/>
                  <a:moveTo>
                    <a:pt x="20449" y="4979"/>
                  </a:moveTo>
                  <a:lnTo>
                    <a:pt x="25133" y="7656"/>
                  </a:lnTo>
                  <a:lnTo>
                    <a:pt x="25133" y="13062"/>
                  </a:lnTo>
                  <a:lnTo>
                    <a:pt x="20449" y="15766"/>
                  </a:lnTo>
                  <a:lnTo>
                    <a:pt x="15792" y="13062"/>
                  </a:lnTo>
                  <a:lnTo>
                    <a:pt x="15792" y="7656"/>
                  </a:lnTo>
                  <a:lnTo>
                    <a:pt x="20449" y="4979"/>
                  </a:lnTo>
                  <a:close/>
                  <a:moveTo>
                    <a:pt x="29978" y="4979"/>
                  </a:moveTo>
                  <a:lnTo>
                    <a:pt x="34635" y="7656"/>
                  </a:lnTo>
                  <a:lnTo>
                    <a:pt x="34635" y="13062"/>
                  </a:lnTo>
                  <a:lnTo>
                    <a:pt x="29978" y="15766"/>
                  </a:lnTo>
                  <a:lnTo>
                    <a:pt x="25294" y="13062"/>
                  </a:lnTo>
                  <a:lnTo>
                    <a:pt x="25294" y="7656"/>
                  </a:lnTo>
                  <a:lnTo>
                    <a:pt x="29978" y="4979"/>
                  </a:lnTo>
                  <a:close/>
                  <a:moveTo>
                    <a:pt x="6183" y="13196"/>
                  </a:moveTo>
                  <a:lnTo>
                    <a:pt x="10867" y="15899"/>
                  </a:lnTo>
                  <a:lnTo>
                    <a:pt x="10867" y="21306"/>
                  </a:lnTo>
                  <a:lnTo>
                    <a:pt x="6183" y="23983"/>
                  </a:lnTo>
                  <a:lnTo>
                    <a:pt x="1526" y="21306"/>
                  </a:lnTo>
                  <a:lnTo>
                    <a:pt x="1526" y="15899"/>
                  </a:lnTo>
                  <a:lnTo>
                    <a:pt x="6183" y="13196"/>
                  </a:lnTo>
                  <a:close/>
                  <a:moveTo>
                    <a:pt x="15712" y="13196"/>
                  </a:moveTo>
                  <a:lnTo>
                    <a:pt x="20369" y="15899"/>
                  </a:lnTo>
                  <a:lnTo>
                    <a:pt x="20369" y="21306"/>
                  </a:lnTo>
                  <a:lnTo>
                    <a:pt x="15712" y="23983"/>
                  </a:lnTo>
                  <a:lnTo>
                    <a:pt x="11028" y="21306"/>
                  </a:lnTo>
                  <a:lnTo>
                    <a:pt x="11028" y="15899"/>
                  </a:lnTo>
                  <a:lnTo>
                    <a:pt x="15712" y="13196"/>
                  </a:lnTo>
                  <a:close/>
                  <a:moveTo>
                    <a:pt x="25213" y="13196"/>
                  </a:moveTo>
                  <a:lnTo>
                    <a:pt x="29871" y="15899"/>
                  </a:lnTo>
                  <a:lnTo>
                    <a:pt x="29871" y="21306"/>
                  </a:lnTo>
                  <a:lnTo>
                    <a:pt x="25213" y="23983"/>
                  </a:lnTo>
                  <a:lnTo>
                    <a:pt x="20529" y="21306"/>
                  </a:lnTo>
                  <a:lnTo>
                    <a:pt x="20529" y="15899"/>
                  </a:lnTo>
                  <a:lnTo>
                    <a:pt x="25213" y="13196"/>
                  </a:lnTo>
                  <a:close/>
                  <a:moveTo>
                    <a:pt x="34715" y="13196"/>
                  </a:moveTo>
                  <a:lnTo>
                    <a:pt x="39399" y="15899"/>
                  </a:lnTo>
                  <a:lnTo>
                    <a:pt x="39399" y="21306"/>
                  </a:lnTo>
                  <a:lnTo>
                    <a:pt x="34715" y="23983"/>
                  </a:lnTo>
                  <a:lnTo>
                    <a:pt x="30058" y="21306"/>
                  </a:lnTo>
                  <a:lnTo>
                    <a:pt x="30058" y="15899"/>
                  </a:lnTo>
                  <a:lnTo>
                    <a:pt x="34715" y="13196"/>
                  </a:lnTo>
                  <a:close/>
                  <a:moveTo>
                    <a:pt x="10947" y="21440"/>
                  </a:moveTo>
                  <a:lnTo>
                    <a:pt x="15605" y="24143"/>
                  </a:lnTo>
                  <a:lnTo>
                    <a:pt x="15605" y="29523"/>
                  </a:lnTo>
                  <a:lnTo>
                    <a:pt x="10947" y="32226"/>
                  </a:lnTo>
                  <a:lnTo>
                    <a:pt x="6263" y="29523"/>
                  </a:lnTo>
                  <a:lnTo>
                    <a:pt x="6263" y="24143"/>
                  </a:lnTo>
                  <a:lnTo>
                    <a:pt x="10947" y="21440"/>
                  </a:lnTo>
                  <a:close/>
                  <a:moveTo>
                    <a:pt x="20449" y="21440"/>
                  </a:moveTo>
                  <a:lnTo>
                    <a:pt x="25133" y="24143"/>
                  </a:lnTo>
                  <a:lnTo>
                    <a:pt x="25133" y="29523"/>
                  </a:lnTo>
                  <a:lnTo>
                    <a:pt x="20449" y="32226"/>
                  </a:lnTo>
                  <a:lnTo>
                    <a:pt x="15792" y="29523"/>
                  </a:lnTo>
                  <a:lnTo>
                    <a:pt x="15792" y="24143"/>
                  </a:lnTo>
                  <a:lnTo>
                    <a:pt x="20449" y="21440"/>
                  </a:lnTo>
                  <a:close/>
                  <a:moveTo>
                    <a:pt x="29978" y="21440"/>
                  </a:moveTo>
                  <a:lnTo>
                    <a:pt x="34635" y="24143"/>
                  </a:lnTo>
                  <a:lnTo>
                    <a:pt x="34635" y="29523"/>
                  </a:lnTo>
                  <a:lnTo>
                    <a:pt x="29978" y="32226"/>
                  </a:lnTo>
                  <a:lnTo>
                    <a:pt x="25294" y="29523"/>
                  </a:lnTo>
                  <a:lnTo>
                    <a:pt x="25294" y="24143"/>
                  </a:lnTo>
                  <a:lnTo>
                    <a:pt x="29978" y="21440"/>
                  </a:lnTo>
                  <a:close/>
                  <a:moveTo>
                    <a:pt x="39480" y="21440"/>
                  </a:moveTo>
                  <a:lnTo>
                    <a:pt x="44137" y="24143"/>
                  </a:lnTo>
                  <a:lnTo>
                    <a:pt x="44137" y="29523"/>
                  </a:lnTo>
                  <a:lnTo>
                    <a:pt x="39480" y="32226"/>
                  </a:lnTo>
                  <a:lnTo>
                    <a:pt x="34796" y="29523"/>
                  </a:lnTo>
                  <a:lnTo>
                    <a:pt x="34796" y="24143"/>
                  </a:lnTo>
                  <a:lnTo>
                    <a:pt x="39480" y="21440"/>
                  </a:lnTo>
                  <a:close/>
                  <a:moveTo>
                    <a:pt x="15712" y="29684"/>
                  </a:moveTo>
                  <a:lnTo>
                    <a:pt x="20369" y="32387"/>
                  </a:lnTo>
                  <a:lnTo>
                    <a:pt x="20369" y="37767"/>
                  </a:lnTo>
                  <a:lnTo>
                    <a:pt x="15712" y="40470"/>
                  </a:lnTo>
                  <a:lnTo>
                    <a:pt x="11028" y="37767"/>
                  </a:lnTo>
                  <a:lnTo>
                    <a:pt x="11028" y="32387"/>
                  </a:lnTo>
                  <a:lnTo>
                    <a:pt x="15712" y="29684"/>
                  </a:lnTo>
                  <a:close/>
                  <a:moveTo>
                    <a:pt x="25213" y="29684"/>
                  </a:moveTo>
                  <a:lnTo>
                    <a:pt x="29871" y="32387"/>
                  </a:lnTo>
                  <a:lnTo>
                    <a:pt x="29871" y="37767"/>
                  </a:lnTo>
                  <a:lnTo>
                    <a:pt x="25213" y="40470"/>
                  </a:lnTo>
                  <a:lnTo>
                    <a:pt x="20529" y="37767"/>
                  </a:lnTo>
                  <a:lnTo>
                    <a:pt x="20529" y="32387"/>
                  </a:lnTo>
                  <a:lnTo>
                    <a:pt x="25213" y="29684"/>
                  </a:lnTo>
                  <a:close/>
                  <a:moveTo>
                    <a:pt x="34715" y="29684"/>
                  </a:moveTo>
                  <a:lnTo>
                    <a:pt x="39399" y="32387"/>
                  </a:lnTo>
                  <a:lnTo>
                    <a:pt x="39399" y="37767"/>
                  </a:lnTo>
                  <a:lnTo>
                    <a:pt x="34715" y="40470"/>
                  </a:lnTo>
                  <a:lnTo>
                    <a:pt x="30058" y="37767"/>
                  </a:lnTo>
                  <a:lnTo>
                    <a:pt x="30058" y="32387"/>
                  </a:lnTo>
                  <a:lnTo>
                    <a:pt x="34715" y="29684"/>
                  </a:lnTo>
                  <a:close/>
                  <a:moveTo>
                    <a:pt x="20369" y="1"/>
                  </a:moveTo>
                  <a:lnTo>
                    <a:pt x="20369" y="4818"/>
                  </a:lnTo>
                  <a:lnTo>
                    <a:pt x="15712" y="7522"/>
                  </a:lnTo>
                  <a:lnTo>
                    <a:pt x="11028" y="4818"/>
                  </a:lnTo>
                  <a:lnTo>
                    <a:pt x="11028" y="3159"/>
                  </a:lnTo>
                  <a:cubicBezTo>
                    <a:pt x="10974" y="3186"/>
                    <a:pt x="10921" y="3239"/>
                    <a:pt x="10867" y="3266"/>
                  </a:cubicBezTo>
                  <a:lnTo>
                    <a:pt x="10867" y="4818"/>
                  </a:lnTo>
                  <a:lnTo>
                    <a:pt x="6183" y="7522"/>
                  </a:lnTo>
                  <a:lnTo>
                    <a:pt x="5915" y="7361"/>
                  </a:lnTo>
                  <a:cubicBezTo>
                    <a:pt x="5889" y="7415"/>
                    <a:pt x="5835" y="7442"/>
                    <a:pt x="5808" y="7495"/>
                  </a:cubicBezTo>
                  <a:lnTo>
                    <a:pt x="6103" y="7656"/>
                  </a:lnTo>
                  <a:lnTo>
                    <a:pt x="6103" y="13062"/>
                  </a:lnTo>
                  <a:lnTo>
                    <a:pt x="1419" y="15766"/>
                  </a:lnTo>
                  <a:lnTo>
                    <a:pt x="1124" y="15578"/>
                  </a:lnTo>
                  <a:cubicBezTo>
                    <a:pt x="1124" y="15632"/>
                    <a:pt x="1098" y="15685"/>
                    <a:pt x="1071" y="15739"/>
                  </a:cubicBezTo>
                  <a:lnTo>
                    <a:pt x="1338" y="15899"/>
                  </a:lnTo>
                  <a:lnTo>
                    <a:pt x="1338" y="21306"/>
                  </a:lnTo>
                  <a:lnTo>
                    <a:pt x="0" y="22082"/>
                  </a:lnTo>
                  <a:cubicBezTo>
                    <a:pt x="0" y="22136"/>
                    <a:pt x="0" y="22216"/>
                    <a:pt x="0" y="22270"/>
                  </a:cubicBezTo>
                  <a:lnTo>
                    <a:pt x="1419" y="21440"/>
                  </a:lnTo>
                  <a:lnTo>
                    <a:pt x="6103" y="24143"/>
                  </a:lnTo>
                  <a:lnTo>
                    <a:pt x="6103" y="29523"/>
                  </a:lnTo>
                  <a:lnTo>
                    <a:pt x="1927" y="31932"/>
                  </a:lnTo>
                  <a:cubicBezTo>
                    <a:pt x="1954" y="31986"/>
                    <a:pt x="1981" y="32039"/>
                    <a:pt x="2008" y="32093"/>
                  </a:cubicBezTo>
                  <a:lnTo>
                    <a:pt x="6183" y="29684"/>
                  </a:lnTo>
                  <a:lnTo>
                    <a:pt x="10867" y="32387"/>
                  </a:lnTo>
                  <a:lnTo>
                    <a:pt x="10867" y="37767"/>
                  </a:lnTo>
                  <a:lnTo>
                    <a:pt x="7548" y="39694"/>
                  </a:lnTo>
                  <a:cubicBezTo>
                    <a:pt x="7575" y="39721"/>
                    <a:pt x="7628" y="39774"/>
                    <a:pt x="7682" y="39801"/>
                  </a:cubicBezTo>
                  <a:lnTo>
                    <a:pt x="10947" y="37928"/>
                  </a:lnTo>
                  <a:lnTo>
                    <a:pt x="15605" y="40631"/>
                  </a:lnTo>
                  <a:lnTo>
                    <a:pt x="15605" y="44405"/>
                  </a:lnTo>
                  <a:cubicBezTo>
                    <a:pt x="15658" y="44405"/>
                    <a:pt x="15738" y="44432"/>
                    <a:pt x="15792" y="44458"/>
                  </a:cubicBezTo>
                  <a:lnTo>
                    <a:pt x="15792" y="40631"/>
                  </a:lnTo>
                  <a:lnTo>
                    <a:pt x="20449" y="37928"/>
                  </a:lnTo>
                  <a:lnTo>
                    <a:pt x="25133" y="40631"/>
                  </a:lnTo>
                  <a:lnTo>
                    <a:pt x="25133" y="45449"/>
                  </a:lnTo>
                  <a:cubicBezTo>
                    <a:pt x="25187" y="45449"/>
                    <a:pt x="25240" y="45449"/>
                    <a:pt x="25294" y="45422"/>
                  </a:cubicBezTo>
                  <a:lnTo>
                    <a:pt x="25294" y="40631"/>
                  </a:lnTo>
                  <a:lnTo>
                    <a:pt x="29978" y="37928"/>
                  </a:lnTo>
                  <a:lnTo>
                    <a:pt x="34635" y="40631"/>
                  </a:lnTo>
                  <a:lnTo>
                    <a:pt x="34635" y="42290"/>
                  </a:lnTo>
                  <a:cubicBezTo>
                    <a:pt x="34688" y="42237"/>
                    <a:pt x="34742" y="42210"/>
                    <a:pt x="34796" y="42183"/>
                  </a:cubicBezTo>
                  <a:lnTo>
                    <a:pt x="34796" y="40631"/>
                  </a:lnTo>
                  <a:lnTo>
                    <a:pt x="39480" y="37928"/>
                  </a:lnTo>
                  <a:lnTo>
                    <a:pt x="39747" y="38088"/>
                  </a:lnTo>
                  <a:cubicBezTo>
                    <a:pt x="39774" y="38035"/>
                    <a:pt x="39827" y="37981"/>
                    <a:pt x="39854" y="37954"/>
                  </a:cubicBezTo>
                  <a:lnTo>
                    <a:pt x="39560" y="37767"/>
                  </a:lnTo>
                  <a:lnTo>
                    <a:pt x="39560" y="32387"/>
                  </a:lnTo>
                  <a:lnTo>
                    <a:pt x="44244" y="29684"/>
                  </a:lnTo>
                  <a:lnTo>
                    <a:pt x="44538" y="29871"/>
                  </a:lnTo>
                  <a:cubicBezTo>
                    <a:pt x="44565" y="29791"/>
                    <a:pt x="44565" y="29737"/>
                    <a:pt x="44592" y="29684"/>
                  </a:cubicBezTo>
                  <a:lnTo>
                    <a:pt x="44324" y="29523"/>
                  </a:lnTo>
                  <a:lnTo>
                    <a:pt x="44324" y="24143"/>
                  </a:lnTo>
                  <a:lnTo>
                    <a:pt x="45662" y="23367"/>
                  </a:lnTo>
                  <a:cubicBezTo>
                    <a:pt x="45662" y="23314"/>
                    <a:pt x="45662" y="23233"/>
                    <a:pt x="45662" y="23153"/>
                  </a:cubicBezTo>
                  <a:lnTo>
                    <a:pt x="44244" y="23983"/>
                  </a:lnTo>
                  <a:lnTo>
                    <a:pt x="39560" y="21306"/>
                  </a:lnTo>
                  <a:lnTo>
                    <a:pt x="39560" y="15899"/>
                  </a:lnTo>
                  <a:lnTo>
                    <a:pt x="43735" y="13491"/>
                  </a:lnTo>
                  <a:cubicBezTo>
                    <a:pt x="43709" y="13437"/>
                    <a:pt x="43682" y="13383"/>
                    <a:pt x="43655" y="13330"/>
                  </a:cubicBezTo>
                  <a:lnTo>
                    <a:pt x="39480" y="15766"/>
                  </a:lnTo>
                  <a:lnTo>
                    <a:pt x="34796" y="13062"/>
                  </a:lnTo>
                  <a:lnTo>
                    <a:pt x="34796" y="7656"/>
                  </a:lnTo>
                  <a:lnTo>
                    <a:pt x="38114" y="5755"/>
                  </a:lnTo>
                  <a:cubicBezTo>
                    <a:pt x="38088" y="5702"/>
                    <a:pt x="38034" y="5675"/>
                    <a:pt x="37981" y="5621"/>
                  </a:cubicBezTo>
                  <a:lnTo>
                    <a:pt x="34715" y="7522"/>
                  </a:lnTo>
                  <a:lnTo>
                    <a:pt x="30058" y="4818"/>
                  </a:lnTo>
                  <a:lnTo>
                    <a:pt x="30058" y="1045"/>
                  </a:lnTo>
                  <a:cubicBezTo>
                    <a:pt x="30004" y="1018"/>
                    <a:pt x="29951" y="1018"/>
                    <a:pt x="29871" y="991"/>
                  </a:cubicBezTo>
                  <a:lnTo>
                    <a:pt x="29871" y="4818"/>
                  </a:lnTo>
                  <a:lnTo>
                    <a:pt x="25213" y="7522"/>
                  </a:lnTo>
                  <a:lnTo>
                    <a:pt x="20529" y="4818"/>
                  </a:lnTo>
                  <a:lnTo>
                    <a:pt x="2052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5" name="Google Shape;815;p66"/>
            <p:cNvSpPr/>
            <p:nvPr/>
          </p:nvSpPr>
          <p:spPr>
            <a:xfrm>
              <a:off x="2796545" y="833253"/>
              <a:ext cx="9704" cy="7538"/>
            </a:xfrm>
            <a:custGeom>
              <a:avLst/>
              <a:gdLst/>
              <a:ahLst/>
              <a:cxnLst/>
              <a:rect l="l" t="t" r="r" b="b"/>
              <a:pathLst>
                <a:path w="242" h="188" extrusionOk="0">
                  <a:moveTo>
                    <a:pt x="161" y="0"/>
                  </a:moveTo>
                  <a:cubicBezTo>
                    <a:pt x="108" y="27"/>
                    <a:pt x="54" y="81"/>
                    <a:pt x="1" y="107"/>
                  </a:cubicBezTo>
                  <a:lnTo>
                    <a:pt x="161" y="188"/>
                  </a:lnTo>
                  <a:lnTo>
                    <a:pt x="242" y="54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6" name="Google Shape;816;p66"/>
            <p:cNvSpPr/>
            <p:nvPr/>
          </p:nvSpPr>
          <p:spPr>
            <a:xfrm>
              <a:off x="2899597" y="677633"/>
              <a:ext cx="287659" cy="242590"/>
            </a:xfrm>
            <a:custGeom>
              <a:avLst/>
              <a:gdLst/>
              <a:ahLst/>
              <a:cxnLst/>
              <a:rect l="l" t="t" r="r" b="b"/>
              <a:pathLst>
                <a:path w="7174" h="6050" extrusionOk="0">
                  <a:moveTo>
                    <a:pt x="7173" y="0"/>
                  </a:moveTo>
                  <a:lnTo>
                    <a:pt x="7173" y="0"/>
                  </a:lnTo>
                  <a:cubicBezTo>
                    <a:pt x="7013" y="27"/>
                    <a:pt x="6852" y="54"/>
                    <a:pt x="6692" y="81"/>
                  </a:cubicBezTo>
                  <a:lnTo>
                    <a:pt x="3667" y="1794"/>
                  </a:lnTo>
                  <a:lnTo>
                    <a:pt x="3667" y="830"/>
                  </a:lnTo>
                  <a:cubicBezTo>
                    <a:pt x="3614" y="857"/>
                    <a:pt x="3560" y="857"/>
                    <a:pt x="3507" y="884"/>
                  </a:cubicBezTo>
                  <a:lnTo>
                    <a:pt x="3507" y="1794"/>
                  </a:lnTo>
                  <a:lnTo>
                    <a:pt x="2516" y="1231"/>
                  </a:lnTo>
                  <a:cubicBezTo>
                    <a:pt x="2463" y="1258"/>
                    <a:pt x="2382" y="1285"/>
                    <a:pt x="2329" y="1312"/>
                  </a:cubicBezTo>
                  <a:lnTo>
                    <a:pt x="3426" y="1954"/>
                  </a:lnTo>
                  <a:lnTo>
                    <a:pt x="0" y="3935"/>
                  </a:lnTo>
                  <a:lnTo>
                    <a:pt x="81" y="4069"/>
                  </a:lnTo>
                  <a:lnTo>
                    <a:pt x="3507" y="2115"/>
                  </a:lnTo>
                  <a:lnTo>
                    <a:pt x="3507" y="6049"/>
                  </a:lnTo>
                  <a:lnTo>
                    <a:pt x="3667" y="6049"/>
                  </a:lnTo>
                  <a:lnTo>
                    <a:pt x="3667" y="2115"/>
                  </a:lnTo>
                  <a:lnTo>
                    <a:pt x="7093" y="4069"/>
                  </a:lnTo>
                  <a:lnTo>
                    <a:pt x="7173" y="3935"/>
                  </a:lnTo>
                  <a:lnTo>
                    <a:pt x="3774" y="1954"/>
                  </a:lnTo>
                  <a:lnTo>
                    <a:pt x="717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7" name="Google Shape;817;p66"/>
            <p:cNvSpPr/>
            <p:nvPr/>
          </p:nvSpPr>
          <p:spPr>
            <a:xfrm>
              <a:off x="3280608" y="671177"/>
              <a:ext cx="288742" cy="249046"/>
            </a:xfrm>
            <a:custGeom>
              <a:avLst/>
              <a:gdLst/>
              <a:ahLst/>
              <a:cxnLst/>
              <a:rect l="l" t="t" r="r" b="b"/>
              <a:pathLst>
                <a:path w="7201" h="6211" extrusionOk="0">
                  <a:moveTo>
                    <a:pt x="107" y="1"/>
                  </a:moveTo>
                  <a:lnTo>
                    <a:pt x="0" y="134"/>
                  </a:lnTo>
                  <a:lnTo>
                    <a:pt x="3426" y="2115"/>
                  </a:lnTo>
                  <a:lnTo>
                    <a:pt x="0" y="4096"/>
                  </a:lnTo>
                  <a:lnTo>
                    <a:pt x="107" y="4230"/>
                  </a:lnTo>
                  <a:lnTo>
                    <a:pt x="3506" y="2276"/>
                  </a:lnTo>
                  <a:lnTo>
                    <a:pt x="3506" y="6210"/>
                  </a:lnTo>
                  <a:lnTo>
                    <a:pt x="3694" y="6210"/>
                  </a:lnTo>
                  <a:lnTo>
                    <a:pt x="3694" y="2276"/>
                  </a:lnTo>
                  <a:lnTo>
                    <a:pt x="7093" y="4230"/>
                  </a:lnTo>
                  <a:lnTo>
                    <a:pt x="7200" y="4096"/>
                  </a:lnTo>
                  <a:lnTo>
                    <a:pt x="3774" y="2115"/>
                  </a:lnTo>
                  <a:lnTo>
                    <a:pt x="6558" y="509"/>
                  </a:lnTo>
                  <a:cubicBezTo>
                    <a:pt x="6477" y="482"/>
                    <a:pt x="6397" y="456"/>
                    <a:pt x="6317" y="456"/>
                  </a:cubicBezTo>
                  <a:lnTo>
                    <a:pt x="3694" y="1955"/>
                  </a:lnTo>
                  <a:lnTo>
                    <a:pt x="3694" y="1"/>
                  </a:lnTo>
                  <a:lnTo>
                    <a:pt x="3506" y="1"/>
                  </a:lnTo>
                  <a:lnTo>
                    <a:pt x="3506" y="1955"/>
                  </a:lnTo>
                  <a:lnTo>
                    <a:pt x="10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8" name="Google Shape;818;p66"/>
            <p:cNvSpPr/>
            <p:nvPr/>
          </p:nvSpPr>
          <p:spPr>
            <a:xfrm>
              <a:off x="3662662" y="776354"/>
              <a:ext cx="109506" cy="64437"/>
            </a:xfrm>
            <a:custGeom>
              <a:avLst/>
              <a:gdLst/>
              <a:ahLst/>
              <a:cxnLst/>
              <a:rect l="l" t="t" r="r" b="b"/>
              <a:pathLst>
                <a:path w="2731" h="1607" extrusionOk="0">
                  <a:moveTo>
                    <a:pt x="2543" y="1"/>
                  </a:moveTo>
                  <a:lnTo>
                    <a:pt x="1" y="1473"/>
                  </a:lnTo>
                  <a:lnTo>
                    <a:pt x="81" y="1607"/>
                  </a:lnTo>
                  <a:lnTo>
                    <a:pt x="2731" y="81"/>
                  </a:lnTo>
                  <a:cubicBezTo>
                    <a:pt x="2677" y="54"/>
                    <a:pt x="2597" y="27"/>
                    <a:pt x="254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9" name="Google Shape;819;p66"/>
            <p:cNvSpPr/>
            <p:nvPr/>
          </p:nvSpPr>
          <p:spPr>
            <a:xfrm>
              <a:off x="3803246" y="797847"/>
              <a:ext cx="6496" cy="122378"/>
            </a:xfrm>
            <a:custGeom>
              <a:avLst/>
              <a:gdLst/>
              <a:ahLst/>
              <a:cxnLst/>
              <a:rect l="l" t="t" r="r" b="b"/>
              <a:pathLst>
                <a:path w="162" h="3052" extrusionOk="0">
                  <a:moveTo>
                    <a:pt x="1" y="0"/>
                  </a:moveTo>
                  <a:lnTo>
                    <a:pt x="1" y="3051"/>
                  </a:lnTo>
                  <a:lnTo>
                    <a:pt x="162" y="3051"/>
                  </a:lnTo>
                  <a:lnTo>
                    <a:pt x="162" y="107"/>
                  </a:lnTo>
                  <a:cubicBezTo>
                    <a:pt x="108" y="54"/>
                    <a:pt x="54" y="27"/>
                    <a:pt x="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0" name="Google Shape;820;p66"/>
            <p:cNvSpPr/>
            <p:nvPr/>
          </p:nvSpPr>
          <p:spPr>
            <a:xfrm>
              <a:off x="2475641" y="1246463"/>
              <a:ext cx="2205" cy="4331"/>
            </a:xfrm>
            <a:custGeom>
              <a:avLst/>
              <a:gdLst/>
              <a:ahLst/>
              <a:cxnLst/>
              <a:rect l="l" t="t" r="r" b="b"/>
              <a:pathLst>
                <a:path w="55" h="108" extrusionOk="0">
                  <a:moveTo>
                    <a:pt x="54" y="0"/>
                  </a:moveTo>
                  <a:cubicBezTo>
                    <a:pt x="28" y="27"/>
                    <a:pt x="28" y="54"/>
                    <a:pt x="1" y="107"/>
                  </a:cubicBezTo>
                  <a:lnTo>
                    <a:pt x="54" y="107"/>
                  </a:lnTo>
                  <a:lnTo>
                    <a:pt x="5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1" name="Google Shape;821;p66"/>
            <p:cNvSpPr/>
            <p:nvPr/>
          </p:nvSpPr>
          <p:spPr>
            <a:xfrm>
              <a:off x="2616265" y="1006036"/>
              <a:ext cx="2165" cy="2205"/>
            </a:xfrm>
            <a:custGeom>
              <a:avLst/>
              <a:gdLst/>
              <a:ahLst/>
              <a:cxnLst/>
              <a:rect l="l" t="t" r="r" b="b"/>
              <a:pathLst>
                <a:path w="54" h="55" extrusionOk="0">
                  <a:moveTo>
                    <a:pt x="54" y="1"/>
                  </a:moveTo>
                  <a:cubicBezTo>
                    <a:pt x="27" y="27"/>
                    <a:pt x="27" y="27"/>
                    <a:pt x="0" y="54"/>
                  </a:cubicBezTo>
                  <a:lnTo>
                    <a:pt x="54" y="27"/>
                  </a:lnTo>
                  <a:lnTo>
                    <a:pt x="5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2" name="Google Shape;822;p66"/>
            <p:cNvSpPr/>
            <p:nvPr/>
          </p:nvSpPr>
          <p:spPr>
            <a:xfrm>
              <a:off x="2535748" y="1119794"/>
              <a:ext cx="82681" cy="51565"/>
            </a:xfrm>
            <a:custGeom>
              <a:avLst/>
              <a:gdLst/>
              <a:ahLst/>
              <a:cxnLst/>
              <a:rect l="l" t="t" r="r" b="b"/>
              <a:pathLst>
                <a:path w="2062" h="1286" extrusionOk="0">
                  <a:moveTo>
                    <a:pt x="81" y="1"/>
                  </a:moveTo>
                  <a:cubicBezTo>
                    <a:pt x="54" y="54"/>
                    <a:pt x="27" y="108"/>
                    <a:pt x="1" y="135"/>
                  </a:cubicBezTo>
                  <a:lnTo>
                    <a:pt x="1981" y="1285"/>
                  </a:lnTo>
                  <a:lnTo>
                    <a:pt x="2062" y="1125"/>
                  </a:ln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3" name="Google Shape;823;p66"/>
            <p:cNvSpPr/>
            <p:nvPr/>
          </p:nvSpPr>
          <p:spPr>
            <a:xfrm>
              <a:off x="2711778" y="921268"/>
              <a:ext cx="287659" cy="329521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217"/>
                  </a:lnTo>
                  <a:lnTo>
                    <a:pt x="3667" y="8217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4" name="Google Shape;824;p66"/>
            <p:cNvSpPr/>
            <p:nvPr/>
          </p:nvSpPr>
          <p:spPr>
            <a:xfrm>
              <a:off x="3092789" y="921268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80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0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41"/>
                  </a:lnTo>
                  <a:lnTo>
                    <a:pt x="7093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5" name="Google Shape;825;p66"/>
            <p:cNvSpPr/>
            <p:nvPr/>
          </p:nvSpPr>
          <p:spPr>
            <a:xfrm>
              <a:off x="3474843" y="92126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480" y="3961"/>
                  </a:lnTo>
                  <a:lnTo>
                    <a:pt x="81" y="1981"/>
                  </a:lnTo>
                  <a:lnTo>
                    <a:pt x="1" y="2141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36"/>
                  </a:lnTo>
                  <a:lnTo>
                    <a:pt x="3480" y="4256"/>
                  </a:lnTo>
                  <a:lnTo>
                    <a:pt x="3480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6" name="Google Shape;826;p66"/>
            <p:cNvSpPr/>
            <p:nvPr/>
          </p:nvSpPr>
          <p:spPr>
            <a:xfrm>
              <a:off x="3855854" y="953467"/>
              <a:ext cx="287659" cy="296240"/>
            </a:xfrm>
            <a:custGeom>
              <a:avLst/>
              <a:gdLst/>
              <a:ahLst/>
              <a:cxnLst/>
              <a:rect l="l" t="t" r="r" b="b"/>
              <a:pathLst>
                <a:path w="7174" h="7388" extrusionOk="0">
                  <a:moveTo>
                    <a:pt x="3507" y="0"/>
                  </a:moveTo>
                  <a:lnTo>
                    <a:pt x="3507" y="3158"/>
                  </a:lnTo>
                  <a:lnTo>
                    <a:pt x="81" y="1178"/>
                  </a:lnTo>
                  <a:lnTo>
                    <a:pt x="0" y="1312"/>
                  </a:lnTo>
                  <a:lnTo>
                    <a:pt x="3426" y="3292"/>
                  </a:lnTo>
                  <a:lnTo>
                    <a:pt x="0" y="5273"/>
                  </a:lnTo>
                  <a:lnTo>
                    <a:pt x="81" y="5433"/>
                  </a:lnTo>
                  <a:lnTo>
                    <a:pt x="3507" y="3453"/>
                  </a:lnTo>
                  <a:lnTo>
                    <a:pt x="3507" y="7387"/>
                  </a:lnTo>
                  <a:lnTo>
                    <a:pt x="3667" y="7387"/>
                  </a:lnTo>
                  <a:lnTo>
                    <a:pt x="3667" y="3453"/>
                  </a:lnTo>
                  <a:lnTo>
                    <a:pt x="7093" y="5407"/>
                  </a:lnTo>
                  <a:lnTo>
                    <a:pt x="7174" y="5273"/>
                  </a:lnTo>
                  <a:lnTo>
                    <a:pt x="3748" y="3292"/>
                  </a:lnTo>
                  <a:lnTo>
                    <a:pt x="5434" y="2329"/>
                  </a:lnTo>
                  <a:cubicBezTo>
                    <a:pt x="5380" y="2302"/>
                    <a:pt x="5354" y="2248"/>
                    <a:pt x="5327" y="2195"/>
                  </a:cubicBezTo>
                  <a:lnTo>
                    <a:pt x="3667" y="3158"/>
                  </a:lnTo>
                  <a:lnTo>
                    <a:pt x="3667" y="187"/>
                  </a:lnTo>
                  <a:cubicBezTo>
                    <a:pt x="3614" y="134"/>
                    <a:pt x="3560" y="80"/>
                    <a:pt x="350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7" name="Google Shape;827;p66"/>
            <p:cNvSpPr/>
            <p:nvPr/>
          </p:nvSpPr>
          <p:spPr>
            <a:xfrm>
              <a:off x="2417699" y="1498640"/>
              <a:ext cx="7538" cy="9704"/>
            </a:xfrm>
            <a:custGeom>
              <a:avLst/>
              <a:gdLst/>
              <a:ahLst/>
              <a:cxnLst/>
              <a:rect l="l" t="t" r="r" b="b"/>
              <a:pathLst>
                <a:path w="188" h="242" extrusionOk="0">
                  <a:moveTo>
                    <a:pt x="1" y="1"/>
                  </a:moveTo>
                  <a:cubicBezTo>
                    <a:pt x="1" y="54"/>
                    <a:pt x="1" y="135"/>
                    <a:pt x="1" y="188"/>
                  </a:cubicBezTo>
                  <a:lnTo>
                    <a:pt x="108" y="242"/>
                  </a:lnTo>
                  <a:lnTo>
                    <a:pt x="188" y="108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8" name="Google Shape;828;p66"/>
            <p:cNvSpPr/>
            <p:nvPr/>
          </p:nvSpPr>
          <p:spPr>
            <a:xfrm>
              <a:off x="2518586" y="1259335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9" name="Google Shape;829;p66"/>
            <p:cNvSpPr/>
            <p:nvPr/>
          </p:nvSpPr>
          <p:spPr>
            <a:xfrm>
              <a:off x="2899597" y="1259335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3" y="6049"/>
                  </a:lnTo>
                  <a:lnTo>
                    <a:pt x="3774" y="4095"/>
                  </a:lnTo>
                  <a:lnTo>
                    <a:pt x="7173" y="2115"/>
                  </a:lnTo>
                  <a:lnTo>
                    <a:pt x="7093" y="1954"/>
                  </a:lnTo>
                  <a:lnTo>
                    <a:pt x="3667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0" name="Google Shape;830;p66"/>
            <p:cNvSpPr/>
            <p:nvPr/>
          </p:nvSpPr>
          <p:spPr>
            <a:xfrm>
              <a:off x="3280608" y="1259335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35"/>
                  </a:lnTo>
                  <a:lnTo>
                    <a:pt x="107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107" y="6210"/>
                  </a:lnTo>
                  <a:lnTo>
                    <a:pt x="3506" y="4229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29"/>
                  </a:lnTo>
                  <a:lnTo>
                    <a:pt x="7093" y="6210"/>
                  </a:lnTo>
                  <a:lnTo>
                    <a:pt x="7200" y="6049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54"/>
                  </a:lnTo>
                  <a:lnTo>
                    <a:pt x="3694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1" name="Google Shape;831;p66"/>
            <p:cNvSpPr/>
            <p:nvPr/>
          </p:nvSpPr>
          <p:spPr>
            <a:xfrm>
              <a:off x="3662662" y="1258252"/>
              <a:ext cx="287659" cy="329521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122"/>
                  </a:lnTo>
                  <a:lnTo>
                    <a:pt x="1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8" y="8218"/>
                  </a:lnTo>
                  <a:lnTo>
                    <a:pt x="3668" y="4256"/>
                  </a:lnTo>
                  <a:lnTo>
                    <a:pt x="7094" y="6237"/>
                  </a:lnTo>
                  <a:lnTo>
                    <a:pt x="7174" y="6076"/>
                  </a:lnTo>
                  <a:lnTo>
                    <a:pt x="3748" y="4122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2" name="Google Shape;832;p66"/>
            <p:cNvSpPr/>
            <p:nvPr/>
          </p:nvSpPr>
          <p:spPr>
            <a:xfrm>
              <a:off x="4043673" y="1258252"/>
              <a:ext cx="193230" cy="329521"/>
            </a:xfrm>
            <a:custGeom>
              <a:avLst/>
              <a:gdLst/>
              <a:ahLst/>
              <a:cxnLst/>
              <a:rect l="l" t="t" r="r" b="b"/>
              <a:pathLst>
                <a:path w="4819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7" y="8218"/>
                  </a:lnTo>
                  <a:lnTo>
                    <a:pt x="3667" y="4256"/>
                  </a:lnTo>
                  <a:lnTo>
                    <a:pt x="4818" y="4925"/>
                  </a:lnTo>
                  <a:cubicBezTo>
                    <a:pt x="4818" y="4845"/>
                    <a:pt x="4818" y="4765"/>
                    <a:pt x="4792" y="4711"/>
                  </a:cubicBezTo>
                  <a:lnTo>
                    <a:pt x="3774" y="4096"/>
                  </a:lnTo>
                  <a:lnTo>
                    <a:pt x="4604" y="3614"/>
                  </a:lnTo>
                  <a:cubicBezTo>
                    <a:pt x="4604" y="3560"/>
                    <a:pt x="4577" y="3507"/>
                    <a:pt x="4577" y="3453"/>
                  </a:cubicBezTo>
                  <a:lnTo>
                    <a:pt x="3667" y="3962"/>
                  </a:lnTo>
                  <a:lnTo>
                    <a:pt x="3667" y="295"/>
                  </a:lnTo>
                  <a:cubicBezTo>
                    <a:pt x="3641" y="188"/>
                    <a:pt x="3614" y="108"/>
                    <a:pt x="358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3" name="Google Shape;833;p66"/>
            <p:cNvSpPr/>
            <p:nvPr/>
          </p:nvSpPr>
          <p:spPr>
            <a:xfrm>
              <a:off x="2423072" y="1578074"/>
              <a:ext cx="195355" cy="328439"/>
            </a:xfrm>
            <a:custGeom>
              <a:avLst/>
              <a:gdLst/>
              <a:ahLst/>
              <a:cxnLst/>
              <a:rect l="l" t="t" r="r" b="b"/>
              <a:pathLst>
                <a:path w="4872" h="8191" extrusionOk="0">
                  <a:moveTo>
                    <a:pt x="1205" y="1"/>
                  </a:moveTo>
                  <a:lnTo>
                    <a:pt x="1205" y="3935"/>
                  </a:lnTo>
                  <a:lnTo>
                    <a:pt x="0" y="3266"/>
                  </a:lnTo>
                  <a:lnTo>
                    <a:pt x="0" y="3266"/>
                  </a:lnTo>
                  <a:cubicBezTo>
                    <a:pt x="0" y="3320"/>
                    <a:pt x="27" y="3400"/>
                    <a:pt x="27" y="3480"/>
                  </a:cubicBezTo>
                  <a:lnTo>
                    <a:pt x="1098" y="4096"/>
                  </a:lnTo>
                  <a:lnTo>
                    <a:pt x="214" y="4604"/>
                  </a:lnTo>
                  <a:cubicBezTo>
                    <a:pt x="241" y="4658"/>
                    <a:pt x="241" y="4738"/>
                    <a:pt x="268" y="4792"/>
                  </a:cubicBezTo>
                  <a:lnTo>
                    <a:pt x="1205" y="4256"/>
                  </a:lnTo>
                  <a:lnTo>
                    <a:pt x="1205" y="8030"/>
                  </a:lnTo>
                  <a:cubicBezTo>
                    <a:pt x="1205" y="8084"/>
                    <a:pt x="1232" y="8137"/>
                    <a:pt x="1258" y="8191"/>
                  </a:cubicBezTo>
                  <a:lnTo>
                    <a:pt x="1365" y="8191"/>
                  </a:lnTo>
                  <a:lnTo>
                    <a:pt x="1365" y="4256"/>
                  </a:lnTo>
                  <a:lnTo>
                    <a:pt x="4791" y="6210"/>
                  </a:lnTo>
                  <a:lnTo>
                    <a:pt x="4872" y="6076"/>
                  </a:lnTo>
                  <a:lnTo>
                    <a:pt x="1446" y="4096"/>
                  </a:lnTo>
                  <a:lnTo>
                    <a:pt x="4872" y="2115"/>
                  </a:lnTo>
                  <a:lnTo>
                    <a:pt x="4791" y="1981"/>
                  </a:lnTo>
                  <a:lnTo>
                    <a:pt x="1365" y="3935"/>
                  </a:lnTo>
                  <a:lnTo>
                    <a:pt x="136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4" name="Google Shape;834;p66"/>
            <p:cNvSpPr/>
            <p:nvPr/>
          </p:nvSpPr>
          <p:spPr>
            <a:xfrm>
              <a:off x="2711778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56"/>
                  </a:lnTo>
                  <a:lnTo>
                    <a:pt x="7093" y="6210"/>
                  </a:lnTo>
                  <a:lnTo>
                    <a:pt x="7173" y="6076"/>
                  </a:lnTo>
                  <a:lnTo>
                    <a:pt x="3774" y="4096"/>
                  </a:lnTo>
                  <a:lnTo>
                    <a:pt x="7173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5" name="Google Shape;835;p66"/>
            <p:cNvSpPr/>
            <p:nvPr/>
          </p:nvSpPr>
          <p:spPr>
            <a:xfrm>
              <a:off x="3092789" y="1578074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1"/>
                  </a:moveTo>
                  <a:lnTo>
                    <a:pt x="3506" y="3935"/>
                  </a:lnTo>
                  <a:lnTo>
                    <a:pt x="80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0" y="6210"/>
                  </a:lnTo>
                  <a:lnTo>
                    <a:pt x="3506" y="4230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30"/>
                  </a:lnTo>
                  <a:lnTo>
                    <a:pt x="7093" y="6210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15"/>
                  </a:lnTo>
                  <a:lnTo>
                    <a:pt x="7093" y="1981"/>
                  </a:lnTo>
                  <a:lnTo>
                    <a:pt x="3694" y="3935"/>
                  </a:lnTo>
                  <a:lnTo>
                    <a:pt x="369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6" name="Google Shape;836;p66"/>
            <p:cNvSpPr/>
            <p:nvPr/>
          </p:nvSpPr>
          <p:spPr>
            <a:xfrm>
              <a:off x="3474843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1" y="2115"/>
                  </a:lnTo>
                  <a:lnTo>
                    <a:pt x="3400" y="4096"/>
                  </a:lnTo>
                  <a:lnTo>
                    <a:pt x="1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480" y="8191"/>
                  </a:lnTo>
                  <a:lnTo>
                    <a:pt x="3668" y="8191"/>
                  </a:lnTo>
                  <a:lnTo>
                    <a:pt x="3668" y="4230"/>
                  </a:lnTo>
                  <a:lnTo>
                    <a:pt x="7094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4" y="1955"/>
                  </a:lnTo>
                  <a:lnTo>
                    <a:pt x="3668" y="3935"/>
                  </a:lnTo>
                  <a:lnTo>
                    <a:pt x="366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7" name="Google Shape;837;p66"/>
            <p:cNvSpPr/>
            <p:nvPr/>
          </p:nvSpPr>
          <p:spPr>
            <a:xfrm>
              <a:off x="3855854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30"/>
                  </a:lnTo>
                  <a:lnTo>
                    <a:pt x="7093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3" y="1955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8" name="Google Shape;838;p66"/>
            <p:cNvSpPr/>
            <p:nvPr/>
          </p:nvSpPr>
          <p:spPr>
            <a:xfrm>
              <a:off x="2518586" y="1919388"/>
              <a:ext cx="287659" cy="293033"/>
            </a:xfrm>
            <a:custGeom>
              <a:avLst/>
              <a:gdLst/>
              <a:ahLst/>
              <a:cxnLst/>
              <a:rect l="l" t="t" r="r" b="b"/>
              <a:pathLst>
                <a:path w="7174" h="730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1767" y="5059"/>
                  </a:lnTo>
                  <a:cubicBezTo>
                    <a:pt x="1821" y="5086"/>
                    <a:pt x="1847" y="5139"/>
                    <a:pt x="1874" y="5193"/>
                  </a:cubicBezTo>
                  <a:lnTo>
                    <a:pt x="3507" y="4256"/>
                  </a:lnTo>
                  <a:lnTo>
                    <a:pt x="3507" y="7120"/>
                  </a:lnTo>
                  <a:cubicBezTo>
                    <a:pt x="3560" y="7200"/>
                    <a:pt x="3614" y="7254"/>
                    <a:pt x="3667" y="7307"/>
                  </a:cubicBezTo>
                  <a:lnTo>
                    <a:pt x="3667" y="4256"/>
                  </a:lnTo>
                  <a:lnTo>
                    <a:pt x="7093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9" name="Google Shape;839;p66"/>
            <p:cNvSpPr/>
            <p:nvPr/>
          </p:nvSpPr>
          <p:spPr>
            <a:xfrm>
              <a:off x="2899597" y="191938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7" y="8190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0" name="Google Shape;840;p66"/>
            <p:cNvSpPr/>
            <p:nvPr/>
          </p:nvSpPr>
          <p:spPr>
            <a:xfrm>
              <a:off x="3280608" y="1919388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107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107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1" name="Google Shape;841;p66"/>
            <p:cNvSpPr/>
            <p:nvPr/>
          </p:nvSpPr>
          <p:spPr>
            <a:xfrm>
              <a:off x="3662662" y="191938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1" y="2115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2" name="Google Shape;842;p66"/>
            <p:cNvSpPr/>
            <p:nvPr/>
          </p:nvSpPr>
          <p:spPr>
            <a:xfrm>
              <a:off x="4043673" y="1998782"/>
              <a:ext cx="78391" cy="49400"/>
            </a:xfrm>
            <a:custGeom>
              <a:avLst/>
              <a:gdLst/>
              <a:ahLst/>
              <a:cxnLst/>
              <a:rect l="l" t="t" r="r" b="b"/>
              <a:pathLst>
                <a:path w="1955" h="1232" extrusionOk="0">
                  <a:moveTo>
                    <a:pt x="81" y="1"/>
                  </a:moveTo>
                  <a:lnTo>
                    <a:pt x="0" y="135"/>
                  </a:lnTo>
                  <a:lnTo>
                    <a:pt x="1874" y="1232"/>
                  </a:lnTo>
                  <a:cubicBezTo>
                    <a:pt x="1901" y="1178"/>
                    <a:pt x="1928" y="1125"/>
                    <a:pt x="1954" y="1071"/>
                  </a:cubicBez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3" name="Google Shape;843;p66"/>
            <p:cNvSpPr/>
            <p:nvPr/>
          </p:nvSpPr>
          <p:spPr>
            <a:xfrm>
              <a:off x="2884560" y="2317561"/>
              <a:ext cx="114879" cy="68727"/>
            </a:xfrm>
            <a:custGeom>
              <a:avLst/>
              <a:gdLst/>
              <a:ahLst/>
              <a:cxnLst/>
              <a:rect l="l" t="t" r="r" b="b"/>
              <a:pathLst>
                <a:path w="2865" h="1714" extrusionOk="0">
                  <a:moveTo>
                    <a:pt x="2784" y="0"/>
                  </a:moveTo>
                  <a:lnTo>
                    <a:pt x="1" y="1606"/>
                  </a:lnTo>
                  <a:cubicBezTo>
                    <a:pt x="54" y="1660"/>
                    <a:pt x="108" y="1686"/>
                    <a:pt x="161" y="1713"/>
                  </a:cubicBezTo>
                  <a:lnTo>
                    <a:pt x="2864" y="161"/>
                  </a:lnTo>
                  <a:lnTo>
                    <a:pt x="278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4" name="Google Shape;844;p66"/>
            <p:cNvSpPr/>
            <p:nvPr/>
          </p:nvSpPr>
          <p:spPr>
            <a:xfrm>
              <a:off x="2852362" y="2238127"/>
              <a:ext cx="6496" cy="129916"/>
            </a:xfrm>
            <a:custGeom>
              <a:avLst/>
              <a:gdLst/>
              <a:ahLst/>
              <a:cxnLst/>
              <a:rect l="l" t="t" r="r" b="b"/>
              <a:pathLst>
                <a:path w="162" h="3240" extrusionOk="0">
                  <a:moveTo>
                    <a:pt x="1" y="0"/>
                  </a:moveTo>
                  <a:lnTo>
                    <a:pt x="1" y="3132"/>
                  </a:lnTo>
                  <a:cubicBezTo>
                    <a:pt x="54" y="3159"/>
                    <a:pt x="108" y="3212"/>
                    <a:pt x="161" y="3239"/>
                  </a:cubicBez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5" name="Google Shape;845;p66"/>
            <p:cNvSpPr/>
            <p:nvPr/>
          </p:nvSpPr>
          <p:spPr>
            <a:xfrm>
              <a:off x="3092789" y="2238127"/>
              <a:ext cx="288742" cy="255461"/>
            </a:xfrm>
            <a:custGeom>
              <a:avLst/>
              <a:gdLst/>
              <a:ahLst/>
              <a:cxnLst/>
              <a:rect l="l" t="t" r="r" b="b"/>
              <a:pathLst>
                <a:path w="7201" h="6371" extrusionOk="0">
                  <a:moveTo>
                    <a:pt x="3506" y="0"/>
                  </a:moveTo>
                  <a:lnTo>
                    <a:pt x="3506" y="3962"/>
                  </a:lnTo>
                  <a:lnTo>
                    <a:pt x="80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455" y="5835"/>
                  </a:lnTo>
                  <a:cubicBezTo>
                    <a:pt x="535" y="5835"/>
                    <a:pt x="616" y="5862"/>
                    <a:pt x="696" y="5889"/>
                  </a:cubicBezTo>
                  <a:lnTo>
                    <a:pt x="3506" y="4256"/>
                  </a:lnTo>
                  <a:lnTo>
                    <a:pt x="3506" y="6371"/>
                  </a:lnTo>
                  <a:lnTo>
                    <a:pt x="3694" y="6371"/>
                  </a:lnTo>
                  <a:lnTo>
                    <a:pt x="3694" y="4256"/>
                  </a:lnTo>
                  <a:lnTo>
                    <a:pt x="7093" y="6237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42"/>
                  </a:lnTo>
                  <a:lnTo>
                    <a:pt x="7093" y="1981"/>
                  </a:lnTo>
                  <a:lnTo>
                    <a:pt x="3694" y="3962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6" name="Google Shape;846;p66"/>
            <p:cNvSpPr/>
            <p:nvPr/>
          </p:nvSpPr>
          <p:spPr>
            <a:xfrm>
              <a:off x="3474843" y="2238127"/>
              <a:ext cx="287659" cy="247963"/>
            </a:xfrm>
            <a:custGeom>
              <a:avLst/>
              <a:gdLst/>
              <a:ahLst/>
              <a:cxnLst/>
              <a:rect l="l" t="t" r="r" b="b"/>
              <a:pathLst>
                <a:path w="7174" h="6184" extrusionOk="0">
                  <a:moveTo>
                    <a:pt x="3507" y="0"/>
                  </a:moveTo>
                  <a:lnTo>
                    <a:pt x="3480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096"/>
                  </a:lnTo>
                  <a:lnTo>
                    <a:pt x="1" y="6076"/>
                  </a:lnTo>
                  <a:lnTo>
                    <a:pt x="54" y="6183"/>
                  </a:lnTo>
                  <a:lnTo>
                    <a:pt x="161" y="6183"/>
                  </a:lnTo>
                  <a:lnTo>
                    <a:pt x="3480" y="4256"/>
                  </a:lnTo>
                  <a:lnTo>
                    <a:pt x="3480" y="5354"/>
                  </a:lnTo>
                  <a:cubicBezTo>
                    <a:pt x="3560" y="5327"/>
                    <a:pt x="3614" y="5327"/>
                    <a:pt x="3668" y="5300"/>
                  </a:cubicBezTo>
                  <a:lnTo>
                    <a:pt x="3668" y="4256"/>
                  </a:lnTo>
                  <a:lnTo>
                    <a:pt x="4765" y="4899"/>
                  </a:lnTo>
                  <a:cubicBezTo>
                    <a:pt x="4845" y="4872"/>
                    <a:pt x="4899" y="4845"/>
                    <a:pt x="4979" y="4818"/>
                  </a:cubicBezTo>
                  <a:lnTo>
                    <a:pt x="3748" y="4096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7" name="Google Shape;847;p66"/>
            <p:cNvSpPr/>
            <p:nvPr/>
          </p:nvSpPr>
          <p:spPr>
            <a:xfrm>
              <a:off x="3855854" y="2317561"/>
              <a:ext cx="12911" cy="9704"/>
            </a:xfrm>
            <a:custGeom>
              <a:avLst/>
              <a:gdLst/>
              <a:ahLst/>
              <a:cxnLst/>
              <a:rect l="l" t="t" r="r" b="b"/>
              <a:pathLst>
                <a:path w="322" h="242" extrusionOk="0">
                  <a:moveTo>
                    <a:pt x="81" y="0"/>
                  </a:moveTo>
                  <a:lnTo>
                    <a:pt x="0" y="134"/>
                  </a:lnTo>
                  <a:lnTo>
                    <a:pt x="161" y="241"/>
                  </a:lnTo>
                  <a:cubicBezTo>
                    <a:pt x="215" y="214"/>
                    <a:pt x="268" y="161"/>
                    <a:pt x="322" y="134"/>
                  </a:cubicBezTo>
                  <a:lnTo>
                    <a:pt x="8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48" name="Google Shape;848;p66"/>
          <p:cNvSpPr txBox="1">
            <a:spLocks noGrp="1"/>
          </p:cNvSpPr>
          <p:nvPr>
            <p:ph type="title"/>
          </p:nvPr>
        </p:nvSpPr>
        <p:spPr>
          <a:xfrm>
            <a:off x="2690725" y="1505725"/>
            <a:ext cx="3858900" cy="114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8500">
                <a:solidFill>
                  <a:schemeClr val="accen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849" name="Google Shape;849;p66"/>
          <p:cNvSpPr txBox="1">
            <a:spLocks noGrp="1"/>
          </p:cNvSpPr>
          <p:nvPr>
            <p:ph type="subTitle" idx="1"/>
          </p:nvPr>
        </p:nvSpPr>
        <p:spPr>
          <a:xfrm>
            <a:off x="2690725" y="2725750"/>
            <a:ext cx="3858900" cy="912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rgbClr val="8C353C"/>
              </a:buClr>
              <a:buSzPts val="1600"/>
              <a:buFont typeface="Nunito"/>
              <a:buChar char="●"/>
              <a:defRPr sz="16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unito"/>
              <a:buChar char="○"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unito"/>
              <a:buChar char="■"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unito"/>
              <a:buChar char="●"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unito"/>
              <a:buChar char="○"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unito"/>
              <a:buChar char="■"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unito"/>
              <a:buChar char="●"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unito"/>
              <a:buChar char="○"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unito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5">
  <p:cSld name="CUSTOM_44">
    <p:spTree>
      <p:nvGrpSpPr>
        <p:cNvPr id="1" name="Shape 8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1" name="Google Shape;851;p67"/>
          <p:cNvSpPr txBox="1">
            <a:spLocks noGrp="1"/>
          </p:cNvSpPr>
          <p:nvPr>
            <p:ph type="title"/>
          </p:nvPr>
        </p:nvSpPr>
        <p:spPr>
          <a:xfrm>
            <a:off x="5104900" y="1400488"/>
            <a:ext cx="3326100" cy="1668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>
                <a:solidFill>
                  <a:schemeClr val="accen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852" name="Google Shape;852;p67"/>
          <p:cNvSpPr txBox="1">
            <a:spLocks noGrp="1"/>
          </p:cNvSpPr>
          <p:nvPr>
            <p:ph type="subTitle" idx="1"/>
          </p:nvPr>
        </p:nvSpPr>
        <p:spPr>
          <a:xfrm>
            <a:off x="3851850" y="3019100"/>
            <a:ext cx="4579200" cy="723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rgbClr val="8C353C"/>
              </a:buClr>
              <a:buSzPts val="1600"/>
              <a:buFont typeface="Nunito"/>
              <a:buChar char="●"/>
              <a:defRPr sz="16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unito"/>
              <a:buChar char="○"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unito"/>
              <a:buChar char="■"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unito"/>
              <a:buChar char="●"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unito"/>
              <a:buChar char="○"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unito"/>
              <a:buChar char="■"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unito"/>
              <a:buChar char="●"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unito"/>
              <a:buChar char="○"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unito"/>
              <a:buChar char="■"/>
              <a:defRPr/>
            </a:lvl9pPr>
          </a:lstStyle>
          <a:p>
            <a:endParaRPr/>
          </a:p>
        </p:txBody>
      </p:sp>
      <p:sp>
        <p:nvSpPr>
          <p:cNvPr id="853" name="Google Shape;853;p67"/>
          <p:cNvSpPr/>
          <p:nvPr/>
        </p:nvSpPr>
        <p:spPr>
          <a:xfrm rot="7627321">
            <a:off x="-1350628" y="-1805009"/>
            <a:ext cx="4680823" cy="4252030"/>
          </a:xfrm>
          <a:custGeom>
            <a:avLst/>
            <a:gdLst/>
            <a:ahLst/>
            <a:cxnLst/>
            <a:rect l="l" t="t" r="r" b="b"/>
            <a:pathLst>
              <a:path w="65181" h="59210" extrusionOk="0">
                <a:moveTo>
                  <a:pt x="23617" y="9808"/>
                </a:moveTo>
                <a:cubicBezTo>
                  <a:pt x="25785" y="15712"/>
                  <a:pt x="27153" y="21883"/>
                  <a:pt x="35092" y="17079"/>
                </a:cubicBezTo>
                <a:cubicBezTo>
                  <a:pt x="42998" y="12309"/>
                  <a:pt x="55740" y="12376"/>
                  <a:pt x="59276" y="17546"/>
                </a:cubicBezTo>
                <a:cubicBezTo>
                  <a:pt x="62812" y="22717"/>
                  <a:pt x="56140" y="30055"/>
                  <a:pt x="55940" y="36393"/>
                </a:cubicBezTo>
                <a:cubicBezTo>
                  <a:pt x="55740" y="42731"/>
                  <a:pt x="65180" y="49603"/>
                  <a:pt x="57741" y="54406"/>
                </a:cubicBezTo>
                <a:cubicBezTo>
                  <a:pt x="50303" y="59210"/>
                  <a:pt x="31556" y="57108"/>
                  <a:pt x="33224" y="47535"/>
                </a:cubicBezTo>
                <a:cubicBezTo>
                  <a:pt x="34892" y="37928"/>
                  <a:pt x="25719" y="35026"/>
                  <a:pt x="17579" y="31256"/>
                </a:cubicBezTo>
                <a:cubicBezTo>
                  <a:pt x="9440" y="27520"/>
                  <a:pt x="0" y="13744"/>
                  <a:pt x="7706" y="6872"/>
                </a:cubicBezTo>
                <a:cubicBezTo>
                  <a:pt x="15411" y="1"/>
                  <a:pt x="21449" y="3870"/>
                  <a:pt x="23617" y="9808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54" name="Google Shape;854;p67"/>
          <p:cNvSpPr/>
          <p:nvPr/>
        </p:nvSpPr>
        <p:spPr>
          <a:xfrm rot="-5400000" flipH="1">
            <a:off x="6356253" y="2444459"/>
            <a:ext cx="4906632" cy="3196913"/>
          </a:xfrm>
          <a:custGeom>
            <a:avLst/>
            <a:gdLst/>
            <a:ahLst/>
            <a:cxnLst/>
            <a:rect l="l" t="t" r="r" b="b"/>
            <a:pathLst>
              <a:path w="142469" h="136664" extrusionOk="0">
                <a:moveTo>
                  <a:pt x="97052" y="0"/>
                </a:moveTo>
                <a:cubicBezTo>
                  <a:pt x="94985" y="0"/>
                  <a:pt x="92658" y="685"/>
                  <a:pt x="89955" y="2065"/>
                </a:cubicBezTo>
                <a:cubicBezTo>
                  <a:pt x="76197" y="9104"/>
                  <a:pt x="81149" y="14564"/>
                  <a:pt x="82755" y="40634"/>
                </a:cubicBezTo>
                <a:cubicBezTo>
                  <a:pt x="85458" y="83646"/>
                  <a:pt x="12896" y="58112"/>
                  <a:pt x="4519" y="103881"/>
                </a:cubicBezTo>
                <a:cubicBezTo>
                  <a:pt x="0" y="128495"/>
                  <a:pt x="10558" y="136664"/>
                  <a:pt x="39417" y="136664"/>
                </a:cubicBezTo>
                <a:cubicBezTo>
                  <a:pt x="47997" y="136664"/>
                  <a:pt x="58195" y="135942"/>
                  <a:pt x="70095" y="134715"/>
                </a:cubicBezTo>
                <a:cubicBezTo>
                  <a:pt x="122047" y="129389"/>
                  <a:pt x="142469" y="101392"/>
                  <a:pt x="125767" y="56907"/>
                </a:cubicBezTo>
                <a:cubicBezTo>
                  <a:pt x="111706" y="19432"/>
                  <a:pt x="108060" y="0"/>
                  <a:pt x="97052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855" name="Google Shape;855;p67"/>
          <p:cNvGrpSpPr/>
          <p:nvPr/>
        </p:nvGrpSpPr>
        <p:grpSpPr>
          <a:xfrm rot="10800000" flipH="1">
            <a:off x="3260405" y="4169571"/>
            <a:ext cx="2557685" cy="2545726"/>
            <a:chOff x="2414491" y="671177"/>
            <a:chExt cx="1830972" cy="1822411"/>
          </a:xfrm>
        </p:grpSpPr>
        <p:sp>
          <p:nvSpPr>
            <p:cNvPr id="856" name="Google Shape;856;p67"/>
            <p:cNvSpPr/>
            <p:nvPr/>
          </p:nvSpPr>
          <p:spPr>
            <a:xfrm>
              <a:off x="2414491" y="671177"/>
              <a:ext cx="1830972" cy="1822391"/>
            </a:xfrm>
            <a:custGeom>
              <a:avLst/>
              <a:gdLst/>
              <a:ahLst/>
              <a:cxnLst/>
              <a:rect l="l" t="t" r="r" b="b"/>
              <a:pathLst>
                <a:path w="45663" h="45449" extrusionOk="0">
                  <a:moveTo>
                    <a:pt x="10947" y="4979"/>
                  </a:moveTo>
                  <a:lnTo>
                    <a:pt x="15605" y="7656"/>
                  </a:lnTo>
                  <a:lnTo>
                    <a:pt x="15605" y="13062"/>
                  </a:lnTo>
                  <a:lnTo>
                    <a:pt x="10947" y="15766"/>
                  </a:lnTo>
                  <a:lnTo>
                    <a:pt x="6263" y="13062"/>
                  </a:lnTo>
                  <a:lnTo>
                    <a:pt x="6263" y="7656"/>
                  </a:lnTo>
                  <a:lnTo>
                    <a:pt x="10947" y="4979"/>
                  </a:lnTo>
                  <a:close/>
                  <a:moveTo>
                    <a:pt x="20449" y="4979"/>
                  </a:moveTo>
                  <a:lnTo>
                    <a:pt x="25133" y="7656"/>
                  </a:lnTo>
                  <a:lnTo>
                    <a:pt x="25133" y="13062"/>
                  </a:lnTo>
                  <a:lnTo>
                    <a:pt x="20449" y="15766"/>
                  </a:lnTo>
                  <a:lnTo>
                    <a:pt x="15792" y="13062"/>
                  </a:lnTo>
                  <a:lnTo>
                    <a:pt x="15792" y="7656"/>
                  </a:lnTo>
                  <a:lnTo>
                    <a:pt x="20449" y="4979"/>
                  </a:lnTo>
                  <a:close/>
                  <a:moveTo>
                    <a:pt x="29978" y="4979"/>
                  </a:moveTo>
                  <a:lnTo>
                    <a:pt x="34635" y="7656"/>
                  </a:lnTo>
                  <a:lnTo>
                    <a:pt x="34635" y="13062"/>
                  </a:lnTo>
                  <a:lnTo>
                    <a:pt x="29978" y="15766"/>
                  </a:lnTo>
                  <a:lnTo>
                    <a:pt x="25294" y="13062"/>
                  </a:lnTo>
                  <a:lnTo>
                    <a:pt x="25294" y="7656"/>
                  </a:lnTo>
                  <a:lnTo>
                    <a:pt x="29978" y="4979"/>
                  </a:lnTo>
                  <a:close/>
                  <a:moveTo>
                    <a:pt x="6183" y="13196"/>
                  </a:moveTo>
                  <a:lnTo>
                    <a:pt x="10867" y="15899"/>
                  </a:lnTo>
                  <a:lnTo>
                    <a:pt x="10867" y="21306"/>
                  </a:lnTo>
                  <a:lnTo>
                    <a:pt x="6183" y="23983"/>
                  </a:lnTo>
                  <a:lnTo>
                    <a:pt x="1526" y="21306"/>
                  </a:lnTo>
                  <a:lnTo>
                    <a:pt x="1526" y="15899"/>
                  </a:lnTo>
                  <a:lnTo>
                    <a:pt x="6183" y="13196"/>
                  </a:lnTo>
                  <a:close/>
                  <a:moveTo>
                    <a:pt x="15712" y="13196"/>
                  </a:moveTo>
                  <a:lnTo>
                    <a:pt x="20369" y="15899"/>
                  </a:lnTo>
                  <a:lnTo>
                    <a:pt x="20369" y="21306"/>
                  </a:lnTo>
                  <a:lnTo>
                    <a:pt x="15712" y="23983"/>
                  </a:lnTo>
                  <a:lnTo>
                    <a:pt x="11028" y="21306"/>
                  </a:lnTo>
                  <a:lnTo>
                    <a:pt x="11028" y="15899"/>
                  </a:lnTo>
                  <a:lnTo>
                    <a:pt x="15712" y="13196"/>
                  </a:lnTo>
                  <a:close/>
                  <a:moveTo>
                    <a:pt x="25213" y="13196"/>
                  </a:moveTo>
                  <a:lnTo>
                    <a:pt x="29871" y="15899"/>
                  </a:lnTo>
                  <a:lnTo>
                    <a:pt x="29871" y="21306"/>
                  </a:lnTo>
                  <a:lnTo>
                    <a:pt x="25213" y="23983"/>
                  </a:lnTo>
                  <a:lnTo>
                    <a:pt x="20529" y="21306"/>
                  </a:lnTo>
                  <a:lnTo>
                    <a:pt x="20529" y="15899"/>
                  </a:lnTo>
                  <a:lnTo>
                    <a:pt x="25213" y="13196"/>
                  </a:lnTo>
                  <a:close/>
                  <a:moveTo>
                    <a:pt x="34715" y="13196"/>
                  </a:moveTo>
                  <a:lnTo>
                    <a:pt x="39399" y="15899"/>
                  </a:lnTo>
                  <a:lnTo>
                    <a:pt x="39399" y="21306"/>
                  </a:lnTo>
                  <a:lnTo>
                    <a:pt x="34715" y="23983"/>
                  </a:lnTo>
                  <a:lnTo>
                    <a:pt x="30058" y="21306"/>
                  </a:lnTo>
                  <a:lnTo>
                    <a:pt x="30058" y="15899"/>
                  </a:lnTo>
                  <a:lnTo>
                    <a:pt x="34715" y="13196"/>
                  </a:lnTo>
                  <a:close/>
                  <a:moveTo>
                    <a:pt x="10947" y="21440"/>
                  </a:moveTo>
                  <a:lnTo>
                    <a:pt x="15605" y="24143"/>
                  </a:lnTo>
                  <a:lnTo>
                    <a:pt x="15605" y="29523"/>
                  </a:lnTo>
                  <a:lnTo>
                    <a:pt x="10947" y="32226"/>
                  </a:lnTo>
                  <a:lnTo>
                    <a:pt x="6263" y="29523"/>
                  </a:lnTo>
                  <a:lnTo>
                    <a:pt x="6263" y="24143"/>
                  </a:lnTo>
                  <a:lnTo>
                    <a:pt x="10947" y="21440"/>
                  </a:lnTo>
                  <a:close/>
                  <a:moveTo>
                    <a:pt x="20449" y="21440"/>
                  </a:moveTo>
                  <a:lnTo>
                    <a:pt x="25133" y="24143"/>
                  </a:lnTo>
                  <a:lnTo>
                    <a:pt x="25133" y="29523"/>
                  </a:lnTo>
                  <a:lnTo>
                    <a:pt x="20449" y="32226"/>
                  </a:lnTo>
                  <a:lnTo>
                    <a:pt x="15792" y="29523"/>
                  </a:lnTo>
                  <a:lnTo>
                    <a:pt x="15792" y="24143"/>
                  </a:lnTo>
                  <a:lnTo>
                    <a:pt x="20449" y="21440"/>
                  </a:lnTo>
                  <a:close/>
                  <a:moveTo>
                    <a:pt x="29978" y="21440"/>
                  </a:moveTo>
                  <a:lnTo>
                    <a:pt x="34635" y="24143"/>
                  </a:lnTo>
                  <a:lnTo>
                    <a:pt x="34635" y="29523"/>
                  </a:lnTo>
                  <a:lnTo>
                    <a:pt x="29978" y="32226"/>
                  </a:lnTo>
                  <a:lnTo>
                    <a:pt x="25294" y="29523"/>
                  </a:lnTo>
                  <a:lnTo>
                    <a:pt x="25294" y="24143"/>
                  </a:lnTo>
                  <a:lnTo>
                    <a:pt x="29978" y="21440"/>
                  </a:lnTo>
                  <a:close/>
                  <a:moveTo>
                    <a:pt x="39480" y="21440"/>
                  </a:moveTo>
                  <a:lnTo>
                    <a:pt x="44137" y="24143"/>
                  </a:lnTo>
                  <a:lnTo>
                    <a:pt x="44137" y="29523"/>
                  </a:lnTo>
                  <a:lnTo>
                    <a:pt x="39480" y="32226"/>
                  </a:lnTo>
                  <a:lnTo>
                    <a:pt x="34796" y="29523"/>
                  </a:lnTo>
                  <a:lnTo>
                    <a:pt x="34796" y="24143"/>
                  </a:lnTo>
                  <a:lnTo>
                    <a:pt x="39480" y="21440"/>
                  </a:lnTo>
                  <a:close/>
                  <a:moveTo>
                    <a:pt x="15712" y="29684"/>
                  </a:moveTo>
                  <a:lnTo>
                    <a:pt x="20369" y="32387"/>
                  </a:lnTo>
                  <a:lnTo>
                    <a:pt x="20369" y="37767"/>
                  </a:lnTo>
                  <a:lnTo>
                    <a:pt x="15712" y="40470"/>
                  </a:lnTo>
                  <a:lnTo>
                    <a:pt x="11028" y="37767"/>
                  </a:lnTo>
                  <a:lnTo>
                    <a:pt x="11028" y="32387"/>
                  </a:lnTo>
                  <a:lnTo>
                    <a:pt x="15712" y="29684"/>
                  </a:lnTo>
                  <a:close/>
                  <a:moveTo>
                    <a:pt x="25213" y="29684"/>
                  </a:moveTo>
                  <a:lnTo>
                    <a:pt x="29871" y="32387"/>
                  </a:lnTo>
                  <a:lnTo>
                    <a:pt x="29871" y="37767"/>
                  </a:lnTo>
                  <a:lnTo>
                    <a:pt x="25213" y="40470"/>
                  </a:lnTo>
                  <a:lnTo>
                    <a:pt x="20529" y="37767"/>
                  </a:lnTo>
                  <a:lnTo>
                    <a:pt x="20529" y="32387"/>
                  </a:lnTo>
                  <a:lnTo>
                    <a:pt x="25213" y="29684"/>
                  </a:lnTo>
                  <a:close/>
                  <a:moveTo>
                    <a:pt x="34715" y="29684"/>
                  </a:moveTo>
                  <a:lnTo>
                    <a:pt x="39399" y="32387"/>
                  </a:lnTo>
                  <a:lnTo>
                    <a:pt x="39399" y="37767"/>
                  </a:lnTo>
                  <a:lnTo>
                    <a:pt x="34715" y="40470"/>
                  </a:lnTo>
                  <a:lnTo>
                    <a:pt x="30058" y="37767"/>
                  </a:lnTo>
                  <a:lnTo>
                    <a:pt x="30058" y="32387"/>
                  </a:lnTo>
                  <a:lnTo>
                    <a:pt x="34715" y="29684"/>
                  </a:lnTo>
                  <a:close/>
                  <a:moveTo>
                    <a:pt x="20369" y="1"/>
                  </a:moveTo>
                  <a:lnTo>
                    <a:pt x="20369" y="4818"/>
                  </a:lnTo>
                  <a:lnTo>
                    <a:pt x="15712" y="7522"/>
                  </a:lnTo>
                  <a:lnTo>
                    <a:pt x="11028" y="4818"/>
                  </a:lnTo>
                  <a:lnTo>
                    <a:pt x="11028" y="3159"/>
                  </a:lnTo>
                  <a:cubicBezTo>
                    <a:pt x="10974" y="3186"/>
                    <a:pt x="10921" y="3239"/>
                    <a:pt x="10867" y="3266"/>
                  </a:cubicBezTo>
                  <a:lnTo>
                    <a:pt x="10867" y="4818"/>
                  </a:lnTo>
                  <a:lnTo>
                    <a:pt x="6183" y="7522"/>
                  </a:lnTo>
                  <a:lnTo>
                    <a:pt x="5915" y="7361"/>
                  </a:lnTo>
                  <a:cubicBezTo>
                    <a:pt x="5889" y="7415"/>
                    <a:pt x="5835" y="7442"/>
                    <a:pt x="5808" y="7495"/>
                  </a:cubicBezTo>
                  <a:lnTo>
                    <a:pt x="6103" y="7656"/>
                  </a:lnTo>
                  <a:lnTo>
                    <a:pt x="6103" y="13062"/>
                  </a:lnTo>
                  <a:lnTo>
                    <a:pt x="1419" y="15766"/>
                  </a:lnTo>
                  <a:lnTo>
                    <a:pt x="1124" y="15578"/>
                  </a:lnTo>
                  <a:cubicBezTo>
                    <a:pt x="1124" y="15632"/>
                    <a:pt x="1098" y="15685"/>
                    <a:pt x="1071" y="15739"/>
                  </a:cubicBezTo>
                  <a:lnTo>
                    <a:pt x="1338" y="15899"/>
                  </a:lnTo>
                  <a:lnTo>
                    <a:pt x="1338" y="21306"/>
                  </a:lnTo>
                  <a:lnTo>
                    <a:pt x="0" y="22082"/>
                  </a:lnTo>
                  <a:cubicBezTo>
                    <a:pt x="0" y="22136"/>
                    <a:pt x="0" y="22216"/>
                    <a:pt x="0" y="22270"/>
                  </a:cubicBezTo>
                  <a:lnTo>
                    <a:pt x="1419" y="21440"/>
                  </a:lnTo>
                  <a:lnTo>
                    <a:pt x="6103" y="24143"/>
                  </a:lnTo>
                  <a:lnTo>
                    <a:pt x="6103" y="29523"/>
                  </a:lnTo>
                  <a:lnTo>
                    <a:pt x="1927" y="31932"/>
                  </a:lnTo>
                  <a:cubicBezTo>
                    <a:pt x="1954" y="31986"/>
                    <a:pt x="1981" y="32039"/>
                    <a:pt x="2008" y="32093"/>
                  </a:cubicBezTo>
                  <a:lnTo>
                    <a:pt x="6183" y="29684"/>
                  </a:lnTo>
                  <a:lnTo>
                    <a:pt x="10867" y="32387"/>
                  </a:lnTo>
                  <a:lnTo>
                    <a:pt x="10867" y="37767"/>
                  </a:lnTo>
                  <a:lnTo>
                    <a:pt x="7548" y="39694"/>
                  </a:lnTo>
                  <a:cubicBezTo>
                    <a:pt x="7575" y="39721"/>
                    <a:pt x="7628" y="39774"/>
                    <a:pt x="7682" y="39801"/>
                  </a:cubicBezTo>
                  <a:lnTo>
                    <a:pt x="10947" y="37928"/>
                  </a:lnTo>
                  <a:lnTo>
                    <a:pt x="15605" y="40631"/>
                  </a:lnTo>
                  <a:lnTo>
                    <a:pt x="15605" y="44405"/>
                  </a:lnTo>
                  <a:cubicBezTo>
                    <a:pt x="15658" y="44405"/>
                    <a:pt x="15738" y="44432"/>
                    <a:pt x="15792" y="44458"/>
                  </a:cubicBezTo>
                  <a:lnTo>
                    <a:pt x="15792" y="40631"/>
                  </a:lnTo>
                  <a:lnTo>
                    <a:pt x="20449" y="37928"/>
                  </a:lnTo>
                  <a:lnTo>
                    <a:pt x="25133" y="40631"/>
                  </a:lnTo>
                  <a:lnTo>
                    <a:pt x="25133" y="45449"/>
                  </a:lnTo>
                  <a:cubicBezTo>
                    <a:pt x="25187" y="45449"/>
                    <a:pt x="25240" y="45449"/>
                    <a:pt x="25294" y="45422"/>
                  </a:cubicBezTo>
                  <a:lnTo>
                    <a:pt x="25294" y="40631"/>
                  </a:lnTo>
                  <a:lnTo>
                    <a:pt x="29978" y="37928"/>
                  </a:lnTo>
                  <a:lnTo>
                    <a:pt x="34635" y="40631"/>
                  </a:lnTo>
                  <a:lnTo>
                    <a:pt x="34635" y="42290"/>
                  </a:lnTo>
                  <a:cubicBezTo>
                    <a:pt x="34688" y="42237"/>
                    <a:pt x="34742" y="42210"/>
                    <a:pt x="34796" y="42183"/>
                  </a:cubicBezTo>
                  <a:lnTo>
                    <a:pt x="34796" y="40631"/>
                  </a:lnTo>
                  <a:lnTo>
                    <a:pt x="39480" y="37928"/>
                  </a:lnTo>
                  <a:lnTo>
                    <a:pt x="39747" y="38088"/>
                  </a:lnTo>
                  <a:cubicBezTo>
                    <a:pt x="39774" y="38035"/>
                    <a:pt x="39827" y="37981"/>
                    <a:pt x="39854" y="37954"/>
                  </a:cubicBezTo>
                  <a:lnTo>
                    <a:pt x="39560" y="37767"/>
                  </a:lnTo>
                  <a:lnTo>
                    <a:pt x="39560" y="32387"/>
                  </a:lnTo>
                  <a:lnTo>
                    <a:pt x="44244" y="29684"/>
                  </a:lnTo>
                  <a:lnTo>
                    <a:pt x="44538" y="29871"/>
                  </a:lnTo>
                  <a:cubicBezTo>
                    <a:pt x="44565" y="29791"/>
                    <a:pt x="44565" y="29737"/>
                    <a:pt x="44592" y="29684"/>
                  </a:cubicBezTo>
                  <a:lnTo>
                    <a:pt x="44324" y="29523"/>
                  </a:lnTo>
                  <a:lnTo>
                    <a:pt x="44324" y="24143"/>
                  </a:lnTo>
                  <a:lnTo>
                    <a:pt x="45662" y="23367"/>
                  </a:lnTo>
                  <a:cubicBezTo>
                    <a:pt x="45662" y="23314"/>
                    <a:pt x="45662" y="23233"/>
                    <a:pt x="45662" y="23153"/>
                  </a:cubicBezTo>
                  <a:lnTo>
                    <a:pt x="44244" y="23983"/>
                  </a:lnTo>
                  <a:lnTo>
                    <a:pt x="39560" y="21306"/>
                  </a:lnTo>
                  <a:lnTo>
                    <a:pt x="39560" y="15899"/>
                  </a:lnTo>
                  <a:lnTo>
                    <a:pt x="43735" y="13491"/>
                  </a:lnTo>
                  <a:cubicBezTo>
                    <a:pt x="43709" y="13437"/>
                    <a:pt x="43682" y="13383"/>
                    <a:pt x="43655" y="13330"/>
                  </a:cubicBezTo>
                  <a:lnTo>
                    <a:pt x="39480" y="15766"/>
                  </a:lnTo>
                  <a:lnTo>
                    <a:pt x="34796" y="13062"/>
                  </a:lnTo>
                  <a:lnTo>
                    <a:pt x="34796" y="7656"/>
                  </a:lnTo>
                  <a:lnTo>
                    <a:pt x="38114" y="5755"/>
                  </a:lnTo>
                  <a:cubicBezTo>
                    <a:pt x="38088" y="5702"/>
                    <a:pt x="38034" y="5675"/>
                    <a:pt x="37981" y="5621"/>
                  </a:cubicBezTo>
                  <a:lnTo>
                    <a:pt x="34715" y="7522"/>
                  </a:lnTo>
                  <a:lnTo>
                    <a:pt x="30058" y="4818"/>
                  </a:lnTo>
                  <a:lnTo>
                    <a:pt x="30058" y="1045"/>
                  </a:lnTo>
                  <a:cubicBezTo>
                    <a:pt x="30004" y="1018"/>
                    <a:pt x="29951" y="1018"/>
                    <a:pt x="29871" y="991"/>
                  </a:cubicBezTo>
                  <a:lnTo>
                    <a:pt x="29871" y="4818"/>
                  </a:lnTo>
                  <a:lnTo>
                    <a:pt x="25213" y="7522"/>
                  </a:lnTo>
                  <a:lnTo>
                    <a:pt x="20529" y="4818"/>
                  </a:lnTo>
                  <a:lnTo>
                    <a:pt x="2052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7" name="Google Shape;857;p67"/>
            <p:cNvSpPr/>
            <p:nvPr/>
          </p:nvSpPr>
          <p:spPr>
            <a:xfrm>
              <a:off x="2796545" y="833253"/>
              <a:ext cx="9704" cy="7538"/>
            </a:xfrm>
            <a:custGeom>
              <a:avLst/>
              <a:gdLst/>
              <a:ahLst/>
              <a:cxnLst/>
              <a:rect l="l" t="t" r="r" b="b"/>
              <a:pathLst>
                <a:path w="242" h="188" extrusionOk="0">
                  <a:moveTo>
                    <a:pt x="161" y="0"/>
                  </a:moveTo>
                  <a:cubicBezTo>
                    <a:pt x="108" y="27"/>
                    <a:pt x="54" y="81"/>
                    <a:pt x="1" y="107"/>
                  </a:cubicBezTo>
                  <a:lnTo>
                    <a:pt x="161" y="188"/>
                  </a:lnTo>
                  <a:lnTo>
                    <a:pt x="242" y="54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8" name="Google Shape;858;p67"/>
            <p:cNvSpPr/>
            <p:nvPr/>
          </p:nvSpPr>
          <p:spPr>
            <a:xfrm>
              <a:off x="2899597" y="677633"/>
              <a:ext cx="287659" cy="242590"/>
            </a:xfrm>
            <a:custGeom>
              <a:avLst/>
              <a:gdLst/>
              <a:ahLst/>
              <a:cxnLst/>
              <a:rect l="l" t="t" r="r" b="b"/>
              <a:pathLst>
                <a:path w="7174" h="6050" extrusionOk="0">
                  <a:moveTo>
                    <a:pt x="7173" y="0"/>
                  </a:moveTo>
                  <a:lnTo>
                    <a:pt x="7173" y="0"/>
                  </a:lnTo>
                  <a:cubicBezTo>
                    <a:pt x="7013" y="27"/>
                    <a:pt x="6852" y="54"/>
                    <a:pt x="6692" y="81"/>
                  </a:cubicBezTo>
                  <a:lnTo>
                    <a:pt x="3667" y="1794"/>
                  </a:lnTo>
                  <a:lnTo>
                    <a:pt x="3667" y="830"/>
                  </a:lnTo>
                  <a:cubicBezTo>
                    <a:pt x="3614" y="857"/>
                    <a:pt x="3560" y="857"/>
                    <a:pt x="3507" y="884"/>
                  </a:cubicBezTo>
                  <a:lnTo>
                    <a:pt x="3507" y="1794"/>
                  </a:lnTo>
                  <a:lnTo>
                    <a:pt x="2516" y="1231"/>
                  </a:lnTo>
                  <a:cubicBezTo>
                    <a:pt x="2463" y="1258"/>
                    <a:pt x="2382" y="1285"/>
                    <a:pt x="2329" y="1312"/>
                  </a:cubicBezTo>
                  <a:lnTo>
                    <a:pt x="3426" y="1954"/>
                  </a:lnTo>
                  <a:lnTo>
                    <a:pt x="0" y="3935"/>
                  </a:lnTo>
                  <a:lnTo>
                    <a:pt x="81" y="4069"/>
                  </a:lnTo>
                  <a:lnTo>
                    <a:pt x="3507" y="2115"/>
                  </a:lnTo>
                  <a:lnTo>
                    <a:pt x="3507" y="6049"/>
                  </a:lnTo>
                  <a:lnTo>
                    <a:pt x="3667" y="6049"/>
                  </a:lnTo>
                  <a:lnTo>
                    <a:pt x="3667" y="2115"/>
                  </a:lnTo>
                  <a:lnTo>
                    <a:pt x="7093" y="4069"/>
                  </a:lnTo>
                  <a:lnTo>
                    <a:pt x="7173" y="3935"/>
                  </a:lnTo>
                  <a:lnTo>
                    <a:pt x="3774" y="1954"/>
                  </a:lnTo>
                  <a:lnTo>
                    <a:pt x="717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9" name="Google Shape;859;p67"/>
            <p:cNvSpPr/>
            <p:nvPr/>
          </p:nvSpPr>
          <p:spPr>
            <a:xfrm>
              <a:off x="3280608" y="671177"/>
              <a:ext cx="288742" cy="249046"/>
            </a:xfrm>
            <a:custGeom>
              <a:avLst/>
              <a:gdLst/>
              <a:ahLst/>
              <a:cxnLst/>
              <a:rect l="l" t="t" r="r" b="b"/>
              <a:pathLst>
                <a:path w="7201" h="6211" extrusionOk="0">
                  <a:moveTo>
                    <a:pt x="107" y="1"/>
                  </a:moveTo>
                  <a:lnTo>
                    <a:pt x="0" y="134"/>
                  </a:lnTo>
                  <a:lnTo>
                    <a:pt x="3426" y="2115"/>
                  </a:lnTo>
                  <a:lnTo>
                    <a:pt x="0" y="4096"/>
                  </a:lnTo>
                  <a:lnTo>
                    <a:pt x="107" y="4230"/>
                  </a:lnTo>
                  <a:lnTo>
                    <a:pt x="3506" y="2276"/>
                  </a:lnTo>
                  <a:lnTo>
                    <a:pt x="3506" y="6210"/>
                  </a:lnTo>
                  <a:lnTo>
                    <a:pt x="3694" y="6210"/>
                  </a:lnTo>
                  <a:lnTo>
                    <a:pt x="3694" y="2276"/>
                  </a:lnTo>
                  <a:lnTo>
                    <a:pt x="7093" y="4230"/>
                  </a:lnTo>
                  <a:lnTo>
                    <a:pt x="7200" y="4096"/>
                  </a:lnTo>
                  <a:lnTo>
                    <a:pt x="3774" y="2115"/>
                  </a:lnTo>
                  <a:lnTo>
                    <a:pt x="6558" y="509"/>
                  </a:lnTo>
                  <a:cubicBezTo>
                    <a:pt x="6477" y="482"/>
                    <a:pt x="6397" y="456"/>
                    <a:pt x="6317" y="456"/>
                  </a:cubicBezTo>
                  <a:lnTo>
                    <a:pt x="3694" y="1955"/>
                  </a:lnTo>
                  <a:lnTo>
                    <a:pt x="3694" y="1"/>
                  </a:lnTo>
                  <a:lnTo>
                    <a:pt x="3506" y="1"/>
                  </a:lnTo>
                  <a:lnTo>
                    <a:pt x="3506" y="1955"/>
                  </a:lnTo>
                  <a:lnTo>
                    <a:pt x="10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0" name="Google Shape;860;p67"/>
            <p:cNvSpPr/>
            <p:nvPr/>
          </p:nvSpPr>
          <p:spPr>
            <a:xfrm>
              <a:off x="3662662" y="776354"/>
              <a:ext cx="109506" cy="64437"/>
            </a:xfrm>
            <a:custGeom>
              <a:avLst/>
              <a:gdLst/>
              <a:ahLst/>
              <a:cxnLst/>
              <a:rect l="l" t="t" r="r" b="b"/>
              <a:pathLst>
                <a:path w="2731" h="1607" extrusionOk="0">
                  <a:moveTo>
                    <a:pt x="2543" y="1"/>
                  </a:moveTo>
                  <a:lnTo>
                    <a:pt x="1" y="1473"/>
                  </a:lnTo>
                  <a:lnTo>
                    <a:pt x="81" y="1607"/>
                  </a:lnTo>
                  <a:lnTo>
                    <a:pt x="2731" y="81"/>
                  </a:lnTo>
                  <a:cubicBezTo>
                    <a:pt x="2677" y="54"/>
                    <a:pt x="2597" y="27"/>
                    <a:pt x="254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1" name="Google Shape;861;p67"/>
            <p:cNvSpPr/>
            <p:nvPr/>
          </p:nvSpPr>
          <p:spPr>
            <a:xfrm>
              <a:off x="3803246" y="797847"/>
              <a:ext cx="6496" cy="122378"/>
            </a:xfrm>
            <a:custGeom>
              <a:avLst/>
              <a:gdLst/>
              <a:ahLst/>
              <a:cxnLst/>
              <a:rect l="l" t="t" r="r" b="b"/>
              <a:pathLst>
                <a:path w="162" h="3052" extrusionOk="0">
                  <a:moveTo>
                    <a:pt x="1" y="0"/>
                  </a:moveTo>
                  <a:lnTo>
                    <a:pt x="1" y="3051"/>
                  </a:lnTo>
                  <a:lnTo>
                    <a:pt x="162" y="3051"/>
                  </a:lnTo>
                  <a:lnTo>
                    <a:pt x="162" y="107"/>
                  </a:lnTo>
                  <a:cubicBezTo>
                    <a:pt x="108" y="54"/>
                    <a:pt x="54" y="27"/>
                    <a:pt x="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2" name="Google Shape;862;p67"/>
            <p:cNvSpPr/>
            <p:nvPr/>
          </p:nvSpPr>
          <p:spPr>
            <a:xfrm>
              <a:off x="2475641" y="1246463"/>
              <a:ext cx="2205" cy="4331"/>
            </a:xfrm>
            <a:custGeom>
              <a:avLst/>
              <a:gdLst/>
              <a:ahLst/>
              <a:cxnLst/>
              <a:rect l="l" t="t" r="r" b="b"/>
              <a:pathLst>
                <a:path w="55" h="108" extrusionOk="0">
                  <a:moveTo>
                    <a:pt x="54" y="0"/>
                  </a:moveTo>
                  <a:cubicBezTo>
                    <a:pt x="28" y="27"/>
                    <a:pt x="28" y="54"/>
                    <a:pt x="1" y="107"/>
                  </a:cubicBezTo>
                  <a:lnTo>
                    <a:pt x="54" y="107"/>
                  </a:lnTo>
                  <a:lnTo>
                    <a:pt x="5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3" name="Google Shape;863;p67"/>
            <p:cNvSpPr/>
            <p:nvPr/>
          </p:nvSpPr>
          <p:spPr>
            <a:xfrm>
              <a:off x="2616265" y="1006036"/>
              <a:ext cx="2165" cy="2205"/>
            </a:xfrm>
            <a:custGeom>
              <a:avLst/>
              <a:gdLst/>
              <a:ahLst/>
              <a:cxnLst/>
              <a:rect l="l" t="t" r="r" b="b"/>
              <a:pathLst>
                <a:path w="54" h="55" extrusionOk="0">
                  <a:moveTo>
                    <a:pt x="54" y="1"/>
                  </a:moveTo>
                  <a:cubicBezTo>
                    <a:pt x="27" y="27"/>
                    <a:pt x="27" y="27"/>
                    <a:pt x="0" y="54"/>
                  </a:cubicBezTo>
                  <a:lnTo>
                    <a:pt x="54" y="27"/>
                  </a:lnTo>
                  <a:lnTo>
                    <a:pt x="5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4" name="Google Shape;864;p67"/>
            <p:cNvSpPr/>
            <p:nvPr/>
          </p:nvSpPr>
          <p:spPr>
            <a:xfrm>
              <a:off x="2535748" y="1119794"/>
              <a:ext cx="82681" cy="51565"/>
            </a:xfrm>
            <a:custGeom>
              <a:avLst/>
              <a:gdLst/>
              <a:ahLst/>
              <a:cxnLst/>
              <a:rect l="l" t="t" r="r" b="b"/>
              <a:pathLst>
                <a:path w="2062" h="1286" extrusionOk="0">
                  <a:moveTo>
                    <a:pt x="81" y="1"/>
                  </a:moveTo>
                  <a:cubicBezTo>
                    <a:pt x="54" y="54"/>
                    <a:pt x="27" y="108"/>
                    <a:pt x="1" y="135"/>
                  </a:cubicBezTo>
                  <a:lnTo>
                    <a:pt x="1981" y="1285"/>
                  </a:lnTo>
                  <a:lnTo>
                    <a:pt x="2062" y="1125"/>
                  </a:ln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5" name="Google Shape;865;p67"/>
            <p:cNvSpPr/>
            <p:nvPr/>
          </p:nvSpPr>
          <p:spPr>
            <a:xfrm>
              <a:off x="2711778" y="921268"/>
              <a:ext cx="287659" cy="329521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217"/>
                  </a:lnTo>
                  <a:lnTo>
                    <a:pt x="3667" y="8217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6" name="Google Shape;866;p67"/>
            <p:cNvSpPr/>
            <p:nvPr/>
          </p:nvSpPr>
          <p:spPr>
            <a:xfrm>
              <a:off x="3092789" y="921268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80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0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41"/>
                  </a:lnTo>
                  <a:lnTo>
                    <a:pt x="7093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7" name="Google Shape;867;p67"/>
            <p:cNvSpPr/>
            <p:nvPr/>
          </p:nvSpPr>
          <p:spPr>
            <a:xfrm>
              <a:off x="3474843" y="92126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480" y="3961"/>
                  </a:lnTo>
                  <a:lnTo>
                    <a:pt x="81" y="1981"/>
                  </a:lnTo>
                  <a:lnTo>
                    <a:pt x="1" y="2141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36"/>
                  </a:lnTo>
                  <a:lnTo>
                    <a:pt x="3480" y="4256"/>
                  </a:lnTo>
                  <a:lnTo>
                    <a:pt x="3480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8" name="Google Shape;868;p67"/>
            <p:cNvSpPr/>
            <p:nvPr/>
          </p:nvSpPr>
          <p:spPr>
            <a:xfrm>
              <a:off x="3855854" y="953467"/>
              <a:ext cx="287659" cy="296240"/>
            </a:xfrm>
            <a:custGeom>
              <a:avLst/>
              <a:gdLst/>
              <a:ahLst/>
              <a:cxnLst/>
              <a:rect l="l" t="t" r="r" b="b"/>
              <a:pathLst>
                <a:path w="7174" h="7388" extrusionOk="0">
                  <a:moveTo>
                    <a:pt x="3507" y="0"/>
                  </a:moveTo>
                  <a:lnTo>
                    <a:pt x="3507" y="3158"/>
                  </a:lnTo>
                  <a:lnTo>
                    <a:pt x="81" y="1178"/>
                  </a:lnTo>
                  <a:lnTo>
                    <a:pt x="0" y="1312"/>
                  </a:lnTo>
                  <a:lnTo>
                    <a:pt x="3426" y="3292"/>
                  </a:lnTo>
                  <a:lnTo>
                    <a:pt x="0" y="5273"/>
                  </a:lnTo>
                  <a:lnTo>
                    <a:pt x="81" y="5433"/>
                  </a:lnTo>
                  <a:lnTo>
                    <a:pt x="3507" y="3453"/>
                  </a:lnTo>
                  <a:lnTo>
                    <a:pt x="3507" y="7387"/>
                  </a:lnTo>
                  <a:lnTo>
                    <a:pt x="3667" y="7387"/>
                  </a:lnTo>
                  <a:lnTo>
                    <a:pt x="3667" y="3453"/>
                  </a:lnTo>
                  <a:lnTo>
                    <a:pt x="7093" y="5407"/>
                  </a:lnTo>
                  <a:lnTo>
                    <a:pt x="7174" y="5273"/>
                  </a:lnTo>
                  <a:lnTo>
                    <a:pt x="3748" y="3292"/>
                  </a:lnTo>
                  <a:lnTo>
                    <a:pt x="5434" y="2329"/>
                  </a:lnTo>
                  <a:cubicBezTo>
                    <a:pt x="5380" y="2302"/>
                    <a:pt x="5354" y="2248"/>
                    <a:pt x="5327" y="2195"/>
                  </a:cubicBezTo>
                  <a:lnTo>
                    <a:pt x="3667" y="3158"/>
                  </a:lnTo>
                  <a:lnTo>
                    <a:pt x="3667" y="187"/>
                  </a:lnTo>
                  <a:cubicBezTo>
                    <a:pt x="3614" y="134"/>
                    <a:pt x="3560" y="80"/>
                    <a:pt x="350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9" name="Google Shape;869;p67"/>
            <p:cNvSpPr/>
            <p:nvPr/>
          </p:nvSpPr>
          <p:spPr>
            <a:xfrm>
              <a:off x="2417699" y="1498640"/>
              <a:ext cx="7538" cy="9704"/>
            </a:xfrm>
            <a:custGeom>
              <a:avLst/>
              <a:gdLst/>
              <a:ahLst/>
              <a:cxnLst/>
              <a:rect l="l" t="t" r="r" b="b"/>
              <a:pathLst>
                <a:path w="188" h="242" extrusionOk="0">
                  <a:moveTo>
                    <a:pt x="1" y="1"/>
                  </a:moveTo>
                  <a:cubicBezTo>
                    <a:pt x="1" y="54"/>
                    <a:pt x="1" y="135"/>
                    <a:pt x="1" y="188"/>
                  </a:cubicBezTo>
                  <a:lnTo>
                    <a:pt x="108" y="242"/>
                  </a:lnTo>
                  <a:lnTo>
                    <a:pt x="188" y="108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0" name="Google Shape;870;p67"/>
            <p:cNvSpPr/>
            <p:nvPr/>
          </p:nvSpPr>
          <p:spPr>
            <a:xfrm>
              <a:off x="2518586" y="1259335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1" name="Google Shape;871;p67"/>
            <p:cNvSpPr/>
            <p:nvPr/>
          </p:nvSpPr>
          <p:spPr>
            <a:xfrm>
              <a:off x="2899597" y="1259335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3" y="6049"/>
                  </a:lnTo>
                  <a:lnTo>
                    <a:pt x="3774" y="4095"/>
                  </a:lnTo>
                  <a:lnTo>
                    <a:pt x="7173" y="2115"/>
                  </a:lnTo>
                  <a:lnTo>
                    <a:pt x="7093" y="1954"/>
                  </a:lnTo>
                  <a:lnTo>
                    <a:pt x="3667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2" name="Google Shape;872;p67"/>
            <p:cNvSpPr/>
            <p:nvPr/>
          </p:nvSpPr>
          <p:spPr>
            <a:xfrm>
              <a:off x="3280608" y="1259335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35"/>
                  </a:lnTo>
                  <a:lnTo>
                    <a:pt x="107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107" y="6210"/>
                  </a:lnTo>
                  <a:lnTo>
                    <a:pt x="3506" y="4229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29"/>
                  </a:lnTo>
                  <a:lnTo>
                    <a:pt x="7093" y="6210"/>
                  </a:lnTo>
                  <a:lnTo>
                    <a:pt x="7200" y="6049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54"/>
                  </a:lnTo>
                  <a:lnTo>
                    <a:pt x="3694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3" name="Google Shape;873;p67"/>
            <p:cNvSpPr/>
            <p:nvPr/>
          </p:nvSpPr>
          <p:spPr>
            <a:xfrm>
              <a:off x="3662662" y="1258252"/>
              <a:ext cx="287659" cy="329521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122"/>
                  </a:lnTo>
                  <a:lnTo>
                    <a:pt x="1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8" y="8218"/>
                  </a:lnTo>
                  <a:lnTo>
                    <a:pt x="3668" y="4256"/>
                  </a:lnTo>
                  <a:lnTo>
                    <a:pt x="7094" y="6237"/>
                  </a:lnTo>
                  <a:lnTo>
                    <a:pt x="7174" y="6076"/>
                  </a:lnTo>
                  <a:lnTo>
                    <a:pt x="3748" y="4122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4" name="Google Shape;874;p67"/>
            <p:cNvSpPr/>
            <p:nvPr/>
          </p:nvSpPr>
          <p:spPr>
            <a:xfrm>
              <a:off x="4043673" y="1258252"/>
              <a:ext cx="193230" cy="329521"/>
            </a:xfrm>
            <a:custGeom>
              <a:avLst/>
              <a:gdLst/>
              <a:ahLst/>
              <a:cxnLst/>
              <a:rect l="l" t="t" r="r" b="b"/>
              <a:pathLst>
                <a:path w="4819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7" y="8218"/>
                  </a:lnTo>
                  <a:lnTo>
                    <a:pt x="3667" y="4256"/>
                  </a:lnTo>
                  <a:lnTo>
                    <a:pt x="4818" y="4925"/>
                  </a:lnTo>
                  <a:cubicBezTo>
                    <a:pt x="4818" y="4845"/>
                    <a:pt x="4818" y="4765"/>
                    <a:pt x="4792" y="4711"/>
                  </a:cubicBezTo>
                  <a:lnTo>
                    <a:pt x="3774" y="4096"/>
                  </a:lnTo>
                  <a:lnTo>
                    <a:pt x="4604" y="3614"/>
                  </a:lnTo>
                  <a:cubicBezTo>
                    <a:pt x="4604" y="3560"/>
                    <a:pt x="4577" y="3507"/>
                    <a:pt x="4577" y="3453"/>
                  </a:cubicBezTo>
                  <a:lnTo>
                    <a:pt x="3667" y="3962"/>
                  </a:lnTo>
                  <a:lnTo>
                    <a:pt x="3667" y="295"/>
                  </a:lnTo>
                  <a:cubicBezTo>
                    <a:pt x="3641" y="188"/>
                    <a:pt x="3614" y="108"/>
                    <a:pt x="358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5" name="Google Shape;875;p67"/>
            <p:cNvSpPr/>
            <p:nvPr/>
          </p:nvSpPr>
          <p:spPr>
            <a:xfrm>
              <a:off x="2423072" y="1578074"/>
              <a:ext cx="195355" cy="328439"/>
            </a:xfrm>
            <a:custGeom>
              <a:avLst/>
              <a:gdLst/>
              <a:ahLst/>
              <a:cxnLst/>
              <a:rect l="l" t="t" r="r" b="b"/>
              <a:pathLst>
                <a:path w="4872" h="8191" extrusionOk="0">
                  <a:moveTo>
                    <a:pt x="1205" y="1"/>
                  </a:moveTo>
                  <a:lnTo>
                    <a:pt x="1205" y="3935"/>
                  </a:lnTo>
                  <a:lnTo>
                    <a:pt x="0" y="3266"/>
                  </a:lnTo>
                  <a:lnTo>
                    <a:pt x="0" y="3266"/>
                  </a:lnTo>
                  <a:cubicBezTo>
                    <a:pt x="0" y="3320"/>
                    <a:pt x="27" y="3400"/>
                    <a:pt x="27" y="3480"/>
                  </a:cubicBezTo>
                  <a:lnTo>
                    <a:pt x="1098" y="4096"/>
                  </a:lnTo>
                  <a:lnTo>
                    <a:pt x="214" y="4604"/>
                  </a:lnTo>
                  <a:cubicBezTo>
                    <a:pt x="241" y="4658"/>
                    <a:pt x="241" y="4738"/>
                    <a:pt x="268" y="4792"/>
                  </a:cubicBezTo>
                  <a:lnTo>
                    <a:pt x="1205" y="4256"/>
                  </a:lnTo>
                  <a:lnTo>
                    <a:pt x="1205" y="8030"/>
                  </a:lnTo>
                  <a:cubicBezTo>
                    <a:pt x="1205" y="8084"/>
                    <a:pt x="1232" y="8137"/>
                    <a:pt x="1258" y="8191"/>
                  </a:cubicBezTo>
                  <a:lnTo>
                    <a:pt x="1365" y="8191"/>
                  </a:lnTo>
                  <a:lnTo>
                    <a:pt x="1365" y="4256"/>
                  </a:lnTo>
                  <a:lnTo>
                    <a:pt x="4791" y="6210"/>
                  </a:lnTo>
                  <a:lnTo>
                    <a:pt x="4872" y="6076"/>
                  </a:lnTo>
                  <a:lnTo>
                    <a:pt x="1446" y="4096"/>
                  </a:lnTo>
                  <a:lnTo>
                    <a:pt x="4872" y="2115"/>
                  </a:lnTo>
                  <a:lnTo>
                    <a:pt x="4791" y="1981"/>
                  </a:lnTo>
                  <a:lnTo>
                    <a:pt x="1365" y="3935"/>
                  </a:lnTo>
                  <a:lnTo>
                    <a:pt x="136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6" name="Google Shape;876;p67"/>
            <p:cNvSpPr/>
            <p:nvPr/>
          </p:nvSpPr>
          <p:spPr>
            <a:xfrm>
              <a:off x="2711778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56"/>
                  </a:lnTo>
                  <a:lnTo>
                    <a:pt x="7093" y="6210"/>
                  </a:lnTo>
                  <a:lnTo>
                    <a:pt x="7173" y="6076"/>
                  </a:lnTo>
                  <a:lnTo>
                    <a:pt x="3774" y="4096"/>
                  </a:lnTo>
                  <a:lnTo>
                    <a:pt x="7173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7" name="Google Shape;877;p67"/>
            <p:cNvSpPr/>
            <p:nvPr/>
          </p:nvSpPr>
          <p:spPr>
            <a:xfrm>
              <a:off x="3092789" y="1578074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1"/>
                  </a:moveTo>
                  <a:lnTo>
                    <a:pt x="3506" y="3935"/>
                  </a:lnTo>
                  <a:lnTo>
                    <a:pt x="80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0" y="6210"/>
                  </a:lnTo>
                  <a:lnTo>
                    <a:pt x="3506" y="4230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30"/>
                  </a:lnTo>
                  <a:lnTo>
                    <a:pt x="7093" y="6210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15"/>
                  </a:lnTo>
                  <a:lnTo>
                    <a:pt x="7093" y="1981"/>
                  </a:lnTo>
                  <a:lnTo>
                    <a:pt x="3694" y="3935"/>
                  </a:lnTo>
                  <a:lnTo>
                    <a:pt x="369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8" name="Google Shape;878;p67"/>
            <p:cNvSpPr/>
            <p:nvPr/>
          </p:nvSpPr>
          <p:spPr>
            <a:xfrm>
              <a:off x="3474843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1" y="2115"/>
                  </a:lnTo>
                  <a:lnTo>
                    <a:pt x="3400" y="4096"/>
                  </a:lnTo>
                  <a:lnTo>
                    <a:pt x="1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480" y="8191"/>
                  </a:lnTo>
                  <a:lnTo>
                    <a:pt x="3668" y="8191"/>
                  </a:lnTo>
                  <a:lnTo>
                    <a:pt x="3668" y="4230"/>
                  </a:lnTo>
                  <a:lnTo>
                    <a:pt x="7094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4" y="1955"/>
                  </a:lnTo>
                  <a:lnTo>
                    <a:pt x="3668" y="3935"/>
                  </a:lnTo>
                  <a:lnTo>
                    <a:pt x="366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9" name="Google Shape;879;p67"/>
            <p:cNvSpPr/>
            <p:nvPr/>
          </p:nvSpPr>
          <p:spPr>
            <a:xfrm>
              <a:off x="3855854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30"/>
                  </a:lnTo>
                  <a:lnTo>
                    <a:pt x="7093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3" y="1955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0" name="Google Shape;880;p67"/>
            <p:cNvSpPr/>
            <p:nvPr/>
          </p:nvSpPr>
          <p:spPr>
            <a:xfrm>
              <a:off x="2518586" y="1919388"/>
              <a:ext cx="287659" cy="293033"/>
            </a:xfrm>
            <a:custGeom>
              <a:avLst/>
              <a:gdLst/>
              <a:ahLst/>
              <a:cxnLst/>
              <a:rect l="l" t="t" r="r" b="b"/>
              <a:pathLst>
                <a:path w="7174" h="730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1767" y="5059"/>
                  </a:lnTo>
                  <a:cubicBezTo>
                    <a:pt x="1821" y="5086"/>
                    <a:pt x="1847" y="5139"/>
                    <a:pt x="1874" y="5193"/>
                  </a:cubicBezTo>
                  <a:lnTo>
                    <a:pt x="3507" y="4256"/>
                  </a:lnTo>
                  <a:lnTo>
                    <a:pt x="3507" y="7120"/>
                  </a:lnTo>
                  <a:cubicBezTo>
                    <a:pt x="3560" y="7200"/>
                    <a:pt x="3614" y="7254"/>
                    <a:pt x="3667" y="7307"/>
                  </a:cubicBezTo>
                  <a:lnTo>
                    <a:pt x="3667" y="4256"/>
                  </a:lnTo>
                  <a:lnTo>
                    <a:pt x="7093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1" name="Google Shape;881;p67"/>
            <p:cNvSpPr/>
            <p:nvPr/>
          </p:nvSpPr>
          <p:spPr>
            <a:xfrm>
              <a:off x="2899597" y="191938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7" y="8190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2" name="Google Shape;882;p67"/>
            <p:cNvSpPr/>
            <p:nvPr/>
          </p:nvSpPr>
          <p:spPr>
            <a:xfrm>
              <a:off x="3280608" y="1919388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107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107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3" name="Google Shape;883;p67"/>
            <p:cNvSpPr/>
            <p:nvPr/>
          </p:nvSpPr>
          <p:spPr>
            <a:xfrm>
              <a:off x="3662662" y="191938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1" y="2115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4" name="Google Shape;884;p67"/>
            <p:cNvSpPr/>
            <p:nvPr/>
          </p:nvSpPr>
          <p:spPr>
            <a:xfrm>
              <a:off x="4043673" y="1998782"/>
              <a:ext cx="78391" cy="49400"/>
            </a:xfrm>
            <a:custGeom>
              <a:avLst/>
              <a:gdLst/>
              <a:ahLst/>
              <a:cxnLst/>
              <a:rect l="l" t="t" r="r" b="b"/>
              <a:pathLst>
                <a:path w="1955" h="1232" extrusionOk="0">
                  <a:moveTo>
                    <a:pt x="81" y="1"/>
                  </a:moveTo>
                  <a:lnTo>
                    <a:pt x="0" y="135"/>
                  </a:lnTo>
                  <a:lnTo>
                    <a:pt x="1874" y="1232"/>
                  </a:lnTo>
                  <a:cubicBezTo>
                    <a:pt x="1901" y="1178"/>
                    <a:pt x="1928" y="1125"/>
                    <a:pt x="1954" y="1071"/>
                  </a:cubicBez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5" name="Google Shape;885;p67"/>
            <p:cNvSpPr/>
            <p:nvPr/>
          </p:nvSpPr>
          <p:spPr>
            <a:xfrm>
              <a:off x="2884560" y="2317561"/>
              <a:ext cx="114879" cy="68727"/>
            </a:xfrm>
            <a:custGeom>
              <a:avLst/>
              <a:gdLst/>
              <a:ahLst/>
              <a:cxnLst/>
              <a:rect l="l" t="t" r="r" b="b"/>
              <a:pathLst>
                <a:path w="2865" h="1714" extrusionOk="0">
                  <a:moveTo>
                    <a:pt x="2784" y="0"/>
                  </a:moveTo>
                  <a:lnTo>
                    <a:pt x="1" y="1606"/>
                  </a:lnTo>
                  <a:cubicBezTo>
                    <a:pt x="54" y="1660"/>
                    <a:pt x="108" y="1686"/>
                    <a:pt x="161" y="1713"/>
                  </a:cubicBezTo>
                  <a:lnTo>
                    <a:pt x="2864" y="161"/>
                  </a:lnTo>
                  <a:lnTo>
                    <a:pt x="278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6" name="Google Shape;886;p67"/>
            <p:cNvSpPr/>
            <p:nvPr/>
          </p:nvSpPr>
          <p:spPr>
            <a:xfrm>
              <a:off x="2852362" y="2238127"/>
              <a:ext cx="6496" cy="129916"/>
            </a:xfrm>
            <a:custGeom>
              <a:avLst/>
              <a:gdLst/>
              <a:ahLst/>
              <a:cxnLst/>
              <a:rect l="l" t="t" r="r" b="b"/>
              <a:pathLst>
                <a:path w="162" h="3240" extrusionOk="0">
                  <a:moveTo>
                    <a:pt x="1" y="0"/>
                  </a:moveTo>
                  <a:lnTo>
                    <a:pt x="1" y="3132"/>
                  </a:lnTo>
                  <a:cubicBezTo>
                    <a:pt x="54" y="3159"/>
                    <a:pt x="108" y="3212"/>
                    <a:pt x="161" y="3239"/>
                  </a:cubicBez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7" name="Google Shape;887;p67"/>
            <p:cNvSpPr/>
            <p:nvPr/>
          </p:nvSpPr>
          <p:spPr>
            <a:xfrm>
              <a:off x="3092789" y="2238127"/>
              <a:ext cx="288742" cy="255461"/>
            </a:xfrm>
            <a:custGeom>
              <a:avLst/>
              <a:gdLst/>
              <a:ahLst/>
              <a:cxnLst/>
              <a:rect l="l" t="t" r="r" b="b"/>
              <a:pathLst>
                <a:path w="7201" h="6371" extrusionOk="0">
                  <a:moveTo>
                    <a:pt x="3506" y="0"/>
                  </a:moveTo>
                  <a:lnTo>
                    <a:pt x="3506" y="3962"/>
                  </a:lnTo>
                  <a:lnTo>
                    <a:pt x="80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455" y="5835"/>
                  </a:lnTo>
                  <a:cubicBezTo>
                    <a:pt x="535" y="5835"/>
                    <a:pt x="616" y="5862"/>
                    <a:pt x="696" y="5889"/>
                  </a:cubicBezTo>
                  <a:lnTo>
                    <a:pt x="3506" y="4256"/>
                  </a:lnTo>
                  <a:lnTo>
                    <a:pt x="3506" y="6371"/>
                  </a:lnTo>
                  <a:lnTo>
                    <a:pt x="3694" y="6371"/>
                  </a:lnTo>
                  <a:lnTo>
                    <a:pt x="3694" y="4256"/>
                  </a:lnTo>
                  <a:lnTo>
                    <a:pt x="7093" y="6237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42"/>
                  </a:lnTo>
                  <a:lnTo>
                    <a:pt x="7093" y="1981"/>
                  </a:lnTo>
                  <a:lnTo>
                    <a:pt x="3694" y="3962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8" name="Google Shape;888;p67"/>
            <p:cNvSpPr/>
            <p:nvPr/>
          </p:nvSpPr>
          <p:spPr>
            <a:xfrm>
              <a:off x="3474843" y="2238127"/>
              <a:ext cx="287659" cy="247963"/>
            </a:xfrm>
            <a:custGeom>
              <a:avLst/>
              <a:gdLst/>
              <a:ahLst/>
              <a:cxnLst/>
              <a:rect l="l" t="t" r="r" b="b"/>
              <a:pathLst>
                <a:path w="7174" h="6184" extrusionOk="0">
                  <a:moveTo>
                    <a:pt x="3507" y="0"/>
                  </a:moveTo>
                  <a:lnTo>
                    <a:pt x="3480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096"/>
                  </a:lnTo>
                  <a:lnTo>
                    <a:pt x="1" y="6076"/>
                  </a:lnTo>
                  <a:lnTo>
                    <a:pt x="54" y="6183"/>
                  </a:lnTo>
                  <a:lnTo>
                    <a:pt x="161" y="6183"/>
                  </a:lnTo>
                  <a:lnTo>
                    <a:pt x="3480" y="4256"/>
                  </a:lnTo>
                  <a:lnTo>
                    <a:pt x="3480" y="5354"/>
                  </a:lnTo>
                  <a:cubicBezTo>
                    <a:pt x="3560" y="5327"/>
                    <a:pt x="3614" y="5327"/>
                    <a:pt x="3668" y="5300"/>
                  </a:cubicBezTo>
                  <a:lnTo>
                    <a:pt x="3668" y="4256"/>
                  </a:lnTo>
                  <a:lnTo>
                    <a:pt x="4765" y="4899"/>
                  </a:lnTo>
                  <a:cubicBezTo>
                    <a:pt x="4845" y="4872"/>
                    <a:pt x="4899" y="4845"/>
                    <a:pt x="4979" y="4818"/>
                  </a:cubicBezTo>
                  <a:lnTo>
                    <a:pt x="3748" y="4096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9" name="Google Shape;889;p67"/>
            <p:cNvSpPr/>
            <p:nvPr/>
          </p:nvSpPr>
          <p:spPr>
            <a:xfrm>
              <a:off x="3855854" y="2317561"/>
              <a:ext cx="12911" cy="9704"/>
            </a:xfrm>
            <a:custGeom>
              <a:avLst/>
              <a:gdLst/>
              <a:ahLst/>
              <a:cxnLst/>
              <a:rect l="l" t="t" r="r" b="b"/>
              <a:pathLst>
                <a:path w="322" h="242" extrusionOk="0">
                  <a:moveTo>
                    <a:pt x="81" y="0"/>
                  </a:moveTo>
                  <a:lnTo>
                    <a:pt x="0" y="134"/>
                  </a:lnTo>
                  <a:lnTo>
                    <a:pt x="161" y="241"/>
                  </a:lnTo>
                  <a:cubicBezTo>
                    <a:pt x="215" y="214"/>
                    <a:pt x="268" y="161"/>
                    <a:pt x="322" y="134"/>
                  </a:cubicBezTo>
                  <a:lnTo>
                    <a:pt x="8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6 ">
  <p:cSld name="CUSTOM_32_2_1">
    <p:spTree>
      <p:nvGrpSpPr>
        <p:cNvPr id="1" name="Shape 8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1" name="Google Shape;891;p68"/>
          <p:cNvSpPr/>
          <p:nvPr/>
        </p:nvSpPr>
        <p:spPr>
          <a:xfrm rot="672094">
            <a:off x="-3534661" y="414138"/>
            <a:ext cx="4680680" cy="4251900"/>
          </a:xfrm>
          <a:custGeom>
            <a:avLst/>
            <a:gdLst/>
            <a:ahLst/>
            <a:cxnLst/>
            <a:rect l="l" t="t" r="r" b="b"/>
            <a:pathLst>
              <a:path w="65181" h="59210" extrusionOk="0">
                <a:moveTo>
                  <a:pt x="23617" y="9808"/>
                </a:moveTo>
                <a:cubicBezTo>
                  <a:pt x="25785" y="15712"/>
                  <a:pt x="27153" y="21883"/>
                  <a:pt x="35092" y="17079"/>
                </a:cubicBezTo>
                <a:cubicBezTo>
                  <a:pt x="42998" y="12309"/>
                  <a:pt x="55740" y="12376"/>
                  <a:pt x="59276" y="17546"/>
                </a:cubicBezTo>
                <a:cubicBezTo>
                  <a:pt x="62812" y="22717"/>
                  <a:pt x="56140" y="30055"/>
                  <a:pt x="55940" y="36393"/>
                </a:cubicBezTo>
                <a:cubicBezTo>
                  <a:pt x="55740" y="42731"/>
                  <a:pt x="65180" y="49603"/>
                  <a:pt x="57741" y="54406"/>
                </a:cubicBezTo>
                <a:cubicBezTo>
                  <a:pt x="50303" y="59210"/>
                  <a:pt x="31556" y="57108"/>
                  <a:pt x="33224" y="47535"/>
                </a:cubicBezTo>
                <a:cubicBezTo>
                  <a:pt x="34892" y="37928"/>
                  <a:pt x="25719" y="35026"/>
                  <a:pt x="17579" y="31256"/>
                </a:cubicBezTo>
                <a:cubicBezTo>
                  <a:pt x="9440" y="27520"/>
                  <a:pt x="0" y="13744"/>
                  <a:pt x="7706" y="6872"/>
                </a:cubicBezTo>
                <a:cubicBezTo>
                  <a:pt x="15411" y="1"/>
                  <a:pt x="21449" y="3870"/>
                  <a:pt x="23617" y="9808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2" name="Google Shape;892;p68"/>
          <p:cNvSpPr/>
          <p:nvPr/>
        </p:nvSpPr>
        <p:spPr>
          <a:xfrm>
            <a:off x="8264550" y="465501"/>
            <a:ext cx="1460036" cy="1906827"/>
          </a:xfrm>
          <a:custGeom>
            <a:avLst/>
            <a:gdLst/>
            <a:ahLst/>
            <a:cxnLst/>
            <a:rect l="l" t="t" r="r" b="b"/>
            <a:pathLst>
              <a:path w="17277" h="22564" extrusionOk="0">
                <a:moveTo>
                  <a:pt x="9074" y="0"/>
                </a:moveTo>
                <a:cubicBezTo>
                  <a:pt x="8555" y="0"/>
                  <a:pt x="8010" y="60"/>
                  <a:pt x="7441" y="188"/>
                </a:cubicBezTo>
                <a:cubicBezTo>
                  <a:pt x="2543" y="1285"/>
                  <a:pt x="1" y="6692"/>
                  <a:pt x="54" y="12607"/>
                </a:cubicBezTo>
                <a:cubicBezTo>
                  <a:pt x="134" y="18683"/>
                  <a:pt x="3989" y="22189"/>
                  <a:pt x="8592" y="22564"/>
                </a:cubicBezTo>
                <a:cubicBezTo>
                  <a:pt x="14641" y="22082"/>
                  <a:pt x="16354" y="18388"/>
                  <a:pt x="16836" y="12312"/>
                </a:cubicBezTo>
                <a:cubicBezTo>
                  <a:pt x="17276" y="6737"/>
                  <a:pt x="14567" y="0"/>
                  <a:pt x="9074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3" name="Google Shape;893;p68"/>
          <p:cNvSpPr txBox="1">
            <a:spLocks noGrp="1"/>
          </p:cNvSpPr>
          <p:nvPr>
            <p:ph type="title"/>
          </p:nvPr>
        </p:nvSpPr>
        <p:spPr>
          <a:xfrm>
            <a:off x="713250" y="523025"/>
            <a:ext cx="7717500" cy="541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894" name="Google Shape;894;p68"/>
          <p:cNvSpPr txBox="1">
            <a:spLocks noGrp="1"/>
          </p:cNvSpPr>
          <p:nvPr>
            <p:ph type="subTitle" idx="1"/>
          </p:nvPr>
        </p:nvSpPr>
        <p:spPr>
          <a:xfrm>
            <a:off x="713250" y="1126100"/>
            <a:ext cx="7717500" cy="3442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50"/>
              <a:buFont typeface="Ubuntu"/>
              <a:buChar char="●"/>
              <a:defRPr sz="16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buntu"/>
              <a:buAutoNum type="alphaLcPeriod"/>
              <a:defRPr sz="1600"/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buntu"/>
              <a:buAutoNum type="romanLcPeriod"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buntu"/>
              <a:buAutoNum type="arabicPeriod"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buntu"/>
              <a:buAutoNum type="alphaLcPeriod"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buntu"/>
              <a:buAutoNum type="romanLcPeriod"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buntu"/>
              <a:buAutoNum type="arabicPeriod"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buntu"/>
              <a:buAutoNum type="alphaLcPeriod"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buntu"/>
              <a:buAutoNum type="romanLcPeriod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7 ">
  <p:cSld name="CUSTOM_1_1_1">
    <p:spTree>
      <p:nvGrpSpPr>
        <p:cNvPr id="1" name="Shape 8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6" name="Google Shape;896;p69"/>
          <p:cNvSpPr/>
          <p:nvPr/>
        </p:nvSpPr>
        <p:spPr>
          <a:xfrm rot="-5620636">
            <a:off x="7260268" y="484121"/>
            <a:ext cx="2991681" cy="2870601"/>
          </a:xfrm>
          <a:custGeom>
            <a:avLst/>
            <a:gdLst/>
            <a:ahLst/>
            <a:cxnLst/>
            <a:rect l="l" t="t" r="r" b="b"/>
            <a:pathLst>
              <a:path w="20582" h="19749" extrusionOk="0">
                <a:moveTo>
                  <a:pt x="15178" y="401"/>
                </a:moveTo>
                <a:cubicBezTo>
                  <a:pt x="11542" y="1"/>
                  <a:pt x="4470" y="1235"/>
                  <a:pt x="2235" y="7773"/>
                </a:cubicBezTo>
                <a:cubicBezTo>
                  <a:pt x="0" y="14311"/>
                  <a:pt x="7939" y="17947"/>
                  <a:pt x="11675" y="18848"/>
                </a:cubicBezTo>
                <a:cubicBezTo>
                  <a:pt x="15445" y="19748"/>
                  <a:pt x="20315" y="19448"/>
                  <a:pt x="20448" y="13477"/>
                </a:cubicBezTo>
                <a:cubicBezTo>
                  <a:pt x="20582" y="7506"/>
                  <a:pt x="18780" y="835"/>
                  <a:pt x="15178" y="40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7" name="Google Shape;897;p69"/>
          <p:cNvSpPr/>
          <p:nvPr/>
        </p:nvSpPr>
        <p:spPr>
          <a:xfrm rot="135969" flipH="1">
            <a:off x="-1259479" y="-732013"/>
            <a:ext cx="3397316" cy="3383229"/>
          </a:xfrm>
          <a:custGeom>
            <a:avLst/>
            <a:gdLst/>
            <a:ahLst/>
            <a:cxnLst/>
            <a:rect l="l" t="t" r="r" b="b"/>
            <a:pathLst>
              <a:path w="48235" h="48035" extrusionOk="0">
                <a:moveTo>
                  <a:pt x="3770" y="17379"/>
                </a:moveTo>
                <a:cubicBezTo>
                  <a:pt x="7573" y="20948"/>
                  <a:pt x="10108" y="20948"/>
                  <a:pt x="20515" y="21349"/>
                </a:cubicBezTo>
                <a:cubicBezTo>
                  <a:pt x="30956" y="21782"/>
                  <a:pt x="19314" y="35525"/>
                  <a:pt x="27520" y="41797"/>
                </a:cubicBezTo>
                <a:cubicBezTo>
                  <a:pt x="35726" y="48034"/>
                  <a:pt x="48235" y="37827"/>
                  <a:pt x="48235" y="26986"/>
                </a:cubicBezTo>
                <a:cubicBezTo>
                  <a:pt x="48235" y="16145"/>
                  <a:pt x="35026" y="0"/>
                  <a:pt x="18080" y="867"/>
                </a:cubicBezTo>
                <a:cubicBezTo>
                  <a:pt x="1135" y="1768"/>
                  <a:pt x="1" y="13843"/>
                  <a:pt x="3770" y="17379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8" name="Google Shape;898;p69"/>
          <p:cNvSpPr/>
          <p:nvPr/>
        </p:nvSpPr>
        <p:spPr>
          <a:xfrm rot="10800000">
            <a:off x="7259653" y="3925437"/>
            <a:ext cx="1774800" cy="17748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899" name="Google Shape;899;p69"/>
          <p:cNvGrpSpPr/>
          <p:nvPr/>
        </p:nvGrpSpPr>
        <p:grpSpPr>
          <a:xfrm rot="10800000">
            <a:off x="6624625" y="3303820"/>
            <a:ext cx="1696762" cy="1688828"/>
            <a:chOff x="2414491" y="671177"/>
            <a:chExt cx="1830972" cy="1822411"/>
          </a:xfrm>
        </p:grpSpPr>
        <p:sp>
          <p:nvSpPr>
            <p:cNvPr id="900" name="Google Shape;900;p69"/>
            <p:cNvSpPr/>
            <p:nvPr/>
          </p:nvSpPr>
          <p:spPr>
            <a:xfrm>
              <a:off x="2414491" y="671177"/>
              <a:ext cx="1830972" cy="1822391"/>
            </a:xfrm>
            <a:custGeom>
              <a:avLst/>
              <a:gdLst/>
              <a:ahLst/>
              <a:cxnLst/>
              <a:rect l="l" t="t" r="r" b="b"/>
              <a:pathLst>
                <a:path w="45663" h="45449" extrusionOk="0">
                  <a:moveTo>
                    <a:pt x="10947" y="4979"/>
                  </a:moveTo>
                  <a:lnTo>
                    <a:pt x="15605" y="7656"/>
                  </a:lnTo>
                  <a:lnTo>
                    <a:pt x="15605" y="13062"/>
                  </a:lnTo>
                  <a:lnTo>
                    <a:pt x="10947" y="15766"/>
                  </a:lnTo>
                  <a:lnTo>
                    <a:pt x="6263" y="13062"/>
                  </a:lnTo>
                  <a:lnTo>
                    <a:pt x="6263" y="7656"/>
                  </a:lnTo>
                  <a:lnTo>
                    <a:pt x="10947" y="4979"/>
                  </a:lnTo>
                  <a:close/>
                  <a:moveTo>
                    <a:pt x="20449" y="4979"/>
                  </a:moveTo>
                  <a:lnTo>
                    <a:pt x="25133" y="7656"/>
                  </a:lnTo>
                  <a:lnTo>
                    <a:pt x="25133" y="13062"/>
                  </a:lnTo>
                  <a:lnTo>
                    <a:pt x="20449" y="15766"/>
                  </a:lnTo>
                  <a:lnTo>
                    <a:pt x="15792" y="13062"/>
                  </a:lnTo>
                  <a:lnTo>
                    <a:pt x="15792" y="7656"/>
                  </a:lnTo>
                  <a:lnTo>
                    <a:pt x="20449" y="4979"/>
                  </a:lnTo>
                  <a:close/>
                  <a:moveTo>
                    <a:pt x="29978" y="4979"/>
                  </a:moveTo>
                  <a:lnTo>
                    <a:pt x="34635" y="7656"/>
                  </a:lnTo>
                  <a:lnTo>
                    <a:pt x="34635" y="13062"/>
                  </a:lnTo>
                  <a:lnTo>
                    <a:pt x="29978" y="15766"/>
                  </a:lnTo>
                  <a:lnTo>
                    <a:pt x="25294" y="13062"/>
                  </a:lnTo>
                  <a:lnTo>
                    <a:pt x="25294" y="7656"/>
                  </a:lnTo>
                  <a:lnTo>
                    <a:pt x="29978" y="4979"/>
                  </a:lnTo>
                  <a:close/>
                  <a:moveTo>
                    <a:pt x="6183" y="13196"/>
                  </a:moveTo>
                  <a:lnTo>
                    <a:pt x="10867" y="15899"/>
                  </a:lnTo>
                  <a:lnTo>
                    <a:pt x="10867" y="21306"/>
                  </a:lnTo>
                  <a:lnTo>
                    <a:pt x="6183" y="23983"/>
                  </a:lnTo>
                  <a:lnTo>
                    <a:pt x="1526" y="21306"/>
                  </a:lnTo>
                  <a:lnTo>
                    <a:pt x="1526" y="15899"/>
                  </a:lnTo>
                  <a:lnTo>
                    <a:pt x="6183" y="13196"/>
                  </a:lnTo>
                  <a:close/>
                  <a:moveTo>
                    <a:pt x="15712" y="13196"/>
                  </a:moveTo>
                  <a:lnTo>
                    <a:pt x="20369" y="15899"/>
                  </a:lnTo>
                  <a:lnTo>
                    <a:pt x="20369" y="21306"/>
                  </a:lnTo>
                  <a:lnTo>
                    <a:pt x="15712" y="23983"/>
                  </a:lnTo>
                  <a:lnTo>
                    <a:pt x="11028" y="21306"/>
                  </a:lnTo>
                  <a:lnTo>
                    <a:pt x="11028" y="15899"/>
                  </a:lnTo>
                  <a:lnTo>
                    <a:pt x="15712" y="13196"/>
                  </a:lnTo>
                  <a:close/>
                  <a:moveTo>
                    <a:pt x="25213" y="13196"/>
                  </a:moveTo>
                  <a:lnTo>
                    <a:pt x="29871" y="15899"/>
                  </a:lnTo>
                  <a:lnTo>
                    <a:pt x="29871" y="21306"/>
                  </a:lnTo>
                  <a:lnTo>
                    <a:pt x="25213" y="23983"/>
                  </a:lnTo>
                  <a:lnTo>
                    <a:pt x="20529" y="21306"/>
                  </a:lnTo>
                  <a:lnTo>
                    <a:pt x="20529" y="15899"/>
                  </a:lnTo>
                  <a:lnTo>
                    <a:pt x="25213" y="13196"/>
                  </a:lnTo>
                  <a:close/>
                  <a:moveTo>
                    <a:pt x="34715" y="13196"/>
                  </a:moveTo>
                  <a:lnTo>
                    <a:pt x="39399" y="15899"/>
                  </a:lnTo>
                  <a:lnTo>
                    <a:pt x="39399" y="21306"/>
                  </a:lnTo>
                  <a:lnTo>
                    <a:pt x="34715" y="23983"/>
                  </a:lnTo>
                  <a:lnTo>
                    <a:pt x="30058" y="21306"/>
                  </a:lnTo>
                  <a:lnTo>
                    <a:pt x="30058" y="15899"/>
                  </a:lnTo>
                  <a:lnTo>
                    <a:pt x="34715" y="13196"/>
                  </a:lnTo>
                  <a:close/>
                  <a:moveTo>
                    <a:pt x="10947" y="21440"/>
                  </a:moveTo>
                  <a:lnTo>
                    <a:pt x="15605" y="24143"/>
                  </a:lnTo>
                  <a:lnTo>
                    <a:pt x="15605" y="29523"/>
                  </a:lnTo>
                  <a:lnTo>
                    <a:pt x="10947" y="32226"/>
                  </a:lnTo>
                  <a:lnTo>
                    <a:pt x="6263" y="29523"/>
                  </a:lnTo>
                  <a:lnTo>
                    <a:pt x="6263" y="24143"/>
                  </a:lnTo>
                  <a:lnTo>
                    <a:pt x="10947" y="21440"/>
                  </a:lnTo>
                  <a:close/>
                  <a:moveTo>
                    <a:pt x="20449" y="21440"/>
                  </a:moveTo>
                  <a:lnTo>
                    <a:pt x="25133" y="24143"/>
                  </a:lnTo>
                  <a:lnTo>
                    <a:pt x="25133" y="29523"/>
                  </a:lnTo>
                  <a:lnTo>
                    <a:pt x="20449" y="32226"/>
                  </a:lnTo>
                  <a:lnTo>
                    <a:pt x="15792" y="29523"/>
                  </a:lnTo>
                  <a:lnTo>
                    <a:pt x="15792" y="24143"/>
                  </a:lnTo>
                  <a:lnTo>
                    <a:pt x="20449" y="21440"/>
                  </a:lnTo>
                  <a:close/>
                  <a:moveTo>
                    <a:pt x="29978" y="21440"/>
                  </a:moveTo>
                  <a:lnTo>
                    <a:pt x="34635" y="24143"/>
                  </a:lnTo>
                  <a:lnTo>
                    <a:pt x="34635" y="29523"/>
                  </a:lnTo>
                  <a:lnTo>
                    <a:pt x="29978" y="32226"/>
                  </a:lnTo>
                  <a:lnTo>
                    <a:pt x="25294" y="29523"/>
                  </a:lnTo>
                  <a:lnTo>
                    <a:pt x="25294" y="24143"/>
                  </a:lnTo>
                  <a:lnTo>
                    <a:pt x="29978" y="21440"/>
                  </a:lnTo>
                  <a:close/>
                  <a:moveTo>
                    <a:pt x="39480" y="21440"/>
                  </a:moveTo>
                  <a:lnTo>
                    <a:pt x="44137" y="24143"/>
                  </a:lnTo>
                  <a:lnTo>
                    <a:pt x="44137" y="29523"/>
                  </a:lnTo>
                  <a:lnTo>
                    <a:pt x="39480" y="32226"/>
                  </a:lnTo>
                  <a:lnTo>
                    <a:pt x="34796" y="29523"/>
                  </a:lnTo>
                  <a:lnTo>
                    <a:pt x="34796" y="24143"/>
                  </a:lnTo>
                  <a:lnTo>
                    <a:pt x="39480" y="21440"/>
                  </a:lnTo>
                  <a:close/>
                  <a:moveTo>
                    <a:pt x="15712" y="29684"/>
                  </a:moveTo>
                  <a:lnTo>
                    <a:pt x="20369" y="32387"/>
                  </a:lnTo>
                  <a:lnTo>
                    <a:pt x="20369" y="37767"/>
                  </a:lnTo>
                  <a:lnTo>
                    <a:pt x="15712" y="40470"/>
                  </a:lnTo>
                  <a:lnTo>
                    <a:pt x="11028" y="37767"/>
                  </a:lnTo>
                  <a:lnTo>
                    <a:pt x="11028" y="32387"/>
                  </a:lnTo>
                  <a:lnTo>
                    <a:pt x="15712" y="29684"/>
                  </a:lnTo>
                  <a:close/>
                  <a:moveTo>
                    <a:pt x="25213" y="29684"/>
                  </a:moveTo>
                  <a:lnTo>
                    <a:pt x="29871" y="32387"/>
                  </a:lnTo>
                  <a:lnTo>
                    <a:pt x="29871" y="37767"/>
                  </a:lnTo>
                  <a:lnTo>
                    <a:pt x="25213" y="40470"/>
                  </a:lnTo>
                  <a:lnTo>
                    <a:pt x="20529" y="37767"/>
                  </a:lnTo>
                  <a:lnTo>
                    <a:pt x="20529" y="32387"/>
                  </a:lnTo>
                  <a:lnTo>
                    <a:pt x="25213" y="29684"/>
                  </a:lnTo>
                  <a:close/>
                  <a:moveTo>
                    <a:pt x="34715" y="29684"/>
                  </a:moveTo>
                  <a:lnTo>
                    <a:pt x="39399" y="32387"/>
                  </a:lnTo>
                  <a:lnTo>
                    <a:pt x="39399" y="37767"/>
                  </a:lnTo>
                  <a:lnTo>
                    <a:pt x="34715" y="40470"/>
                  </a:lnTo>
                  <a:lnTo>
                    <a:pt x="30058" y="37767"/>
                  </a:lnTo>
                  <a:lnTo>
                    <a:pt x="30058" y="32387"/>
                  </a:lnTo>
                  <a:lnTo>
                    <a:pt x="34715" y="29684"/>
                  </a:lnTo>
                  <a:close/>
                  <a:moveTo>
                    <a:pt x="20369" y="1"/>
                  </a:moveTo>
                  <a:lnTo>
                    <a:pt x="20369" y="4818"/>
                  </a:lnTo>
                  <a:lnTo>
                    <a:pt x="15712" y="7522"/>
                  </a:lnTo>
                  <a:lnTo>
                    <a:pt x="11028" y="4818"/>
                  </a:lnTo>
                  <a:lnTo>
                    <a:pt x="11028" y="3159"/>
                  </a:lnTo>
                  <a:cubicBezTo>
                    <a:pt x="10974" y="3186"/>
                    <a:pt x="10921" y="3239"/>
                    <a:pt x="10867" y="3266"/>
                  </a:cubicBezTo>
                  <a:lnTo>
                    <a:pt x="10867" y="4818"/>
                  </a:lnTo>
                  <a:lnTo>
                    <a:pt x="6183" y="7522"/>
                  </a:lnTo>
                  <a:lnTo>
                    <a:pt x="5915" y="7361"/>
                  </a:lnTo>
                  <a:cubicBezTo>
                    <a:pt x="5889" y="7415"/>
                    <a:pt x="5835" y="7442"/>
                    <a:pt x="5808" y="7495"/>
                  </a:cubicBezTo>
                  <a:lnTo>
                    <a:pt x="6103" y="7656"/>
                  </a:lnTo>
                  <a:lnTo>
                    <a:pt x="6103" y="13062"/>
                  </a:lnTo>
                  <a:lnTo>
                    <a:pt x="1419" y="15766"/>
                  </a:lnTo>
                  <a:lnTo>
                    <a:pt x="1124" y="15578"/>
                  </a:lnTo>
                  <a:cubicBezTo>
                    <a:pt x="1124" y="15632"/>
                    <a:pt x="1098" y="15685"/>
                    <a:pt x="1071" y="15739"/>
                  </a:cubicBezTo>
                  <a:lnTo>
                    <a:pt x="1338" y="15899"/>
                  </a:lnTo>
                  <a:lnTo>
                    <a:pt x="1338" y="21306"/>
                  </a:lnTo>
                  <a:lnTo>
                    <a:pt x="0" y="22082"/>
                  </a:lnTo>
                  <a:cubicBezTo>
                    <a:pt x="0" y="22136"/>
                    <a:pt x="0" y="22216"/>
                    <a:pt x="0" y="22270"/>
                  </a:cubicBezTo>
                  <a:lnTo>
                    <a:pt x="1419" y="21440"/>
                  </a:lnTo>
                  <a:lnTo>
                    <a:pt x="6103" y="24143"/>
                  </a:lnTo>
                  <a:lnTo>
                    <a:pt x="6103" y="29523"/>
                  </a:lnTo>
                  <a:lnTo>
                    <a:pt x="1927" y="31932"/>
                  </a:lnTo>
                  <a:cubicBezTo>
                    <a:pt x="1954" y="31986"/>
                    <a:pt x="1981" y="32039"/>
                    <a:pt x="2008" y="32093"/>
                  </a:cubicBezTo>
                  <a:lnTo>
                    <a:pt x="6183" y="29684"/>
                  </a:lnTo>
                  <a:lnTo>
                    <a:pt x="10867" y="32387"/>
                  </a:lnTo>
                  <a:lnTo>
                    <a:pt x="10867" y="37767"/>
                  </a:lnTo>
                  <a:lnTo>
                    <a:pt x="7548" y="39694"/>
                  </a:lnTo>
                  <a:cubicBezTo>
                    <a:pt x="7575" y="39721"/>
                    <a:pt x="7628" y="39774"/>
                    <a:pt x="7682" y="39801"/>
                  </a:cubicBezTo>
                  <a:lnTo>
                    <a:pt x="10947" y="37928"/>
                  </a:lnTo>
                  <a:lnTo>
                    <a:pt x="15605" y="40631"/>
                  </a:lnTo>
                  <a:lnTo>
                    <a:pt x="15605" y="44405"/>
                  </a:lnTo>
                  <a:cubicBezTo>
                    <a:pt x="15658" y="44405"/>
                    <a:pt x="15738" y="44432"/>
                    <a:pt x="15792" y="44458"/>
                  </a:cubicBezTo>
                  <a:lnTo>
                    <a:pt x="15792" y="40631"/>
                  </a:lnTo>
                  <a:lnTo>
                    <a:pt x="20449" y="37928"/>
                  </a:lnTo>
                  <a:lnTo>
                    <a:pt x="25133" y="40631"/>
                  </a:lnTo>
                  <a:lnTo>
                    <a:pt x="25133" y="45449"/>
                  </a:lnTo>
                  <a:cubicBezTo>
                    <a:pt x="25187" y="45449"/>
                    <a:pt x="25240" y="45449"/>
                    <a:pt x="25294" y="45422"/>
                  </a:cubicBezTo>
                  <a:lnTo>
                    <a:pt x="25294" y="40631"/>
                  </a:lnTo>
                  <a:lnTo>
                    <a:pt x="29978" y="37928"/>
                  </a:lnTo>
                  <a:lnTo>
                    <a:pt x="34635" y="40631"/>
                  </a:lnTo>
                  <a:lnTo>
                    <a:pt x="34635" y="42290"/>
                  </a:lnTo>
                  <a:cubicBezTo>
                    <a:pt x="34688" y="42237"/>
                    <a:pt x="34742" y="42210"/>
                    <a:pt x="34796" y="42183"/>
                  </a:cubicBezTo>
                  <a:lnTo>
                    <a:pt x="34796" y="40631"/>
                  </a:lnTo>
                  <a:lnTo>
                    <a:pt x="39480" y="37928"/>
                  </a:lnTo>
                  <a:lnTo>
                    <a:pt x="39747" y="38088"/>
                  </a:lnTo>
                  <a:cubicBezTo>
                    <a:pt x="39774" y="38035"/>
                    <a:pt x="39827" y="37981"/>
                    <a:pt x="39854" y="37954"/>
                  </a:cubicBezTo>
                  <a:lnTo>
                    <a:pt x="39560" y="37767"/>
                  </a:lnTo>
                  <a:lnTo>
                    <a:pt x="39560" y="32387"/>
                  </a:lnTo>
                  <a:lnTo>
                    <a:pt x="44244" y="29684"/>
                  </a:lnTo>
                  <a:lnTo>
                    <a:pt x="44538" y="29871"/>
                  </a:lnTo>
                  <a:cubicBezTo>
                    <a:pt x="44565" y="29791"/>
                    <a:pt x="44565" y="29737"/>
                    <a:pt x="44592" y="29684"/>
                  </a:cubicBezTo>
                  <a:lnTo>
                    <a:pt x="44324" y="29523"/>
                  </a:lnTo>
                  <a:lnTo>
                    <a:pt x="44324" y="24143"/>
                  </a:lnTo>
                  <a:lnTo>
                    <a:pt x="45662" y="23367"/>
                  </a:lnTo>
                  <a:cubicBezTo>
                    <a:pt x="45662" y="23314"/>
                    <a:pt x="45662" y="23233"/>
                    <a:pt x="45662" y="23153"/>
                  </a:cubicBezTo>
                  <a:lnTo>
                    <a:pt x="44244" y="23983"/>
                  </a:lnTo>
                  <a:lnTo>
                    <a:pt x="39560" y="21306"/>
                  </a:lnTo>
                  <a:lnTo>
                    <a:pt x="39560" y="15899"/>
                  </a:lnTo>
                  <a:lnTo>
                    <a:pt x="43735" y="13491"/>
                  </a:lnTo>
                  <a:cubicBezTo>
                    <a:pt x="43709" y="13437"/>
                    <a:pt x="43682" y="13383"/>
                    <a:pt x="43655" y="13330"/>
                  </a:cubicBezTo>
                  <a:lnTo>
                    <a:pt x="39480" y="15766"/>
                  </a:lnTo>
                  <a:lnTo>
                    <a:pt x="34796" y="13062"/>
                  </a:lnTo>
                  <a:lnTo>
                    <a:pt x="34796" y="7656"/>
                  </a:lnTo>
                  <a:lnTo>
                    <a:pt x="38114" y="5755"/>
                  </a:lnTo>
                  <a:cubicBezTo>
                    <a:pt x="38088" y="5702"/>
                    <a:pt x="38034" y="5675"/>
                    <a:pt x="37981" y="5621"/>
                  </a:cubicBezTo>
                  <a:lnTo>
                    <a:pt x="34715" y="7522"/>
                  </a:lnTo>
                  <a:lnTo>
                    <a:pt x="30058" y="4818"/>
                  </a:lnTo>
                  <a:lnTo>
                    <a:pt x="30058" y="1045"/>
                  </a:lnTo>
                  <a:cubicBezTo>
                    <a:pt x="30004" y="1018"/>
                    <a:pt x="29951" y="1018"/>
                    <a:pt x="29871" y="991"/>
                  </a:cubicBezTo>
                  <a:lnTo>
                    <a:pt x="29871" y="4818"/>
                  </a:lnTo>
                  <a:lnTo>
                    <a:pt x="25213" y="7522"/>
                  </a:lnTo>
                  <a:lnTo>
                    <a:pt x="20529" y="4818"/>
                  </a:lnTo>
                  <a:lnTo>
                    <a:pt x="2052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1" name="Google Shape;901;p69"/>
            <p:cNvSpPr/>
            <p:nvPr/>
          </p:nvSpPr>
          <p:spPr>
            <a:xfrm>
              <a:off x="2796545" y="833253"/>
              <a:ext cx="9704" cy="7538"/>
            </a:xfrm>
            <a:custGeom>
              <a:avLst/>
              <a:gdLst/>
              <a:ahLst/>
              <a:cxnLst/>
              <a:rect l="l" t="t" r="r" b="b"/>
              <a:pathLst>
                <a:path w="242" h="188" extrusionOk="0">
                  <a:moveTo>
                    <a:pt x="161" y="0"/>
                  </a:moveTo>
                  <a:cubicBezTo>
                    <a:pt x="108" y="27"/>
                    <a:pt x="54" y="81"/>
                    <a:pt x="1" y="107"/>
                  </a:cubicBezTo>
                  <a:lnTo>
                    <a:pt x="161" y="188"/>
                  </a:lnTo>
                  <a:lnTo>
                    <a:pt x="242" y="54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2" name="Google Shape;902;p69"/>
            <p:cNvSpPr/>
            <p:nvPr/>
          </p:nvSpPr>
          <p:spPr>
            <a:xfrm>
              <a:off x="2899597" y="677633"/>
              <a:ext cx="287659" cy="242590"/>
            </a:xfrm>
            <a:custGeom>
              <a:avLst/>
              <a:gdLst/>
              <a:ahLst/>
              <a:cxnLst/>
              <a:rect l="l" t="t" r="r" b="b"/>
              <a:pathLst>
                <a:path w="7174" h="6050" extrusionOk="0">
                  <a:moveTo>
                    <a:pt x="7173" y="0"/>
                  </a:moveTo>
                  <a:lnTo>
                    <a:pt x="7173" y="0"/>
                  </a:lnTo>
                  <a:cubicBezTo>
                    <a:pt x="7013" y="27"/>
                    <a:pt x="6852" y="54"/>
                    <a:pt x="6692" y="81"/>
                  </a:cubicBezTo>
                  <a:lnTo>
                    <a:pt x="3667" y="1794"/>
                  </a:lnTo>
                  <a:lnTo>
                    <a:pt x="3667" y="830"/>
                  </a:lnTo>
                  <a:cubicBezTo>
                    <a:pt x="3614" y="857"/>
                    <a:pt x="3560" y="857"/>
                    <a:pt x="3507" y="884"/>
                  </a:cubicBezTo>
                  <a:lnTo>
                    <a:pt x="3507" y="1794"/>
                  </a:lnTo>
                  <a:lnTo>
                    <a:pt x="2516" y="1231"/>
                  </a:lnTo>
                  <a:cubicBezTo>
                    <a:pt x="2463" y="1258"/>
                    <a:pt x="2382" y="1285"/>
                    <a:pt x="2329" y="1312"/>
                  </a:cubicBezTo>
                  <a:lnTo>
                    <a:pt x="3426" y="1954"/>
                  </a:lnTo>
                  <a:lnTo>
                    <a:pt x="0" y="3935"/>
                  </a:lnTo>
                  <a:lnTo>
                    <a:pt x="81" y="4069"/>
                  </a:lnTo>
                  <a:lnTo>
                    <a:pt x="3507" y="2115"/>
                  </a:lnTo>
                  <a:lnTo>
                    <a:pt x="3507" y="6049"/>
                  </a:lnTo>
                  <a:lnTo>
                    <a:pt x="3667" y="6049"/>
                  </a:lnTo>
                  <a:lnTo>
                    <a:pt x="3667" y="2115"/>
                  </a:lnTo>
                  <a:lnTo>
                    <a:pt x="7093" y="4069"/>
                  </a:lnTo>
                  <a:lnTo>
                    <a:pt x="7173" y="3935"/>
                  </a:lnTo>
                  <a:lnTo>
                    <a:pt x="3774" y="1954"/>
                  </a:lnTo>
                  <a:lnTo>
                    <a:pt x="717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3" name="Google Shape;903;p69"/>
            <p:cNvSpPr/>
            <p:nvPr/>
          </p:nvSpPr>
          <p:spPr>
            <a:xfrm>
              <a:off x="3280608" y="671177"/>
              <a:ext cx="288742" cy="249046"/>
            </a:xfrm>
            <a:custGeom>
              <a:avLst/>
              <a:gdLst/>
              <a:ahLst/>
              <a:cxnLst/>
              <a:rect l="l" t="t" r="r" b="b"/>
              <a:pathLst>
                <a:path w="7201" h="6211" extrusionOk="0">
                  <a:moveTo>
                    <a:pt x="107" y="1"/>
                  </a:moveTo>
                  <a:lnTo>
                    <a:pt x="0" y="134"/>
                  </a:lnTo>
                  <a:lnTo>
                    <a:pt x="3426" y="2115"/>
                  </a:lnTo>
                  <a:lnTo>
                    <a:pt x="0" y="4096"/>
                  </a:lnTo>
                  <a:lnTo>
                    <a:pt x="107" y="4230"/>
                  </a:lnTo>
                  <a:lnTo>
                    <a:pt x="3506" y="2276"/>
                  </a:lnTo>
                  <a:lnTo>
                    <a:pt x="3506" y="6210"/>
                  </a:lnTo>
                  <a:lnTo>
                    <a:pt x="3694" y="6210"/>
                  </a:lnTo>
                  <a:lnTo>
                    <a:pt x="3694" y="2276"/>
                  </a:lnTo>
                  <a:lnTo>
                    <a:pt x="7093" y="4230"/>
                  </a:lnTo>
                  <a:lnTo>
                    <a:pt x="7200" y="4096"/>
                  </a:lnTo>
                  <a:lnTo>
                    <a:pt x="3774" y="2115"/>
                  </a:lnTo>
                  <a:lnTo>
                    <a:pt x="6558" y="509"/>
                  </a:lnTo>
                  <a:cubicBezTo>
                    <a:pt x="6477" y="482"/>
                    <a:pt x="6397" y="456"/>
                    <a:pt x="6317" y="456"/>
                  </a:cubicBezTo>
                  <a:lnTo>
                    <a:pt x="3694" y="1955"/>
                  </a:lnTo>
                  <a:lnTo>
                    <a:pt x="3694" y="1"/>
                  </a:lnTo>
                  <a:lnTo>
                    <a:pt x="3506" y="1"/>
                  </a:lnTo>
                  <a:lnTo>
                    <a:pt x="3506" y="1955"/>
                  </a:lnTo>
                  <a:lnTo>
                    <a:pt x="10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4" name="Google Shape;904;p69"/>
            <p:cNvSpPr/>
            <p:nvPr/>
          </p:nvSpPr>
          <p:spPr>
            <a:xfrm>
              <a:off x="3662662" y="776354"/>
              <a:ext cx="109506" cy="64437"/>
            </a:xfrm>
            <a:custGeom>
              <a:avLst/>
              <a:gdLst/>
              <a:ahLst/>
              <a:cxnLst/>
              <a:rect l="l" t="t" r="r" b="b"/>
              <a:pathLst>
                <a:path w="2731" h="1607" extrusionOk="0">
                  <a:moveTo>
                    <a:pt x="2543" y="1"/>
                  </a:moveTo>
                  <a:lnTo>
                    <a:pt x="1" y="1473"/>
                  </a:lnTo>
                  <a:lnTo>
                    <a:pt x="81" y="1607"/>
                  </a:lnTo>
                  <a:lnTo>
                    <a:pt x="2731" y="81"/>
                  </a:lnTo>
                  <a:cubicBezTo>
                    <a:pt x="2677" y="54"/>
                    <a:pt x="2597" y="27"/>
                    <a:pt x="254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5" name="Google Shape;905;p69"/>
            <p:cNvSpPr/>
            <p:nvPr/>
          </p:nvSpPr>
          <p:spPr>
            <a:xfrm>
              <a:off x="3803246" y="797847"/>
              <a:ext cx="6496" cy="122378"/>
            </a:xfrm>
            <a:custGeom>
              <a:avLst/>
              <a:gdLst/>
              <a:ahLst/>
              <a:cxnLst/>
              <a:rect l="l" t="t" r="r" b="b"/>
              <a:pathLst>
                <a:path w="162" h="3052" extrusionOk="0">
                  <a:moveTo>
                    <a:pt x="1" y="0"/>
                  </a:moveTo>
                  <a:lnTo>
                    <a:pt x="1" y="3051"/>
                  </a:lnTo>
                  <a:lnTo>
                    <a:pt x="162" y="3051"/>
                  </a:lnTo>
                  <a:lnTo>
                    <a:pt x="162" y="107"/>
                  </a:lnTo>
                  <a:cubicBezTo>
                    <a:pt x="108" y="54"/>
                    <a:pt x="54" y="27"/>
                    <a:pt x="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6" name="Google Shape;906;p69"/>
            <p:cNvSpPr/>
            <p:nvPr/>
          </p:nvSpPr>
          <p:spPr>
            <a:xfrm>
              <a:off x="2475641" y="1246463"/>
              <a:ext cx="2205" cy="4331"/>
            </a:xfrm>
            <a:custGeom>
              <a:avLst/>
              <a:gdLst/>
              <a:ahLst/>
              <a:cxnLst/>
              <a:rect l="l" t="t" r="r" b="b"/>
              <a:pathLst>
                <a:path w="55" h="108" extrusionOk="0">
                  <a:moveTo>
                    <a:pt x="54" y="0"/>
                  </a:moveTo>
                  <a:cubicBezTo>
                    <a:pt x="28" y="27"/>
                    <a:pt x="28" y="54"/>
                    <a:pt x="1" y="107"/>
                  </a:cubicBezTo>
                  <a:lnTo>
                    <a:pt x="54" y="107"/>
                  </a:lnTo>
                  <a:lnTo>
                    <a:pt x="5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7" name="Google Shape;907;p69"/>
            <p:cNvSpPr/>
            <p:nvPr/>
          </p:nvSpPr>
          <p:spPr>
            <a:xfrm>
              <a:off x="2616265" y="1006036"/>
              <a:ext cx="2165" cy="2205"/>
            </a:xfrm>
            <a:custGeom>
              <a:avLst/>
              <a:gdLst/>
              <a:ahLst/>
              <a:cxnLst/>
              <a:rect l="l" t="t" r="r" b="b"/>
              <a:pathLst>
                <a:path w="54" h="55" extrusionOk="0">
                  <a:moveTo>
                    <a:pt x="54" y="1"/>
                  </a:moveTo>
                  <a:cubicBezTo>
                    <a:pt x="27" y="27"/>
                    <a:pt x="27" y="27"/>
                    <a:pt x="0" y="54"/>
                  </a:cubicBezTo>
                  <a:lnTo>
                    <a:pt x="54" y="27"/>
                  </a:lnTo>
                  <a:lnTo>
                    <a:pt x="5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8" name="Google Shape;908;p69"/>
            <p:cNvSpPr/>
            <p:nvPr/>
          </p:nvSpPr>
          <p:spPr>
            <a:xfrm>
              <a:off x="2535748" y="1119794"/>
              <a:ext cx="82681" cy="51565"/>
            </a:xfrm>
            <a:custGeom>
              <a:avLst/>
              <a:gdLst/>
              <a:ahLst/>
              <a:cxnLst/>
              <a:rect l="l" t="t" r="r" b="b"/>
              <a:pathLst>
                <a:path w="2062" h="1286" extrusionOk="0">
                  <a:moveTo>
                    <a:pt x="81" y="1"/>
                  </a:moveTo>
                  <a:cubicBezTo>
                    <a:pt x="54" y="54"/>
                    <a:pt x="27" y="108"/>
                    <a:pt x="1" y="135"/>
                  </a:cubicBezTo>
                  <a:lnTo>
                    <a:pt x="1981" y="1285"/>
                  </a:lnTo>
                  <a:lnTo>
                    <a:pt x="2062" y="1125"/>
                  </a:ln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9" name="Google Shape;909;p69"/>
            <p:cNvSpPr/>
            <p:nvPr/>
          </p:nvSpPr>
          <p:spPr>
            <a:xfrm>
              <a:off x="2711778" y="921268"/>
              <a:ext cx="287659" cy="329521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217"/>
                  </a:lnTo>
                  <a:lnTo>
                    <a:pt x="3667" y="8217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0" name="Google Shape;910;p69"/>
            <p:cNvSpPr/>
            <p:nvPr/>
          </p:nvSpPr>
          <p:spPr>
            <a:xfrm>
              <a:off x="3092789" y="921268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80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0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41"/>
                  </a:lnTo>
                  <a:lnTo>
                    <a:pt x="7093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1" name="Google Shape;911;p69"/>
            <p:cNvSpPr/>
            <p:nvPr/>
          </p:nvSpPr>
          <p:spPr>
            <a:xfrm>
              <a:off x="3474843" y="92126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480" y="3961"/>
                  </a:lnTo>
                  <a:lnTo>
                    <a:pt x="81" y="1981"/>
                  </a:lnTo>
                  <a:lnTo>
                    <a:pt x="1" y="2141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36"/>
                  </a:lnTo>
                  <a:lnTo>
                    <a:pt x="3480" y="4256"/>
                  </a:lnTo>
                  <a:lnTo>
                    <a:pt x="3480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2" name="Google Shape;912;p69"/>
            <p:cNvSpPr/>
            <p:nvPr/>
          </p:nvSpPr>
          <p:spPr>
            <a:xfrm>
              <a:off x="3855854" y="953467"/>
              <a:ext cx="287659" cy="296240"/>
            </a:xfrm>
            <a:custGeom>
              <a:avLst/>
              <a:gdLst/>
              <a:ahLst/>
              <a:cxnLst/>
              <a:rect l="l" t="t" r="r" b="b"/>
              <a:pathLst>
                <a:path w="7174" h="7388" extrusionOk="0">
                  <a:moveTo>
                    <a:pt x="3507" y="0"/>
                  </a:moveTo>
                  <a:lnTo>
                    <a:pt x="3507" y="3158"/>
                  </a:lnTo>
                  <a:lnTo>
                    <a:pt x="81" y="1178"/>
                  </a:lnTo>
                  <a:lnTo>
                    <a:pt x="0" y="1312"/>
                  </a:lnTo>
                  <a:lnTo>
                    <a:pt x="3426" y="3292"/>
                  </a:lnTo>
                  <a:lnTo>
                    <a:pt x="0" y="5273"/>
                  </a:lnTo>
                  <a:lnTo>
                    <a:pt x="81" y="5433"/>
                  </a:lnTo>
                  <a:lnTo>
                    <a:pt x="3507" y="3453"/>
                  </a:lnTo>
                  <a:lnTo>
                    <a:pt x="3507" y="7387"/>
                  </a:lnTo>
                  <a:lnTo>
                    <a:pt x="3667" y="7387"/>
                  </a:lnTo>
                  <a:lnTo>
                    <a:pt x="3667" y="3453"/>
                  </a:lnTo>
                  <a:lnTo>
                    <a:pt x="7093" y="5407"/>
                  </a:lnTo>
                  <a:lnTo>
                    <a:pt x="7174" y="5273"/>
                  </a:lnTo>
                  <a:lnTo>
                    <a:pt x="3748" y="3292"/>
                  </a:lnTo>
                  <a:lnTo>
                    <a:pt x="5434" y="2329"/>
                  </a:lnTo>
                  <a:cubicBezTo>
                    <a:pt x="5380" y="2302"/>
                    <a:pt x="5354" y="2248"/>
                    <a:pt x="5327" y="2195"/>
                  </a:cubicBezTo>
                  <a:lnTo>
                    <a:pt x="3667" y="3158"/>
                  </a:lnTo>
                  <a:lnTo>
                    <a:pt x="3667" y="187"/>
                  </a:lnTo>
                  <a:cubicBezTo>
                    <a:pt x="3614" y="134"/>
                    <a:pt x="3560" y="80"/>
                    <a:pt x="350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3" name="Google Shape;913;p69"/>
            <p:cNvSpPr/>
            <p:nvPr/>
          </p:nvSpPr>
          <p:spPr>
            <a:xfrm>
              <a:off x="2417699" y="1498640"/>
              <a:ext cx="7538" cy="9704"/>
            </a:xfrm>
            <a:custGeom>
              <a:avLst/>
              <a:gdLst/>
              <a:ahLst/>
              <a:cxnLst/>
              <a:rect l="l" t="t" r="r" b="b"/>
              <a:pathLst>
                <a:path w="188" h="242" extrusionOk="0">
                  <a:moveTo>
                    <a:pt x="1" y="1"/>
                  </a:moveTo>
                  <a:cubicBezTo>
                    <a:pt x="1" y="54"/>
                    <a:pt x="1" y="135"/>
                    <a:pt x="1" y="188"/>
                  </a:cubicBezTo>
                  <a:lnTo>
                    <a:pt x="108" y="242"/>
                  </a:lnTo>
                  <a:lnTo>
                    <a:pt x="188" y="108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4" name="Google Shape;914;p69"/>
            <p:cNvSpPr/>
            <p:nvPr/>
          </p:nvSpPr>
          <p:spPr>
            <a:xfrm>
              <a:off x="2518586" y="1259335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5" name="Google Shape;915;p69"/>
            <p:cNvSpPr/>
            <p:nvPr/>
          </p:nvSpPr>
          <p:spPr>
            <a:xfrm>
              <a:off x="2899597" y="1259335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3" y="6049"/>
                  </a:lnTo>
                  <a:lnTo>
                    <a:pt x="3774" y="4095"/>
                  </a:lnTo>
                  <a:lnTo>
                    <a:pt x="7173" y="2115"/>
                  </a:lnTo>
                  <a:lnTo>
                    <a:pt x="7093" y="1954"/>
                  </a:lnTo>
                  <a:lnTo>
                    <a:pt x="3667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6" name="Google Shape;916;p69"/>
            <p:cNvSpPr/>
            <p:nvPr/>
          </p:nvSpPr>
          <p:spPr>
            <a:xfrm>
              <a:off x="3280608" y="1259335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35"/>
                  </a:lnTo>
                  <a:lnTo>
                    <a:pt x="107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107" y="6210"/>
                  </a:lnTo>
                  <a:lnTo>
                    <a:pt x="3506" y="4229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29"/>
                  </a:lnTo>
                  <a:lnTo>
                    <a:pt x="7093" y="6210"/>
                  </a:lnTo>
                  <a:lnTo>
                    <a:pt x="7200" y="6049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54"/>
                  </a:lnTo>
                  <a:lnTo>
                    <a:pt x="3694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7" name="Google Shape;917;p69"/>
            <p:cNvSpPr/>
            <p:nvPr/>
          </p:nvSpPr>
          <p:spPr>
            <a:xfrm>
              <a:off x="3662662" y="1258252"/>
              <a:ext cx="287659" cy="329521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122"/>
                  </a:lnTo>
                  <a:lnTo>
                    <a:pt x="1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8" y="8218"/>
                  </a:lnTo>
                  <a:lnTo>
                    <a:pt x="3668" y="4256"/>
                  </a:lnTo>
                  <a:lnTo>
                    <a:pt x="7094" y="6237"/>
                  </a:lnTo>
                  <a:lnTo>
                    <a:pt x="7174" y="6076"/>
                  </a:lnTo>
                  <a:lnTo>
                    <a:pt x="3748" y="4122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8" name="Google Shape;918;p69"/>
            <p:cNvSpPr/>
            <p:nvPr/>
          </p:nvSpPr>
          <p:spPr>
            <a:xfrm>
              <a:off x="4043673" y="1258252"/>
              <a:ext cx="193230" cy="329521"/>
            </a:xfrm>
            <a:custGeom>
              <a:avLst/>
              <a:gdLst/>
              <a:ahLst/>
              <a:cxnLst/>
              <a:rect l="l" t="t" r="r" b="b"/>
              <a:pathLst>
                <a:path w="4819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7" y="8218"/>
                  </a:lnTo>
                  <a:lnTo>
                    <a:pt x="3667" y="4256"/>
                  </a:lnTo>
                  <a:lnTo>
                    <a:pt x="4818" y="4925"/>
                  </a:lnTo>
                  <a:cubicBezTo>
                    <a:pt x="4818" y="4845"/>
                    <a:pt x="4818" y="4765"/>
                    <a:pt x="4792" y="4711"/>
                  </a:cubicBezTo>
                  <a:lnTo>
                    <a:pt x="3774" y="4096"/>
                  </a:lnTo>
                  <a:lnTo>
                    <a:pt x="4604" y="3614"/>
                  </a:lnTo>
                  <a:cubicBezTo>
                    <a:pt x="4604" y="3560"/>
                    <a:pt x="4577" y="3507"/>
                    <a:pt x="4577" y="3453"/>
                  </a:cubicBezTo>
                  <a:lnTo>
                    <a:pt x="3667" y="3962"/>
                  </a:lnTo>
                  <a:lnTo>
                    <a:pt x="3667" y="295"/>
                  </a:lnTo>
                  <a:cubicBezTo>
                    <a:pt x="3641" y="188"/>
                    <a:pt x="3614" y="108"/>
                    <a:pt x="358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9" name="Google Shape;919;p69"/>
            <p:cNvSpPr/>
            <p:nvPr/>
          </p:nvSpPr>
          <p:spPr>
            <a:xfrm>
              <a:off x="2423072" y="1578074"/>
              <a:ext cx="195355" cy="328439"/>
            </a:xfrm>
            <a:custGeom>
              <a:avLst/>
              <a:gdLst/>
              <a:ahLst/>
              <a:cxnLst/>
              <a:rect l="l" t="t" r="r" b="b"/>
              <a:pathLst>
                <a:path w="4872" h="8191" extrusionOk="0">
                  <a:moveTo>
                    <a:pt x="1205" y="1"/>
                  </a:moveTo>
                  <a:lnTo>
                    <a:pt x="1205" y="3935"/>
                  </a:lnTo>
                  <a:lnTo>
                    <a:pt x="0" y="3266"/>
                  </a:lnTo>
                  <a:lnTo>
                    <a:pt x="0" y="3266"/>
                  </a:lnTo>
                  <a:cubicBezTo>
                    <a:pt x="0" y="3320"/>
                    <a:pt x="27" y="3400"/>
                    <a:pt x="27" y="3480"/>
                  </a:cubicBezTo>
                  <a:lnTo>
                    <a:pt x="1098" y="4096"/>
                  </a:lnTo>
                  <a:lnTo>
                    <a:pt x="214" y="4604"/>
                  </a:lnTo>
                  <a:cubicBezTo>
                    <a:pt x="241" y="4658"/>
                    <a:pt x="241" y="4738"/>
                    <a:pt x="268" y="4792"/>
                  </a:cubicBezTo>
                  <a:lnTo>
                    <a:pt x="1205" y="4256"/>
                  </a:lnTo>
                  <a:lnTo>
                    <a:pt x="1205" y="8030"/>
                  </a:lnTo>
                  <a:cubicBezTo>
                    <a:pt x="1205" y="8084"/>
                    <a:pt x="1232" y="8137"/>
                    <a:pt x="1258" y="8191"/>
                  </a:cubicBezTo>
                  <a:lnTo>
                    <a:pt x="1365" y="8191"/>
                  </a:lnTo>
                  <a:lnTo>
                    <a:pt x="1365" y="4256"/>
                  </a:lnTo>
                  <a:lnTo>
                    <a:pt x="4791" y="6210"/>
                  </a:lnTo>
                  <a:lnTo>
                    <a:pt x="4872" y="6076"/>
                  </a:lnTo>
                  <a:lnTo>
                    <a:pt x="1446" y="4096"/>
                  </a:lnTo>
                  <a:lnTo>
                    <a:pt x="4872" y="2115"/>
                  </a:lnTo>
                  <a:lnTo>
                    <a:pt x="4791" y="1981"/>
                  </a:lnTo>
                  <a:lnTo>
                    <a:pt x="1365" y="3935"/>
                  </a:lnTo>
                  <a:lnTo>
                    <a:pt x="136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0" name="Google Shape;920;p69"/>
            <p:cNvSpPr/>
            <p:nvPr/>
          </p:nvSpPr>
          <p:spPr>
            <a:xfrm>
              <a:off x="2711778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56"/>
                  </a:lnTo>
                  <a:lnTo>
                    <a:pt x="7093" y="6210"/>
                  </a:lnTo>
                  <a:lnTo>
                    <a:pt x="7173" y="6076"/>
                  </a:lnTo>
                  <a:lnTo>
                    <a:pt x="3774" y="4096"/>
                  </a:lnTo>
                  <a:lnTo>
                    <a:pt x="7173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1" name="Google Shape;921;p69"/>
            <p:cNvSpPr/>
            <p:nvPr/>
          </p:nvSpPr>
          <p:spPr>
            <a:xfrm>
              <a:off x="3092789" y="1578074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1"/>
                  </a:moveTo>
                  <a:lnTo>
                    <a:pt x="3506" y="3935"/>
                  </a:lnTo>
                  <a:lnTo>
                    <a:pt x="80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0" y="6210"/>
                  </a:lnTo>
                  <a:lnTo>
                    <a:pt x="3506" y="4230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30"/>
                  </a:lnTo>
                  <a:lnTo>
                    <a:pt x="7093" y="6210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15"/>
                  </a:lnTo>
                  <a:lnTo>
                    <a:pt x="7093" y="1981"/>
                  </a:lnTo>
                  <a:lnTo>
                    <a:pt x="3694" y="3935"/>
                  </a:lnTo>
                  <a:lnTo>
                    <a:pt x="369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2" name="Google Shape;922;p69"/>
            <p:cNvSpPr/>
            <p:nvPr/>
          </p:nvSpPr>
          <p:spPr>
            <a:xfrm>
              <a:off x="3474843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1" y="2115"/>
                  </a:lnTo>
                  <a:lnTo>
                    <a:pt x="3400" y="4096"/>
                  </a:lnTo>
                  <a:lnTo>
                    <a:pt x="1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480" y="8191"/>
                  </a:lnTo>
                  <a:lnTo>
                    <a:pt x="3668" y="8191"/>
                  </a:lnTo>
                  <a:lnTo>
                    <a:pt x="3668" y="4230"/>
                  </a:lnTo>
                  <a:lnTo>
                    <a:pt x="7094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4" y="1955"/>
                  </a:lnTo>
                  <a:lnTo>
                    <a:pt x="3668" y="3935"/>
                  </a:lnTo>
                  <a:lnTo>
                    <a:pt x="366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3" name="Google Shape;923;p69"/>
            <p:cNvSpPr/>
            <p:nvPr/>
          </p:nvSpPr>
          <p:spPr>
            <a:xfrm>
              <a:off x="3855854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30"/>
                  </a:lnTo>
                  <a:lnTo>
                    <a:pt x="7093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3" y="1955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4" name="Google Shape;924;p69"/>
            <p:cNvSpPr/>
            <p:nvPr/>
          </p:nvSpPr>
          <p:spPr>
            <a:xfrm>
              <a:off x="2518586" y="1919388"/>
              <a:ext cx="287659" cy="293033"/>
            </a:xfrm>
            <a:custGeom>
              <a:avLst/>
              <a:gdLst/>
              <a:ahLst/>
              <a:cxnLst/>
              <a:rect l="l" t="t" r="r" b="b"/>
              <a:pathLst>
                <a:path w="7174" h="730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1767" y="5059"/>
                  </a:lnTo>
                  <a:cubicBezTo>
                    <a:pt x="1821" y="5086"/>
                    <a:pt x="1847" y="5139"/>
                    <a:pt x="1874" y="5193"/>
                  </a:cubicBezTo>
                  <a:lnTo>
                    <a:pt x="3507" y="4256"/>
                  </a:lnTo>
                  <a:lnTo>
                    <a:pt x="3507" y="7120"/>
                  </a:lnTo>
                  <a:cubicBezTo>
                    <a:pt x="3560" y="7200"/>
                    <a:pt x="3614" y="7254"/>
                    <a:pt x="3667" y="7307"/>
                  </a:cubicBezTo>
                  <a:lnTo>
                    <a:pt x="3667" y="4256"/>
                  </a:lnTo>
                  <a:lnTo>
                    <a:pt x="7093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5" name="Google Shape;925;p69"/>
            <p:cNvSpPr/>
            <p:nvPr/>
          </p:nvSpPr>
          <p:spPr>
            <a:xfrm>
              <a:off x="2899597" y="191938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7" y="8190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6" name="Google Shape;926;p69"/>
            <p:cNvSpPr/>
            <p:nvPr/>
          </p:nvSpPr>
          <p:spPr>
            <a:xfrm>
              <a:off x="3280608" y="1919388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107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107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7" name="Google Shape;927;p69"/>
            <p:cNvSpPr/>
            <p:nvPr/>
          </p:nvSpPr>
          <p:spPr>
            <a:xfrm>
              <a:off x="3662662" y="191938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1" y="2115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8" name="Google Shape;928;p69"/>
            <p:cNvSpPr/>
            <p:nvPr/>
          </p:nvSpPr>
          <p:spPr>
            <a:xfrm>
              <a:off x="4043673" y="1998782"/>
              <a:ext cx="78391" cy="49400"/>
            </a:xfrm>
            <a:custGeom>
              <a:avLst/>
              <a:gdLst/>
              <a:ahLst/>
              <a:cxnLst/>
              <a:rect l="l" t="t" r="r" b="b"/>
              <a:pathLst>
                <a:path w="1955" h="1232" extrusionOk="0">
                  <a:moveTo>
                    <a:pt x="81" y="1"/>
                  </a:moveTo>
                  <a:lnTo>
                    <a:pt x="0" y="135"/>
                  </a:lnTo>
                  <a:lnTo>
                    <a:pt x="1874" y="1232"/>
                  </a:lnTo>
                  <a:cubicBezTo>
                    <a:pt x="1901" y="1178"/>
                    <a:pt x="1928" y="1125"/>
                    <a:pt x="1954" y="1071"/>
                  </a:cubicBez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9" name="Google Shape;929;p69"/>
            <p:cNvSpPr/>
            <p:nvPr/>
          </p:nvSpPr>
          <p:spPr>
            <a:xfrm>
              <a:off x="2884560" y="2317561"/>
              <a:ext cx="114879" cy="68727"/>
            </a:xfrm>
            <a:custGeom>
              <a:avLst/>
              <a:gdLst/>
              <a:ahLst/>
              <a:cxnLst/>
              <a:rect l="l" t="t" r="r" b="b"/>
              <a:pathLst>
                <a:path w="2865" h="1714" extrusionOk="0">
                  <a:moveTo>
                    <a:pt x="2784" y="0"/>
                  </a:moveTo>
                  <a:lnTo>
                    <a:pt x="1" y="1606"/>
                  </a:lnTo>
                  <a:cubicBezTo>
                    <a:pt x="54" y="1660"/>
                    <a:pt x="108" y="1686"/>
                    <a:pt x="161" y="1713"/>
                  </a:cubicBezTo>
                  <a:lnTo>
                    <a:pt x="2864" y="161"/>
                  </a:lnTo>
                  <a:lnTo>
                    <a:pt x="278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0" name="Google Shape;930;p69"/>
            <p:cNvSpPr/>
            <p:nvPr/>
          </p:nvSpPr>
          <p:spPr>
            <a:xfrm>
              <a:off x="2852362" y="2238127"/>
              <a:ext cx="6496" cy="129916"/>
            </a:xfrm>
            <a:custGeom>
              <a:avLst/>
              <a:gdLst/>
              <a:ahLst/>
              <a:cxnLst/>
              <a:rect l="l" t="t" r="r" b="b"/>
              <a:pathLst>
                <a:path w="162" h="3240" extrusionOk="0">
                  <a:moveTo>
                    <a:pt x="1" y="0"/>
                  </a:moveTo>
                  <a:lnTo>
                    <a:pt x="1" y="3132"/>
                  </a:lnTo>
                  <a:cubicBezTo>
                    <a:pt x="54" y="3159"/>
                    <a:pt x="108" y="3212"/>
                    <a:pt x="161" y="3239"/>
                  </a:cubicBez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1" name="Google Shape;931;p69"/>
            <p:cNvSpPr/>
            <p:nvPr/>
          </p:nvSpPr>
          <p:spPr>
            <a:xfrm>
              <a:off x="3092789" y="2238127"/>
              <a:ext cx="288742" cy="255461"/>
            </a:xfrm>
            <a:custGeom>
              <a:avLst/>
              <a:gdLst/>
              <a:ahLst/>
              <a:cxnLst/>
              <a:rect l="l" t="t" r="r" b="b"/>
              <a:pathLst>
                <a:path w="7201" h="6371" extrusionOk="0">
                  <a:moveTo>
                    <a:pt x="3506" y="0"/>
                  </a:moveTo>
                  <a:lnTo>
                    <a:pt x="3506" y="3962"/>
                  </a:lnTo>
                  <a:lnTo>
                    <a:pt x="80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455" y="5835"/>
                  </a:lnTo>
                  <a:cubicBezTo>
                    <a:pt x="535" y="5835"/>
                    <a:pt x="616" y="5862"/>
                    <a:pt x="696" y="5889"/>
                  </a:cubicBezTo>
                  <a:lnTo>
                    <a:pt x="3506" y="4256"/>
                  </a:lnTo>
                  <a:lnTo>
                    <a:pt x="3506" y="6371"/>
                  </a:lnTo>
                  <a:lnTo>
                    <a:pt x="3694" y="6371"/>
                  </a:lnTo>
                  <a:lnTo>
                    <a:pt x="3694" y="4256"/>
                  </a:lnTo>
                  <a:lnTo>
                    <a:pt x="7093" y="6237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42"/>
                  </a:lnTo>
                  <a:lnTo>
                    <a:pt x="7093" y="1981"/>
                  </a:lnTo>
                  <a:lnTo>
                    <a:pt x="3694" y="3962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2" name="Google Shape;932;p69"/>
            <p:cNvSpPr/>
            <p:nvPr/>
          </p:nvSpPr>
          <p:spPr>
            <a:xfrm>
              <a:off x="3474843" y="2238127"/>
              <a:ext cx="287659" cy="247963"/>
            </a:xfrm>
            <a:custGeom>
              <a:avLst/>
              <a:gdLst/>
              <a:ahLst/>
              <a:cxnLst/>
              <a:rect l="l" t="t" r="r" b="b"/>
              <a:pathLst>
                <a:path w="7174" h="6184" extrusionOk="0">
                  <a:moveTo>
                    <a:pt x="3507" y="0"/>
                  </a:moveTo>
                  <a:lnTo>
                    <a:pt x="3480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096"/>
                  </a:lnTo>
                  <a:lnTo>
                    <a:pt x="1" y="6076"/>
                  </a:lnTo>
                  <a:lnTo>
                    <a:pt x="54" y="6183"/>
                  </a:lnTo>
                  <a:lnTo>
                    <a:pt x="161" y="6183"/>
                  </a:lnTo>
                  <a:lnTo>
                    <a:pt x="3480" y="4256"/>
                  </a:lnTo>
                  <a:lnTo>
                    <a:pt x="3480" y="5354"/>
                  </a:lnTo>
                  <a:cubicBezTo>
                    <a:pt x="3560" y="5327"/>
                    <a:pt x="3614" y="5327"/>
                    <a:pt x="3668" y="5300"/>
                  </a:cubicBezTo>
                  <a:lnTo>
                    <a:pt x="3668" y="4256"/>
                  </a:lnTo>
                  <a:lnTo>
                    <a:pt x="4765" y="4899"/>
                  </a:lnTo>
                  <a:cubicBezTo>
                    <a:pt x="4845" y="4872"/>
                    <a:pt x="4899" y="4845"/>
                    <a:pt x="4979" y="4818"/>
                  </a:cubicBezTo>
                  <a:lnTo>
                    <a:pt x="3748" y="4096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3" name="Google Shape;933;p69"/>
            <p:cNvSpPr/>
            <p:nvPr/>
          </p:nvSpPr>
          <p:spPr>
            <a:xfrm>
              <a:off x="3855854" y="2317561"/>
              <a:ext cx="12911" cy="9704"/>
            </a:xfrm>
            <a:custGeom>
              <a:avLst/>
              <a:gdLst/>
              <a:ahLst/>
              <a:cxnLst/>
              <a:rect l="l" t="t" r="r" b="b"/>
              <a:pathLst>
                <a:path w="322" h="242" extrusionOk="0">
                  <a:moveTo>
                    <a:pt x="81" y="0"/>
                  </a:moveTo>
                  <a:lnTo>
                    <a:pt x="0" y="134"/>
                  </a:lnTo>
                  <a:lnTo>
                    <a:pt x="161" y="241"/>
                  </a:lnTo>
                  <a:cubicBezTo>
                    <a:pt x="215" y="214"/>
                    <a:pt x="268" y="161"/>
                    <a:pt x="322" y="134"/>
                  </a:cubicBezTo>
                  <a:lnTo>
                    <a:pt x="8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934" name="Google Shape;934;p69"/>
          <p:cNvSpPr txBox="1">
            <a:spLocks noGrp="1"/>
          </p:cNvSpPr>
          <p:nvPr>
            <p:ph type="title"/>
          </p:nvPr>
        </p:nvSpPr>
        <p:spPr>
          <a:xfrm>
            <a:off x="713225" y="528150"/>
            <a:ext cx="7717500" cy="541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>
                <a:solidFill>
                  <a:schemeClr val="accen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935" name="Google Shape;935;p69"/>
          <p:cNvSpPr txBox="1">
            <a:spLocks noGrp="1"/>
          </p:cNvSpPr>
          <p:nvPr>
            <p:ph type="subTitle" idx="1"/>
          </p:nvPr>
        </p:nvSpPr>
        <p:spPr>
          <a:xfrm>
            <a:off x="713225" y="1091875"/>
            <a:ext cx="6028800" cy="343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naheim"/>
              <a:buChar char="○"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naheim"/>
              <a:buChar char="■"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naheim"/>
              <a:buChar char="●"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naheim"/>
              <a:buChar char="○"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naheim"/>
              <a:buChar char="■"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naheim"/>
              <a:buChar char="●"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naheim"/>
              <a:buChar char="○"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naheim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8">
  <p:cSld name="CUSTOM_32_2">
    <p:spTree>
      <p:nvGrpSpPr>
        <p:cNvPr id="1" name="Shape 9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7" name="Google Shape;937;p70"/>
          <p:cNvSpPr/>
          <p:nvPr/>
        </p:nvSpPr>
        <p:spPr>
          <a:xfrm rot="-455554">
            <a:off x="6637849" y="-126684"/>
            <a:ext cx="3253668" cy="5480763"/>
          </a:xfrm>
          <a:custGeom>
            <a:avLst/>
            <a:gdLst/>
            <a:ahLst/>
            <a:cxnLst/>
            <a:rect l="l" t="t" r="r" b="b"/>
            <a:pathLst>
              <a:path w="142469" h="136664" extrusionOk="0">
                <a:moveTo>
                  <a:pt x="97052" y="0"/>
                </a:moveTo>
                <a:cubicBezTo>
                  <a:pt x="94985" y="0"/>
                  <a:pt x="92658" y="685"/>
                  <a:pt x="89955" y="2065"/>
                </a:cubicBezTo>
                <a:cubicBezTo>
                  <a:pt x="76197" y="9104"/>
                  <a:pt x="81149" y="14564"/>
                  <a:pt x="82755" y="40634"/>
                </a:cubicBezTo>
                <a:cubicBezTo>
                  <a:pt x="85458" y="83646"/>
                  <a:pt x="12896" y="58112"/>
                  <a:pt x="4519" y="103881"/>
                </a:cubicBezTo>
                <a:cubicBezTo>
                  <a:pt x="0" y="128495"/>
                  <a:pt x="10558" y="136664"/>
                  <a:pt x="39417" y="136664"/>
                </a:cubicBezTo>
                <a:cubicBezTo>
                  <a:pt x="47997" y="136664"/>
                  <a:pt x="58195" y="135942"/>
                  <a:pt x="70095" y="134715"/>
                </a:cubicBezTo>
                <a:cubicBezTo>
                  <a:pt x="122047" y="129389"/>
                  <a:pt x="142469" y="101392"/>
                  <a:pt x="125767" y="56907"/>
                </a:cubicBezTo>
                <a:cubicBezTo>
                  <a:pt x="111706" y="19432"/>
                  <a:pt x="108060" y="0"/>
                  <a:pt x="97052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8" name="Google Shape;938;p70"/>
          <p:cNvSpPr/>
          <p:nvPr/>
        </p:nvSpPr>
        <p:spPr>
          <a:xfrm rot="-7977677">
            <a:off x="5635995" y="1509394"/>
            <a:ext cx="1601627" cy="1536805"/>
          </a:xfrm>
          <a:custGeom>
            <a:avLst/>
            <a:gdLst/>
            <a:ahLst/>
            <a:cxnLst/>
            <a:rect l="l" t="t" r="r" b="b"/>
            <a:pathLst>
              <a:path w="20582" h="19749" extrusionOk="0">
                <a:moveTo>
                  <a:pt x="15178" y="401"/>
                </a:moveTo>
                <a:cubicBezTo>
                  <a:pt x="11542" y="1"/>
                  <a:pt x="4470" y="1235"/>
                  <a:pt x="2235" y="7773"/>
                </a:cubicBezTo>
                <a:cubicBezTo>
                  <a:pt x="0" y="14311"/>
                  <a:pt x="7939" y="17947"/>
                  <a:pt x="11675" y="18848"/>
                </a:cubicBezTo>
                <a:cubicBezTo>
                  <a:pt x="15445" y="19748"/>
                  <a:pt x="20315" y="19448"/>
                  <a:pt x="20448" y="13477"/>
                </a:cubicBezTo>
                <a:cubicBezTo>
                  <a:pt x="20582" y="7506"/>
                  <a:pt x="18780" y="835"/>
                  <a:pt x="15178" y="40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9" name="Google Shape;939;p70"/>
          <p:cNvSpPr/>
          <p:nvPr/>
        </p:nvSpPr>
        <p:spPr>
          <a:xfrm rot="8880872">
            <a:off x="-2066784" y="-214836"/>
            <a:ext cx="4047011" cy="2490084"/>
          </a:xfrm>
          <a:custGeom>
            <a:avLst/>
            <a:gdLst/>
            <a:ahLst/>
            <a:cxnLst/>
            <a:rect l="l" t="t" r="r" b="b"/>
            <a:pathLst>
              <a:path w="59643" h="36694" extrusionOk="0">
                <a:moveTo>
                  <a:pt x="6271" y="15779"/>
                </a:moveTo>
                <a:cubicBezTo>
                  <a:pt x="9374" y="14178"/>
                  <a:pt x="17513" y="18347"/>
                  <a:pt x="23150" y="11676"/>
                </a:cubicBezTo>
                <a:cubicBezTo>
                  <a:pt x="28787" y="5004"/>
                  <a:pt x="30455" y="1"/>
                  <a:pt x="37327" y="2302"/>
                </a:cubicBezTo>
                <a:cubicBezTo>
                  <a:pt x="44198" y="4571"/>
                  <a:pt x="43064" y="13410"/>
                  <a:pt x="47601" y="15779"/>
                </a:cubicBezTo>
                <a:cubicBezTo>
                  <a:pt x="52104" y="18147"/>
                  <a:pt x="59643" y="31690"/>
                  <a:pt x="43364" y="34192"/>
                </a:cubicBezTo>
                <a:cubicBezTo>
                  <a:pt x="27120" y="36694"/>
                  <a:pt x="10441" y="33158"/>
                  <a:pt x="5204" y="27520"/>
                </a:cubicBezTo>
                <a:cubicBezTo>
                  <a:pt x="0" y="21883"/>
                  <a:pt x="3136" y="17380"/>
                  <a:pt x="6271" y="15779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0" name="Google Shape;940;p70"/>
          <p:cNvSpPr txBox="1">
            <a:spLocks noGrp="1"/>
          </p:cNvSpPr>
          <p:nvPr>
            <p:ph type="title"/>
          </p:nvPr>
        </p:nvSpPr>
        <p:spPr>
          <a:xfrm>
            <a:off x="713225" y="520986"/>
            <a:ext cx="7717500" cy="541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>
                <a:solidFill>
                  <a:schemeClr val="accen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941" name="Google Shape;941;p70"/>
          <p:cNvSpPr txBox="1">
            <a:spLocks noGrp="1"/>
          </p:cNvSpPr>
          <p:nvPr>
            <p:ph type="subTitle" idx="1"/>
          </p:nvPr>
        </p:nvSpPr>
        <p:spPr>
          <a:xfrm>
            <a:off x="713225" y="1168075"/>
            <a:ext cx="4989900" cy="343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 b="1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naheim"/>
              <a:buChar char="○"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naheim"/>
              <a:buChar char="■"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naheim"/>
              <a:buChar char="●"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naheim"/>
              <a:buChar char="○"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naheim"/>
              <a:buChar char="■"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naheim"/>
              <a:buChar char="●"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naheim"/>
              <a:buChar char="○"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naheim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9 ">
  <p:cSld name="CUSTOM_34_1">
    <p:spTree>
      <p:nvGrpSpPr>
        <p:cNvPr id="1" name="Shape 9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3" name="Google Shape;943;p71"/>
          <p:cNvSpPr/>
          <p:nvPr/>
        </p:nvSpPr>
        <p:spPr>
          <a:xfrm rot="-4971949">
            <a:off x="-1978224" y="-993266"/>
            <a:ext cx="4547689" cy="4131091"/>
          </a:xfrm>
          <a:custGeom>
            <a:avLst/>
            <a:gdLst/>
            <a:ahLst/>
            <a:cxnLst/>
            <a:rect l="l" t="t" r="r" b="b"/>
            <a:pathLst>
              <a:path w="65181" h="59210" extrusionOk="0">
                <a:moveTo>
                  <a:pt x="23617" y="9808"/>
                </a:moveTo>
                <a:cubicBezTo>
                  <a:pt x="25785" y="15712"/>
                  <a:pt x="27153" y="21883"/>
                  <a:pt x="35092" y="17079"/>
                </a:cubicBezTo>
                <a:cubicBezTo>
                  <a:pt x="42998" y="12309"/>
                  <a:pt x="55740" y="12376"/>
                  <a:pt x="59276" y="17546"/>
                </a:cubicBezTo>
                <a:cubicBezTo>
                  <a:pt x="62812" y="22717"/>
                  <a:pt x="56140" y="30055"/>
                  <a:pt x="55940" y="36393"/>
                </a:cubicBezTo>
                <a:cubicBezTo>
                  <a:pt x="55740" y="42731"/>
                  <a:pt x="65180" y="49603"/>
                  <a:pt x="57741" y="54406"/>
                </a:cubicBezTo>
                <a:cubicBezTo>
                  <a:pt x="50303" y="59210"/>
                  <a:pt x="31556" y="57108"/>
                  <a:pt x="33224" y="47535"/>
                </a:cubicBezTo>
                <a:cubicBezTo>
                  <a:pt x="34892" y="37928"/>
                  <a:pt x="25719" y="35026"/>
                  <a:pt x="17579" y="31256"/>
                </a:cubicBezTo>
                <a:cubicBezTo>
                  <a:pt x="9440" y="27520"/>
                  <a:pt x="0" y="13744"/>
                  <a:pt x="7706" y="6872"/>
                </a:cubicBezTo>
                <a:cubicBezTo>
                  <a:pt x="15411" y="1"/>
                  <a:pt x="21449" y="3870"/>
                  <a:pt x="23617" y="9808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944" name="Google Shape;944;p71"/>
          <p:cNvGrpSpPr/>
          <p:nvPr/>
        </p:nvGrpSpPr>
        <p:grpSpPr>
          <a:xfrm flipH="1">
            <a:off x="6866680" y="-80437"/>
            <a:ext cx="2277317" cy="5304377"/>
            <a:chOff x="224725" y="566950"/>
            <a:chExt cx="1850875" cy="4311100"/>
          </a:xfrm>
        </p:grpSpPr>
        <p:sp>
          <p:nvSpPr>
            <p:cNvPr id="945" name="Google Shape;945;p71"/>
            <p:cNvSpPr/>
            <p:nvPr/>
          </p:nvSpPr>
          <p:spPr>
            <a:xfrm>
              <a:off x="1914975" y="566950"/>
              <a:ext cx="160625" cy="2033000"/>
            </a:xfrm>
            <a:custGeom>
              <a:avLst/>
              <a:gdLst/>
              <a:ahLst/>
              <a:cxnLst/>
              <a:rect l="l" t="t" r="r" b="b"/>
              <a:pathLst>
                <a:path w="6425" h="81320" extrusionOk="0">
                  <a:moveTo>
                    <a:pt x="126" y="1"/>
                  </a:moveTo>
                  <a:cubicBezTo>
                    <a:pt x="81" y="1"/>
                    <a:pt x="44" y="24"/>
                    <a:pt x="27" y="57"/>
                  </a:cubicBezTo>
                  <a:cubicBezTo>
                    <a:pt x="27" y="84"/>
                    <a:pt x="27" y="110"/>
                    <a:pt x="27" y="137"/>
                  </a:cubicBezTo>
                  <a:cubicBezTo>
                    <a:pt x="27" y="164"/>
                    <a:pt x="27" y="217"/>
                    <a:pt x="81" y="244"/>
                  </a:cubicBezTo>
                  <a:cubicBezTo>
                    <a:pt x="1821" y="1261"/>
                    <a:pt x="2972" y="3188"/>
                    <a:pt x="2945" y="5035"/>
                  </a:cubicBezTo>
                  <a:cubicBezTo>
                    <a:pt x="2945" y="5089"/>
                    <a:pt x="2972" y="5142"/>
                    <a:pt x="2998" y="5169"/>
                  </a:cubicBezTo>
                  <a:cubicBezTo>
                    <a:pt x="4952" y="6133"/>
                    <a:pt x="6157" y="8086"/>
                    <a:pt x="6157" y="10255"/>
                  </a:cubicBezTo>
                  <a:cubicBezTo>
                    <a:pt x="6157" y="12449"/>
                    <a:pt x="4952" y="14403"/>
                    <a:pt x="2998" y="15367"/>
                  </a:cubicBezTo>
                  <a:cubicBezTo>
                    <a:pt x="2945" y="15394"/>
                    <a:pt x="2945" y="15447"/>
                    <a:pt x="2945" y="15501"/>
                  </a:cubicBezTo>
                  <a:cubicBezTo>
                    <a:pt x="2998" y="17321"/>
                    <a:pt x="1848" y="19248"/>
                    <a:pt x="108" y="20292"/>
                  </a:cubicBezTo>
                  <a:cubicBezTo>
                    <a:pt x="54" y="20292"/>
                    <a:pt x="27" y="20318"/>
                    <a:pt x="27" y="20372"/>
                  </a:cubicBezTo>
                  <a:cubicBezTo>
                    <a:pt x="1" y="20425"/>
                    <a:pt x="27" y="20479"/>
                    <a:pt x="81" y="20506"/>
                  </a:cubicBezTo>
                  <a:cubicBezTo>
                    <a:pt x="1794" y="21496"/>
                    <a:pt x="2865" y="23316"/>
                    <a:pt x="2945" y="25324"/>
                  </a:cubicBezTo>
                  <a:cubicBezTo>
                    <a:pt x="2945" y="25350"/>
                    <a:pt x="2972" y="25404"/>
                    <a:pt x="2998" y="25431"/>
                  </a:cubicBezTo>
                  <a:cubicBezTo>
                    <a:pt x="4952" y="26394"/>
                    <a:pt x="6157" y="28348"/>
                    <a:pt x="6157" y="30543"/>
                  </a:cubicBezTo>
                  <a:cubicBezTo>
                    <a:pt x="6157" y="32711"/>
                    <a:pt x="4952" y="34665"/>
                    <a:pt x="2998" y="35628"/>
                  </a:cubicBezTo>
                  <a:cubicBezTo>
                    <a:pt x="2945" y="35655"/>
                    <a:pt x="2918" y="35709"/>
                    <a:pt x="2945" y="35762"/>
                  </a:cubicBezTo>
                  <a:cubicBezTo>
                    <a:pt x="3106" y="37823"/>
                    <a:pt x="1633" y="39643"/>
                    <a:pt x="108" y="40553"/>
                  </a:cubicBezTo>
                  <a:cubicBezTo>
                    <a:pt x="54" y="40553"/>
                    <a:pt x="27" y="40580"/>
                    <a:pt x="27" y="40633"/>
                  </a:cubicBezTo>
                  <a:cubicBezTo>
                    <a:pt x="1" y="40687"/>
                    <a:pt x="27" y="40741"/>
                    <a:pt x="81" y="40767"/>
                  </a:cubicBezTo>
                  <a:cubicBezTo>
                    <a:pt x="1821" y="41784"/>
                    <a:pt x="2945" y="43658"/>
                    <a:pt x="2945" y="45532"/>
                  </a:cubicBezTo>
                  <a:cubicBezTo>
                    <a:pt x="2945" y="45558"/>
                    <a:pt x="2945" y="45558"/>
                    <a:pt x="2945" y="45585"/>
                  </a:cubicBezTo>
                  <a:cubicBezTo>
                    <a:pt x="2945" y="45612"/>
                    <a:pt x="2972" y="45665"/>
                    <a:pt x="2998" y="45692"/>
                  </a:cubicBezTo>
                  <a:cubicBezTo>
                    <a:pt x="4952" y="46656"/>
                    <a:pt x="6157" y="48636"/>
                    <a:pt x="6157" y="50804"/>
                  </a:cubicBezTo>
                  <a:cubicBezTo>
                    <a:pt x="6157" y="52972"/>
                    <a:pt x="4952" y="54926"/>
                    <a:pt x="2998" y="55917"/>
                  </a:cubicBezTo>
                  <a:cubicBezTo>
                    <a:pt x="2972" y="55917"/>
                    <a:pt x="2945" y="55970"/>
                    <a:pt x="2945" y="56024"/>
                  </a:cubicBezTo>
                  <a:cubicBezTo>
                    <a:pt x="2891" y="58004"/>
                    <a:pt x="1821" y="59798"/>
                    <a:pt x="108" y="60815"/>
                  </a:cubicBezTo>
                  <a:cubicBezTo>
                    <a:pt x="54" y="60815"/>
                    <a:pt x="27" y="60868"/>
                    <a:pt x="27" y="60895"/>
                  </a:cubicBezTo>
                  <a:cubicBezTo>
                    <a:pt x="1" y="60949"/>
                    <a:pt x="27" y="61002"/>
                    <a:pt x="81" y="61029"/>
                  </a:cubicBezTo>
                  <a:cubicBezTo>
                    <a:pt x="1821" y="62046"/>
                    <a:pt x="2891" y="63839"/>
                    <a:pt x="2945" y="65847"/>
                  </a:cubicBezTo>
                  <a:cubicBezTo>
                    <a:pt x="2945" y="65900"/>
                    <a:pt x="2972" y="65927"/>
                    <a:pt x="2998" y="65954"/>
                  </a:cubicBezTo>
                  <a:cubicBezTo>
                    <a:pt x="4952" y="66944"/>
                    <a:pt x="6157" y="68898"/>
                    <a:pt x="6157" y="71066"/>
                  </a:cubicBezTo>
                  <a:cubicBezTo>
                    <a:pt x="6157" y="73234"/>
                    <a:pt x="4952" y="75188"/>
                    <a:pt x="2998" y="76178"/>
                  </a:cubicBezTo>
                  <a:cubicBezTo>
                    <a:pt x="2972" y="76178"/>
                    <a:pt x="2945" y="76232"/>
                    <a:pt x="2945" y="76285"/>
                  </a:cubicBezTo>
                  <a:cubicBezTo>
                    <a:pt x="2891" y="78266"/>
                    <a:pt x="1821" y="80086"/>
                    <a:pt x="81" y="81076"/>
                  </a:cubicBezTo>
                  <a:cubicBezTo>
                    <a:pt x="27" y="81130"/>
                    <a:pt x="1" y="81183"/>
                    <a:pt x="27" y="81264"/>
                  </a:cubicBezTo>
                  <a:cubicBezTo>
                    <a:pt x="61" y="81297"/>
                    <a:pt x="104" y="81320"/>
                    <a:pt x="145" y="81320"/>
                  </a:cubicBezTo>
                  <a:cubicBezTo>
                    <a:pt x="170" y="81320"/>
                    <a:pt x="194" y="81311"/>
                    <a:pt x="215" y="81290"/>
                  </a:cubicBezTo>
                  <a:cubicBezTo>
                    <a:pt x="2008" y="80273"/>
                    <a:pt x="3106" y="78427"/>
                    <a:pt x="3186" y="76366"/>
                  </a:cubicBezTo>
                  <a:cubicBezTo>
                    <a:pt x="5166" y="75322"/>
                    <a:pt x="6424" y="73314"/>
                    <a:pt x="6424" y="71066"/>
                  </a:cubicBezTo>
                  <a:cubicBezTo>
                    <a:pt x="6424" y="68818"/>
                    <a:pt x="5166" y="66784"/>
                    <a:pt x="3186" y="65766"/>
                  </a:cubicBezTo>
                  <a:cubicBezTo>
                    <a:pt x="3106" y="63786"/>
                    <a:pt x="2062" y="61992"/>
                    <a:pt x="375" y="60922"/>
                  </a:cubicBezTo>
                  <a:cubicBezTo>
                    <a:pt x="2062" y="59878"/>
                    <a:pt x="3106" y="58085"/>
                    <a:pt x="3186" y="56104"/>
                  </a:cubicBezTo>
                  <a:cubicBezTo>
                    <a:pt x="5166" y="55060"/>
                    <a:pt x="6424" y="53053"/>
                    <a:pt x="6424" y="50804"/>
                  </a:cubicBezTo>
                  <a:cubicBezTo>
                    <a:pt x="6424" y="48556"/>
                    <a:pt x="5166" y="46522"/>
                    <a:pt x="3186" y="45505"/>
                  </a:cubicBezTo>
                  <a:cubicBezTo>
                    <a:pt x="3159" y="43604"/>
                    <a:pt x="2088" y="41731"/>
                    <a:pt x="375" y="40660"/>
                  </a:cubicBezTo>
                  <a:cubicBezTo>
                    <a:pt x="1901" y="39723"/>
                    <a:pt x="3320" y="37877"/>
                    <a:pt x="3186" y="35816"/>
                  </a:cubicBezTo>
                  <a:cubicBezTo>
                    <a:pt x="5193" y="34799"/>
                    <a:pt x="6424" y="32764"/>
                    <a:pt x="6424" y="30543"/>
                  </a:cubicBezTo>
                  <a:cubicBezTo>
                    <a:pt x="6424" y="28295"/>
                    <a:pt x="5166" y="26260"/>
                    <a:pt x="3186" y="25243"/>
                  </a:cubicBezTo>
                  <a:cubicBezTo>
                    <a:pt x="3106" y="23236"/>
                    <a:pt x="2062" y="21443"/>
                    <a:pt x="375" y="20399"/>
                  </a:cubicBezTo>
                  <a:cubicBezTo>
                    <a:pt x="2088" y="19328"/>
                    <a:pt x="3186" y="17454"/>
                    <a:pt x="3186" y="15608"/>
                  </a:cubicBezTo>
                  <a:cubicBezTo>
                    <a:pt x="3186" y="15608"/>
                    <a:pt x="3186" y="15581"/>
                    <a:pt x="3186" y="15554"/>
                  </a:cubicBezTo>
                  <a:cubicBezTo>
                    <a:pt x="5166" y="14537"/>
                    <a:pt x="6424" y="12503"/>
                    <a:pt x="6424" y="10255"/>
                  </a:cubicBezTo>
                  <a:cubicBezTo>
                    <a:pt x="6424" y="8033"/>
                    <a:pt x="5166" y="5999"/>
                    <a:pt x="3186" y="4982"/>
                  </a:cubicBezTo>
                  <a:lnTo>
                    <a:pt x="3186" y="4955"/>
                  </a:lnTo>
                  <a:cubicBezTo>
                    <a:pt x="3186" y="3028"/>
                    <a:pt x="2008" y="1074"/>
                    <a:pt x="215" y="30"/>
                  </a:cubicBezTo>
                  <a:cubicBezTo>
                    <a:pt x="184" y="10"/>
                    <a:pt x="153" y="1"/>
                    <a:pt x="12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6" name="Google Shape;946;p71"/>
            <p:cNvSpPr/>
            <p:nvPr/>
          </p:nvSpPr>
          <p:spPr>
            <a:xfrm>
              <a:off x="1761075" y="818875"/>
              <a:ext cx="160625" cy="2032875"/>
            </a:xfrm>
            <a:custGeom>
              <a:avLst/>
              <a:gdLst/>
              <a:ahLst/>
              <a:cxnLst/>
              <a:rect l="l" t="t" r="r" b="b"/>
              <a:pathLst>
                <a:path w="6425" h="81315" extrusionOk="0">
                  <a:moveTo>
                    <a:pt x="149" y="1"/>
                  </a:moveTo>
                  <a:cubicBezTo>
                    <a:pt x="110" y="1"/>
                    <a:pt x="71" y="20"/>
                    <a:pt x="54" y="70"/>
                  </a:cubicBezTo>
                  <a:cubicBezTo>
                    <a:pt x="27" y="70"/>
                    <a:pt x="27" y="97"/>
                    <a:pt x="27" y="124"/>
                  </a:cubicBezTo>
                  <a:cubicBezTo>
                    <a:pt x="27" y="178"/>
                    <a:pt x="54" y="204"/>
                    <a:pt x="81" y="231"/>
                  </a:cubicBezTo>
                  <a:cubicBezTo>
                    <a:pt x="1821" y="1248"/>
                    <a:pt x="2972" y="3175"/>
                    <a:pt x="2945" y="5022"/>
                  </a:cubicBezTo>
                  <a:cubicBezTo>
                    <a:pt x="2945" y="5076"/>
                    <a:pt x="2972" y="5129"/>
                    <a:pt x="2998" y="5156"/>
                  </a:cubicBezTo>
                  <a:cubicBezTo>
                    <a:pt x="4952" y="6119"/>
                    <a:pt x="6183" y="8073"/>
                    <a:pt x="6183" y="10268"/>
                  </a:cubicBezTo>
                  <a:cubicBezTo>
                    <a:pt x="6183" y="12436"/>
                    <a:pt x="4952" y="14390"/>
                    <a:pt x="2998" y="15354"/>
                  </a:cubicBezTo>
                  <a:cubicBezTo>
                    <a:pt x="2972" y="15380"/>
                    <a:pt x="2945" y="15461"/>
                    <a:pt x="2945" y="15487"/>
                  </a:cubicBezTo>
                  <a:cubicBezTo>
                    <a:pt x="2998" y="17334"/>
                    <a:pt x="1847" y="19235"/>
                    <a:pt x="108" y="20278"/>
                  </a:cubicBezTo>
                  <a:cubicBezTo>
                    <a:pt x="81" y="20278"/>
                    <a:pt x="27" y="20305"/>
                    <a:pt x="27" y="20359"/>
                  </a:cubicBezTo>
                  <a:cubicBezTo>
                    <a:pt x="27" y="20412"/>
                    <a:pt x="27" y="20466"/>
                    <a:pt x="81" y="20493"/>
                  </a:cubicBezTo>
                  <a:cubicBezTo>
                    <a:pt x="1821" y="21510"/>
                    <a:pt x="2891" y="23303"/>
                    <a:pt x="2945" y="25310"/>
                  </a:cubicBezTo>
                  <a:cubicBezTo>
                    <a:pt x="2945" y="25364"/>
                    <a:pt x="2972" y="25391"/>
                    <a:pt x="2998" y="25417"/>
                  </a:cubicBezTo>
                  <a:cubicBezTo>
                    <a:pt x="4952" y="26381"/>
                    <a:pt x="6183" y="28362"/>
                    <a:pt x="6183" y="30530"/>
                  </a:cubicBezTo>
                  <a:cubicBezTo>
                    <a:pt x="6183" y="32698"/>
                    <a:pt x="4952" y="34652"/>
                    <a:pt x="2998" y="35642"/>
                  </a:cubicBezTo>
                  <a:cubicBezTo>
                    <a:pt x="2972" y="35642"/>
                    <a:pt x="2945" y="35695"/>
                    <a:pt x="2945" y="35749"/>
                  </a:cubicBezTo>
                  <a:cubicBezTo>
                    <a:pt x="3105" y="37837"/>
                    <a:pt x="1633" y="39630"/>
                    <a:pt x="108" y="40540"/>
                  </a:cubicBezTo>
                  <a:cubicBezTo>
                    <a:pt x="81" y="40540"/>
                    <a:pt x="27" y="40594"/>
                    <a:pt x="27" y="40620"/>
                  </a:cubicBezTo>
                  <a:cubicBezTo>
                    <a:pt x="27" y="40674"/>
                    <a:pt x="27" y="40727"/>
                    <a:pt x="81" y="40754"/>
                  </a:cubicBezTo>
                  <a:cubicBezTo>
                    <a:pt x="1821" y="41771"/>
                    <a:pt x="2945" y="43645"/>
                    <a:pt x="2945" y="45545"/>
                  </a:cubicBezTo>
                  <a:cubicBezTo>
                    <a:pt x="2945" y="45545"/>
                    <a:pt x="2945" y="45545"/>
                    <a:pt x="2945" y="45572"/>
                  </a:cubicBezTo>
                  <a:cubicBezTo>
                    <a:pt x="2945" y="45626"/>
                    <a:pt x="2972" y="45652"/>
                    <a:pt x="2998" y="45679"/>
                  </a:cubicBezTo>
                  <a:cubicBezTo>
                    <a:pt x="4952" y="46669"/>
                    <a:pt x="6183" y="48623"/>
                    <a:pt x="6183" y="50791"/>
                  </a:cubicBezTo>
                  <a:cubicBezTo>
                    <a:pt x="6183" y="52959"/>
                    <a:pt x="4952" y="54913"/>
                    <a:pt x="2998" y="55904"/>
                  </a:cubicBezTo>
                  <a:cubicBezTo>
                    <a:pt x="2972" y="55930"/>
                    <a:pt x="2945" y="55957"/>
                    <a:pt x="2945" y="56011"/>
                  </a:cubicBezTo>
                  <a:cubicBezTo>
                    <a:pt x="2891" y="57991"/>
                    <a:pt x="1847" y="59785"/>
                    <a:pt x="108" y="60802"/>
                  </a:cubicBezTo>
                  <a:cubicBezTo>
                    <a:pt x="81" y="60828"/>
                    <a:pt x="27" y="60855"/>
                    <a:pt x="27" y="60882"/>
                  </a:cubicBezTo>
                  <a:cubicBezTo>
                    <a:pt x="27" y="60935"/>
                    <a:pt x="27" y="60989"/>
                    <a:pt x="81" y="61016"/>
                  </a:cubicBezTo>
                  <a:cubicBezTo>
                    <a:pt x="1821" y="62033"/>
                    <a:pt x="2891" y="63826"/>
                    <a:pt x="2945" y="65834"/>
                  </a:cubicBezTo>
                  <a:cubicBezTo>
                    <a:pt x="2945" y="65887"/>
                    <a:pt x="2972" y="65914"/>
                    <a:pt x="2998" y="65941"/>
                  </a:cubicBezTo>
                  <a:cubicBezTo>
                    <a:pt x="4952" y="66931"/>
                    <a:pt x="6183" y="68885"/>
                    <a:pt x="6183" y="71053"/>
                  </a:cubicBezTo>
                  <a:cubicBezTo>
                    <a:pt x="6183" y="73221"/>
                    <a:pt x="4952" y="75175"/>
                    <a:pt x="2998" y="76165"/>
                  </a:cubicBezTo>
                  <a:cubicBezTo>
                    <a:pt x="2972" y="76192"/>
                    <a:pt x="2945" y="76219"/>
                    <a:pt x="2945" y="76272"/>
                  </a:cubicBezTo>
                  <a:cubicBezTo>
                    <a:pt x="2891" y="78280"/>
                    <a:pt x="1821" y="80073"/>
                    <a:pt x="81" y="81090"/>
                  </a:cubicBezTo>
                  <a:cubicBezTo>
                    <a:pt x="27" y="81117"/>
                    <a:pt x="1" y="81197"/>
                    <a:pt x="54" y="81251"/>
                  </a:cubicBezTo>
                  <a:cubicBezTo>
                    <a:pt x="74" y="81290"/>
                    <a:pt x="122" y="81315"/>
                    <a:pt x="167" y="81315"/>
                  </a:cubicBezTo>
                  <a:cubicBezTo>
                    <a:pt x="184" y="81315"/>
                    <a:pt x="200" y="81311"/>
                    <a:pt x="215" y="81304"/>
                  </a:cubicBezTo>
                  <a:cubicBezTo>
                    <a:pt x="2008" y="80260"/>
                    <a:pt x="3105" y="78413"/>
                    <a:pt x="3186" y="76352"/>
                  </a:cubicBezTo>
                  <a:cubicBezTo>
                    <a:pt x="5193" y="75309"/>
                    <a:pt x="6424" y="73301"/>
                    <a:pt x="6424" y="71053"/>
                  </a:cubicBezTo>
                  <a:cubicBezTo>
                    <a:pt x="6424" y="68805"/>
                    <a:pt x="5193" y="66797"/>
                    <a:pt x="3186" y="65753"/>
                  </a:cubicBezTo>
                  <a:cubicBezTo>
                    <a:pt x="3132" y="63773"/>
                    <a:pt x="2088" y="61979"/>
                    <a:pt x="402" y="60909"/>
                  </a:cubicBezTo>
                  <a:cubicBezTo>
                    <a:pt x="2088" y="59865"/>
                    <a:pt x="3132" y="58072"/>
                    <a:pt x="3186" y="56091"/>
                  </a:cubicBezTo>
                  <a:cubicBezTo>
                    <a:pt x="5193" y="55047"/>
                    <a:pt x="6424" y="53040"/>
                    <a:pt x="6424" y="50791"/>
                  </a:cubicBezTo>
                  <a:cubicBezTo>
                    <a:pt x="6424" y="48543"/>
                    <a:pt x="5193" y="46536"/>
                    <a:pt x="3186" y="45492"/>
                  </a:cubicBezTo>
                  <a:cubicBezTo>
                    <a:pt x="3186" y="43591"/>
                    <a:pt x="2088" y="41718"/>
                    <a:pt x="402" y="40647"/>
                  </a:cubicBezTo>
                  <a:cubicBezTo>
                    <a:pt x="1901" y="39710"/>
                    <a:pt x="3320" y="37890"/>
                    <a:pt x="3186" y="35829"/>
                  </a:cubicBezTo>
                  <a:cubicBezTo>
                    <a:pt x="5193" y="34785"/>
                    <a:pt x="6424" y="32751"/>
                    <a:pt x="6424" y="30530"/>
                  </a:cubicBezTo>
                  <a:cubicBezTo>
                    <a:pt x="6424" y="28281"/>
                    <a:pt x="5193" y="26247"/>
                    <a:pt x="3186" y="25230"/>
                  </a:cubicBezTo>
                  <a:cubicBezTo>
                    <a:pt x="3105" y="23223"/>
                    <a:pt x="2062" y="21429"/>
                    <a:pt x="402" y="20386"/>
                  </a:cubicBezTo>
                  <a:cubicBezTo>
                    <a:pt x="2115" y="19315"/>
                    <a:pt x="3212" y="17415"/>
                    <a:pt x="3186" y="15541"/>
                  </a:cubicBezTo>
                  <a:cubicBezTo>
                    <a:pt x="5193" y="14524"/>
                    <a:pt x="6424" y="12490"/>
                    <a:pt x="6424" y="10268"/>
                  </a:cubicBezTo>
                  <a:cubicBezTo>
                    <a:pt x="6424" y="8020"/>
                    <a:pt x="5193" y="5986"/>
                    <a:pt x="3186" y="4969"/>
                  </a:cubicBezTo>
                  <a:lnTo>
                    <a:pt x="3186" y="4942"/>
                  </a:lnTo>
                  <a:cubicBezTo>
                    <a:pt x="3186" y="3041"/>
                    <a:pt x="2008" y="1061"/>
                    <a:pt x="215" y="17"/>
                  </a:cubicBezTo>
                  <a:cubicBezTo>
                    <a:pt x="195" y="7"/>
                    <a:pt x="172" y="1"/>
                    <a:pt x="14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7" name="Google Shape;947;p71"/>
            <p:cNvSpPr/>
            <p:nvPr/>
          </p:nvSpPr>
          <p:spPr>
            <a:xfrm>
              <a:off x="1607850" y="566950"/>
              <a:ext cx="159950" cy="2033000"/>
            </a:xfrm>
            <a:custGeom>
              <a:avLst/>
              <a:gdLst/>
              <a:ahLst/>
              <a:cxnLst/>
              <a:rect l="l" t="t" r="r" b="b"/>
              <a:pathLst>
                <a:path w="6398" h="81320" extrusionOk="0">
                  <a:moveTo>
                    <a:pt x="119" y="1"/>
                  </a:moveTo>
                  <a:cubicBezTo>
                    <a:pt x="81" y="1"/>
                    <a:pt x="44" y="24"/>
                    <a:pt x="27" y="57"/>
                  </a:cubicBezTo>
                  <a:cubicBezTo>
                    <a:pt x="0" y="84"/>
                    <a:pt x="0" y="110"/>
                    <a:pt x="0" y="137"/>
                  </a:cubicBezTo>
                  <a:cubicBezTo>
                    <a:pt x="0" y="164"/>
                    <a:pt x="27" y="217"/>
                    <a:pt x="81" y="244"/>
                  </a:cubicBezTo>
                  <a:cubicBezTo>
                    <a:pt x="1820" y="1261"/>
                    <a:pt x="2944" y="3188"/>
                    <a:pt x="2918" y="5035"/>
                  </a:cubicBezTo>
                  <a:cubicBezTo>
                    <a:pt x="2918" y="5089"/>
                    <a:pt x="2944" y="5142"/>
                    <a:pt x="2998" y="5169"/>
                  </a:cubicBezTo>
                  <a:cubicBezTo>
                    <a:pt x="4952" y="6133"/>
                    <a:pt x="6156" y="8086"/>
                    <a:pt x="6156" y="10255"/>
                  </a:cubicBezTo>
                  <a:cubicBezTo>
                    <a:pt x="6156" y="12449"/>
                    <a:pt x="4952" y="14403"/>
                    <a:pt x="2998" y="15367"/>
                  </a:cubicBezTo>
                  <a:cubicBezTo>
                    <a:pt x="2944" y="15394"/>
                    <a:pt x="2918" y="15447"/>
                    <a:pt x="2918" y="15501"/>
                  </a:cubicBezTo>
                  <a:cubicBezTo>
                    <a:pt x="2971" y="17347"/>
                    <a:pt x="1847" y="19248"/>
                    <a:pt x="81" y="20292"/>
                  </a:cubicBezTo>
                  <a:cubicBezTo>
                    <a:pt x="54" y="20292"/>
                    <a:pt x="27" y="20318"/>
                    <a:pt x="0" y="20372"/>
                  </a:cubicBezTo>
                  <a:cubicBezTo>
                    <a:pt x="0" y="20425"/>
                    <a:pt x="27" y="20479"/>
                    <a:pt x="81" y="20506"/>
                  </a:cubicBezTo>
                  <a:cubicBezTo>
                    <a:pt x="1794" y="21496"/>
                    <a:pt x="2864" y="23316"/>
                    <a:pt x="2918" y="25324"/>
                  </a:cubicBezTo>
                  <a:cubicBezTo>
                    <a:pt x="2918" y="25350"/>
                    <a:pt x="2944" y="25404"/>
                    <a:pt x="2998" y="25431"/>
                  </a:cubicBezTo>
                  <a:cubicBezTo>
                    <a:pt x="4952" y="26394"/>
                    <a:pt x="6156" y="28348"/>
                    <a:pt x="6156" y="30543"/>
                  </a:cubicBezTo>
                  <a:cubicBezTo>
                    <a:pt x="6156" y="32711"/>
                    <a:pt x="4952" y="34665"/>
                    <a:pt x="2998" y="35628"/>
                  </a:cubicBezTo>
                  <a:cubicBezTo>
                    <a:pt x="2944" y="35655"/>
                    <a:pt x="2918" y="35709"/>
                    <a:pt x="2918" y="35762"/>
                  </a:cubicBezTo>
                  <a:cubicBezTo>
                    <a:pt x="3078" y="37823"/>
                    <a:pt x="1633" y="39643"/>
                    <a:pt x="81" y="40553"/>
                  </a:cubicBezTo>
                  <a:cubicBezTo>
                    <a:pt x="54" y="40553"/>
                    <a:pt x="27" y="40580"/>
                    <a:pt x="0" y="40633"/>
                  </a:cubicBezTo>
                  <a:cubicBezTo>
                    <a:pt x="0" y="40687"/>
                    <a:pt x="27" y="40741"/>
                    <a:pt x="81" y="40767"/>
                  </a:cubicBezTo>
                  <a:cubicBezTo>
                    <a:pt x="1820" y="41784"/>
                    <a:pt x="2918" y="43658"/>
                    <a:pt x="2918" y="45532"/>
                  </a:cubicBezTo>
                  <a:cubicBezTo>
                    <a:pt x="2918" y="45558"/>
                    <a:pt x="2918" y="45558"/>
                    <a:pt x="2918" y="45585"/>
                  </a:cubicBezTo>
                  <a:cubicBezTo>
                    <a:pt x="2918" y="45612"/>
                    <a:pt x="2944" y="45665"/>
                    <a:pt x="2998" y="45692"/>
                  </a:cubicBezTo>
                  <a:cubicBezTo>
                    <a:pt x="4952" y="46656"/>
                    <a:pt x="6156" y="48636"/>
                    <a:pt x="6156" y="50804"/>
                  </a:cubicBezTo>
                  <a:cubicBezTo>
                    <a:pt x="6156" y="52972"/>
                    <a:pt x="4952" y="54926"/>
                    <a:pt x="2998" y="55917"/>
                  </a:cubicBezTo>
                  <a:cubicBezTo>
                    <a:pt x="2944" y="55917"/>
                    <a:pt x="2918" y="55970"/>
                    <a:pt x="2918" y="56024"/>
                  </a:cubicBezTo>
                  <a:cubicBezTo>
                    <a:pt x="2864" y="58004"/>
                    <a:pt x="1820" y="59798"/>
                    <a:pt x="81" y="60815"/>
                  </a:cubicBezTo>
                  <a:cubicBezTo>
                    <a:pt x="54" y="60815"/>
                    <a:pt x="27" y="60868"/>
                    <a:pt x="0" y="60895"/>
                  </a:cubicBezTo>
                  <a:cubicBezTo>
                    <a:pt x="0" y="60949"/>
                    <a:pt x="27" y="61002"/>
                    <a:pt x="81" y="61029"/>
                  </a:cubicBezTo>
                  <a:cubicBezTo>
                    <a:pt x="1820" y="62046"/>
                    <a:pt x="2864" y="63839"/>
                    <a:pt x="2918" y="65847"/>
                  </a:cubicBezTo>
                  <a:cubicBezTo>
                    <a:pt x="2918" y="65900"/>
                    <a:pt x="2944" y="65927"/>
                    <a:pt x="2998" y="65954"/>
                  </a:cubicBezTo>
                  <a:cubicBezTo>
                    <a:pt x="4952" y="66944"/>
                    <a:pt x="6156" y="68898"/>
                    <a:pt x="6156" y="71066"/>
                  </a:cubicBezTo>
                  <a:cubicBezTo>
                    <a:pt x="6156" y="73234"/>
                    <a:pt x="4952" y="75188"/>
                    <a:pt x="2998" y="76178"/>
                  </a:cubicBezTo>
                  <a:cubicBezTo>
                    <a:pt x="2944" y="76178"/>
                    <a:pt x="2918" y="76232"/>
                    <a:pt x="2918" y="76285"/>
                  </a:cubicBezTo>
                  <a:cubicBezTo>
                    <a:pt x="2864" y="78266"/>
                    <a:pt x="1820" y="80086"/>
                    <a:pt x="81" y="81076"/>
                  </a:cubicBezTo>
                  <a:cubicBezTo>
                    <a:pt x="27" y="81130"/>
                    <a:pt x="0" y="81183"/>
                    <a:pt x="27" y="81264"/>
                  </a:cubicBezTo>
                  <a:cubicBezTo>
                    <a:pt x="44" y="81297"/>
                    <a:pt x="81" y="81320"/>
                    <a:pt x="119" y="81320"/>
                  </a:cubicBezTo>
                  <a:cubicBezTo>
                    <a:pt x="143" y="81320"/>
                    <a:pt x="167" y="81311"/>
                    <a:pt x="188" y="81290"/>
                  </a:cubicBezTo>
                  <a:cubicBezTo>
                    <a:pt x="1981" y="80273"/>
                    <a:pt x="3105" y="78427"/>
                    <a:pt x="3185" y="76366"/>
                  </a:cubicBezTo>
                  <a:cubicBezTo>
                    <a:pt x="5166" y="75322"/>
                    <a:pt x="6397" y="73314"/>
                    <a:pt x="6397" y="71066"/>
                  </a:cubicBezTo>
                  <a:cubicBezTo>
                    <a:pt x="6397" y="68818"/>
                    <a:pt x="5166" y="66784"/>
                    <a:pt x="3185" y="65766"/>
                  </a:cubicBezTo>
                  <a:cubicBezTo>
                    <a:pt x="3105" y="63786"/>
                    <a:pt x="2061" y="61992"/>
                    <a:pt x="375" y="60922"/>
                  </a:cubicBezTo>
                  <a:cubicBezTo>
                    <a:pt x="2061" y="59878"/>
                    <a:pt x="3105" y="58085"/>
                    <a:pt x="3185" y="56104"/>
                  </a:cubicBezTo>
                  <a:cubicBezTo>
                    <a:pt x="5166" y="55060"/>
                    <a:pt x="6397" y="53053"/>
                    <a:pt x="6397" y="50804"/>
                  </a:cubicBezTo>
                  <a:cubicBezTo>
                    <a:pt x="6397" y="48556"/>
                    <a:pt x="5166" y="46522"/>
                    <a:pt x="3185" y="45505"/>
                  </a:cubicBezTo>
                  <a:cubicBezTo>
                    <a:pt x="3159" y="43604"/>
                    <a:pt x="2061" y="41731"/>
                    <a:pt x="375" y="40660"/>
                  </a:cubicBezTo>
                  <a:cubicBezTo>
                    <a:pt x="1901" y="39723"/>
                    <a:pt x="3292" y="37877"/>
                    <a:pt x="3185" y="35816"/>
                  </a:cubicBezTo>
                  <a:cubicBezTo>
                    <a:pt x="5166" y="34799"/>
                    <a:pt x="6397" y="32764"/>
                    <a:pt x="6397" y="30543"/>
                  </a:cubicBezTo>
                  <a:cubicBezTo>
                    <a:pt x="6397" y="28295"/>
                    <a:pt x="5166" y="26260"/>
                    <a:pt x="3185" y="25243"/>
                  </a:cubicBezTo>
                  <a:cubicBezTo>
                    <a:pt x="3078" y="23236"/>
                    <a:pt x="2061" y="21443"/>
                    <a:pt x="375" y="20399"/>
                  </a:cubicBezTo>
                  <a:cubicBezTo>
                    <a:pt x="2061" y="19328"/>
                    <a:pt x="3185" y="17454"/>
                    <a:pt x="3185" y="15608"/>
                  </a:cubicBezTo>
                  <a:cubicBezTo>
                    <a:pt x="3185" y="15608"/>
                    <a:pt x="3185" y="15581"/>
                    <a:pt x="3185" y="15554"/>
                  </a:cubicBezTo>
                  <a:cubicBezTo>
                    <a:pt x="5166" y="14537"/>
                    <a:pt x="6397" y="12503"/>
                    <a:pt x="6397" y="10255"/>
                  </a:cubicBezTo>
                  <a:cubicBezTo>
                    <a:pt x="6397" y="8033"/>
                    <a:pt x="5166" y="5999"/>
                    <a:pt x="3185" y="4982"/>
                  </a:cubicBezTo>
                  <a:lnTo>
                    <a:pt x="3185" y="4955"/>
                  </a:lnTo>
                  <a:cubicBezTo>
                    <a:pt x="3185" y="3028"/>
                    <a:pt x="1981" y="1074"/>
                    <a:pt x="188" y="30"/>
                  </a:cubicBezTo>
                  <a:cubicBezTo>
                    <a:pt x="167" y="10"/>
                    <a:pt x="143" y="1"/>
                    <a:pt x="11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8" name="Google Shape;948;p71"/>
            <p:cNvSpPr/>
            <p:nvPr/>
          </p:nvSpPr>
          <p:spPr>
            <a:xfrm>
              <a:off x="1453950" y="818875"/>
              <a:ext cx="160600" cy="2032875"/>
            </a:xfrm>
            <a:custGeom>
              <a:avLst/>
              <a:gdLst/>
              <a:ahLst/>
              <a:cxnLst/>
              <a:rect l="l" t="t" r="r" b="b"/>
              <a:pathLst>
                <a:path w="6424" h="81315" extrusionOk="0">
                  <a:moveTo>
                    <a:pt x="136" y="1"/>
                  </a:moveTo>
                  <a:cubicBezTo>
                    <a:pt x="95" y="1"/>
                    <a:pt x="61" y="20"/>
                    <a:pt x="27" y="70"/>
                  </a:cubicBezTo>
                  <a:cubicBezTo>
                    <a:pt x="27" y="70"/>
                    <a:pt x="27" y="97"/>
                    <a:pt x="27" y="124"/>
                  </a:cubicBezTo>
                  <a:cubicBezTo>
                    <a:pt x="27" y="178"/>
                    <a:pt x="27" y="204"/>
                    <a:pt x="80" y="231"/>
                  </a:cubicBezTo>
                  <a:cubicBezTo>
                    <a:pt x="1820" y="1248"/>
                    <a:pt x="2971" y="3175"/>
                    <a:pt x="2944" y="5022"/>
                  </a:cubicBezTo>
                  <a:cubicBezTo>
                    <a:pt x="2944" y="5076"/>
                    <a:pt x="2971" y="5129"/>
                    <a:pt x="2998" y="5156"/>
                  </a:cubicBezTo>
                  <a:cubicBezTo>
                    <a:pt x="4952" y="6119"/>
                    <a:pt x="6156" y="8073"/>
                    <a:pt x="6156" y="10268"/>
                  </a:cubicBezTo>
                  <a:cubicBezTo>
                    <a:pt x="6156" y="12436"/>
                    <a:pt x="4952" y="14390"/>
                    <a:pt x="2998" y="15354"/>
                  </a:cubicBezTo>
                  <a:cubicBezTo>
                    <a:pt x="2971" y="15380"/>
                    <a:pt x="2944" y="15434"/>
                    <a:pt x="2944" y="15487"/>
                  </a:cubicBezTo>
                  <a:cubicBezTo>
                    <a:pt x="2944" y="15514"/>
                    <a:pt x="2944" y="15568"/>
                    <a:pt x="2944" y="15595"/>
                  </a:cubicBezTo>
                  <a:cubicBezTo>
                    <a:pt x="2944" y="17415"/>
                    <a:pt x="1820" y="19261"/>
                    <a:pt x="107" y="20278"/>
                  </a:cubicBezTo>
                  <a:cubicBezTo>
                    <a:pt x="54" y="20278"/>
                    <a:pt x="27" y="20305"/>
                    <a:pt x="27" y="20359"/>
                  </a:cubicBezTo>
                  <a:cubicBezTo>
                    <a:pt x="0" y="20412"/>
                    <a:pt x="27" y="20466"/>
                    <a:pt x="80" y="20493"/>
                  </a:cubicBezTo>
                  <a:cubicBezTo>
                    <a:pt x="1793" y="21510"/>
                    <a:pt x="2864" y="23303"/>
                    <a:pt x="2944" y="25310"/>
                  </a:cubicBezTo>
                  <a:cubicBezTo>
                    <a:pt x="2944" y="25364"/>
                    <a:pt x="2971" y="25391"/>
                    <a:pt x="2998" y="25417"/>
                  </a:cubicBezTo>
                  <a:cubicBezTo>
                    <a:pt x="4952" y="26381"/>
                    <a:pt x="6156" y="28362"/>
                    <a:pt x="6156" y="30530"/>
                  </a:cubicBezTo>
                  <a:cubicBezTo>
                    <a:pt x="6156" y="32698"/>
                    <a:pt x="4952" y="34652"/>
                    <a:pt x="2998" y="35642"/>
                  </a:cubicBezTo>
                  <a:cubicBezTo>
                    <a:pt x="2944" y="35642"/>
                    <a:pt x="2918" y="35695"/>
                    <a:pt x="2944" y="35749"/>
                  </a:cubicBezTo>
                  <a:cubicBezTo>
                    <a:pt x="3105" y="37837"/>
                    <a:pt x="1633" y="39630"/>
                    <a:pt x="107" y="40540"/>
                  </a:cubicBezTo>
                  <a:cubicBezTo>
                    <a:pt x="54" y="40540"/>
                    <a:pt x="27" y="40594"/>
                    <a:pt x="27" y="40620"/>
                  </a:cubicBezTo>
                  <a:cubicBezTo>
                    <a:pt x="0" y="40674"/>
                    <a:pt x="27" y="40727"/>
                    <a:pt x="80" y="40754"/>
                  </a:cubicBezTo>
                  <a:cubicBezTo>
                    <a:pt x="1820" y="41771"/>
                    <a:pt x="2944" y="43645"/>
                    <a:pt x="2944" y="45545"/>
                  </a:cubicBezTo>
                  <a:cubicBezTo>
                    <a:pt x="2944" y="45545"/>
                    <a:pt x="2944" y="45572"/>
                    <a:pt x="2944" y="45572"/>
                  </a:cubicBezTo>
                  <a:cubicBezTo>
                    <a:pt x="2944" y="45626"/>
                    <a:pt x="2971" y="45652"/>
                    <a:pt x="2998" y="45679"/>
                  </a:cubicBezTo>
                  <a:cubicBezTo>
                    <a:pt x="4952" y="46669"/>
                    <a:pt x="6156" y="48623"/>
                    <a:pt x="6156" y="50791"/>
                  </a:cubicBezTo>
                  <a:cubicBezTo>
                    <a:pt x="6156" y="52959"/>
                    <a:pt x="4952" y="54913"/>
                    <a:pt x="2998" y="55904"/>
                  </a:cubicBezTo>
                  <a:cubicBezTo>
                    <a:pt x="2971" y="55930"/>
                    <a:pt x="2944" y="55957"/>
                    <a:pt x="2944" y="56011"/>
                  </a:cubicBezTo>
                  <a:cubicBezTo>
                    <a:pt x="2891" y="57991"/>
                    <a:pt x="1820" y="59785"/>
                    <a:pt x="107" y="60802"/>
                  </a:cubicBezTo>
                  <a:cubicBezTo>
                    <a:pt x="54" y="60828"/>
                    <a:pt x="27" y="60855"/>
                    <a:pt x="27" y="60882"/>
                  </a:cubicBezTo>
                  <a:cubicBezTo>
                    <a:pt x="0" y="60935"/>
                    <a:pt x="27" y="60989"/>
                    <a:pt x="80" y="61016"/>
                  </a:cubicBezTo>
                  <a:cubicBezTo>
                    <a:pt x="1820" y="62033"/>
                    <a:pt x="2891" y="63826"/>
                    <a:pt x="2944" y="65834"/>
                  </a:cubicBezTo>
                  <a:cubicBezTo>
                    <a:pt x="2944" y="65887"/>
                    <a:pt x="2971" y="65914"/>
                    <a:pt x="2998" y="65941"/>
                  </a:cubicBezTo>
                  <a:cubicBezTo>
                    <a:pt x="4952" y="66931"/>
                    <a:pt x="6156" y="68885"/>
                    <a:pt x="6156" y="71053"/>
                  </a:cubicBezTo>
                  <a:cubicBezTo>
                    <a:pt x="6156" y="73221"/>
                    <a:pt x="4952" y="75175"/>
                    <a:pt x="2998" y="76165"/>
                  </a:cubicBezTo>
                  <a:cubicBezTo>
                    <a:pt x="2971" y="76192"/>
                    <a:pt x="2944" y="76219"/>
                    <a:pt x="2944" y="76272"/>
                  </a:cubicBezTo>
                  <a:cubicBezTo>
                    <a:pt x="2891" y="78280"/>
                    <a:pt x="1820" y="80073"/>
                    <a:pt x="80" y="81090"/>
                  </a:cubicBezTo>
                  <a:cubicBezTo>
                    <a:pt x="27" y="81117"/>
                    <a:pt x="0" y="81197"/>
                    <a:pt x="27" y="81251"/>
                  </a:cubicBezTo>
                  <a:cubicBezTo>
                    <a:pt x="66" y="81290"/>
                    <a:pt x="120" y="81315"/>
                    <a:pt x="167" y="81315"/>
                  </a:cubicBezTo>
                  <a:cubicBezTo>
                    <a:pt x="184" y="81315"/>
                    <a:pt x="200" y="81311"/>
                    <a:pt x="214" y="81304"/>
                  </a:cubicBezTo>
                  <a:cubicBezTo>
                    <a:pt x="2008" y="80260"/>
                    <a:pt x="3105" y="78413"/>
                    <a:pt x="3185" y="76352"/>
                  </a:cubicBezTo>
                  <a:cubicBezTo>
                    <a:pt x="5166" y="75309"/>
                    <a:pt x="6424" y="73301"/>
                    <a:pt x="6424" y="71053"/>
                  </a:cubicBezTo>
                  <a:cubicBezTo>
                    <a:pt x="6424" y="68805"/>
                    <a:pt x="5166" y="66797"/>
                    <a:pt x="3185" y="65753"/>
                  </a:cubicBezTo>
                  <a:cubicBezTo>
                    <a:pt x="3105" y="63773"/>
                    <a:pt x="2061" y="61979"/>
                    <a:pt x="375" y="60909"/>
                  </a:cubicBezTo>
                  <a:cubicBezTo>
                    <a:pt x="2061" y="59865"/>
                    <a:pt x="3105" y="58072"/>
                    <a:pt x="3185" y="56091"/>
                  </a:cubicBezTo>
                  <a:cubicBezTo>
                    <a:pt x="5166" y="55047"/>
                    <a:pt x="6424" y="53040"/>
                    <a:pt x="6424" y="50791"/>
                  </a:cubicBezTo>
                  <a:cubicBezTo>
                    <a:pt x="6424" y="48543"/>
                    <a:pt x="5193" y="46536"/>
                    <a:pt x="3185" y="45492"/>
                  </a:cubicBezTo>
                  <a:cubicBezTo>
                    <a:pt x="3159" y="43591"/>
                    <a:pt x="2088" y="41718"/>
                    <a:pt x="375" y="40647"/>
                  </a:cubicBezTo>
                  <a:cubicBezTo>
                    <a:pt x="1901" y="39710"/>
                    <a:pt x="3319" y="37890"/>
                    <a:pt x="3185" y="35829"/>
                  </a:cubicBezTo>
                  <a:cubicBezTo>
                    <a:pt x="5193" y="34785"/>
                    <a:pt x="6424" y="32751"/>
                    <a:pt x="6424" y="30530"/>
                  </a:cubicBezTo>
                  <a:cubicBezTo>
                    <a:pt x="6424" y="28281"/>
                    <a:pt x="5166" y="26247"/>
                    <a:pt x="3185" y="25230"/>
                  </a:cubicBezTo>
                  <a:cubicBezTo>
                    <a:pt x="3105" y="23223"/>
                    <a:pt x="2061" y="21429"/>
                    <a:pt x="375" y="20386"/>
                  </a:cubicBezTo>
                  <a:cubicBezTo>
                    <a:pt x="2088" y="19315"/>
                    <a:pt x="3185" y="17441"/>
                    <a:pt x="3185" y="15595"/>
                  </a:cubicBezTo>
                  <a:cubicBezTo>
                    <a:pt x="3185" y="15595"/>
                    <a:pt x="3185" y="15568"/>
                    <a:pt x="3185" y="15541"/>
                  </a:cubicBezTo>
                  <a:cubicBezTo>
                    <a:pt x="5193" y="14524"/>
                    <a:pt x="6424" y="12490"/>
                    <a:pt x="6424" y="10268"/>
                  </a:cubicBezTo>
                  <a:cubicBezTo>
                    <a:pt x="6424" y="8020"/>
                    <a:pt x="5193" y="5986"/>
                    <a:pt x="3185" y="4969"/>
                  </a:cubicBezTo>
                  <a:cubicBezTo>
                    <a:pt x="3185" y="3041"/>
                    <a:pt x="2008" y="1061"/>
                    <a:pt x="214" y="17"/>
                  </a:cubicBezTo>
                  <a:cubicBezTo>
                    <a:pt x="185" y="7"/>
                    <a:pt x="159" y="1"/>
                    <a:pt x="13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9" name="Google Shape;949;p71"/>
            <p:cNvSpPr/>
            <p:nvPr/>
          </p:nvSpPr>
          <p:spPr>
            <a:xfrm>
              <a:off x="1300050" y="566950"/>
              <a:ext cx="160600" cy="2033000"/>
            </a:xfrm>
            <a:custGeom>
              <a:avLst/>
              <a:gdLst/>
              <a:ahLst/>
              <a:cxnLst/>
              <a:rect l="l" t="t" r="r" b="b"/>
              <a:pathLst>
                <a:path w="6424" h="81320" extrusionOk="0">
                  <a:moveTo>
                    <a:pt x="146" y="1"/>
                  </a:moveTo>
                  <a:cubicBezTo>
                    <a:pt x="107" y="1"/>
                    <a:pt x="70" y="24"/>
                    <a:pt x="54" y="57"/>
                  </a:cubicBezTo>
                  <a:cubicBezTo>
                    <a:pt x="27" y="84"/>
                    <a:pt x="27" y="110"/>
                    <a:pt x="27" y="137"/>
                  </a:cubicBezTo>
                  <a:cubicBezTo>
                    <a:pt x="27" y="164"/>
                    <a:pt x="54" y="217"/>
                    <a:pt x="80" y="244"/>
                  </a:cubicBezTo>
                  <a:cubicBezTo>
                    <a:pt x="1820" y="1261"/>
                    <a:pt x="2971" y="3188"/>
                    <a:pt x="2944" y="5035"/>
                  </a:cubicBezTo>
                  <a:cubicBezTo>
                    <a:pt x="2944" y="5089"/>
                    <a:pt x="2971" y="5142"/>
                    <a:pt x="3025" y="5169"/>
                  </a:cubicBezTo>
                  <a:cubicBezTo>
                    <a:pt x="4952" y="6133"/>
                    <a:pt x="6183" y="8086"/>
                    <a:pt x="6183" y="10255"/>
                  </a:cubicBezTo>
                  <a:cubicBezTo>
                    <a:pt x="6183" y="12449"/>
                    <a:pt x="4952" y="14403"/>
                    <a:pt x="3025" y="15367"/>
                  </a:cubicBezTo>
                  <a:cubicBezTo>
                    <a:pt x="2971" y="15394"/>
                    <a:pt x="2944" y="15447"/>
                    <a:pt x="2944" y="15501"/>
                  </a:cubicBezTo>
                  <a:cubicBezTo>
                    <a:pt x="2998" y="17321"/>
                    <a:pt x="1847" y="19248"/>
                    <a:pt x="107" y="20292"/>
                  </a:cubicBezTo>
                  <a:cubicBezTo>
                    <a:pt x="80" y="20292"/>
                    <a:pt x="54" y="20318"/>
                    <a:pt x="27" y="20372"/>
                  </a:cubicBezTo>
                  <a:cubicBezTo>
                    <a:pt x="27" y="20425"/>
                    <a:pt x="27" y="20479"/>
                    <a:pt x="80" y="20506"/>
                  </a:cubicBezTo>
                  <a:cubicBezTo>
                    <a:pt x="1820" y="21496"/>
                    <a:pt x="2891" y="23316"/>
                    <a:pt x="2944" y="25324"/>
                  </a:cubicBezTo>
                  <a:cubicBezTo>
                    <a:pt x="2944" y="25350"/>
                    <a:pt x="2971" y="25404"/>
                    <a:pt x="3025" y="25431"/>
                  </a:cubicBezTo>
                  <a:cubicBezTo>
                    <a:pt x="4952" y="26394"/>
                    <a:pt x="6183" y="28348"/>
                    <a:pt x="6183" y="30543"/>
                  </a:cubicBezTo>
                  <a:cubicBezTo>
                    <a:pt x="6183" y="32711"/>
                    <a:pt x="4952" y="34665"/>
                    <a:pt x="3025" y="35628"/>
                  </a:cubicBezTo>
                  <a:cubicBezTo>
                    <a:pt x="2971" y="35655"/>
                    <a:pt x="2944" y="35709"/>
                    <a:pt x="2944" y="35762"/>
                  </a:cubicBezTo>
                  <a:cubicBezTo>
                    <a:pt x="3105" y="37823"/>
                    <a:pt x="1633" y="39643"/>
                    <a:pt x="107" y="40553"/>
                  </a:cubicBezTo>
                  <a:cubicBezTo>
                    <a:pt x="80" y="40553"/>
                    <a:pt x="54" y="40580"/>
                    <a:pt x="27" y="40633"/>
                  </a:cubicBezTo>
                  <a:cubicBezTo>
                    <a:pt x="27" y="40687"/>
                    <a:pt x="27" y="40741"/>
                    <a:pt x="80" y="40767"/>
                  </a:cubicBezTo>
                  <a:cubicBezTo>
                    <a:pt x="1820" y="41784"/>
                    <a:pt x="2944" y="43658"/>
                    <a:pt x="2944" y="45532"/>
                  </a:cubicBezTo>
                  <a:cubicBezTo>
                    <a:pt x="2944" y="45558"/>
                    <a:pt x="2944" y="45558"/>
                    <a:pt x="2944" y="45585"/>
                  </a:cubicBezTo>
                  <a:cubicBezTo>
                    <a:pt x="2944" y="45612"/>
                    <a:pt x="2971" y="45665"/>
                    <a:pt x="3025" y="45692"/>
                  </a:cubicBezTo>
                  <a:cubicBezTo>
                    <a:pt x="4952" y="46656"/>
                    <a:pt x="6183" y="48636"/>
                    <a:pt x="6183" y="50804"/>
                  </a:cubicBezTo>
                  <a:cubicBezTo>
                    <a:pt x="6183" y="52972"/>
                    <a:pt x="4952" y="54926"/>
                    <a:pt x="3025" y="55917"/>
                  </a:cubicBezTo>
                  <a:cubicBezTo>
                    <a:pt x="2971" y="55917"/>
                    <a:pt x="2944" y="55970"/>
                    <a:pt x="2944" y="56024"/>
                  </a:cubicBezTo>
                  <a:cubicBezTo>
                    <a:pt x="2891" y="58004"/>
                    <a:pt x="1847" y="59798"/>
                    <a:pt x="107" y="60815"/>
                  </a:cubicBezTo>
                  <a:cubicBezTo>
                    <a:pt x="80" y="60815"/>
                    <a:pt x="54" y="60868"/>
                    <a:pt x="27" y="60895"/>
                  </a:cubicBezTo>
                  <a:cubicBezTo>
                    <a:pt x="27" y="60949"/>
                    <a:pt x="27" y="61002"/>
                    <a:pt x="80" y="61029"/>
                  </a:cubicBezTo>
                  <a:cubicBezTo>
                    <a:pt x="1820" y="62046"/>
                    <a:pt x="2891" y="63839"/>
                    <a:pt x="2944" y="65847"/>
                  </a:cubicBezTo>
                  <a:cubicBezTo>
                    <a:pt x="2944" y="65900"/>
                    <a:pt x="2971" y="65927"/>
                    <a:pt x="3025" y="65954"/>
                  </a:cubicBezTo>
                  <a:cubicBezTo>
                    <a:pt x="4952" y="66944"/>
                    <a:pt x="6183" y="68898"/>
                    <a:pt x="6183" y="71066"/>
                  </a:cubicBezTo>
                  <a:cubicBezTo>
                    <a:pt x="6183" y="73234"/>
                    <a:pt x="4952" y="75188"/>
                    <a:pt x="3025" y="76178"/>
                  </a:cubicBezTo>
                  <a:cubicBezTo>
                    <a:pt x="2971" y="76178"/>
                    <a:pt x="2944" y="76232"/>
                    <a:pt x="2944" y="76285"/>
                  </a:cubicBezTo>
                  <a:cubicBezTo>
                    <a:pt x="2891" y="78266"/>
                    <a:pt x="1820" y="80086"/>
                    <a:pt x="80" y="81076"/>
                  </a:cubicBezTo>
                  <a:cubicBezTo>
                    <a:pt x="27" y="81130"/>
                    <a:pt x="0" y="81183"/>
                    <a:pt x="54" y="81264"/>
                  </a:cubicBezTo>
                  <a:cubicBezTo>
                    <a:pt x="70" y="81297"/>
                    <a:pt x="107" y="81320"/>
                    <a:pt x="146" y="81320"/>
                  </a:cubicBezTo>
                  <a:cubicBezTo>
                    <a:pt x="169" y="81320"/>
                    <a:pt x="194" y="81311"/>
                    <a:pt x="214" y="81290"/>
                  </a:cubicBezTo>
                  <a:cubicBezTo>
                    <a:pt x="2007" y="80273"/>
                    <a:pt x="3105" y="78427"/>
                    <a:pt x="3185" y="76366"/>
                  </a:cubicBezTo>
                  <a:cubicBezTo>
                    <a:pt x="5193" y="75322"/>
                    <a:pt x="6424" y="73314"/>
                    <a:pt x="6424" y="71066"/>
                  </a:cubicBezTo>
                  <a:cubicBezTo>
                    <a:pt x="6424" y="68818"/>
                    <a:pt x="5193" y="66784"/>
                    <a:pt x="3185" y="65766"/>
                  </a:cubicBezTo>
                  <a:cubicBezTo>
                    <a:pt x="3132" y="63786"/>
                    <a:pt x="2088" y="61992"/>
                    <a:pt x="402" y="60922"/>
                  </a:cubicBezTo>
                  <a:cubicBezTo>
                    <a:pt x="2088" y="59878"/>
                    <a:pt x="3132" y="58085"/>
                    <a:pt x="3185" y="56104"/>
                  </a:cubicBezTo>
                  <a:cubicBezTo>
                    <a:pt x="5193" y="55060"/>
                    <a:pt x="6424" y="53053"/>
                    <a:pt x="6424" y="50804"/>
                  </a:cubicBezTo>
                  <a:cubicBezTo>
                    <a:pt x="6424" y="48556"/>
                    <a:pt x="5193" y="46522"/>
                    <a:pt x="3185" y="45505"/>
                  </a:cubicBezTo>
                  <a:cubicBezTo>
                    <a:pt x="3185" y="43604"/>
                    <a:pt x="2088" y="41731"/>
                    <a:pt x="402" y="40660"/>
                  </a:cubicBezTo>
                  <a:cubicBezTo>
                    <a:pt x="1927" y="39723"/>
                    <a:pt x="3319" y="37903"/>
                    <a:pt x="3212" y="35816"/>
                  </a:cubicBezTo>
                  <a:cubicBezTo>
                    <a:pt x="5193" y="34799"/>
                    <a:pt x="6424" y="32764"/>
                    <a:pt x="6424" y="30543"/>
                  </a:cubicBezTo>
                  <a:cubicBezTo>
                    <a:pt x="6424" y="28295"/>
                    <a:pt x="5193" y="26260"/>
                    <a:pt x="3185" y="25243"/>
                  </a:cubicBezTo>
                  <a:cubicBezTo>
                    <a:pt x="3105" y="23236"/>
                    <a:pt x="2061" y="21443"/>
                    <a:pt x="402" y="20399"/>
                  </a:cubicBezTo>
                  <a:cubicBezTo>
                    <a:pt x="2088" y="19328"/>
                    <a:pt x="3185" y="17454"/>
                    <a:pt x="3185" y="15608"/>
                  </a:cubicBezTo>
                  <a:cubicBezTo>
                    <a:pt x="3185" y="15608"/>
                    <a:pt x="3185" y="15581"/>
                    <a:pt x="3185" y="15554"/>
                  </a:cubicBezTo>
                  <a:cubicBezTo>
                    <a:pt x="5193" y="14537"/>
                    <a:pt x="6424" y="12503"/>
                    <a:pt x="6424" y="10255"/>
                  </a:cubicBezTo>
                  <a:cubicBezTo>
                    <a:pt x="6424" y="8033"/>
                    <a:pt x="5193" y="5999"/>
                    <a:pt x="3185" y="4982"/>
                  </a:cubicBezTo>
                  <a:lnTo>
                    <a:pt x="3185" y="4955"/>
                  </a:lnTo>
                  <a:cubicBezTo>
                    <a:pt x="3185" y="3028"/>
                    <a:pt x="2007" y="1074"/>
                    <a:pt x="214" y="30"/>
                  </a:cubicBezTo>
                  <a:cubicBezTo>
                    <a:pt x="194" y="10"/>
                    <a:pt x="169" y="1"/>
                    <a:pt x="14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0" name="Google Shape;950;p71"/>
            <p:cNvSpPr/>
            <p:nvPr/>
          </p:nvSpPr>
          <p:spPr>
            <a:xfrm>
              <a:off x="1146800" y="818875"/>
              <a:ext cx="159950" cy="2032875"/>
            </a:xfrm>
            <a:custGeom>
              <a:avLst/>
              <a:gdLst/>
              <a:ahLst/>
              <a:cxnLst/>
              <a:rect l="l" t="t" r="r" b="b"/>
              <a:pathLst>
                <a:path w="6398" h="81315" extrusionOk="0">
                  <a:moveTo>
                    <a:pt x="123" y="1"/>
                  </a:moveTo>
                  <a:cubicBezTo>
                    <a:pt x="83" y="1"/>
                    <a:pt x="44" y="20"/>
                    <a:pt x="28" y="70"/>
                  </a:cubicBezTo>
                  <a:cubicBezTo>
                    <a:pt x="28" y="70"/>
                    <a:pt x="1" y="97"/>
                    <a:pt x="1" y="124"/>
                  </a:cubicBezTo>
                  <a:cubicBezTo>
                    <a:pt x="1" y="178"/>
                    <a:pt x="28" y="204"/>
                    <a:pt x="81" y="231"/>
                  </a:cubicBezTo>
                  <a:cubicBezTo>
                    <a:pt x="1821" y="1248"/>
                    <a:pt x="2972" y="3175"/>
                    <a:pt x="2918" y="5022"/>
                  </a:cubicBezTo>
                  <a:cubicBezTo>
                    <a:pt x="2918" y="5076"/>
                    <a:pt x="2945" y="5129"/>
                    <a:pt x="2998" y="5156"/>
                  </a:cubicBezTo>
                  <a:cubicBezTo>
                    <a:pt x="4952" y="6119"/>
                    <a:pt x="6157" y="8073"/>
                    <a:pt x="6157" y="10268"/>
                  </a:cubicBezTo>
                  <a:cubicBezTo>
                    <a:pt x="6157" y="12436"/>
                    <a:pt x="4952" y="14390"/>
                    <a:pt x="2998" y="15354"/>
                  </a:cubicBezTo>
                  <a:cubicBezTo>
                    <a:pt x="2945" y="15380"/>
                    <a:pt x="2918" y="15434"/>
                    <a:pt x="2918" y="15487"/>
                  </a:cubicBezTo>
                  <a:cubicBezTo>
                    <a:pt x="2998" y="17334"/>
                    <a:pt x="1848" y="19235"/>
                    <a:pt x="81" y="20278"/>
                  </a:cubicBezTo>
                  <a:cubicBezTo>
                    <a:pt x="54" y="20278"/>
                    <a:pt x="28" y="20305"/>
                    <a:pt x="1" y="20359"/>
                  </a:cubicBezTo>
                  <a:cubicBezTo>
                    <a:pt x="1" y="20412"/>
                    <a:pt x="28" y="20466"/>
                    <a:pt x="81" y="20493"/>
                  </a:cubicBezTo>
                  <a:cubicBezTo>
                    <a:pt x="1794" y="21510"/>
                    <a:pt x="2865" y="23303"/>
                    <a:pt x="2918" y="25310"/>
                  </a:cubicBezTo>
                  <a:cubicBezTo>
                    <a:pt x="2918" y="25364"/>
                    <a:pt x="2945" y="25391"/>
                    <a:pt x="2998" y="25417"/>
                  </a:cubicBezTo>
                  <a:cubicBezTo>
                    <a:pt x="4952" y="26381"/>
                    <a:pt x="6157" y="28362"/>
                    <a:pt x="6157" y="30530"/>
                  </a:cubicBezTo>
                  <a:cubicBezTo>
                    <a:pt x="6157" y="32698"/>
                    <a:pt x="4952" y="34652"/>
                    <a:pt x="2998" y="35642"/>
                  </a:cubicBezTo>
                  <a:cubicBezTo>
                    <a:pt x="2945" y="35642"/>
                    <a:pt x="2918" y="35695"/>
                    <a:pt x="2918" y="35749"/>
                  </a:cubicBezTo>
                  <a:cubicBezTo>
                    <a:pt x="3079" y="37837"/>
                    <a:pt x="1633" y="39630"/>
                    <a:pt x="81" y="40540"/>
                  </a:cubicBezTo>
                  <a:cubicBezTo>
                    <a:pt x="54" y="40540"/>
                    <a:pt x="28" y="40594"/>
                    <a:pt x="1" y="40620"/>
                  </a:cubicBezTo>
                  <a:cubicBezTo>
                    <a:pt x="1" y="40674"/>
                    <a:pt x="28" y="40727"/>
                    <a:pt x="81" y="40754"/>
                  </a:cubicBezTo>
                  <a:cubicBezTo>
                    <a:pt x="1821" y="41771"/>
                    <a:pt x="2918" y="43645"/>
                    <a:pt x="2918" y="45545"/>
                  </a:cubicBezTo>
                  <a:cubicBezTo>
                    <a:pt x="2918" y="45545"/>
                    <a:pt x="2918" y="45545"/>
                    <a:pt x="2918" y="45572"/>
                  </a:cubicBezTo>
                  <a:cubicBezTo>
                    <a:pt x="2918" y="45626"/>
                    <a:pt x="2945" y="45652"/>
                    <a:pt x="2998" y="45679"/>
                  </a:cubicBezTo>
                  <a:cubicBezTo>
                    <a:pt x="4952" y="46669"/>
                    <a:pt x="6157" y="48623"/>
                    <a:pt x="6157" y="50791"/>
                  </a:cubicBezTo>
                  <a:cubicBezTo>
                    <a:pt x="6157" y="52959"/>
                    <a:pt x="4952" y="54913"/>
                    <a:pt x="2998" y="55904"/>
                  </a:cubicBezTo>
                  <a:cubicBezTo>
                    <a:pt x="2945" y="55930"/>
                    <a:pt x="2918" y="55957"/>
                    <a:pt x="2918" y="56011"/>
                  </a:cubicBezTo>
                  <a:cubicBezTo>
                    <a:pt x="2891" y="57991"/>
                    <a:pt x="1821" y="59785"/>
                    <a:pt x="81" y="60802"/>
                  </a:cubicBezTo>
                  <a:cubicBezTo>
                    <a:pt x="54" y="60828"/>
                    <a:pt x="28" y="60855"/>
                    <a:pt x="1" y="60882"/>
                  </a:cubicBezTo>
                  <a:cubicBezTo>
                    <a:pt x="1" y="60935"/>
                    <a:pt x="28" y="60989"/>
                    <a:pt x="81" y="61016"/>
                  </a:cubicBezTo>
                  <a:cubicBezTo>
                    <a:pt x="1821" y="62033"/>
                    <a:pt x="2891" y="63826"/>
                    <a:pt x="2918" y="65834"/>
                  </a:cubicBezTo>
                  <a:cubicBezTo>
                    <a:pt x="2918" y="65887"/>
                    <a:pt x="2945" y="65914"/>
                    <a:pt x="2998" y="65941"/>
                  </a:cubicBezTo>
                  <a:cubicBezTo>
                    <a:pt x="4952" y="66931"/>
                    <a:pt x="6157" y="68885"/>
                    <a:pt x="6157" y="71053"/>
                  </a:cubicBezTo>
                  <a:cubicBezTo>
                    <a:pt x="6157" y="73221"/>
                    <a:pt x="4952" y="75175"/>
                    <a:pt x="2998" y="76165"/>
                  </a:cubicBezTo>
                  <a:cubicBezTo>
                    <a:pt x="2945" y="76192"/>
                    <a:pt x="2918" y="76219"/>
                    <a:pt x="2918" y="76272"/>
                  </a:cubicBezTo>
                  <a:cubicBezTo>
                    <a:pt x="2891" y="78280"/>
                    <a:pt x="1821" y="80073"/>
                    <a:pt x="81" y="81090"/>
                  </a:cubicBezTo>
                  <a:cubicBezTo>
                    <a:pt x="28" y="81117"/>
                    <a:pt x="1" y="81197"/>
                    <a:pt x="28" y="81251"/>
                  </a:cubicBezTo>
                  <a:cubicBezTo>
                    <a:pt x="47" y="81290"/>
                    <a:pt x="95" y="81315"/>
                    <a:pt x="151" y="81315"/>
                  </a:cubicBezTo>
                  <a:cubicBezTo>
                    <a:pt x="172" y="81315"/>
                    <a:pt x="193" y="81311"/>
                    <a:pt x="215" y="81304"/>
                  </a:cubicBezTo>
                  <a:cubicBezTo>
                    <a:pt x="1981" y="80260"/>
                    <a:pt x="3106" y="78413"/>
                    <a:pt x="3186" y="76352"/>
                  </a:cubicBezTo>
                  <a:cubicBezTo>
                    <a:pt x="5167" y="75309"/>
                    <a:pt x="6398" y="73301"/>
                    <a:pt x="6398" y="71053"/>
                  </a:cubicBezTo>
                  <a:cubicBezTo>
                    <a:pt x="6398" y="68805"/>
                    <a:pt x="5167" y="66797"/>
                    <a:pt x="3186" y="65753"/>
                  </a:cubicBezTo>
                  <a:cubicBezTo>
                    <a:pt x="3106" y="63773"/>
                    <a:pt x="2062" y="61979"/>
                    <a:pt x="375" y="60909"/>
                  </a:cubicBezTo>
                  <a:cubicBezTo>
                    <a:pt x="2062" y="59865"/>
                    <a:pt x="3106" y="58072"/>
                    <a:pt x="3186" y="56091"/>
                  </a:cubicBezTo>
                  <a:cubicBezTo>
                    <a:pt x="5167" y="55047"/>
                    <a:pt x="6398" y="53040"/>
                    <a:pt x="6398" y="50791"/>
                  </a:cubicBezTo>
                  <a:cubicBezTo>
                    <a:pt x="6398" y="48543"/>
                    <a:pt x="5167" y="46536"/>
                    <a:pt x="3186" y="45492"/>
                  </a:cubicBezTo>
                  <a:cubicBezTo>
                    <a:pt x="3159" y="43591"/>
                    <a:pt x="2088" y="41718"/>
                    <a:pt x="375" y="40647"/>
                  </a:cubicBezTo>
                  <a:cubicBezTo>
                    <a:pt x="1901" y="39710"/>
                    <a:pt x="3293" y="37890"/>
                    <a:pt x="3186" y="35829"/>
                  </a:cubicBezTo>
                  <a:cubicBezTo>
                    <a:pt x="5167" y="34785"/>
                    <a:pt x="6398" y="32751"/>
                    <a:pt x="6398" y="30530"/>
                  </a:cubicBezTo>
                  <a:cubicBezTo>
                    <a:pt x="6398" y="28281"/>
                    <a:pt x="5167" y="26247"/>
                    <a:pt x="3186" y="25230"/>
                  </a:cubicBezTo>
                  <a:cubicBezTo>
                    <a:pt x="3079" y="23223"/>
                    <a:pt x="2062" y="21429"/>
                    <a:pt x="375" y="20386"/>
                  </a:cubicBezTo>
                  <a:cubicBezTo>
                    <a:pt x="2088" y="19315"/>
                    <a:pt x="3186" y="17415"/>
                    <a:pt x="3186" y="15541"/>
                  </a:cubicBezTo>
                  <a:cubicBezTo>
                    <a:pt x="5167" y="14524"/>
                    <a:pt x="6398" y="12490"/>
                    <a:pt x="6398" y="10268"/>
                  </a:cubicBezTo>
                  <a:cubicBezTo>
                    <a:pt x="6398" y="8020"/>
                    <a:pt x="5167" y="5986"/>
                    <a:pt x="3186" y="4969"/>
                  </a:cubicBezTo>
                  <a:lnTo>
                    <a:pt x="3186" y="4942"/>
                  </a:lnTo>
                  <a:cubicBezTo>
                    <a:pt x="3186" y="3041"/>
                    <a:pt x="1981" y="1061"/>
                    <a:pt x="188" y="17"/>
                  </a:cubicBezTo>
                  <a:cubicBezTo>
                    <a:pt x="169" y="7"/>
                    <a:pt x="145" y="1"/>
                    <a:pt x="12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1" name="Google Shape;951;p71"/>
            <p:cNvSpPr/>
            <p:nvPr/>
          </p:nvSpPr>
          <p:spPr>
            <a:xfrm>
              <a:off x="992900" y="566950"/>
              <a:ext cx="160625" cy="2033000"/>
            </a:xfrm>
            <a:custGeom>
              <a:avLst/>
              <a:gdLst/>
              <a:ahLst/>
              <a:cxnLst/>
              <a:rect l="l" t="t" r="r" b="b"/>
              <a:pathLst>
                <a:path w="6425" h="81320" extrusionOk="0">
                  <a:moveTo>
                    <a:pt x="145" y="1"/>
                  </a:moveTo>
                  <a:cubicBezTo>
                    <a:pt x="104" y="1"/>
                    <a:pt x="60" y="24"/>
                    <a:pt x="27" y="57"/>
                  </a:cubicBezTo>
                  <a:cubicBezTo>
                    <a:pt x="27" y="84"/>
                    <a:pt x="27" y="110"/>
                    <a:pt x="27" y="137"/>
                  </a:cubicBezTo>
                  <a:cubicBezTo>
                    <a:pt x="27" y="164"/>
                    <a:pt x="54" y="217"/>
                    <a:pt x="81" y="244"/>
                  </a:cubicBezTo>
                  <a:cubicBezTo>
                    <a:pt x="1821" y="1261"/>
                    <a:pt x="2972" y="3188"/>
                    <a:pt x="2945" y="5035"/>
                  </a:cubicBezTo>
                  <a:cubicBezTo>
                    <a:pt x="2945" y="5089"/>
                    <a:pt x="2972" y="5142"/>
                    <a:pt x="2998" y="5169"/>
                  </a:cubicBezTo>
                  <a:cubicBezTo>
                    <a:pt x="4952" y="6133"/>
                    <a:pt x="6157" y="8086"/>
                    <a:pt x="6157" y="10255"/>
                  </a:cubicBezTo>
                  <a:cubicBezTo>
                    <a:pt x="6157" y="12449"/>
                    <a:pt x="4952" y="14403"/>
                    <a:pt x="2998" y="15367"/>
                  </a:cubicBezTo>
                  <a:cubicBezTo>
                    <a:pt x="2972" y="15394"/>
                    <a:pt x="2945" y="15447"/>
                    <a:pt x="2945" y="15501"/>
                  </a:cubicBezTo>
                  <a:cubicBezTo>
                    <a:pt x="2998" y="17347"/>
                    <a:pt x="1847" y="19248"/>
                    <a:pt x="108" y="20292"/>
                  </a:cubicBezTo>
                  <a:cubicBezTo>
                    <a:pt x="54" y="20292"/>
                    <a:pt x="27" y="20318"/>
                    <a:pt x="27" y="20372"/>
                  </a:cubicBezTo>
                  <a:cubicBezTo>
                    <a:pt x="1" y="20425"/>
                    <a:pt x="27" y="20479"/>
                    <a:pt x="81" y="20506"/>
                  </a:cubicBezTo>
                  <a:cubicBezTo>
                    <a:pt x="1794" y="21496"/>
                    <a:pt x="2865" y="23289"/>
                    <a:pt x="2945" y="25324"/>
                  </a:cubicBezTo>
                  <a:cubicBezTo>
                    <a:pt x="2945" y="25350"/>
                    <a:pt x="2972" y="25404"/>
                    <a:pt x="2998" y="25431"/>
                  </a:cubicBezTo>
                  <a:cubicBezTo>
                    <a:pt x="4952" y="26394"/>
                    <a:pt x="6157" y="28348"/>
                    <a:pt x="6157" y="30543"/>
                  </a:cubicBezTo>
                  <a:cubicBezTo>
                    <a:pt x="6157" y="32711"/>
                    <a:pt x="4952" y="34665"/>
                    <a:pt x="2998" y="35628"/>
                  </a:cubicBezTo>
                  <a:cubicBezTo>
                    <a:pt x="2972" y="35655"/>
                    <a:pt x="2945" y="35709"/>
                    <a:pt x="2945" y="35762"/>
                  </a:cubicBezTo>
                  <a:cubicBezTo>
                    <a:pt x="3105" y="37823"/>
                    <a:pt x="1633" y="39643"/>
                    <a:pt x="108" y="40553"/>
                  </a:cubicBezTo>
                  <a:cubicBezTo>
                    <a:pt x="54" y="40553"/>
                    <a:pt x="27" y="40580"/>
                    <a:pt x="27" y="40633"/>
                  </a:cubicBezTo>
                  <a:cubicBezTo>
                    <a:pt x="1" y="40687"/>
                    <a:pt x="27" y="40741"/>
                    <a:pt x="81" y="40767"/>
                  </a:cubicBezTo>
                  <a:cubicBezTo>
                    <a:pt x="1821" y="41784"/>
                    <a:pt x="2945" y="43658"/>
                    <a:pt x="2945" y="45532"/>
                  </a:cubicBezTo>
                  <a:cubicBezTo>
                    <a:pt x="2945" y="45558"/>
                    <a:pt x="2945" y="45558"/>
                    <a:pt x="2945" y="45585"/>
                  </a:cubicBezTo>
                  <a:cubicBezTo>
                    <a:pt x="2945" y="45612"/>
                    <a:pt x="2972" y="45665"/>
                    <a:pt x="2998" y="45692"/>
                  </a:cubicBezTo>
                  <a:cubicBezTo>
                    <a:pt x="4952" y="46656"/>
                    <a:pt x="6157" y="48636"/>
                    <a:pt x="6157" y="50804"/>
                  </a:cubicBezTo>
                  <a:cubicBezTo>
                    <a:pt x="6157" y="52972"/>
                    <a:pt x="4952" y="54926"/>
                    <a:pt x="2998" y="55917"/>
                  </a:cubicBezTo>
                  <a:cubicBezTo>
                    <a:pt x="2972" y="55917"/>
                    <a:pt x="2945" y="55970"/>
                    <a:pt x="2945" y="56024"/>
                  </a:cubicBezTo>
                  <a:cubicBezTo>
                    <a:pt x="2891" y="58004"/>
                    <a:pt x="1821" y="59798"/>
                    <a:pt x="108" y="60815"/>
                  </a:cubicBezTo>
                  <a:cubicBezTo>
                    <a:pt x="54" y="60815"/>
                    <a:pt x="27" y="60868"/>
                    <a:pt x="27" y="60895"/>
                  </a:cubicBezTo>
                  <a:cubicBezTo>
                    <a:pt x="1" y="60949"/>
                    <a:pt x="27" y="61002"/>
                    <a:pt x="81" y="61029"/>
                  </a:cubicBezTo>
                  <a:cubicBezTo>
                    <a:pt x="1821" y="62046"/>
                    <a:pt x="2891" y="63839"/>
                    <a:pt x="2945" y="65847"/>
                  </a:cubicBezTo>
                  <a:cubicBezTo>
                    <a:pt x="2945" y="65900"/>
                    <a:pt x="2972" y="65927"/>
                    <a:pt x="2998" y="65954"/>
                  </a:cubicBezTo>
                  <a:cubicBezTo>
                    <a:pt x="4952" y="66944"/>
                    <a:pt x="6157" y="68898"/>
                    <a:pt x="6157" y="71066"/>
                  </a:cubicBezTo>
                  <a:cubicBezTo>
                    <a:pt x="6157" y="73234"/>
                    <a:pt x="4952" y="75188"/>
                    <a:pt x="2998" y="76178"/>
                  </a:cubicBezTo>
                  <a:cubicBezTo>
                    <a:pt x="2972" y="76178"/>
                    <a:pt x="2945" y="76232"/>
                    <a:pt x="2945" y="76285"/>
                  </a:cubicBezTo>
                  <a:cubicBezTo>
                    <a:pt x="2891" y="78266"/>
                    <a:pt x="1821" y="80086"/>
                    <a:pt x="81" y="81076"/>
                  </a:cubicBezTo>
                  <a:cubicBezTo>
                    <a:pt x="27" y="81130"/>
                    <a:pt x="1" y="81183"/>
                    <a:pt x="27" y="81264"/>
                  </a:cubicBezTo>
                  <a:cubicBezTo>
                    <a:pt x="60" y="81297"/>
                    <a:pt x="104" y="81320"/>
                    <a:pt x="145" y="81320"/>
                  </a:cubicBezTo>
                  <a:cubicBezTo>
                    <a:pt x="170" y="81320"/>
                    <a:pt x="194" y="81311"/>
                    <a:pt x="215" y="81290"/>
                  </a:cubicBezTo>
                  <a:cubicBezTo>
                    <a:pt x="2008" y="80273"/>
                    <a:pt x="3105" y="78427"/>
                    <a:pt x="3186" y="76366"/>
                  </a:cubicBezTo>
                  <a:cubicBezTo>
                    <a:pt x="5193" y="75322"/>
                    <a:pt x="6424" y="73314"/>
                    <a:pt x="6424" y="71066"/>
                  </a:cubicBezTo>
                  <a:cubicBezTo>
                    <a:pt x="6424" y="68818"/>
                    <a:pt x="5193" y="66784"/>
                    <a:pt x="3186" y="65766"/>
                  </a:cubicBezTo>
                  <a:cubicBezTo>
                    <a:pt x="3105" y="63786"/>
                    <a:pt x="2088" y="61992"/>
                    <a:pt x="402" y="60922"/>
                  </a:cubicBezTo>
                  <a:cubicBezTo>
                    <a:pt x="2088" y="59878"/>
                    <a:pt x="3105" y="58085"/>
                    <a:pt x="3186" y="56104"/>
                  </a:cubicBezTo>
                  <a:cubicBezTo>
                    <a:pt x="5193" y="55060"/>
                    <a:pt x="6424" y="53053"/>
                    <a:pt x="6424" y="50804"/>
                  </a:cubicBezTo>
                  <a:cubicBezTo>
                    <a:pt x="6424" y="48556"/>
                    <a:pt x="5193" y="46522"/>
                    <a:pt x="3186" y="45505"/>
                  </a:cubicBezTo>
                  <a:cubicBezTo>
                    <a:pt x="3159" y="43604"/>
                    <a:pt x="2088" y="41731"/>
                    <a:pt x="402" y="40660"/>
                  </a:cubicBezTo>
                  <a:cubicBezTo>
                    <a:pt x="1901" y="39723"/>
                    <a:pt x="3320" y="37877"/>
                    <a:pt x="3186" y="35816"/>
                  </a:cubicBezTo>
                  <a:cubicBezTo>
                    <a:pt x="5193" y="34799"/>
                    <a:pt x="6424" y="32764"/>
                    <a:pt x="6424" y="30543"/>
                  </a:cubicBezTo>
                  <a:cubicBezTo>
                    <a:pt x="6424" y="28295"/>
                    <a:pt x="5193" y="26260"/>
                    <a:pt x="3186" y="25243"/>
                  </a:cubicBezTo>
                  <a:cubicBezTo>
                    <a:pt x="3105" y="23236"/>
                    <a:pt x="2062" y="21443"/>
                    <a:pt x="402" y="20399"/>
                  </a:cubicBezTo>
                  <a:cubicBezTo>
                    <a:pt x="2088" y="19328"/>
                    <a:pt x="3186" y="17454"/>
                    <a:pt x="3186" y="15608"/>
                  </a:cubicBezTo>
                  <a:cubicBezTo>
                    <a:pt x="3186" y="15608"/>
                    <a:pt x="3186" y="15581"/>
                    <a:pt x="3186" y="15554"/>
                  </a:cubicBezTo>
                  <a:cubicBezTo>
                    <a:pt x="5193" y="14537"/>
                    <a:pt x="6424" y="12503"/>
                    <a:pt x="6424" y="10255"/>
                  </a:cubicBezTo>
                  <a:cubicBezTo>
                    <a:pt x="6424" y="8033"/>
                    <a:pt x="5193" y="5999"/>
                    <a:pt x="3186" y="4982"/>
                  </a:cubicBezTo>
                  <a:lnTo>
                    <a:pt x="3186" y="4955"/>
                  </a:lnTo>
                  <a:cubicBezTo>
                    <a:pt x="3186" y="3028"/>
                    <a:pt x="2008" y="1074"/>
                    <a:pt x="215" y="30"/>
                  </a:cubicBezTo>
                  <a:cubicBezTo>
                    <a:pt x="194" y="10"/>
                    <a:pt x="170" y="1"/>
                    <a:pt x="14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2" name="Google Shape;952;p71"/>
            <p:cNvSpPr/>
            <p:nvPr/>
          </p:nvSpPr>
          <p:spPr>
            <a:xfrm>
              <a:off x="839675" y="818875"/>
              <a:ext cx="159950" cy="2032875"/>
            </a:xfrm>
            <a:custGeom>
              <a:avLst/>
              <a:gdLst/>
              <a:ahLst/>
              <a:cxnLst/>
              <a:rect l="l" t="t" r="r" b="b"/>
              <a:pathLst>
                <a:path w="6398" h="81315" extrusionOk="0">
                  <a:moveTo>
                    <a:pt x="122" y="1"/>
                  </a:moveTo>
                  <a:cubicBezTo>
                    <a:pt x="83" y="1"/>
                    <a:pt x="44" y="20"/>
                    <a:pt x="27" y="70"/>
                  </a:cubicBezTo>
                  <a:cubicBezTo>
                    <a:pt x="0" y="70"/>
                    <a:pt x="0" y="97"/>
                    <a:pt x="0" y="124"/>
                  </a:cubicBezTo>
                  <a:cubicBezTo>
                    <a:pt x="0" y="178"/>
                    <a:pt x="27" y="204"/>
                    <a:pt x="54" y="231"/>
                  </a:cubicBezTo>
                  <a:cubicBezTo>
                    <a:pt x="1794" y="1248"/>
                    <a:pt x="2971" y="3175"/>
                    <a:pt x="2918" y="5022"/>
                  </a:cubicBezTo>
                  <a:cubicBezTo>
                    <a:pt x="2918" y="5076"/>
                    <a:pt x="2945" y="5129"/>
                    <a:pt x="2998" y="5156"/>
                  </a:cubicBezTo>
                  <a:cubicBezTo>
                    <a:pt x="4925" y="6119"/>
                    <a:pt x="6156" y="8073"/>
                    <a:pt x="6156" y="10268"/>
                  </a:cubicBezTo>
                  <a:cubicBezTo>
                    <a:pt x="6156" y="12436"/>
                    <a:pt x="4925" y="14390"/>
                    <a:pt x="2998" y="15354"/>
                  </a:cubicBezTo>
                  <a:cubicBezTo>
                    <a:pt x="2945" y="15380"/>
                    <a:pt x="2918" y="15434"/>
                    <a:pt x="2918" y="15487"/>
                  </a:cubicBezTo>
                  <a:cubicBezTo>
                    <a:pt x="2971" y="17334"/>
                    <a:pt x="1847" y="19235"/>
                    <a:pt x="81" y="20278"/>
                  </a:cubicBezTo>
                  <a:cubicBezTo>
                    <a:pt x="54" y="20278"/>
                    <a:pt x="27" y="20305"/>
                    <a:pt x="0" y="20359"/>
                  </a:cubicBezTo>
                  <a:cubicBezTo>
                    <a:pt x="0" y="20412"/>
                    <a:pt x="27" y="20466"/>
                    <a:pt x="54" y="20493"/>
                  </a:cubicBezTo>
                  <a:cubicBezTo>
                    <a:pt x="1794" y="21510"/>
                    <a:pt x="2864" y="23303"/>
                    <a:pt x="2918" y="25310"/>
                  </a:cubicBezTo>
                  <a:cubicBezTo>
                    <a:pt x="2918" y="25364"/>
                    <a:pt x="2945" y="25391"/>
                    <a:pt x="2998" y="25417"/>
                  </a:cubicBezTo>
                  <a:cubicBezTo>
                    <a:pt x="4925" y="26381"/>
                    <a:pt x="6156" y="28362"/>
                    <a:pt x="6156" y="30530"/>
                  </a:cubicBezTo>
                  <a:cubicBezTo>
                    <a:pt x="6156" y="32698"/>
                    <a:pt x="4925" y="34652"/>
                    <a:pt x="2998" y="35642"/>
                  </a:cubicBezTo>
                  <a:cubicBezTo>
                    <a:pt x="2945" y="35642"/>
                    <a:pt x="2918" y="35695"/>
                    <a:pt x="2918" y="35749"/>
                  </a:cubicBezTo>
                  <a:cubicBezTo>
                    <a:pt x="3078" y="37837"/>
                    <a:pt x="1606" y="39630"/>
                    <a:pt x="81" y="40540"/>
                  </a:cubicBezTo>
                  <a:cubicBezTo>
                    <a:pt x="54" y="40540"/>
                    <a:pt x="27" y="40594"/>
                    <a:pt x="0" y="40620"/>
                  </a:cubicBezTo>
                  <a:cubicBezTo>
                    <a:pt x="0" y="40674"/>
                    <a:pt x="27" y="40727"/>
                    <a:pt x="54" y="40754"/>
                  </a:cubicBezTo>
                  <a:cubicBezTo>
                    <a:pt x="1794" y="41771"/>
                    <a:pt x="2918" y="43645"/>
                    <a:pt x="2918" y="45545"/>
                  </a:cubicBezTo>
                  <a:cubicBezTo>
                    <a:pt x="2918" y="45545"/>
                    <a:pt x="2918" y="45545"/>
                    <a:pt x="2918" y="45572"/>
                  </a:cubicBezTo>
                  <a:cubicBezTo>
                    <a:pt x="2918" y="45626"/>
                    <a:pt x="2945" y="45652"/>
                    <a:pt x="2998" y="45679"/>
                  </a:cubicBezTo>
                  <a:cubicBezTo>
                    <a:pt x="4925" y="46669"/>
                    <a:pt x="6156" y="48623"/>
                    <a:pt x="6156" y="50791"/>
                  </a:cubicBezTo>
                  <a:cubicBezTo>
                    <a:pt x="6156" y="52959"/>
                    <a:pt x="4925" y="54913"/>
                    <a:pt x="2998" y="55904"/>
                  </a:cubicBezTo>
                  <a:cubicBezTo>
                    <a:pt x="2945" y="55930"/>
                    <a:pt x="2918" y="55957"/>
                    <a:pt x="2918" y="56011"/>
                  </a:cubicBezTo>
                  <a:cubicBezTo>
                    <a:pt x="2864" y="57991"/>
                    <a:pt x="1820" y="59785"/>
                    <a:pt x="81" y="60802"/>
                  </a:cubicBezTo>
                  <a:cubicBezTo>
                    <a:pt x="54" y="60828"/>
                    <a:pt x="27" y="60855"/>
                    <a:pt x="0" y="60882"/>
                  </a:cubicBezTo>
                  <a:cubicBezTo>
                    <a:pt x="0" y="60935"/>
                    <a:pt x="27" y="60989"/>
                    <a:pt x="54" y="61016"/>
                  </a:cubicBezTo>
                  <a:cubicBezTo>
                    <a:pt x="1794" y="62033"/>
                    <a:pt x="2864" y="63826"/>
                    <a:pt x="2918" y="65834"/>
                  </a:cubicBezTo>
                  <a:cubicBezTo>
                    <a:pt x="2918" y="65887"/>
                    <a:pt x="2945" y="65914"/>
                    <a:pt x="2998" y="65941"/>
                  </a:cubicBezTo>
                  <a:cubicBezTo>
                    <a:pt x="4925" y="66931"/>
                    <a:pt x="6156" y="68885"/>
                    <a:pt x="6156" y="71053"/>
                  </a:cubicBezTo>
                  <a:cubicBezTo>
                    <a:pt x="6156" y="73221"/>
                    <a:pt x="4925" y="75175"/>
                    <a:pt x="2998" y="76165"/>
                  </a:cubicBezTo>
                  <a:cubicBezTo>
                    <a:pt x="2945" y="76192"/>
                    <a:pt x="2918" y="76219"/>
                    <a:pt x="2918" y="76272"/>
                  </a:cubicBezTo>
                  <a:cubicBezTo>
                    <a:pt x="2864" y="78280"/>
                    <a:pt x="1794" y="80073"/>
                    <a:pt x="81" y="81090"/>
                  </a:cubicBezTo>
                  <a:cubicBezTo>
                    <a:pt x="0" y="81117"/>
                    <a:pt x="0" y="81197"/>
                    <a:pt x="27" y="81251"/>
                  </a:cubicBezTo>
                  <a:cubicBezTo>
                    <a:pt x="47" y="81290"/>
                    <a:pt x="95" y="81315"/>
                    <a:pt x="140" y="81315"/>
                  </a:cubicBezTo>
                  <a:cubicBezTo>
                    <a:pt x="157" y="81315"/>
                    <a:pt x="173" y="81311"/>
                    <a:pt x="188" y="81304"/>
                  </a:cubicBezTo>
                  <a:cubicBezTo>
                    <a:pt x="1981" y="80260"/>
                    <a:pt x="3105" y="78413"/>
                    <a:pt x="3159" y="76352"/>
                  </a:cubicBezTo>
                  <a:cubicBezTo>
                    <a:pt x="5166" y="75309"/>
                    <a:pt x="6397" y="73301"/>
                    <a:pt x="6397" y="71053"/>
                  </a:cubicBezTo>
                  <a:cubicBezTo>
                    <a:pt x="6397" y="68805"/>
                    <a:pt x="5166" y="66797"/>
                    <a:pt x="3159" y="65753"/>
                  </a:cubicBezTo>
                  <a:cubicBezTo>
                    <a:pt x="3105" y="63773"/>
                    <a:pt x="2061" y="61979"/>
                    <a:pt x="375" y="60909"/>
                  </a:cubicBezTo>
                  <a:cubicBezTo>
                    <a:pt x="2061" y="59865"/>
                    <a:pt x="3105" y="58072"/>
                    <a:pt x="3159" y="56091"/>
                  </a:cubicBezTo>
                  <a:cubicBezTo>
                    <a:pt x="5166" y="55047"/>
                    <a:pt x="6397" y="53040"/>
                    <a:pt x="6397" y="50791"/>
                  </a:cubicBezTo>
                  <a:cubicBezTo>
                    <a:pt x="6397" y="48543"/>
                    <a:pt x="5166" y="46536"/>
                    <a:pt x="3159" y="45492"/>
                  </a:cubicBezTo>
                  <a:cubicBezTo>
                    <a:pt x="3159" y="43591"/>
                    <a:pt x="2061" y="41718"/>
                    <a:pt x="375" y="40647"/>
                  </a:cubicBezTo>
                  <a:cubicBezTo>
                    <a:pt x="1901" y="39710"/>
                    <a:pt x="3292" y="37890"/>
                    <a:pt x="3185" y="35829"/>
                  </a:cubicBezTo>
                  <a:cubicBezTo>
                    <a:pt x="5166" y="34785"/>
                    <a:pt x="6397" y="32751"/>
                    <a:pt x="6397" y="30530"/>
                  </a:cubicBezTo>
                  <a:cubicBezTo>
                    <a:pt x="6397" y="28281"/>
                    <a:pt x="5166" y="26247"/>
                    <a:pt x="3159" y="25230"/>
                  </a:cubicBezTo>
                  <a:cubicBezTo>
                    <a:pt x="3078" y="23223"/>
                    <a:pt x="2035" y="21429"/>
                    <a:pt x="375" y="20386"/>
                  </a:cubicBezTo>
                  <a:cubicBezTo>
                    <a:pt x="2061" y="19315"/>
                    <a:pt x="3159" y="17441"/>
                    <a:pt x="3159" y="15595"/>
                  </a:cubicBezTo>
                  <a:cubicBezTo>
                    <a:pt x="3159" y="15595"/>
                    <a:pt x="3159" y="15568"/>
                    <a:pt x="3159" y="15541"/>
                  </a:cubicBezTo>
                  <a:cubicBezTo>
                    <a:pt x="5166" y="14524"/>
                    <a:pt x="6397" y="12490"/>
                    <a:pt x="6397" y="10268"/>
                  </a:cubicBezTo>
                  <a:cubicBezTo>
                    <a:pt x="6397" y="8020"/>
                    <a:pt x="5166" y="5986"/>
                    <a:pt x="3159" y="4969"/>
                  </a:cubicBezTo>
                  <a:lnTo>
                    <a:pt x="3159" y="4942"/>
                  </a:lnTo>
                  <a:cubicBezTo>
                    <a:pt x="3159" y="3041"/>
                    <a:pt x="1981" y="1061"/>
                    <a:pt x="188" y="17"/>
                  </a:cubicBezTo>
                  <a:cubicBezTo>
                    <a:pt x="168" y="7"/>
                    <a:pt x="145" y="1"/>
                    <a:pt x="12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3" name="Google Shape;953;p71"/>
            <p:cNvSpPr/>
            <p:nvPr/>
          </p:nvSpPr>
          <p:spPr>
            <a:xfrm>
              <a:off x="685775" y="566950"/>
              <a:ext cx="159950" cy="2033000"/>
            </a:xfrm>
            <a:custGeom>
              <a:avLst/>
              <a:gdLst/>
              <a:ahLst/>
              <a:cxnLst/>
              <a:rect l="l" t="t" r="r" b="b"/>
              <a:pathLst>
                <a:path w="6398" h="81320" extrusionOk="0">
                  <a:moveTo>
                    <a:pt x="119" y="1"/>
                  </a:moveTo>
                  <a:cubicBezTo>
                    <a:pt x="81" y="1"/>
                    <a:pt x="44" y="24"/>
                    <a:pt x="27" y="57"/>
                  </a:cubicBezTo>
                  <a:cubicBezTo>
                    <a:pt x="27" y="84"/>
                    <a:pt x="0" y="110"/>
                    <a:pt x="0" y="137"/>
                  </a:cubicBezTo>
                  <a:cubicBezTo>
                    <a:pt x="0" y="164"/>
                    <a:pt x="27" y="217"/>
                    <a:pt x="81" y="244"/>
                  </a:cubicBezTo>
                  <a:cubicBezTo>
                    <a:pt x="1820" y="1261"/>
                    <a:pt x="2944" y="3188"/>
                    <a:pt x="2918" y="5035"/>
                  </a:cubicBezTo>
                  <a:cubicBezTo>
                    <a:pt x="2918" y="5089"/>
                    <a:pt x="2944" y="5142"/>
                    <a:pt x="2998" y="5169"/>
                  </a:cubicBezTo>
                  <a:cubicBezTo>
                    <a:pt x="4952" y="6133"/>
                    <a:pt x="6156" y="8086"/>
                    <a:pt x="6156" y="10255"/>
                  </a:cubicBezTo>
                  <a:cubicBezTo>
                    <a:pt x="6156" y="12449"/>
                    <a:pt x="4952" y="14403"/>
                    <a:pt x="2998" y="15367"/>
                  </a:cubicBezTo>
                  <a:cubicBezTo>
                    <a:pt x="2944" y="15394"/>
                    <a:pt x="2918" y="15447"/>
                    <a:pt x="2918" y="15501"/>
                  </a:cubicBezTo>
                  <a:cubicBezTo>
                    <a:pt x="2998" y="17347"/>
                    <a:pt x="1847" y="19248"/>
                    <a:pt x="81" y="20292"/>
                  </a:cubicBezTo>
                  <a:cubicBezTo>
                    <a:pt x="54" y="20292"/>
                    <a:pt x="27" y="20318"/>
                    <a:pt x="27" y="20372"/>
                  </a:cubicBezTo>
                  <a:cubicBezTo>
                    <a:pt x="0" y="20425"/>
                    <a:pt x="27" y="20479"/>
                    <a:pt x="81" y="20506"/>
                  </a:cubicBezTo>
                  <a:cubicBezTo>
                    <a:pt x="1794" y="21496"/>
                    <a:pt x="2864" y="23316"/>
                    <a:pt x="2918" y="25324"/>
                  </a:cubicBezTo>
                  <a:cubicBezTo>
                    <a:pt x="2918" y="25350"/>
                    <a:pt x="2944" y="25404"/>
                    <a:pt x="2998" y="25431"/>
                  </a:cubicBezTo>
                  <a:cubicBezTo>
                    <a:pt x="4952" y="26394"/>
                    <a:pt x="6156" y="28348"/>
                    <a:pt x="6156" y="30543"/>
                  </a:cubicBezTo>
                  <a:cubicBezTo>
                    <a:pt x="6156" y="32711"/>
                    <a:pt x="4952" y="34665"/>
                    <a:pt x="2998" y="35628"/>
                  </a:cubicBezTo>
                  <a:cubicBezTo>
                    <a:pt x="2944" y="35655"/>
                    <a:pt x="2918" y="35709"/>
                    <a:pt x="2918" y="35762"/>
                  </a:cubicBezTo>
                  <a:cubicBezTo>
                    <a:pt x="3078" y="37823"/>
                    <a:pt x="1633" y="39643"/>
                    <a:pt x="81" y="40553"/>
                  </a:cubicBezTo>
                  <a:cubicBezTo>
                    <a:pt x="54" y="40553"/>
                    <a:pt x="27" y="40580"/>
                    <a:pt x="27" y="40633"/>
                  </a:cubicBezTo>
                  <a:cubicBezTo>
                    <a:pt x="0" y="40687"/>
                    <a:pt x="27" y="40741"/>
                    <a:pt x="81" y="40767"/>
                  </a:cubicBezTo>
                  <a:cubicBezTo>
                    <a:pt x="1820" y="41784"/>
                    <a:pt x="2918" y="43658"/>
                    <a:pt x="2918" y="45532"/>
                  </a:cubicBezTo>
                  <a:cubicBezTo>
                    <a:pt x="2918" y="45558"/>
                    <a:pt x="2918" y="45558"/>
                    <a:pt x="2918" y="45585"/>
                  </a:cubicBezTo>
                  <a:cubicBezTo>
                    <a:pt x="2918" y="45612"/>
                    <a:pt x="2944" y="45665"/>
                    <a:pt x="2998" y="45692"/>
                  </a:cubicBezTo>
                  <a:cubicBezTo>
                    <a:pt x="4952" y="46656"/>
                    <a:pt x="6156" y="48636"/>
                    <a:pt x="6156" y="50804"/>
                  </a:cubicBezTo>
                  <a:cubicBezTo>
                    <a:pt x="6156" y="52972"/>
                    <a:pt x="4952" y="54926"/>
                    <a:pt x="2998" y="55917"/>
                  </a:cubicBezTo>
                  <a:cubicBezTo>
                    <a:pt x="2944" y="55917"/>
                    <a:pt x="2918" y="55970"/>
                    <a:pt x="2918" y="56024"/>
                  </a:cubicBezTo>
                  <a:cubicBezTo>
                    <a:pt x="2891" y="58004"/>
                    <a:pt x="1820" y="59798"/>
                    <a:pt x="81" y="60815"/>
                  </a:cubicBezTo>
                  <a:cubicBezTo>
                    <a:pt x="54" y="60815"/>
                    <a:pt x="27" y="60868"/>
                    <a:pt x="27" y="60895"/>
                  </a:cubicBezTo>
                  <a:cubicBezTo>
                    <a:pt x="0" y="60949"/>
                    <a:pt x="27" y="61002"/>
                    <a:pt x="81" y="61029"/>
                  </a:cubicBezTo>
                  <a:cubicBezTo>
                    <a:pt x="1820" y="62046"/>
                    <a:pt x="2891" y="63839"/>
                    <a:pt x="2918" y="65847"/>
                  </a:cubicBezTo>
                  <a:cubicBezTo>
                    <a:pt x="2918" y="65900"/>
                    <a:pt x="2944" y="65927"/>
                    <a:pt x="2998" y="65954"/>
                  </a:cubicBezTo>
                  <a:cubicBezTo>
                    <a:pt x="4952" y="66944"/>
                    <a:pt x="6156" y="68898"/>
                    <a:pt x="6156" y="71066"/>
                  </a:cubicBezTo>
                  <a:cubicBezTo>
                    <a:pt x="6156" y="73234"/>
                    <a:pt x="4952" y="75188"/>
                    <a:pt x="2998" y="76178"/>
                  </a:cubicBezTo>
                  <a:cubicBezTo>
                    <a:pt x="2944" y="76178"/>
                    <a:pt x="2918" y="76232"/>
                    <a:pt x="2918" y="76285"/>
                  </a:cubicBezTo>
                  <a:cubicBezTo>
                    <a:pt x="2891" y="78293"/>
                    <a:pt x="1820" y="80086"/>
                    <a:pt x="81" y="81076"/>
                  </a:cubicBezTo>
                  <a:cubicBezTo>
                    <a:pt x="27" y="81130"/>
                    <a:pt x="0" y="81183"/>
                    <a:pt x="27" y="81264"/>
                  </a:cubicBezTo>
                  <a:cubicBezTo>
                    <a:pt x="60" y="81297"/>
                    <a:pt x="93" y="81320"/>
                    <a:pt x="133" y="81320"/>
                  </a:cubicBezTo>
                  <a:cubicBezTo>
                    <a:pt x="157" y="81320"/>
                    <a:pt x="184" y="81311"/>
                    <a:pt x="214" y="81290"/>
                  </a:cubicBezTo>
                  <a:cubicBezTo>
                    <a:pt x="2008" y="80273"/>
                    <a:pt x="3105" y="78427"/>
                    <a:pt x="3185" y="76366"/>
                  </a:cubicBezTo>
                  <a:cubicBezTo>
                    <a:pt x="5166" y="75322"/>
                    <a:pt x="6397" y="73314"/>
                    <a:pt x="6397" y="71066"/>
                  </a:cubicBezTo>
                  <a:cubicBezTo>
                    <a:pt x="6397" y="68818"/>
                    <a:pt x="5166" y="66784"/>
                    <a:pt x="3185" y="65766"/>
                  </a:cubicBezTo>
                  <a:cubicBezTo>
                    <a:pt x="3105" y="63786"/>
                    <a:pt x="2061" y="61992"/>
                    <a:pt x="375" y="60922"/>
                  </a:cubicBezTo>
                  <a:cubicBezTo>
                    <a:pt x="2061" y="59878"/>
                    <a:pt x="3105" y="58085"/>
                    <a:pt x="3185" y="56104"/>
                  </a:cubicBezTo>
                  <a:cubicBezTo>
                    <a:pt x="5166" y="55060"/>
                    <a:pt x="6397" y="53053"/>
                    <a:pt x="6397" y="50804"/>
                  </a:cubicBezTo>
                  <a:cubicBezTo>
                    <a:pt x="6397" y="48556"/>
                    <a:pt x="5166" y="46522"/>
                    <a:pt x="3185" y="45505"/>
                  </a:cubicBezTo>
                  <a:cubicBezTo>
                    <a:pt x="3159" y="43604"/>
                    <a:pt x="2088" y="41731"/>
                    <a:pt x="375" y="40660"/>
                  </a:cubicBezTo>
                  <a:cubicBezTo>
                    <a:pt x="1901" y="39723"/>
                    <a:pt x="3292" y="37903"/>
                    <a:pt x="3185" y="35816"/>
                  </a:cubicBezTo>
                  <a:cubicBezTo>
                    <a:pt x="5166" y="34799"/>
                    <a:pt x="6397" y="32764"/>
                    <a:pt x="6397" y="30543"/>
                  </a:cubicBezTo>
                  <a:cubicBezTo>
                    <a:pt x="6397" y="28295"/>
                    <a:pt x="5166" y="26260"/>
                    <a:pt x="3185" y="25243"/>
                  </a:cubicBezTo>
                  <a:cubicBezTo>
                    <a:pt x="3078" y="23236"/>
                    <a:pt x="2061" y="21443"/>
                    <a:pt x="375" y="20399"/>
                  </a:cubicBezTo>
                  <a:cubicBezTo>
                    <a:pt x="2088" y="19328"/>
                    <a:pt x="3185" y="17401"/>
                    <a:pt x="3185" y="15554"/>
                  </a:cubicBezTo>
                  <a:cubicBezTo>
                    <a:pt x="5166" y="14537"/>
                    <a:pt x="6397" y="12503"/>
                    <a:pt x="6397" y="10255"/>
                  </a:cubicBezTo>
                  <a:cubicBezTo>
                    <a:pt x="6397" y="8033"/>
                    <a:pt x="5166" y="5999"/>
                    <a:pt x="3185" y="4982"/>
                  </a:cubicBezTo>
                  <a:lnTo>
                    <a:pt x="3185" y="4955"/>
                  </a:lnTo>
                  <a:cubicBezTo>
                    <a:pt x="3185" y="3028"/>
                    <a:pt x="1981" y="1074"/>
                    <a:pt x="188" y="30"/>
                  </a:cubicBezTo>
                  <a:cubicBezTo>
                    <a:pt x="167" y="10"/>
                    <a:pt x="143" y="1"/>
                    <a:pt x="11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4" name="Google Shape;954;p71"/>
            <p:cNvSpPr/>
            <p:nvPr/>
          </p:nvSpPr>
          <p:spPr>
            <a:xfrm>
              <a:off x="531875" y="818875"/>
              <a:ext cx="160600" cy="2032875"/>
            </a:xfrm>
            <a:custGeom>
              <a:avLst/>
              <a:gdLst/>
              <a:ahLst/>
              <a:cxnLst/>
              <a:rect l="l" t="t" r="r" b="b"/>
              <a:pathLst>
                <a:path w="6424" h="81315" extrusionOk="0">
                  <a:moveTo>
                    <a:pt x="147" y="1"/>
                  </a:moveTo>
                  <a:cubicBezTo>
                    <a:pt x="106" y="1"/>
                    <a:pt x="61" y="20"/>
                    <a:pt x="27" y="70"/>
                  </a:cubicBezTo>
                  <a:cubicBezTo>
                    <a:pt x="27" y="70"/>
                    <a:pt x="27" y="97"/>
                    <a:pt x="27" y="124"/>
                  </a:cubicBezTo>
                  <a:cubicBezTo>
                    <a:pt x="27" y="178"/>
                    <a:pt x="54" y="204"/>
                    <a:pt x="80" y="231"/>
                  </a:cubicBezTo>
                  <a:cubicBezTo>
                    <a:pt x="1820" y="1248"/>
                    <a:pt x="2971" y="3175"/>
                    <a:pt x="2944" y="5022"/>
                  </a:cubicBezTo>
                  <a:cubicBezTo>
                    <a:pt x="2944" y="5076"/>
                    <a:pt x="2971" y="5129"/>
                    <a:pt x="2998" y="5156"/>
                  </a:cubicBezTo>
                  <a:cubicBezTo>
                    <a:pt x="4952" y="6119"/>
                    <a:pt x="6156" y="8073"/>
                    <a:pt x="6156" y="10268"/>
                  </a:cubicBezTo>
                  <a:cubicBezTo>
                    <a:pt x="6156" y="12436"/>
                    <a:pt x="4952" y="14390"/>
                    <a:pt x="2998" y="15354"/>
                  </a:cubicBezTo>
                  <a:cubicBezTo>
                    <a:pt x="2971" y="15380"/>
                    <a:pt x="2944" y="15461"/>
                    <a:pt x="2944" y="15487"/>
                  </a:cubicBezTo>
                  <a:cubicBezTo>
                    <a:pt x="2998" y="17334"/>
                    <a:pt x="1847" y="19235"/>
                    <a:pt x="107" y="20278"/>
                  </a:cubicBezTo>
                  <a:cubicBezTo>
                    <a:pt x="54" y="20278"/>
                    <a:pt x="27" y="20305"/>
                    <a:pt x="27" y="20359"/>
                  </a:cubicBezTo>
                  <a:cubicBezTo>
                    <a:pt x="0" y="20412"/>
                    <a:pt x="27" y="20466"/>
                    <a:pt x="80" y="20493"/>
                  </a:cubicBezTo>
                  <a:cubicBezTo>
                    <a:pt x="1793" y="21510"/>
                    <a:pt x="2864" y="23303"/>
                    <a:pt x="2944" y="25310"/>
                  </a:cubicBezTo>
                  <a:cubicBezTo>
                    <a:pt x="2944" y="25364"/>
                    <a:pt x="2971" y="25391"/>
                    <a:pt x="2998" y="25417"/>
                  </a:cubicBezTo>
                  <a:cubicBezTo>
                    <a:pt x="4952" y="26381"/>
                    <a:pt x="6156" y="28362"/>
                    <a:pt x="6156" y="30530"/>
                  </a:cubicBezTo>
                  <a:cubicBezTo>
                    <a:pt x="6156" y="32698"/>
                    <a:pt x="4952" y="34652"/>
                    <a:pt x="2998" y="35642"/>
                  </a:cubicBezTo>
                  <a:cubicBezTo>
                    <a:pt x="2971" y="35642"/>
                    <a:pt x="2944" y="35695"/>
                    <a:pt x="2944" y="35749"/>
                  </a:cubicBezTo>
                  <a:cubicBezTo>
                    <a:pt x="3105" y="37837"/>
                    <a:pt x="1633" y="39630"/>
                    <a:pt x="107" y="40540"/>
                  </a:cubicBezTo>
                  <a:cubicBezTo>
                    <a:pt x="54" y="40540"/>
                    <a:pt x="27" y="40594"/>
                    <a:pt x="27" y="40620"/>
                  </a:cubicBezTo>
                  <a:cubicBezTo>
                    <a:pt x="0" y="40674"/>
                    <a:pt x="27" y="40727"/>
                    <a:pt x="80" y="40754"/>
                  </a:cubicBezTo>
                  <a:cubicBezTo>
                    <a:pt x="1820" y="41771"/>
                    <a:pt x="2944" y="43645"/>
                    <a:pt x="2944" y="45545"/>
                  </a:cubicBezTo>
                  <a:cubicBezTo>
                    <a:pt x="2944" y="45545"/>
                    <a:pt x="2944" y="45545"/>
                    <a:pt x="2944" y="45572"/>
                  </a:cubicBezTo>
                  <a:cubicBezTo>
                    <a:pt x="2944" y="45626"/>
                    <a:pt x="2971" y="45652"/>
                    <a:pt x="2998" y="45679"/>
                  </a:cubicBezTo>
                  <a:cubicBezTo>
                    <a:pt x="4952" y="46669"/>
                    <a:pt x="6156" y="48623"/>
                    <a:pt x="6156" y="50791"/>
                  </a:cubicBezTo>
                  <a:cubicBezTo>
                    <a:pt x="6156" y="52959"/>
                    <a:pt x="4952" y="54913"/>
                    <a:pt x="2998" y="55904"/>
                  </a:cubicBezTo>
                  <a:cubicBezTo>
                    <a:pt x="2971" y="55930"/>
                    <a:pt x="2944" y="55957"/>
                    <a:pt x="2944" y="56011"/>
                  </a:cubicBezTo>
                  <a:cubicBezTo>
                    <a:pt x="2891" y="57991"/>
                    <a:pt x="1820" y="59785"/>
                    <a:pt x="107" y="60802"/>
                  </a:cubicBezTo>
                  <a:cubicBezTo>
                    <a:pt x="54" y="60828"/>
                    <a:pt x="27" y="60855"/>
                    <a:pt x="27" y="60882"/>
                  </a:cubicBezTo>
                  <a:cubicBezTo>
                    <a:pt x="0" y="60935"/>
                    <a:pt x="27" y="60989"/>
                    <a:pt x="80" y="61016"/>
                  </a:cubicBezTo>
                  <a:cubicBezTo>
                    <a:pt x="1820" y="62033"/>
                    <a:pt x="2891" y="63826"/>
                    <a:pt x="2944" y="65834"/>
                  </a:cubicBezTo>
                  <a:cubicBezTo>
                    <a:pt x="2944" y="65887"/>
                    <a:pt x="2971" y="65914"/>
                    <a:pt x="2998" y="65941"/>
                  </a:cubicBezTo>
                  <a:cubicBezTo>
                    <a:pt x="4952" y="66931"/>
                    <a:pt x="6156" y="68885"/>
                    <a:pt x="6156" y="71053"/>
                  </a:cubicBezTo>
                  <a:cubicBezTo>
                    <a:pt x="6156" y="73221"/>
                    <a:pt x="4952" y="75175"/>
                    <a:pt x="2998" y="76165"/>
                  </a:cubicBezTo>
                  <a:cubicBezTo>
                    <a:pt x="2971" y="76192"/>
                    <a:pt x="2944" y="76219"/>
                    <a:pt x="2944" y="76272"/>
                  </a:cubicBezTo>
                  <a:cubicBezTo>
                    <a:pt x="2891" y="78280"/>
                    <a:pt x="1820" y="80073"/>
                    <a:pt x="80" y="81090"/>
                  </a:cubicBezTo>
                  <a:cubicBezTo>
                    <a:pt x="27" y="81117"/>
                    <a:pt x="0" y="81197"/>
                    <a:pt x="54" y="81251"/>
                  </a:cubicBezTo>
                  <a:cubicBezTo>
                    <a:pt x="73" y="81290"/>
                    <a:pt x="122" y="81315"/>
                    <a:pt x="167" y="81315"/>
                  </a:cubicBezTo>
                  <a:cubicBezTo>
                    <a:pt x="184" y="81315"/>
                    <a:pt x="200" y="81311"/>
                    <a:pt x="214" y="81304"/>
                  </a:cubicBezTo>
                  <a:cubicBezTo>
                    <a:pt x="2008" y="80260"/>
                    <a:pt x="3105" y="78413"/>
                    <a:pt x="3185" y="76352"/>
                  </a:cubicBezTo>
                  <a:cubicBezTo>
                    <a:pt x="5193" y="75309"/>
                    <a:pt x="6424" y="73301"/>
                    <a:pt x="6424" y="71053"/>
                  </a:cubicBezTo>
                  <a:cubicBezTo>
                    <a:pt x="6424" y="68805"/>
                    <a:pt x="5193" y="66797"/>
                    <a:pt x="3185" y="65753"/>
                  </a:cubicBezTo>
                  <a:cubicBezTo>
                    <a:pt x="3105" y="63773"/>
                    <a:pt x="2088" y="61979"/>
                    <a:pt x="402" y="60909"/>
                  </a:cubicBezTo>
                  <a:cubicBezTo>
                    <a:pt x="2088" y="59865"/>
                    <a:pt x="3105" y="58072"/>
                    <a:pt x="3185" y="56091"/>
                  </a:cubicBezTo>
                  <a:cubicBezTo>
                    <a:pt x="5193" y="55047"/>
                    <a:pt x="6424" y="53040"/>
                    <a:pt x="6424" y="50791"/>
                  </a:cubicBezTo>
                  <a:cubicBezTo>
                    <a:pt x="6424" y="48543"/>
                    <a:pt x="5193" y="46536"/>
                    <a:pt x="3185" y="45492"/>
                  </a:cubicBezTo>
                  <a:cubicBezTo>
                    <a:pt x="3185" y="43591"/>
                    <a:pt x="2088" y="41718"/>
                    <a:pt x="402" y="40647"/>
                  </a:cubicBezTo>
                  <a:cubicBezTo>
                    <a:pt x="1900" y="39710"/>
                    <a:pt x="3319" y="37890"/>
                    <a:pt x="3185" y="35829"/>
                  </a:cubicBezTo>
                  <a:cubicBezTo>
                    <a:pt x="5193" y="34785"/>
                    <a:pt x="6424" y="32751"/>
                    <a:pt x="6424" y="30530"/>
                  </a:cubicBezTo>
                  <a:cubicBezTo>
                    <a:pt x="6424" y="28281"/>
                    <a:pt x="5193" y="26247"/>
                    <a:pt x="3185" y="25230"/>
                  </a:cubicBezTo>
                  <a:cubicBezTo>
                    <a:pt x="3105" y="23223"/>
                    <a:pt x="2061" y="21429"/>
                    <a:pt x="402" y="20386"/>
                  </a:cubicBezTo>
                  <a:cubicBezTo>
                    <a:pt x="2088" y="19315"/>
                    <a:pt x="3185" y="17441"/>
                    <a:pt x="3185" y="15595"/>
                  </a:cubicBezTo>
                  <a:cubicBezTo>
                    <a:pt x="3185" y="15595"/>
                    <a:pt x="3185" y="15568"/>
                    <a:pt x="3185" y="15541"/>
                  </a:cubicBezTo>
                  <a:cubicBezTo>
                    <a:pt x="5193" y="14524"/>
                    <a:pt x="6424" y="12490"/>
                    <a:pt x="6424" y="10268"/>
                  </a:cubicBezTo>
                  <a:cubicBezTo>
                    <a:pt x="6424" y="8020"/>
                    <a:pt x="5193" y="5986"/>
                    <a:pt x="3185" y="4969"/>
                  </a:cubicBezTo>
                  <a:lnTo>
                    <a:pt x="3185" y="4942"/>
                  </a:lnTo>
                  <a:cubicBezTo>
                    <a:pt x="3185" y="3041"/>
                    <a:pt x="2008" y="1061"/>
                    <a:pt x="214" y="17"/>
                  </a:cubicBezTo>
                  <a:cubicBezTo>
                    <a:pt x="195" y="7"/>
                    <a:pt x="171" y="1"/>
                    <a:pt x="1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5" name="Google Shape;955;p71"/>
            <p:cNvSpPr/>
            <p:nvPr/>
          </p:nvSpPr>
          <p:spPr>
            <a:xfrm>
              <a:off x="378625" y="566950"/>
              <a:ext cx="159950" cy="2033000"/>
            </a:xfrm>
            <a:custGeom>
              <a:avLst/>
              <a:gdLst/>
              <a:ahLst/>
              <a:cxnLst/>
              <a:rect l="l" t="t" r="r" b="b"/>
              <a:pathLst>
                <a:path w="6398" h="81320" extrusionOk="0">
                  <a:moveTo>
                    <a:pt x="120" y="1"/>
                  </a:moveTo>
                  <a:cubicBezTo>
                    <a:pt x="81" y="1"/>
                    <a:pt x="44" y="24"/>
                    <a:pt x="28" y="57"/>
                  </a:cubicBezTo>
                  <a:cubicBezTo>
                    <a:pt x="1" y="84"/>
                    <a:pt x="1" y="110"/>
                    <a:pt x="1" y="137"/>
                  </a:cubicBezTo>
                  <a:cubicBezTo>
                    <a:pt x="1" y="164"/>
                    <a:pt x="28" y="217"/>
                    <a:pt x="54" y="244"/>
                  </a:cubicBezTo>
                  <a:cubicBezTo>
                    <a:pt x="1821" y="1261"/>
                    <a:pt x="2972" y="3188"/>
                    <a:pt x="2918" y="5035"/>
                  </a:cubicBezTo>
                  <a:cubicBezTo>
                    <a:pt x="2918" y="5116"/>
                    <a:pt x="2945" y="5142"/>
                    <a:pt x="2999" y="5169"/>
                  </a:cubicBezTo>
                  <a:cubicBezTo>
                    <a:pt x="4952" y="6133"/>
                    <a:pt x="6157" y="8086"/>
                    <a:pt x="6157" y="10255"/>
                  </a:cubicBezTo>
                  <a:cubicBezTo>
                    <a:pt x="6157" y="12449"/>
                    <a:pt x="4952" y="14403"/>
                    <a:pt x="2999" y="15367"/>
                  </a:cubicBezTo>
                  <a:cubicBezTo>
                    <a:pt x="2945" y="15394"/>
                    <a:pt x="2918" y="15447"/>
                    <a:pt x="2918" y="15501"/>
                  </a:cubicBezTo>
                  <a:cubicBezTo>
                    <a:pt x="2972" y="17347"/>
                    <a:pt x="1848" y="19248"/>
                    <a:pt x="81" y="20292"/>
                  </a:cubicBezTo>
                  <a:cubicBezTo>
                    <a:pt x="54" y="20292"/>
                    <a:pt x="28" y="20318"/>
                    <a:pt x="1" y="20372"/>
                  </a:cubicBezTo>
                  <a:cubicBezTo>
                    <a:pt x="1" y="20425"/>
                    <a:pt x="28" y="20479"/>
                    <a:pt x="54" y="20506"/>
                  </a:cubicBezTo>
                  <a:cubicBezTo>
                    <a:pt x="1794" y="21496"/>
                    <a:pt x="2865" y="23316"/>
                    <a:pt x="2918" y="25324"/>
                  </a:cubicBezTo>
                  <a:cubicBezTo>
                    <a:pt x="2918" y="25350"/>
                    <a:pt x="2945" y="25404"/>
                    <a:pt x="2999" y="25431"/>
                  </a:cubicBezTo>
                  <a:cubicBezTo>
                    <a:pt x="4952" y="26394"/>
                    <a:pt x="6157" y="28348"/>
                    <a:pt x="6157" y="30543"/>
                  </a:cubicBezTo>
                  <a:cubicBezTo>
                    <a:pt x="6157" y="32711"/>
                    <a:pt x="4952" y="34665"/>
                    <a:pt x="2999" y="35628"/>
                  </a:cubicBezTo>
                  <a:cubicBezTo>
                    <a:pt x="2945" y="35655"/>
                    <a:pt x="2918" y="35709"/>
                    <a:pt x="2918" y="35762"/>
                  </a:cubicBezTo>
                  <a:cubicBezTo>
                    <a:pt x="3079" y="37823"/>
                    <a:pt x="1607" y="39643"/>
                    <a:pt x="81" y="40553"/>
                  </a:cubicBezTo>
                  <a:cubicBezTo>
                    <a:pt x="54" y="40553"/>
                    <a:pt x="28" y="40580"/>
                    <a:pt x="1" y="40633"/>
                  </a:cubicBezTo>
                  <a:cubicBezTo>
                    <a:pt x="1" y="40687"/>
                    <a:pt x="28" y="40741"/>
                    <a:pt x="54" y="40767"/>
                  </a:cubicBezTo>
                  <a:cubicBezTo>
                    <a:pt x="1794" y="41784"/>
                    <a:pt x="2918" y="43658"/>
                    <a:pt x="2918" y="45532"/>
                  </a:cubicBezTo>
                  <a:cubicBezTo>
                    <a:pt x="2918" y="45558"/>
                    <a:pt x="2918" y="45558"/>
                    <a:pt x="2918" y="45585"/>
                  </a:cubicBezTo>
                  <a:cubicBezTo>
                    <a:pt x="2918" y="45612"/>
                    <a:pt x="2945" y="45665"/>
                    <a:pt x="2999" y="45692"/>
                  </a:cubicBezTo>
                  <a:cubicBezTo>
                    <a:pt x="4952" y="46656"/>
                    <a:pt x="6157" y="48636"/>
                    <a:pt x="6157" y="50804"/>
                  </a:cubicBezTo>
                  <a:cubicBezTo>
                    <a:pt x="6157" y="52972"/>
                    <a:pt x="4952" y="54926"/>
                    <a:pt x="2999" y="55917"/>
                  </a:cubicBezTo>
                  <a:cubicBezTo>
                    <a:pt x="2945" y="55917"/>
                    <a:pt x="2918" y="55970"/>
                    <a:pt x="2918" y="56024"/>
                  </a:cubicBezTo>
                  <a:cubicBezTo>
                    <a:pt x="2865" y="58004"/>
                    <a:pt x="1821" y="59798"/>
                    <a:pt x="81" y="60815"/>
                  </a:cubicBezTo>
                  <a:cubicBezTo>
                    <a:pt x="54" y="60815"/>
                    <a:pt x="28" y="60868"/>
                    <a:pt x="1" y="60895"/>
                  </a:cubicBezTo>
                  <a:cubicBezTo>
                    <a:pt x="1" y="60949"/>
                    <a:pt x="28" y="61002"/>
                    <a:pt x="54" y="61029"/>
                  </a:cubicBezTo>
                  <a:cubicBezTo>
                    <a:pt x="1794" y="62046"/>
                    <a:pt x="2865" y="63839"/>
                    <a:pt x="2918" y="65847"/>
                  </a:cubicBezTo>
                  <a:cubicBezTo>
                    <a:pt x="2918" y="65900"/>
                    <a:pt x="2945" y="65927"/>
                    <a:pt x="2999" y="65954"/>
                  </a:cubicBezTo>
                  <a:cubicBezTo>
                    <a:pt x="4952" y="66944"/>
                    <a:pt x="6157" y="68898"/>
                    <a:pt x="6157" y="71066"/>
                  </a:cubicBezTo>
                  <a:cubicBezTo>
                    <a:pt x="6157" y="73234"/>
                    <a:pt x="4952" y="75188"/>
                    <a:pt x="2999" y="76178"/>
                  </a:cubicBezTo>
                  <a:cubicBezTo>
                    <a:pt x="2945" y="76178"/>
                    <a:pt x="2918" y="76232"/>
                    <a:pt x="2918" y="76285"/>
                  </a:cubicBezTo>
                  <a:cubicBezTo>
                    <a:pt x="2865" y="78293"/>
                    <a:pt x="1821" y="80086"/>
                    <a:pt x="81" y="81076"/>
                  </a:cubicBezTo>
                  <a:cubicBezTo>
                    <a:pt x="1" y="81130"/>
                    <a:pt x="1" y="81183"/>
                    <a:pt x="28" y="81264"/>
                  </a:cubicBezTo>
                  <a:cubicBezTo>
                    <a:pt x="44" y="81297"/>
                    <a:pt x="81" y="81320"/>
                    <a:pt x="120" y="81320"/>
                  </a:cubicBezTo>
                  <a:cubicBezTo>
                    <a:pt x="143" y="81320"/>
                    <a:pt x="168" y="81311"/>
                    <a:pt x="188" y="81290"/>
                  </a:cubicBezTo>
                  <a:cubicBezTo>
                    <a:pt x="1981" y="80273"/>
                    <a:pt x="3106" y="78427"/>
                    <a:pt x="3159" y="76366"/>
                  </a:cubicBezTo>
                  <a:cubicBezTo>
                    <a:pt x="5167" y="75322"/>
                    <a:pt x="6398" y="73314"/>
                    <a:pt x="6398" y="71066"/>
                  </a:cubicBezTo>
                  <a:cubicBezTo>
                    <a:pt x="6398" y="68818"/>
                    <a:pt x="5167" y="66784"/>
                    <a:pt x="3159" y="65766"/>
                  </a:cubicBezTo>
                  <a:cubicBezTo>
                    <a:pt x="3106" y="63786"/>
                    <a:pt x="2062" y="61992"/>
                    <a:pt x="376" y="60922"/>
                  </a:cubicBezTo>
                  <a:cubicBezTo>
                    <a:pt x="2062" y="59878"/>
                    <a:pt x="3106" y="58085"/>
                    <a:pt x="3159" y="56104"/>
                  </a:cubicBezTo>
                  <a:cubicBezTo>
                    <a:pt x="5167" y="55060"/>
                    <a:pt x="6398" y="53053"/>
                    <a:pt x="6398" y="50804"/>
                  </a:cubicBezTo>
                  <a:cubicBezTo>
                    <a:pt x="6398" y="48556"/>
                    <a:pt x="5167" y="46522"/>
                    <a:pt x="3159" y="45505"/>
                  </a:cubicBezTo>
                  <a:cubicBezTo>
                    <a:pt x="3159" y="43604"/>
                    <a:pt x="2062" y="41731"/>
                    <a:pt x="376" y="40660"/>
                  </a:cubicBezTo>
                  <a:cubicBezTo>
                    <a:pt x="1901" y="39723"/>
                    <a:pt x="3293" y="37903"/>
                    <a:pt x="3186" y="35816"/>
                  </a:cubicBezTo>
                  <a:cubicBezTo>
                    <a:pt x="5167" y="34799"/>
                    <a:pt x="6398" y="32764"/>
                    <a:pt x="6398" y="30543"/>
                  </a:cubicBezTo>
                  <a:cubicBezTo>
                    <a:pt x="6398" y="28295"/>
                    <a:pt x="5167" y="26260"/>
                    <a:pt x="3159" y="25243"/>
                  </a:cubicBezTo>
                  <a:cubicBezTo>
                    <a:pt x="3079" y="23236"/>
                    <a:pt x="2035" y="21443"/>
                    <a:pt x="376" y="20399"/>
                  </a:cubicBezTo>
                  <a:cubicBezTo>
                    <a:pt x="2089" y="19328"/>
                    <a:pt x="3186" y="17401"/>
                    <a:pt x="3186" y="15554"/>
                  </a:cubicBezTo>
                  <a:cubicBezTo>
                    <a:pt x="5167" y="14537"/>
                    <a:pt x="6398" y="12503"/>
                    <a:pt x="6398" y="10255"/>
                  </a:cubicBezTo>
                  <a:cubicBezTo>
                    <a:pt x="6398" y="8033"/>
                    <a:pt x="5167" y="5999"/>
                    <a:pt x="3186" y="4982"/>
                  </a:cubicBezTo>
                  <a:lnTo>
                    <a:pt x="3186" y="4955"/>
                  </a:lnTo>
                  <a:cubicBezTo>
                    <a:pt x="3186" y="3028"/>
                    <a:pt x="1981" y="1074"/>
                    <a:pt x="188" y="30"/>
                  </a:cubicBezTo>
                  <a:cubicBezTo>
                    <a:pt x="168" y="10"/>
                    <a:pt x="143" y="1"/>
                    <a:pt x="12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6" name="Google Shape;956;p71"/>
            <p:cNvSpPr/>
            <p:nvPr/>
          </p:nvSpPr>
          <p:spPr>
            <a:xfrm>
              <a:off x="224725" y="818875"/>
              <a:ext cx="159950" cy="2032875"/>
            </a:xfrm>
            <a:custGeom>
              <a:avLst/>
              <a:gdLst/>
              <a:ahLst/>
              <a:cxnLst/>
              <a:rect l="l" t="t" r="r" b="b"/>
              <a:pathLst>
                <a:path w="6398" h="81315" extrusionOk="0">
                  <a:moveTo>
                    <a:pt x="129" y="1"/>
                  </a:moveTo>
                  <a:cubicBezTo>
                    <a:pt x="83" y="1"/>
                    <a:pt x="44" y="20"/>
                    <a:pt x="27" y="70"/>
                  </a:cubicBezTo>
                  <a:cubicBezTo>
                    <a:pt x="27" y="70"/>
                    <a:pt x="1" y="97"/>
                    <a:pt x="1" y="124"/>
                  </a:cubicBezTo>
                  <a:cubicBezTo>
                    <a:pt x="1" y="178"/>
                    <a:pt x="27" y="204"/>
                    <a:pt x="81" y="231"/>
                  </a:cubicBezTo>
                  <a:cubicBezTo>
                    <a:pt x="1821" y="1248"/>
                    <a:pt x="2972" y="3175"/>
                    <a:pt x="2918" y="5022"/>
                  </a:cubicBezTo>
                  <a:cubicBezTo>
                    <a:pt x="2945" y="5076"/>
                    <a:pt x="2945" y="5129"/>
                    <a:pt x="2998" y="5156"/>
                  </a:cubicBezTo>
                  <a:cubicBezTo>
                    <a:pt x="4952" y="6119"/>
                    <a:pt x="6157" y="8073"/>
                    <a:pt x="6157" y="10268"/>
                  </a:cubicBezTo>
                  <a:cubicBezTo>
                    <a:pt x="6157" y="12436"/>
                    <a:pt x="4952" y="14390"/>
                    <a:pt x="2998" y="15354"/>
                  </a:cubicBezTo>
                  <a:cubicBezTo>
                    <a:pt x="2945" y="15380"/>
                    <a:pt x="2918" y="15461"/>
                    <a:pt x="2918" y="15487"/>
                  </a:cubicBezTo>
                  <a:cubicBezTo>
                    <a:pt x="2998" y="17334"/>
                    <a:pt x="1848" y="19235"/>
                    <a:pt x="108" y="20278"/>
                  </a:cubicBezTo>
                  <a:cubicBezTo>
                    <a:pt x="54" y="20278"/>
                    <a:pt x="27" y="20305"/>
                    <a:pt x="27" y="20359"/>
                  </a:cubicBezTo>
                  <a:cubicBezTo>
                    <a:pt x="1" y="20412"/>
                    <a:pt x="27" y="20466"/>
                    <a:pt x="81" y="20493"/>
                  </a:cubicBezTo>
                  <a:cubicBezTo>
                    <a:pt x="1794" y="21510"/>
                    <a:pt x="2865" y="23303"/>
                    <a:pt x="2918" y="25310"/>
                  </a:cubicBezTo>
                  <a:cubicBezTo>
                    <a:pt x="2945" y="25364"/>
                    <a:pt x="2972" y="25391"/>
                    <a:pt x="2998" y="25417"/>
                  </a:cubicBezTo>
                  <a:cubicBezTo>
                    <a:pt x="4952" y="26381"/>
                    <a:pt x="6157" y="28362"/>
                    <a:pt x="6157" y="30530"/>
                  </a:cubicBezTo>
                  <a:cubicBezTo>
                    <a:pt x="6157" y="32698"/>
                    <a:pt x="4952" y="34652"/>
                    <a:pt x="2998" y="35642"/>
                  </a:cubicBezTo>
                  <a:cubicBezTo>
                    <a:pt x="2945" y="35642"/>
                    <a:pt x="2918" y="35695"/>
                    <a:pt x="2918" y="35749"/>
                  </a:cubicBezTo>
                  <a:cubicBezTo>
                    <a:pt x="3106" y="37837"/>
                    <a:pt x="1633" y="39630"/>
                    <a:pt x="108" y="40540"/>
                  </a:cubicBezTo>
                  <a:cubicBezTo>
                    <a:pt x="54" y="40540"/>
                    <a:pt x="27" y="40594"/>
                    <a:pt x="27" y="40620"/>
                  </a:cubicBezTo>
                  <a:cubicBezTo>
                    <a:pt x="1" y="40674"/>
                    <a:pt x="27" y="40727"/>
                    <a:pt x="81" y="40754"/>
                  </a:cubicBezTo>
                  <a:cubicBezTo>
                    <a:pt x="1821" y="41771"/>
                    <a:pt x="2918" y="43645"/>
                    <a:pt x="2918" y="45545"/>
                  </a:cubicBezTo>
                  <a:cubicBezTo>
                    <a:pt x="2918" y="45545"/>
                    <a:pt x="2918" y="45545"/>
                    <a:pt x="2918" y="45572"/>
                  </a:cubicBezTo>
                  <a:cubicBezTo>
                    <a:pt x="2918" y="45626"/>
                    <a:pt x="2945" y="45652"/>
                    <a:pt x="2998" y="45679"/>
                  </a:cubicBezTo>
                  <a:cubicBezTo>
                    <a:pt x="4952" y="46669"/>
                    <a:pt x="6157" y="48623"/>
                    <a:pt x="6157" y="50791"/>
                  </a:cubicBezTo>
                  <a:cubicBezTo>
                    <a:pt x="6157" y="52959"/>
                    <a:pt x="4952" y="54913"/>
                    <a:pt x="2998" y="55904"/>
                  </a:cubicBezTo>
                  <a:cubicBezTo>
                    <a:pt x="2945" y="55930"/>
                    <a:pt x="2918" y="55957"/>
                    <a:pt x="2918" y="56011"/>
                  </a:cubicBezTo>
                  <a:cubicBezTo>
                    <a:pt x="2891" y="57991"/>
                    <a:pt x="1821" y="59785"/>
                    <a:pt x="108" y="60802"/>
                  </a:cubicBezTo>
                  <a:cubicBezTo>
                    <a:pt x="54" y="60828"/>
                    <a:pt x="27" y="60855"/>
                    <a:pt x="27" y="60882"/>
                  </a:cubicBezTo>
                  <a:cubicBezTo>
                    <a:pt x="1" y="60935"/>
                    <a:pt x="27" y="60989"/>
                    <a:pt x="81" y="61016"/>
                  </a:cubicBezTo>
                  <a:cubicBezTo>
                    <a:pt x="1821" y="62033"/>
                    <a:pt x="2891" y="63826"/>
                    <a:pt x="2918" y="65834"/>
                  </a:cubicBezTo>
                  <a:cubicBezTo>
                    <a:pt x="2918" y="65887"/>
                    <a:pt x="2945" y="65914"/>
                    <a:pt x="2998" y="65941"/>
                  </a:cubicBezTo>
                  <a:cubicBezTo>
                    <a:pt x="4952" y="66931"/>
                    <a:pt x="6157" y="68885"/>
                    <a:pt x="6157" y="71053"/>
                  </a:cubicBezTo>
                  <a:cubicBezTo>
                    <a:pt x="6157" y="73221"/>
                    <a:pt x="4952" y="75175"/>
                    <a:pt x="2998" y="76165"/>
                  </a:cubicBezTo>
                  <a:cubicBezTo>
                    <a:pt x="2945" y="76192"/>
                    <a:pt x="2918" y="76219"/>
                    <a:pt x="2918" y="76272"/>
                  </a:cubicBezTo>
                  <a:cubicBezTo>
                    <a:pt x="2891" y="78280"/>
                    <a:pt x="1821" y="80073"/>
                    <a:pt x="81" y="81090"/>
                  </a:cubicBezTo>
                  <a:cubicBezTo>
                    <a:pt x="27" y="81117"/>
                    <a:pt x="1" y="81197"/>
                    <a:pt x="27" y="81251"/>
                  </a:cubicBezTo>
                  <a:cubicBezTo>
                    <a:pt x="67" y="81290"/>
                    <a:pt x="106" y="81315"/>
                    <a:pt x="156" y="81315"/>
                  </a:cubicBezTo>
                  <a:cubicBezTo>
                    <a:pt x="174" y="81315"/>
                    <a:pt x="193" y="81311"/>
                    <a:pt x="215" y="81304"/>
                  </a:cubicBezTo>
                  <a:cubicBezTo>
                    <a:pt x="2008" y="80260"/>
                    <a:pt x="3106" y="78413"/>
                    <a:pt x="3186" y="76352"/>
                  </a:cubicBezTo>
                  <a:cubicBezTo>
                    <a:pt x="5166" y="75309"/>
                    <a:pt x="6398" y="73301"/>
                    <a:pt x="6398" y="71053"/>
                  </a:cubicBezTo>
                  <a:cubicBezTo>
                    <a:pt x="6398" y="68805"/>
                    <a:pt x="5166" y="66797"/>
                    <a:pt x="3186" y="65753"/>
                  </a:cubicBezTo>
                  <a:cubicBezTo>
                    <a:pt x="3106" y="63773"/>
                    <a:pt x="2062" y="61979"/>
                    <a:pt x="375" y="60909"/>
                  </a:cubicBezTo>
                  <a:cubicBezTo>
                    <a:pt x="2062" y="59865"/>
                    <a:pt x="3106" y="58072"/>
                    <a:pt x="3186" y="56091"/>
                  </a:cubicBezTo>
                  <a:cubicBezTo>
                    <a:pt x="5166" y="55047"/>
                    <a:pt x="6398" y="53040"/>
                    <a:pt x="6398" y="50791"/>
                  </a:cubicBezTo>
                  <a:cubicBezTo>
                    <a:pt x="6398" y="48543"/>
                    <a:pt x="5166" y="46536"/>
                    <a:pt x="3186" y="45492"/>
                  </a:cubicBezTo>
                  <a:cubicBezTo>
                    <a:pt x="3159" y="43591"/>
                    <a:pt x="2088" y="41718"/>
                    <a:pt x="375" y="40647"/>
                  </a:cubicBezTo>
                  <a:cubicBezTo>
                    <a:pt x="1901" y="39710"/>
                    <a:pt x="3320" y="37890"/>
                    <a:pt x="3186" y="35829"/>
                  </a:cubicBezTo>
                  <a:cubicBezTo>
                    <a:pt x="5166" y="34785"/>
                    <a:pt x="6398" y="32751"/>
                    <a:pt x="6398" y="30530"/>
                  </a:cubicBezTo>
                  <a:cubicBezTo>
                    <a:pt x="6398" y="28281"/>
                    <a:pt x="5166" y="26247"/>
                    <a:pt x="3186" y="25230"/>
                  </a:cubicBezTo>
                  <a:cubicBezTo>
                    <a:pt x="3079" y="23223"/>
                    <a:pt x="2062" y="21429"/>
                    <a:pt x="375" y="20386"/>
                  </a:cubicBezTo>
                  <a:cubicBezTo>
                    <a:pt x="2088" y="19315"/>
                    <a:pt x="3186" y="17441"/>
                    <a:pt x="3186" y="15595"/>
                  </a:cubicBezTo>
                  <a:cubicBezTo>
                    <a:pt x="3186" y="15595"/>
                    <a:pt x="3186" y="15568"/>
                    <a:pt x="3186" y="15541"/>
                  </a:cubicBezTo>
                  <a:cubicBezTo>
                    <a:pt x="5166" y="14524"/>
                    <a:pt x="6398" y="12490"/>
                    <a:pt x="6398" y="10268"/>
                  </a:cubicBezTo>
                  <a:cubicBezTo>
                    <a:pt x="6398" y="8020"/>
                    <a:pt x="5166" y="5986"/>
                    <a:pt x="3186" y="4969"/>
                  </a:cubicBezTo>
                  <a:lnTo>
                    <a:pt x="3186" y="4942"/>
                  </a:lnTo>
                  <a:cubicBezTo>
                    <a:pt x="3186" y="3041"/>
                    <a:pt x="1981" y="1061"/>
                    <a:pt x="215" y="17"/>
                  </a:cubicBezTo>
                  <a:cubicBezTo>
                    <a:pt x="185" y="7"/>
                    <a:pt x="156" y="1"/>
                    <a:pt x="12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7" name="Google Shape;957;p71"/>
            <p:cNvSpPr/>
            <p:nvPr/>
          </p:nvSpPr>
          <p:spPr>
            <a:xfrm>
              <a:off x="1914975" y="2593575"/>
              <a:ext cx="160625" cy="2032875"/>
            </a:xfrm>
            <a:custGeom>
              <a:avLst/>
              <a:gdLst/>
              <a:ahLst/>
              <a:cxnLst/>
              <a:rect l="l" t="t" r="r" b="b"/>
              <a:pathLst>
                <a:path w="6425" h="81315" extrusionOk="0">
                  <a:moveTo>
                    <a:pt x="151" y="1"/>
                  </a:moveTo>
                  <a:cubicBezTo>
                    <a:pt x="95" y="1"/>
                    <a:pt x="47" y="26"/>
                    <a:pt x="27" y="65"/>
                  </a:cubicBezTo>
                  <a:cubicBezTo>
                    <a:pt x="27" y="92"/>
                    <a:pt x="27" y="118"/>
                    <a:pt x="27" y="118"/>
                  </a:cubicBezTo>
                  <a:cubicBezTo>
                    <a:pt x="27" y="172"/>
                    <a:pt x="27" y="225"/>
                    <a:pt x="81" y="225"/>
                  </a:cubicBezTo>
                  <a:cubicBezTo>
                    <a:pt x="1821" y="1243"/>
                    <a:pt x="2972" y="3170"/>
                    <a:pt x="2945" y="5043"/>
                  </a:cubicBezTo>
                  <a:cubicBezTo>
                    <a:pt x="2945" y="5070"/>
                    <a:pt x="2972" y="5124"/>
                    <a:pt x="2998" y="5150"/>
                  </a:cubicBezTo>
                  <a:cubicBezTo>
                    <a:pt x="4952" y="6141"/>
                    <a:pt x="6157" y="8095"/>
                    <a:pt x="6157" y="10263"/>
                  </a:cubicBezTo>
                  <a:cubicBezTo>
                    <a:pt x="6157" y="12431"/>
                    <a:pt x="4952" y="14384"/>
                    <a:pt x="2998" y="15375"/>
                  </a:cubicBezTo>
                  <a:cubicBezTo>
                    <a:pt x="2945" y="15402"/>
                    <a:pt x="2945" y="15428"/>
                    <a:pt x="2945" y="15482"/>
                  </a:cubicBezTo>
                  <a:cubicBezTo>
                    <a:pt x="2998" y="17355"/>
                    <a:pt x="1848" y="19256"/>
                    <a:pt x="108" y="20273"/>
                  </a:cubicBezTo>
                  <a:cubicBezTo>
                    <a:pt x="54" y="20300"/>
                    <a:pt x="27" y="20326"/>
                    <a:pt x="27" y="20353"/>
                  </a:cubicBezTo>
                  <a:cubicBezTo>
                    <a:pt x="1" y="20407"/>
                    <a:pt x="27" y="20460"/>
                    <a:pt x="81" y="20514"/>
                  </a:cubicBezTo>
                  <a:cubicBezTo>
                    <a:pt x="1794" y="21504"/>
                    <a:pt x="2865" y="23297"/>
                    <a:pt x="2945" y="25305"/>
                  </a:cubicBezTo>
                  <a:cubicBezTo>
                    <a:pt x="2945" y="25358"/>
                    <a:pt x="2972" y="25385"/>
                    <a:pt x="2998" y="25412"/>
                  </a:cubicBezTo>
                  <a:cubicBezTo>
                    <a:pt x="4952" y="26402"/>
                    <a:pt x="6157" y="28356"/>
                    <a:pt x="6157" y="30524"/>
                  </a:cubicBezTo>
                  <a:cubicBezTo>
                    <a:pt x="6157" y="32692"/>
                    <a:pt x="4952" y="34646"/>
                    <a:pt x="2998" y="35636"/>
                  </a:cubicBezTo>
                  <a:cubicBezTo>
                    <a:pt x="2945" y="35663"/>
                    <a:pt x="2918" y="35717"/>
                    <a:pt x="2945" y="35770"/>
                  </a:cubicBezTo>
                  <a:cubicBezTo>
                    <a:pt x="3106" y="37831"/>
                    <a:pt x="1633" y="39651"/>
                    <a:pt x="108" y="40535"/>
                  </a:cubicBezTo>
                  <a:cubicBezTo>
                    <a:pt x="54" y="40561"/>
                    <a:pt x="27" y="40588"/>
                    <a:pt x="27" y="40615"/>
                  </a:cubicBezTo>
                  <a:cubicBezTo>
                    <a:pt x="1" y="40668"/>
                    <a:pt x="27" y="40749"/>
                    <a:pt x="81" y="40775"/>
                  </a:cubicBezTo>
                  <a:cubicBezTo>
                    <a:pt x="1821" y="41766"/>
                    <a:pt x="2945" y="43639"/>
                    <a:pt x="2945" y="45540"/>
                  </a:cubicBezTo>
                  <a:cubicBezTo>
                    <a:pt x="2945" y="45540"/>
                    <a:pt x="2945" y="45566"/>
                    <a:pt x="2945" y="45566"/>
                  </a:cubicBezTo>
                  <a:cubicBezTo>
                    <a:pt x="2945" y="45620"/>
                    <a:pt x="2972" y="45674"/>
                    <a:pt x="2998" y="45674"/>
                  </a:cubicBezTo>
                  <a:cubicBezTo>
                    <a:pt x="4952" y="46664"/>
                    <a:pt x="6157" y="48618"/>
                    <a:pt x="6157" y="50786"/>
                  </a:cubicBezTo>
                  <a:cubicBezTo>
                    <a:pt x="6157" y="52954"/>
                    <a:pt x="4952" y="54934"/>
                    <a:pt x="2998" y="55898"/>
                  </a:cubicBezTo>
                  <a:cubicBezTo>
                    <a:pt x="2972" y="55925"/>
                    <a:pt x="2945" y="55952"/>
                    <a:pt x="2945" y="56005"/>
                  </a:cubicBezTo>
                  <a:cubicBezTo>
                    <a:pt x="2891" y="58012"/>
                    <a:pt x="1821" y="59806"/>
                    <a:pt x="108" y="60796"/>
                  </a:cubicBezTo>
                  <a:cubicBezTo>
                    <a:pt x="54" y="60823"/>
                    <a:pt x="27" y="60850"/>
                    <a:pt x="27" y="60903"/>
                  </a:cubicBezTo>
                  <a:cubicBezTo>
                    <a:pt x="1" y="60957"/>
                    <a:pt x="27" y="61010"/>
                    <a:pt x="81" y="61037"/>
                  </a:cubicBezTo>
                  <a:cubicBezTo>
                    <a:pt x="1821" y="62054"/>
                    <a:pt x="2891" y="63847"/>
                    <a:pt x="2945" y="65828"/>
                  </a:cubicBezTo>
                  <a:cubicBezTo>
                    <a:pt x="2945" y="65882"/>
                    <a:pt x="2972" y="65935"/>
                    <a:pt x="2998" y="65962"/>
                  </a:cubicBezTo>
                  <a:cubicBezTo>
                    <a:pt x="4952" y="66925"/>
                    <a:pt x="6157" y="68879"/>
                    <a:pt x="6157" y="71047"/>
                  </a:cubicBezTo>
                  <a:cubicBezTo>
                    <a:pt x="6157" y="73242"/>
                    <a:pt x="4952" y="75196"/>
                    <a:pt x="2998" y="76160"/>
                  </a:cubicBezTo>
                  <a:cubicBezTo>
                    <a:pt x="2972" y="76186"/>
                    <a:pt x="2945" y="76240"/>
                    <a:pt x="2945" y="76267"/>
                  </a:cubicBezTo>
                  <a:cubicBezTo>
                    <a:pt x="2891" y="78274"/>
                    <a:pt x="1821" y="80067"/>
                    <a:pt x="81" y="81084"/>
                  </a:cubicBezTo>
                  <a:cubicBezTo>
                    <a:pt x="27" y="81111"/>
                    <a:pt x="1" y="81191"/>
                    <a:pt x="27" y="81245"/>
                  </a:cubicBezTo>
                  <a:cubicBezTo>
                    <a:pt x="61" y="81296"/>
                    <a:pt x="106" y="81315"/>
                    <a:pt x="148" y="81315"/>
                  </a:cubicBezTo>
                  <a:cubicBezTo>
                    <a:pt x="172" y="81315"/>
                    <a:pt x="195" y="81308"/>
                    <a:pt x="215" y="81299"/>
                  </a:cubicBezTo>
                  <a:cubicBezTo>
                    <a:pt x="2008" y="80255"/>
                    <a:pt x="3106" y="78408"/>
                    <a:pt x="3186" y="76347"/>
                  </a:cubicBezTo>
                  <a:cubicBezTo>
                    <a:pt x="5166" y="75330"/>
                    <a:pt x="6424" y="73296"/>
                    <a:pt x="6424" y="71047"/>
                  </a:cubicBezTo>
                  <a:cubicBezTo>
                    <a:pt x="6424" y="68826"/>
                    <a:pt x="5166" y="66792"/>
                    <a:pt x="3186" y="65748"/>
                  </a:cubicBezTo>
                  <a:cubicBezTo>
                    <a:pt x="3106" y="63767"/>
                    <a:pt x="2062" y="61974"/>
                    <a:pt x="375" y="60930"/>
                  </a:cubicBezTo>
                  <a:cubicBezTo>
                    <a:pt x="2062" y="59859"/>
                    <a:pt x="3106" y="58093"/>
                    <a:pt x="3186" y="56085"/>
                  </a:cubicBezTo>
                  <a:cubicBezTo>
                    <a:pt x="5166" y="55068"/>
                    <a:pt x="6424" y="53034"/>
                    <a:pt x="6424" y="50786"/>
                  </a:cubicBezTo>
                  <a:cubicBezTo>
                    <a:pt x="6424" y="48537"/>
                    <a:pt x="5166" y="46530"/>
                    <a:pt x="3186" y="45486"/>
                  </a:cubicBezTo>
                  <a:cubicBezTo>
                    <a:pt x="3159" y="43586"/>
                    <a:pt x="2088" y="41739"/>
                    <a:pt x="375" y="40668"/>
                  </a:cubicBezTo>
                  <a:cubicBezTo>
                    <a:pt x="1901" y="39705"/>
                    <a:pt x="3320" y="37885"/>
                    <a:pt x="3186" y="35824"/>
                  </a:cubicBezTo>
                  <a:cubicBezTo>
                    <a:pt x="5193" y="34780"/>
                    <a:pt x="6424" y="32772"/>
                    <a:pt x="6424" y="30524"/>
                  </a:cubicBezTo>
                  <a:cubicBezTo>
                    <a:pt x="6424" y="28276"/>
                    <a:pt x="5166" y="26268"/>
                    <a:pt x="3186" y="25225"/>
                  </a:cubicBezTo>
                  <a:cubicBezTo>
                    <a:pt x="3106" y="23244"/>
                    <a:pt x="2062" y="21451"/>
                    <a:pt x="375" y="20407"/>
                  </a:cubicBezTo>
                  <a:cubicBezTo>
                    <a:pt x="2088" y="19336"/>
                    <a:pt x="3186" y="17436"/>
                    <a:pt x="3186" y="15616"/>
                  </a:cubicBezTo>
                  <a:cubicBezTo>
                    <a:pt x="3186" y="15589"/>
                    <a:pt x="3186" y="15562"/>
                    <a:pt x="3186" y="15562"/>
                  </a:cubicBezTo>
                  <a:cubicBezTo>
                    <a:pt x="5166" y="14518"/>
                    <a:pt x="6424" y="12511"/>
                    <a:pt x="6424" y="10263"/>
                  </a:cubicBezTo>
                  <a:cubicBezTo>
                    <a:pt x="6424" y="8014"/>
                    <a:pt x="5166" y="6007"/>
                    <a:pt x="3186" y="4963"/>
                  </a:cubicBezTo>
                  <a:cubicBezTo>
                    <a:pt x="3186" y="3036"/>
                    <a:pt x="2008" y="1055"/>
                    <a:pt x="215" y="11"/>
                  </a:cubicBezTo>
                  <a:cubicBezTo>
                    <a:pt x="193" y="4"/>
                    <a:pt x="172" y="1"/>
                    <a:pt x="15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8" name="Google Shape;958;p71"/>
            <p:cNvSpPr/>
            <p:nvPr/>
          </p:nvSpPr>
          <p:spPr>
            <a:xfrm>
              <a:off x="1761075" y="2845375"/>
              <a:ext cx="160625" cy="2032675"/>
            </a:xfrm>
            <a:custGeom>
              <a:avLst/>
              <a:gdLst/>
              <a:ahLst/>
              <a:cxnLst/>
              <a:rect l="l" t="t" r="r" b="b"/>
              <a:pathLst>
                <a:path w="6425" h="81307" extrusionOk="0">
                  <a:moveTo>
                    <a:pt x="146" y="1"/>
                  </a:moveTo>
                  <a:cubicBezTo>
                    <a:pt x="108" y="1"/>
                    <a:pt x="71" y="24"/>
                    <a:pt x="54" y="57"/>
                  </a:cubicBezTo>
                  <a:cubicBezTo>
                    <a:pt x="27" y="84"/>
                    <a:pt x="27" y="110"/>
                    <a:pt x="27" y="137"/>
                  </a:cubicBezTo>
                  <a:cubicBezTo>
                    <a:pt x="27" y="164"/>
                    <a:pt x="54" y="217"/>
                    <a:pt x="81" y="244"/>
                  </a:cubicBezTo>
                  <a:cubicBezTo>
                    <a:pt x="1821" y="1234"/>
                    <a:pt x="2972" y="3162"/>
                    <a:pt x="2945" y="5035"/>
                  </a:cubicBezTo>
                  <a:cubicBezTo>
                    <a:pt x="2945" y="5089"/>
                    <a:pt x="2972" y="5142"/>
                    <a:pt x="2998" y="5142"/>
                  </a:cubicBezTo>
                  <a:cubicBezTo>
                    <a:pt x="4952" y="6133"/>
                    <a:pt x="6183" y="8086"/>
                    <a:pt x="6183" y="10254"/>
                  </a:cubicBezTo>
                  <a:cubicBezTo>
                    <a:pt x="6183" y="12422"/>
                    <a:pt x="4952" y="14376"/>
                    <a:pt x="2998" y="15367"/>
                  </a:cubicBezTo>
                  <a:cubicBezTo>
                    <a:pt x="2972" y="15393"/>
                    <a:pt x="2945" y="15447"/>
                    <a:pt x="2945" y="15474"/>
                  </a:cubicBezTo>
                  <a:cubicBezTo>
                    <a:pt x="2998" y="17321"/>
                    <a:pt x="1847" y="19248"/>
                    <a:pt x="108" y="20265"/>
                  </a:cubicBezTo>
                  <a:cubicBezTo>
                    <a:pt x="81" y="20292"/>
                    <a:pt x="27" y="20318"/>
                    <a:pt x="27" y="20345"/>
                  </a:cubicBezTo>
                  <a:cubicBezTo>
                    <a:pt x="27" y="20425"/>
                    <a:pt x="27" y="20479"/>
                    <a:pt x="81" y="20506"/>
                  </a:cubicBezTo>
                  <a:cubicBezTo>
                    <a:pt x="1821" y="21496"/>
                    <a:pt x="2891" y="23289"/>
                    <a:pt x="2945" y="25297"/>
                  </a:cubicBezTo>
                  <a:cubicBezTo>
                    <a:pt x="2945" y="25350"/>
                    <a:pt x="2972" y="25404"/>
                    <a:pt x="2998" y="25404"/>
                  </a:cubicBezTo>
                  <a:cubicBezTo>
                    <a:pt x="4952" y="26394"/>
                    <a:pt x="6183" y="28348"/>
                    <a:pt x="6183" y="30516"/>
                  </a:cubicBezTo>
                  <a:cubicBezTo>
                    <a:pt x="6183" y="32684"/>
                    <a:pt x="4952" y="34665"/>
                    <a:pt x="2998" y="35628"/>
                  </a:cubicBezTo>
                  <a:cubicBezTo>
                    <a:pt x="2972" y="35655"/>
                    <a:pt x="2945" y="35709"/>
                    <a:pt x="2945" y="35762"/>
                  </a:cubicBezTo>
                  <a:cubicBezTo>
                    <a:pt x="3105" y="37823"/>
                    <a:pt x="1633" y="39643"/>
                    <a:pt x="108" y="40526"/>
                  </a:cubicBezTo>
                  <a:cubicBezTo>
                    <a:pt x="81" y="40553"/>
                    <a:pt x="27" y="40580"/>
                    <a:pt x="27" y="40633"/>
                  </a:cubicBezTo>
                  <a:cubicBezTo>
                    <a:pt x="27" y="40687"/>
                    <a:pt x="27" y="40741"/>
                    <a:pt x="81" y="40767"/>
                  </a:cubicBezTo>
                  <a:cubicBezTo>
                    <a:pt x="1821" y="41784"/>
                    <a:pt x="2945" y="43631"/>
                    <a:pt x="2945" y="45532"/>
                  </a:cubicBezTo>
                  <a:lnTo>
                    <a:pt x="2945" y="45558"/>
                  </a:lnTo>
                  <a:cubicBezTo>
                    <a:pt x="2945" y="45612"/>
                    <a:pt x="2972" y="45665"/>
                    <a:pt x="2998" y="45692"/>
                  </a:cubicBezTo>
                  <a:cubicBezTo>
                    <a:pt x="4952" y="46656"/>
                    <a:pt x="6183" y="48610"/>
                    <a:pt x="6183" y="50778"/>
                  </a:cubicBezTo>
                  <a:cubicBezTo>
                    <a:pt x="6183" y="52972"/>
                    <a:pt x="4952" y="54926"/>
                    <a:pt x="2998" y="55890"/>
                  </a:cubicBezTo>
                  <a:cubicBezTo>
                    <a:pt x="2972" y="55917"/>
                    <a:pt x="2945" y="55970"/>
                    <a:pt x="2945" y="55997"/>
                  </a:cubicBezTo>
                  <a:cubicBezTo>
                    <a:pt x="2891" y="58004"/>
                    <a:pt x="1847" y="59798"/>
                    <a:pt x="108" y="60815"/>
                  </a:cubicBezTo>
                  <a:cubicBezTo>
                    <a:pt x="81" y="60815"/>
                    <a:pt x="27" y="60841"/>
                    <a:pt x="27" y="60895"/>
                  </a:cubicBezTo>
                  <a:cubicBezTo>
                    <a:pt x="27" y="60949"/>
                    <a:pt x="27" y="61002"/>
                    <a:pt x="81" y="61029"/>
                  </a:cubicBezTo>
                  <a:cubicBezTo>
                    <a:pt x="1821" y="62046"/>
                    <a:pt x="2891" y="63839"/>
                    <a:pt x="2945" y="65847"/>
                  </a:cubicBezTo>
                  <a:cubicBezTo>
                    <a:pt x="2945" y="65873"/>
                    <a:pt x="2972" y="65927"/>
                    <a:pt x="2998" y="65954"/>
                  </a:cubicBezTo>
                  <a:cubicBezTo>
                    <a:pt x="4952" y="66917"/>
                    <a:pt x="6183" y="68871"/>
                    <a:pt x="6183" y="71066"/>
                  </a:cubicBezTo>
                  <a:cubicBezTo>
                    <a:pt x="6183" y="73234"/>
                    <a:pt x="4952" y="75188"/>
                    <a:pt x="2998" y="76151"/>
                  </a:cubicBezTo>
                  <a:cubicBezTo>
                    <a:pt x="2972" y="76178"/>
                    <a:pt x="2945" y="76232"/>
                    <a:pt x="2945" y="76285"/>
                  </a:cubicBezTo>
                  <a:cubicBezTo>
                    <a:pt x="2891" y="78266"/>
                    <a:pt x="1821" y="80059"/>
                    <a:pt x="81" y="81076"/>
                  </a:cubicBezTo>
                  <a:cubicBezTo>
                    <a:pt x="27" y="81103"/>
                    <a:pt x="1" y="81183"/>
                    <a:pt x="54" y="81237"/>
                  </a:cubicBezTo>
                  <a:cubicBezTo>
                    <a:pt x="71" y="81288"/>
                    <a:pt x="110" y="81306"/>
                    <a:pt x="149" y="81306"/>
                  </a:cubicBezTo>
                  <a:cubicBezTo>
                    <a:pt x="172" y="81306"/>
                    <a:pt x="195" y="81300"/>
                    <a:pt x="215" y="81290"/>
                  </a:cubicBezTo>
                  <a:cubicBezTo>
                    <a:pt x="2008" y="80247"/>
                    <a:pt x="3105" y="78400"/>
                    <a:pt x="3186" y="76366"/>
                  </a:cubicBezTo>
                  <a:cubicBezTo>
                    <a:pt x="5193" y="75322"/>
                    <a:pt x="6424" y="73288"/>
                    <a:pt x="6424" y="71066"/>
                  </a:cubicBezTo>
                  <a:cubicBezTo>
                    <a:pt x="6424" y="68818"/>
                    <a:pt x="5193" y="66783"/>
                    <a:pt x="3186" y="65766"/>
                  </a:cubicBezTo>
                  <a:cubicBezTo>
                    <a:pt x="3132" y="63759"/>
                    <a:pt x="2088" y="61992"/>
                    <a:pt x="402" y="60922"/>
                  </a:cubicBezTo>
                  <a:cubicBezTo>
                    <a:pt x="2088" y="59878"/>
                    <a:pt x="3132" y="58085"/>
                    <a:pt x="3186" y="56077"/>
                  </a:cubicBezTo>
                  <a:cubicBezTo>
                    <a:pt x="5193" y="55060"/>
                    <a:pt x="6424" y="53026"/>
                    <a:pt x="6424" y="50778"/>
                  </a:cubicBezTo>
                  <a:cubicBezTo>
                    <a:pt x="6424" y="48556"/>
                    <a:pt x="5193" y="46522"/>
                    <a:pt x="3186" y="45505"/>
                  </a:cubicBezTo>
                  <a:cubicBezTo>
                    <a:pt x="3186" y="43604"/>
                    <a:pt x="2088" y="41731"/>
                    <a:pt x="402" y="40660"/>
                  </a:cubicBezTo>
                  <a:cubicBezTo>
                    <a:pt x="1901" y="39697"/>
                    <a:pt x="3320" y="37877"/>
                    <a:pt x="3186" y="35816"/>
                  </a:cubicBezTo>
                  <a:cubicBezTo>
                    <a:pt x="5193" y="34799"/>
                    <a:pt x="6424" y="32764"/>
                    <a:pt x="6424" y="30516"/>
                  </a:cubicBezTo>
                  <a:cubicBezTo>
                    <a:pt x="6424" y="28268"/>
                    <a:pt x="5193" y="26260"/>
                    <a:pt x="3186" y="25216"/>
                  </a:cubicBezTo>
                  <a:cubicBezTo>
                    <a:pt x="3105" y="23236"/>
                    <a:pt x="2062" y="21442"/>
                    <a:pt x="402" y="20399"/>
                  </a:cubicBezTo>
                  <a:cubicBezTo>
                    <a:pt x="2115" y="19328"/>
                    <a:pt x="3212" y="17401"/>
                    <a:pt x="3186" y="15554"/>
                  </a:cubicBezTo>
                  <a:cubicBezTo>
                    <a:pt x="5193" y="14510"/>
                    <a:pt x="6424" y="12503"/>
                    <a:pt x="6424" y="10254"/>
                  </a:cubicBezTo>
                  <a:cubicBezTo>
                    <a:pt x="6424" y="8006"/>
                    <a:pt x="5193" y="5999"/>
                    <a:pt x="3186" y="4955"/>
                  </a:cubicBezTo>
                  <a:cubicBezTo>
                    <a:pt x="3186" y="3028"/>
                    <a:pt x="2008" y="1047"/>
                    <a:pt x="215" y="30"/>
                  </a:cubicBezTo>
                  <a:cubicBezTo>
                    <a:pt x="194" y="10"/>
                    <a:pt x="170" y="1"/>
                    <a:pt x="14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9" name="Google Shape;959;p71"/>
            <p:cNvSpPr/>
            <p:nvPr/>
          </p:nvSpPr>
          <p:spPr>
            <a:xfrm>
              <a:off x="1607850" y="2593575"/>
              <a:ext cx="159950" cy="2032875"/>
            </a:xfrm>
            <a:custGeom>
              <a:avLst/>
              <a:gdLst/>
              <a:ahLst/>
              <a:cxnLst/>
              <a:rect l="l" t="t" r="r" b="b"/>
              <a:pathLst>
                <a:path w="6398" h="81315" extrusionOk="0">
                  <a:moveTo>
                    <a:pt x="140" y="1"/>
                  </a:moveTo>
                  <a:cubicBezTo>
                    <a:pt x="95" y="1"/>
                    <a:pt x="47" y="26"/>
                    <a:pt x="27" y="65"/>
                  </a:cubicBezTo>
                  <a:cubicBezTo>
                    <a:pt x="0" y="92"/>
                    <a:pt x="0" y="118"/>
                    <a:pt x="0" y="118"/>
                  </a:cubicBezTo>
                  <a:cubicBezTo>
                    <a:pt x="0" y="172"/>
                    <a:pt x="27" y="225"/>
                    <a:pt x="81" y="225"/>
                  </a:cubicBezTo>
                  <a:cubicBezTo>
                    <a:pt x="1820" y="1243"/>
                    <a:pt x="2944" y="3170"/>
                    <a:pt x="2918" y="5043"/>
                  </a:cubicBezTo>
                  <a:cubicBezTo>
                    <a:pt x="2918" y="5070"/>
                    <a:pt x="2944" y="5124"/>
                    <a:pt x="2998" y="5150"/>
                  </a:cubicBezTo>
                  <a:cubicBezTo>
                    <a:pt x="4952" y="6141"/>
                    <a:pt x="6156" y="8095"/>
                    <a:pt x="6156" y="10263"/>
                  </a:cubicBezTo>
                  <a:cubicBezTo>
                    <a:pt x="6156" y="12431"/>
                    <a:pt x="4952" y="14384"/>
                    <a:pt x="2998" y="15375"/>
                  </a:cubicBezTo>
                  <a:cubicBezTo>
                    <a:pt x="2944" y="15402"/>
                    <a:pt x="2918" y="15428"/>
                    <a:pt x="2918" y="15482"/>
                  </a:cubicBezTo>
                  <a:cubicBezTo>
                    <a:pt x="2971" y="17329"/>
                    <a:pt x="1847" y="19256"/>
                    <a:pt x="81" y="20273"/>
                  </a:cubicBezTo>
                  <a:cubicBezTo>
                    <a:pt x="54" y="20300"/>
                    <a:pt x="27" y="20326"/>
                    <a:pt x="0" y="20353"/>
                  </a:cubicBezTo>
                  <a:cubicBezTo>
                    <a:pt x="0" y="20407"/>
                    <a:pt x="27" y="20460"/>
                    <a:pt x="81" y="20514"/>
                  </a:cubicBezTo>
                  <a:cubicBezTo>
                    <a:pt x="1794" y="21504"/>
                    <a:pt x="2864" y="23297"/>
                    <a:pt x="2918" y="25305"/>
                  </a:cubicBezTo>
                  <a:cubicBezTo>
                    <a:pt x="2918" y="25358"/>
                    <a:pt x="2944" y="25385"/>
                    <a:pt x="2998" y="25412"/>
                  </a:cubicBezTo>
                  <a:cubicBezTo>
                    <a:pt x="4952" y="26402"/>
                    <a:pt x="6156" y="28356"/>
                    <a:pt x="6156" y="30524"/>
                  </a:cubicBezTo>
                  <a:cubicBezTo>
                    <a:pt x="6156" y="32692"/>
                    <a:pt x="4952" y="34646"/>
                    <a:pt x="2998" y="35636"/>
                  </a:cubicBezTo>
                  <a:cubicBezTo>
                    <a:pt x="2944" y="35663"/>
                    <a:pt x="2918" y="35717"/>
                    <a:pt x="2918" y="35770"/>
                  </a:cubicBezTo>
                  <a:cubicBezTo>
                    <a:pt x="3078" y="37831"/>
                    <a:pt x="1633" y="39651"/>
                    <a:pt x="81" y="40535"/>
                  </a:cubicBezTo>
                  <a:cubicBezTo>
                    <a:pt x="54" y="40561"/>
                    <a:pt x="27" y="40588"/>
                    <a:pt x="0" y="40615"/>
                  </a:cubicBezTo>
                  <a:cubicBezTo>
                    <a:pt x="0" y="40668"/>
                    <a:pt x="27" y="40749"/>
                    <a:pt x="81" y="40775"/>
                  </a:cubicBezTo>
                  <a:cubicBezTo>
                    <a:pt x="1820" y="41766"/>
                    <a:pt x="2918" y="43639"/>
                    <a:pt x="2918" y="45540"/>
                  </a:cubicBezTo>
                  <a:cubicBezTo>
                    <a:pt x="2918" y="45540"/>
                    <a:pt x="2918" y="45566"/>
                    <a:pt x="2918" y="45566"/>
                  </a:cubicBezTo>
                  <a:cubicBezTo>
                    <a:pt x="2918" y="45620"/>
                    <a:pt x="2944" y="45674"/>
                    <a:pt x="2998" y="45674"/>
                  </a:cubicBezTo>
                  <a:cubicBezTo>
                    <a:pt x="4952" y="46664"/>
                    <a:pt x="6156" y="48618"/>
                    <a:pt x="6156" y="50786"/>
                  </a:cubicBezTo>
                  <a:cubicBezTo>
                    <a:pt x="6156" y="52954"/>
                    <a:pt x="4952" y="54934"/>
                    <a:pt x="2998" y="55898"/>
                  </a:cubicBezTo>
                  <a:cubicBezTo>
                    <a:pt x="2944" y="55925"/>
                    <a:pt x="2918" y="55952"/>
                    <a:pt x="2918" y="56005"/>
                  </a:cubicBezTo>
                  <a:cubicBezTo>
                    <a:pt x="2864" y="58012"/>
                    <a:pt x="1820" y="59806"/>
                    <a:pt x="81" y="60796"/>
                  </a:cubicBezTo>
                  <a:cubicBezTo>
                    <a:pt x="54" y="60823"/>
                    <a:pt x="27" y="60850"/>
                    <a:pt x="0" y="60903"/>
                  </a:cubicBezTo>
                  <a:cubicBezTo>
                    <a:pt x="0" y="60957"/>
                    <a:pt x="27" y="61010"/>
                    <a:pt x="81" y="61037"/>
                  </a:cubicBezTo>
                  <a:cubicBezTo>
                    <a:pt x="1820" y="62054"/>
                    <a:pt x="2864" y="63847"/>
                    <a:pt x="2918" y="65828"/>
                  </a:cubicBezTo>
                  <a:cubicBezTo>
                    <a:pt x="2918" y="65882"/>
                    <a:pt x="2944" y="65935"/>
                    <a:pt x="2998" y="65962"/>
                  </a:cubicBezTo>
                  <a:cubicBezTo>
                    <a:pt x="4952" y="66925"/>
                    <a:pt x="6156" y="68879"/>
                    <a:pt x="6156" y="71047"/>
                  </a:cubicBezTo>
                  <a:cubicBezTo>
                    <a:pt x="6156" y="73242"/>
                    <a:pt x="4952" y="75196"/>
                    <a:pt x="2998" y="76160"/>
                  </a:cubicBezTo>
                  <a:cubicBezTo>
                    <a:pt x="2944" y="76186"/>
                    <a:pt x="2918" y="76240"/>
                    <a:pt x="2918" y="76267"/>
                  </a:cubicBezTo>
                  <a:cubicBezTo>
                    <a:pt x="2864" y="78274"/>
                    <a:pt x="1820" y="80067"/>
                    <a:pt x="81" y="81084"/>
                  </a:cubicBezTo>
                  <a:cubicBezTo>
                    <a:pt x="27" y="81111"/>
                    <a:pt x="0" y="81191"/>
                    <a:pt x="27" y="81245"/>
                  </a:cubicBezTo>
                  <a:cubicBezTo>
                    <a:pt x="44" y="81296"/>
                    <a:pt x="82" y="81315"/>
                    <a:pt x="122" y="81315"/>
                  </a:cubicBezTo>
                  <a:cubicBezTo>
                    <a:pt x="145" y="81315"/>
                    <a:pt x="168" y="81308"/>
                    <a:pt x="188" y="81299"/>
                  </a:cubicBezTo>
                  <a:cubicBezTo>
                    <a:pt x="1981" y="80255"/>
                    <a:pt x="3105" y="78408"/>
                    <a:pt x="3185" y="76347"/>
                  </a:cubicBezTo>
                  <a:cubicBezTo>
                    <a:pt x="5166" y="75330"/>
                    <a:pt x="6397" y="73296"/>
                    <a:pt x="6397" y="71047"/>
                  </a:cubicBezTo>
                  <a:cubicBezTo>
                    <a:pt x="6397" y="68826"/>
                    <a:pt x="5166" y="66792"/>
                    <a:pt x="3185" y="65748"/>
                  </a:cubicBezTo>
                  <a:cubicBezTo>
                    <a:pt x="3105" y="63767"/>
                    <a:pt x="2061" y="61974"/>
                    <a:pt x="375" y="60930"/>
                  </a:cubicBezTo>
                  <a:cubicBezTo>
                    <a:pt x="2061" y="59859"/>
                    <a:pt x="3105" y="58093"/>
                    <a:pt x="3185" y="56085"/>
                  </a:cubicBezTo>
                  <a:cubicBezTo>
                    <a:pt x="5166" y="55068"/>
                    <a:pt x="6397" y="53034"/>
                    <a:pt x="6397" y="50786"/>
                  </a:cubicBezTo>
                  <a:cubicBezTo>
                    <a:pt x="6397" y="48537"/>
                    <a:pt x="5166" y="46530"/>
                    <a:pt x="3185" y="45486"/>
                  </a:cubicBezTo>
                  <a:cubicBezTo>
                    <a:pt x="3159" y="43586"/>
                    <a:pt x="2061" y="41739"/>
                    <a:pt x="375" y="40668"/>
                  </a:cubicBezTo>
                  <a:cubicBezTo>
                    <a:pt x="1901" y="39705"/>
                    <a:pt x="3292" y="37885"/>
                    <a:pt x="3185" y="35824"/>
                  </a:cubicBezTo>
                  <a:cubicBezTo>
                    <a:pt x="5166" y="34780"/>
                    <a:pt x="6397" y="32772"/>
                    <a:pt x="6397" y="30524"/>
                  </a:cubicBezTo>
                  <a:cubicBezTo>
                    <a:pt x="6397" y="28276"/>
                    <a:pt x="5166" y="26268"/>
                    <a:pt x="3185" y="25225"/>
                  </a:cubicBezTo>
                  <a:cubicBezTo>
                    <a:pt x="3078" y="23244"/>
                    <a:pt x="2061" y="21451"/>
                    <a:pt x="375" y="20407"/>
                  </a:cubicBezTo>
                  <a:cubicBezTo>
                    <a:pt x="2061" y="19336"/>
                    <a:pt x="3185" y="17436"/>
                    <a:pt x="3185" y="15616"/>
                  </a:cubicBezTo>
                  <a:cubicBezTo>
                    <a:pt x="3185" y="15589"/>
                    <a:pt x="3185" y="15562"/>
                    <a:pt x="3185" y="15562"/>
                  </a:cubicBezTo>
                  <a:cubicBezTo>
                    <a:pt x="5166" y="14518"/>
                    <a:pt x="6397" y="12511"/>
                    <a:pt x="6397" y="10263"/>
                  </a:cubicBezTo>
                  <a:cubicBezTo>
                    <a:pt x="6397" y="8014"/>
                    <a:pt x="5166" y="6007"/>
                    <a:pt x="3185" y="4963"/>
                  </a:cubicBezTo>
                  <a:cubicBezTo>
                    <a:pt x="3185" y="3036"/>
                    <a:pt x="1981" y="1055"/>
                    <a:pt x="188" y="11"/>
                  </a:cubicBezTo>
                  <a:cubicBezTo>
                    <a:pt x="173" y="4"/>
                    <a:pt x="157" y="1"/>
                    <a:pt x="14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0" name="Google Shape;960;p71"/>
            <p:cNvSpPr/>
            <p:nvPr/>
          </p:nvSpPr>
          <p:spPr>
            <a:xfrm>
              <a:off x="1453950" y="2845375"/>
              <a:ext cx="160600" cy="2032675"/>
            </a:xfrm>
            <a:custGeom>
              <a:avLst/>
              <a:gdLst/>
              <a:ahLst/>
              <a:cxnLst/>
              <a:rect l="l" t="t" r="r" b="b"/>
              <a:pathLst>
                <a:path w="6424" h="81307" extrusionOk="0">
                  <a:moveTo>
                    <a:pt x="133" y="1"/>
                  </a:moveTo>
                  <a:cubicBezTo>
                    <a:pt x="93" y="1"/>
                    <a:pt x="60" y="24"/>
                    <a:pt x="27" y="57"/>
                  </a:cubicBezTo>
                  <a:cubicBezTo>
                    <a:pt x="27" y="84"/>
                    <a:pt x="27" y="110"/>
                    <a:pt x="27" y="137"/>
                  </a:cubicBezTo>
                  <a:cubicBezTo>
                    <a:pt x="27" y="164"/>
                    <a:pt x="27" y="217"/>
                    <a:pt x="80" y="244"/>
                  </a:cubicBezTo>
                  <a:cubicBezTo>
                    <a:pt x="1820" y="1234"/>
                    <a:pt x="2971" y="3188"/>
                    <a:pt x="2944" y="5035"/>
                  </a:cubicBezTo>
                  <a:cubicBezTo>
                    <a:pt x="2944" y="5089"/>
                    <a:pt x="2971" y="5142"/>
                    <a:pt x="2998" y="5142"/>
                  </a:cubicBezTo>
                  <a:cubicBezTo>
                    <a:pt x="4952" y="6133"/>
                    <a:pt x="6156" y="8086"/>
                    <a:pt x="6156" y="10254"/>
                  </a:cubicBezTo>
                  <a:cubicBezTo>
                    <a:pt x="6156" y="12422"/>
                    <a:pt x="4952" y="14376"/>
                    <a:pt x="2998" y="15367"/>
                  </a:cubicBezTo>
                  <a:cubicBezTo>
                    <a:pt x="2971" y="15393"/>
                    <a:pt x="2944" y="15420"/>
                    <a:pt x="2944" y="15474"/>
                  </a:cubicBezTo>
                  <a:cubicBezTo>
                    <a:pt x="2998" y="17347"/>
                    <a:pt x="1847" y="19248"/>
                    <a:pt x="107" y="20265"/>
                  </a:cubicBezTo>
                  <a:cubicBezTo>
                    <a:pt x="54" y="20292"/>
                    <a:pt x="27" y="20318"/>
                    <a:pt x="27" y="20345"/>
                  </a:cubicBezTo>
                  <a:cubicBezTo>
                    <a:pt x="0" y="20425"/>
                    <a:pt x="27" y="20479"/>
                    <a:pt x="80" y="20506"/>
                  </a:cubicBezTo>
                  <a:cubicBezTo>
                    <a:pt x="1793" y="21496"/>
                    <a:pt x="2864" y="23289"/>
                    <a:pt x="2944" y="25297"/>
                  </a:cubicBezTo>
                  <a:cubicBezTo>
                    <a:pt x="2944" y="25350"/>
                    <a:pt x="2971" y="25404"/>
                    <a:pt x="2998" y="25404"/>
                  </a:cubicBezTo>
                  <a:cubicBezTo>
                    <a:pt x="4952" y="26394"/>
                    <a:pt x="6156" y="28348"/>
                    <a:pt x="6156" y="30516"/>
                  </a:cubicBezTo>
                  <a:cubicBezTo>
                    <a:pt x="6156" y="32684"/>
                    <a:pt x="4952" y="34665"/>
                    <a:pt x="2998" y="35628"/>
                  </a:cubicBezTo>
                  <a:cubicBezTo>
                    <a:pt x="2944" y="35655"/>
                    <a:pt x="2918" y="35709"/>
                    <a:pt x="2944" y="35762"/>
                  </a:cubicBezTo>
                  <a:cubicBezTo>
                    <a:pt x="3105" y="37823"/>
                    <a:pt x="1633" y="39643"/>
                    <a:pt x="107" y="40526"/>
                  </a:cubicBezTo>
                  <a:cubicBezTo>
                    <a:pt x="54" y="40553"/>
                    <a:pt x="27" y="40580"/>
                    <a:pt x="27" y="40633"/>
                  </a:cubicBezTo>
                  <a:cubicBezTo>
                    <a:pt x="0" y="40687"/>
                    <a:pt x="27" y="40741"/>
                    <a:pt x="80" y="40767"/>
                  </a:cubicBezTo>
                  <a:cubicBezTo>
                    <a:pt x="1820" y="41784"/>
                    <a:pt x="2944" y="43631"/>
                    <a:pt x="2944" y="45532"/>
                  </a:cubicBezTo>
                  <a:cubicBezTo>
                    <a:pt x="2944" y="45558"/>
                    <a:pt x="2944" y="45558"/>
                    <a:pt x="2944" y="45558"/>
                  </a:cubicBezTo>
                  <a:cubicBezTo>
                    <a:pt x="2918" y="45612"/>
                    <a:pt x="2971" y="45665"/>
                    <a:pt x="2998" y="45692"/>
                  </a:cubicBezTo>
                  <a:cubicBezTo>
                    <a:pt x="4952" y="46656"/>
                    <a:pt x="6156" y="48610"/>
                    <a:pt x="6156" y="50778"/>
                  </a:cubicBezTo>
                  <a:cubicBezTo>
                    <a:pt x="6156" y="52972"/>
                    <a:pt x="4952" y="54926"/>
                    <a:pt x="2998" y="55890"/>
                  </a:cubicBezTo>
                  <a:cubicBezTo>
                    <a:pt x="2971" y="55917"/>
                    <a:pt x="2944" y="55970"/>
                    <a:pt x="2944" y="55997"/>
                  </a:cubicBezTo>
                  <a:cubicBezTo>
                    <a:pt x="2891" y="58004"/>
                    <a:pt x="1820" y="59798"/>
                    <a:pt x="107" y="60815"/>
                  </a:cubicBezTo>
                  <a:cubicBezTo>
                    <a:pt x="54" y="60815"/>
                    <a:pt x="27" y="60841"/>
                    <a:pt x="27" y="60895"/>
                  </a:cubicBezTo>
                  <a:cubicBezTo>
                    <a:pt x="0" y="60949"/>
                    <a:pt x="27" y="61002"/>
                    <a:pt x="80" y="61029"/>
                  </a:cubicBezTo>
                  <a:cubicBezTo>
                    <a:pt x="1820" y="62046"/>
                    <a:pt x="2891" y="63839"/>
                    <a:pt x="2944" y="65847"/>
                  </a:cubicBezTo>
                  <a:cubicBezTo>
                    <a:pt x="2944" y="65873"/>
                    <a:pt x="2971" y="65927"/>
                    <a:pt x="2998" y="65954"/>
                  </a:cubicBezTo>
                  <a:cubicBezTo>
                    <a:pt x="4952" y="66917"/>
                    <a:pt x="6156" y="68871"/>
                    <a:pt x="6156" y="71066"/>
                  </a:cubicBezTo>
                  <a:cubicBezTo>
                    <a:pt x="6156" y="73234"/>
                    <a:pt x="4952" y="75188"/>
                    <a:pt x="2998" y="76151"/>
                  </a:cubicBezTo>
                  <a:cubicBezTo>
                    <a:pt x="2971" y="76178"/>
                    <a:pt x="2944" y="76232"/>
                    <a:pt x="2944" y="76285"/>
                  </a:cubicBezTo>
                  <a:cubicBezTo>
                    <a:pt x="2891" y="78266"/>
                    <a:pt x="1820" y="80059"/>
                    <a:pt x="80" y="81076"/>
                  </a:cubicBezTo>
                  <a:cubicBezTo>
                    <a:pt x="27" y="81103"/>
                    <a:pt x="0" y="81183"/>
                    <a:pt x="27" y="81237"/>
                  </a:cubicBezTo>
                  <a:cubicBezTo>
                    <a:pt x="61" y="81288"/>
                    <a:pt x="106" y="81306"/>
                    <a:pt x="147" y="81306"/>
                  </a:cubicBezTo>
                  <a:cubicBezTo>
                    <a:pt x="172" y="81306"/>
                    <a:pt x="195" y="81300"/>
                    <a:pt x="214" y="81290"/>
                  </a:cubicBezTo>
                  <a:cubicBezTo>
                    <a:pt x="2008" y="80247"/>
                    <a:pt x="3105" y="78400"/>
                    <a:pt x="3185" y="76366"/>
                  </a:cubicBezTo>
                  <a:cubicBezTo>
                    <a:pt x="5166" y="75322"/>
                    <a:pt x="6424" y="73288"/>
                    <a:pt x="6424" y="71066"/>
                  </a:cubicBezTo>
                  <a:cubicBezTo>
                    <a:pt x="6424" y="68818"/>
                    <a:pt x="5166" y="66783"/>
                    <a:pt x="3185" y="65766"/>
                  </a:cubicBezTo>
                  <a:cubicBezTo>
                    <a:pt x="3105" y="63759"/>
                    <a:pt x="2061" y="61992"/>
                    <a:pt x="375" y="60922"/>
                  </a:cubicBezTo>
                  <a:cubicBezTo>
                    <a:pt x="2061" y="59878"/>
                    <a:pt x="3105" y="58085"/>
                    <a:pt x="3185" y="56077"/>
                  </a:cubicBezTo>
                  <a:cubicBezTo>
                    <a:pt x="5166" y="55060"/>
                    <a:pt x="6424" y="53026"/>
                    <a:pt x="6424" y="50778"/>
                  </a:cubicBezTo>
                  <a:cubicBezTo>
                    <a:pt x="6424" y="48556"/>
                    <a:pt x="5193" y="46522"/>
                    <a:pt x="3185" y="45505"/>
                  </a:cubicBezTo>
                  <a:cubicBezTo>
                    <a:pt x="3159" y="43604"/>
                    <a:pt x="2088" y="41731"/>
                    <a:pt x="375" y="40660"/>
                  </a:cubicBezTo>
                  <a:cubicBezTo>
                    <a:pt x="1901" y="39697"/>
                    <a:pt x="3319" y="37877"/>
                    <a:pt x="3185" y="35816"/>
                  </a:cubicBezTo>
                  <a:cubicBezTo>
                    <a:pt x="5193" y="34799"/>
                    <a:pt x="6424" y="32764"/>
                    <a:pt x="6424" y="30516"/>
                  </a:cubicBezTo>
                  <a:cubicBezTo>
                    <a:pt x="6424" y="28268"/>
                    <a:pt x="5166" y="26260"/>
                    <a:pt x="3185" y="25216"/>
                  </a:cubicBezTo>
                  <a:cubicBezTo>
                    <a:pt x="3105" y="23236"/>
                    <a:pt x="2061" y="21442"/>
                    <a:pt x="375" y="20399"/>
                  </a:cubicBezTo>
                  <a:cubicBezTo>
                    <a:pt x="2088" y="19328"/>
                    <a:pt x="3185" y="17454"/>
                    <a:pt x="3185" y="15608"/>
                  </a:cubicBezTo>
                  <a:cubicBezTo>
                    <a:pt x="3185" y="15581"/>
                    <a:pt x="3185" y="15581"/>
                    <a:pt x="3185" y="15554"/>
                  </a:cubicBezTo>
                  <a:cubicBezTo>
                    <a:pt x="5193" y="14510"/>
                    <a:pt x="6424" y="12503"/>
                    <a:pt x="6424" y="10254"/>
                  </a:cubicBezTo>
                  <a:cubicBezTo>
                    <a:pt x="6424" y="8006"/>
                    <a:pt x="5193" y="5999"/>
                    <a:pt x="3185" y="4955"/>
                  </a:cubicBezTo>
                  <a:cubicBezTo>
                    <a:pt x="3185" y="3028"/>
                    <a:pt x="2008" y="1047"/>
                    <a:pt x="214" y="30"/>
                  </a:cubicBezTo>
                  <a:cubicBezTo>
                    <a:pt x="184" y="10"/>
                    <a:pt x="157" y="1"/>
                    <a:pt x="13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1" name="Google Shape;961;p71"/>
            <p:cNvSpPr/>
            <p:nvPr/>
          </p:nvSpPr>
          <p:spPr>
            <a:xfrm>
              <a:off x="1300050" y="2593575"/>
              <a:ext cx="160600" cy="2032875"/>
            </a:xfrm>
            <a:custGeom>
              <a:avLst/>
              <a:gdLst/>
              <a:ahLst/>
              <a:cxnLst/>
              <a:rect l="l" t="t" r="r" b="b"/>
              <a:pathLst>
                <a:path w="6424" h="81315" extrusionOk="0">
                  <a:moveTo>
                    <a:pt x="167" y="1"/>
                  </a:moveTo>
                  <a:cubicBezTo>
                    <a:pt x="121" y="1"/>
                    <a:pt x="73" y="26"/>
                    <a:pt x="54" y="65"/>
                  </a:cubicBezTo>
                  <a:cubicBezTo>
                    <a:pt x="27" y="92"/>
                    <a:pt x="27" y="118"/>
                    <a:pt x="27" y="118"/>
                  </a:cubicBezTo>
                  <a:cubicBezTo>
                    <a:pt x="27" y="172"/>
                    <a:pt x="54" y="225"/>
                    <a:pt x="80" y="225"/>
                  </a:cubicBezTo>
                  <a:cubicBezTo>
                    <a:pt x="1820" y="1243"/>
                    <a:pt x="2971" y="3170"/>
                    <a:pt x="2944" y="5043"/>
                  </a:cubicBezTo>
                  <a:cubicBezTo>
                    <a:pt x="2944" y="5070"/>
                    <a:pt x="2971" y="5124"/>
                    <a:pt x="3025" y="5150"/>
                  </a:cubicBezTo>
                  <a:cubicBezTo>
                    <a:pt x="4952" y="6141"/>
                    <a:pt x="6183" y="8095"/>
                    <a:pt x="6183" y="10263"/>
                  </a:cubicBezTo>
                  <a:cubicBezTo>
                    <a:pt x="6183" y="12431"/>
                    <a:pt x="4952" y="14384"/>
                    <a:pt x="3025" y="15375"/>
                  </a:cubicBezTo>
                  <a:cubicBezTo>
                    <a:pt x="2971" y="15402"/>
                    <a:pt x="2944" y="15428"/>
                    <a:pt x="2944" y="15482"/>
                  </a:cubicBezTo>
                  <a:cubicBezTo>
                    <a:pt x="2998" y="17355"/>
                    <a:pt x="1847" y="19256"/>
                    <a:pt x="107" y="20273"/>
                  </a:cubicBezTo>
                  <a:cubicBezTo>
                    <a:pt x="80" y="20300"/>
                    <a:pt x="54" y="20326"/>
                    <a:pt x="27" y="20353"/>
                  </a:cubicBezTo>
                  <a:cubicBezTo>
                    <a:pt x="27" y="20407"/>
                    <a:pt x="27" y="20460"/>
                    <a:pt x="80" y="20514"/>
                  </a:cubicBezTo>
                  <a:cubicBezTo>
                    <a:pt x="1820" y="21504"/>
                    <a:pt x="2891" y="23297"/>
                    <a:pt x="2944" y="25305"/>
                  </a:cubicBezTo>
                  <a:cubicBezTo>
                    <a:pt x="2944" y="25358"/>
                    <a:pt x="2971" y="25385"/>
                    <a:pt x="3025" y="25412"/>
                  </a:cubicBezTo>
                  <a:cubicBezTo>
                    <a:pt x="4952" y="26402"/>
                    <a:pt x="6183" y="28356"/>
                    <a:pt x="6183" y="30524"/>
                  </a:cubicBezTo>
                  <a:cubicBezTo>
                    <a:pt x="6183" y="32692"/>
                    <a:pt x="4952" y="34646"/>
                    <a:pt x="3025" y="35636"/>
                  </a:cubicBezTo>
                  <a:cubicBezTo>
                    <a:pt x="2971" y="35663"/>
                    <a:pt x="2944" y="35717"/>
                    <a:pt x="2944" y="35770"/>
                  </a:cubicBezTo>
                  <a:cubicBezTo>
                    <a:pt x="3105" y="37831"/>
                    <a:pt x="1633" y="39651"/>
                    <a:pt x="107" y="40535"/>
                  </a:cubicBezTo>
                  <a:cubicBezTo>
                    <a:pt x="80" y="40561"/>
                    <a:pt x="54" y="40588"/>
                    <a:pt x="27" y="40615"/>
                  </a:cubicBezTo>
                  <a:cubicBezTo>
                    <a:pt x="27" y="40668"/>
                    <a:pt x="27" y="40749"/>
                    <a:pt x="80" y="40775"/>
                  </a:cubicBezTo>
                  <a:cubicBezTo>
                    <a:pt x="1820" y="41766"/>
                    <a:pt x="2944" y="43639"/>
                    <a:pt x="2944" y="45540"/>
                  </a:cubicBezTo>
                  <a:cubicBezTo>
                    <a:pt x="2944" y="45540"/>
                    <a:pt x="2944" y="45566"/>
                    <a:pt x="2944" y="45566"/>
                  </a:cubicBezTo>
                  <a:cubicBezTo>
                    <a:pt x="2944" y="45620"/>
                    <a:pt x="2971" y="45674"/>
                    <a:pt x="3025" y="45674"/>
                  </a:cubicBezTo>
                  <a:cubicBezTo>
                    <a:pt x="4952" y="46664"/>
                    <a:pt x="6183" y="48618"/>
                    <a:pt x="6183" y="50786"/>
                  </a:cubicBezTo>
                  <a:cubicBezTo>
                    <a:pt x="6183" y="52954"/>
                    <a:pt x="4952" y="54934"/>
                    <a:pt x="3025" y="55898"/>
                  </a:cubicBezTo>
                  <a:cubicBezTo>
                    <a:pt x="2971" y="55925"/>
                    <a:pt x="2944" y="55952"/>
                    <a:pt x="2944" y="56005"/>
                  </a:cubicBezTo>
                  <a:cubicBezTo>
                    <a:pt x="2891" y="58012"/>
                    <a:pt x="1847" y="59806"/>
                    <a:pt x="107" y="60796"/>
                  </a:cubicBezTo>
                  <a:cubicBezTo>
                    <a:pt x="80" y="60823"/>
                    <a:pt x="54" y="60850"/>
                    <a:pt x="27" y="60903"/>
                  </a:cubicBezTo>
                  <a:cubicBezTo>
                    <a:pt x="27" y="60957"/>
                    <a:pt x="27" y="61010"/>
                    <a:pt x="80" y="61037"/>
                  </a:cubicBezTo>
                  <a:cubicBezTo>
                    <a:pt x="1820" y="62054"/>
                    <a:pt x="2891" y="63847"/>
                    <a:pt x="2944" y="65828"/>
                  </a:cubicBezTo>
                  <a:cubicBezTo>
                    <a:pt x="2944" y="65882"/>
                    <a:pt x="2971" y="65935"/>
                    <a:pt x="3025" y="65962"/>
                  </a:cubicBezTo>
                  <a:cubicBezTo>
                    <a:pt x="4952" y="66925"/>
                    <a:pt x="6183" y="68879"/>
                    <a:pt x="6183" y="71047"/>
                  </a:cubicBezTo>
                  <a:cubicBezTo>
                    <a:pt x="6183" y="73242"/>
                    <a:pt x="4952" y="75196"/>
                    <a:pt x="3025" y="76160"/>
                  </a:cubicBezTo>
                  <a:cubicBezTo>
                    <a:pt x="2971" y="76186"/>
                    <a:pt x="2944" y="76240"/>
                    <a:pt x="2944" y="76267"/>
                  </a:cubicBezTo>
                  <a:cubicBezTo>
                    <a:pt x="2891" y="78274"/>
                    <a:pt x="1820" y="80067"/>
                    <a:pt x="80" y="81084"/>
                  </a:cubicBezTo>
                  <a:cubicBezTo>
                    <a:pt x="27" y="81111"/>
                    <a:pt x="0" y="81191"/>
                    <a:pt x="54" y="81245"/>
                  </a:cubicBezTo>
                  <a:cubicBezTo>
                    <a:pt x="71" y="81296"/>
                    <a:pt x="109" y="81315"/>
                    <a:pt x="149" y="81315"/>
                  </a:cubicBezTo>
                  <a:cubicBezTo>
                    <a:pt x="171" y="81315"/>
                    <a:pt x="195" y="81308"/>
                    <a:pt x="214" y="81299"/>
                  </a:cubicBezTo>
                  <a:cubicBezTo>
                    <a:pt x="2007" y="80255"/>
                    <a:pt x="3105" y="78408"/>
                    <a:pt x="3185" y="76347"/>
                  </a:cubicBezTo>
                  <a:cubicBezTo>
                    <a:pt x="5193" y="75330"/>
                    <a:pt x="6424" y="73296"/>
                    <a:pt x="6424" y="71047"/>
                  </a:cubicBezTo>
                  <a:cubicBezTo>
                    <a:pt x="6424" y="68826"/>
                    <a:pt x="5193" y="66792"/>
                    <a:pt x="3185" y="65748"/>
                  </a:cubicBezTo>
                  <a:cubicBezTo>
                    <a:pt x="3132" y="63767"/>
                    <a:pt x="2088" y="61974"/>
                    <a:pt x="402" y="60930"/>
                  </a:cubicBezTo>
                  <a:cubicBezTo>
                    <a:pt x="2088" y="59859"/>
                    <a:pt x="3132" y="58093"/>
                    <a:pt x="3185" y="56085"/>
                  </a:cubicBezTo>
                  <a:cubicBezTo>
                    <a:pt x="5193" y="55068"/>
                    <a:pt x="6424" y="53034"/>
                    <a:pt x="6424" y="50786"/>
                  </a:cubicBezTo>
                  <a:cubicBezTo>
                    <a:pt x="6424" y="48537"/>
                    <a:pt x="5193" y="46530"/>
                    <a:pt x="3185" y="45486"/>
                  </a:cubicBezTo>
                  <a:cubicBezTo>
                    <a:pt x="3185" y="43586"/>
                    <a:pt x="2088" y="41739"/>
                    <a:pt x="402" y="40668"/>
                  </a:cubicBezTo>
                  <a:cubicBezTo>
                    <a:pt x="1927" y="39705"/>
                    <a:pt x="3319" y="37885"/>
                    <a:pt x="3212" y="35824"/>
                  </a:cubicBezTo>
                  <a:cubicBezTo>
                    <a:pt x="5193" y="34780"/>
                    <a:pt x="6424" y="32772"/>
                    <a:pt x="6424" y="30524"/>
                  </a:cubicBezTo>
                  <a:cubicBezTo>
                    <a:pt x="6424" y="28276"/>
                    <a:pt x="5193" y="26268"/>
                    <a:pt x="3185" y="25225"/>
                  </a:cubicBezTo>
                  <a:cubicBezTo>
                    <a:pt x="3105" y="23244"/>
                    <a:pt x="2061" y="21451"/>
                    <a:pt x="402" y="20407"/>
                  </a:cubicBezTo>
                  <a:cubicBezTo>
                    <a:pt x="2088" y="19336"/>
                    <a:pt x="3185" y="17436"/>
                    <a:pt x="3185" y="15616"/>
                  </a:cubicBezTo>
                  <a:cubicBezTo>
                    <a:pt x="3185" y="15589"/>
                    <a:pt x="3185" y="15562"/>
                    <a:pt x="3185" y="15562"/>
                  </a:cubicBezTo>
                  <a:cubicBezTo>
                    <a:pt x="5193" y="14518"/>
                    <a:pt x="6424" y="12511"/>
                    <a:pt x="6424" y="10263"/>
                  </a:cubicBezTo>
                  <a:cubicBezTo>
                    <a:pt x="6424" y="8014"/>
                    <a:pt x="5193" y="6007"/>
                    <a:pt x="3185" y="4963"/>
                  </a:cubicBezTo>
                  <a:cubicBezTo>
                    <a:pt x="3185" y="3036"/>
                    <a:pt x="2007" y="1055"/>
                    <a:pt x="214" y="11"/>
                  </a:cubicBezTo>
                  <a:cubicBezTo>
                    <a:pt x="200" y="4"/>
                    <a:pt x="184" y="1"/>
                    <a:pt x="16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2" name="Google Shape;962;p71"/>
            <p:cNvSpPr/>
            <p:nvPr/>
          </p:nvSpPr>
          <p:spPr>
            <a:xfrm>
              <a:off x="1146800" y="2845375"/>
              <a:ext cx="159950" cy="2032675"/>
            </a:xfrm>
            <a:custGeom>
              <a:avLst/>
              <a:gdLst/>
              <a:ahLst/>
              <a:cxnLst/>
              <a:rect l="l" t="t" r="r" b="b"/>
              <a:pathLst>
                <a:path w="6398" h="81307" extrusionOk="0">
                  <a:moveTo>
                    <a:pt x="120" y="1"/>
                  </a:moveTo>
                  <a:cubicBezTo>
                    <a:pt x="81" y="1"/>
                    <a:pt x="44" y="24"/>
                    <a:pt x="28" y="57"/>
                  </a:cubicBezTo>
                  <a:cubicBezTo>
                    <a:pt x="28" y="84"/>
                    <a:pt x="1" y="110"/>
                    <a:pt x="1" y="137"/>
                  </a:cubicBezTo>
                  <a:cubicBezTo>
                    <a:pt x="1" y="164"/>
                    <a:pt x="28" y="217"/>
                    <a:pt x="81" y="244"/>
                  </a:cubicBezTo>
                  <a:cubicBezTo>
                    <a:pt x="1821" y="1234"/>
                    <a:pt x="2972" y="3162"/>
                    <a:pt x="2918" y="5035"/>
                  </a:cubicBezTo>
                  <a:cubicBezTo>
                    <a:pt x="2918" y="5089"/>
                    <a:pt x="2945" y="5142"/>
                    <a:pt x="2998" y="5142"/>
                  </a:cubicBezTo>
                  <a:cubicBezTo>
                    <a:pt x="4952" y="6133"/>
                    <a:pt x="6157" y="8086"/>
                    <a:pt x="6157" y="10254"/>
                  </a:cubicBezTo>
                  <a:cubicBezTo>
                    <a:pt x="6157" y="12422"/>
                    <a:pt x="4952" y="14376"/>
                    <a:pt x="2998" y="15367"/>
                  </a:cubicBezTo>
                  <a:cubicBezTo>
                    <a:pt x="2945" y="15393"/>
                    <a:pt x="2918" y="15420"/>
                    <a:pt x="2918" y="15474"/>
                  </a:cubicBezTo>
                  <a:cubicBezTo>
                    <a:pt x="2972" y="17321"/>
                    <a:pt x="1848" y="19248"/>
                    <a:pt x="81" y="20265"/>
                  </a:cubicBezTo>
                  <a:cubicBezTo>
                    <a:pt x="54" y="20292"/>
                    <a:pt x="28" y="20318"/>
                    <a:pt x="1" y="20345"/>
                  </a:cubicBezTo>
                  <a:cubicBezTo>
                    <a:pt x="1" y="20425"/>
                    <a:pt x="28" y="20479"/>
                    <a:pt x="81" y="20506"/>
                  </a:cubicBezTo>
                  <a:cubicBezTo>
                    <a:pt x="1794" y="21496"/>
                    <a:pt x="2865" y="23289"/>
                    <a:pt x="2918" y="25297"/>
                  </a:cubicBezTo>
                  <a:cubicBezTo>
                    <a:pt x="2918" y="25350"/>
                    <a:pt x="2945" y="25404"/>
                    <a:pt x="2998" y="25404"/>
                  </a:cubicBezTo>
                  <a:cubicBezTo>
                    <a:pt x="4952" y="26394"/>
                    <a:pt x="6157" y="28348"/>
                    <a:pt x="6157" y="30516"/>
                  </a:cubicBezTo>
                  <a:cubicBezTo>
                    <a:pt x="6157" y="32684"/>
                    <a:pt x="4952" y="34665"/>
                    <a:pt x="2998" y="35628"/>
                  </a:cubicBezTo>
                  <a:cubicBezTo>
                    <a:pt x="2945" y="35655"/>
                    <a:pt x="2918" y="35709"/>
                    <a:pt x="2918" y="35762"/>
                  </a:cubicBezTo>
                  <a:cubicBezTo>
                    <a:pt x="3079" y="37823"/>
                    <a:pt x="1633" y="39643"/>
                    <a:pt x="81" y="40526"/>
                  </a:cubicBezTo>
                  <a:cubicBezTo>
                    <a:pt x="54" y="40553"/>
                    <a:pt x="28" y="40580"/>
                    <a:pt x="1" y="40633"/>
                  </a:cubicBezTo>
                  <a:cubicBezTo>
                    <a:pt x="1" y="40687"/>
                    <a:pt x="28" y="40741"/>
                    <a:pt x="81" y="40767"/>
                  </a:cubicBezTo>
                  <a:cubicBezTo>
                    <a:pt x="1821" y="41784"/>
                    <a:pt x="2918" y="43631"/>
                    <a:pt x="2918" y="45532"/>
                  </a:cubicBezTo>
                  <a:cubicBezTo>
                    <a:pt x="2918" y="45532"/>
                    <a:pt x="2918" y="45558"/>
                    <a:pt x="2918" y="45558"/>
                  </a:cubicBezTo>
                  <a:cubicBezTo>
                    <a:pt x="2918" y="45612"/>
                    <a:pt x="2945" y="45665"/>
                    <a:pt x="2998" y="45692"/>
                  </a:cubicBezTo>
                  <a:cubicBezTo>
                    <a:pt x="4952" y="46656"/>
                    <a:pt x="6157" y="48610"/>
                    <a:pt x="6157" y="50778"/>
                  </a:cubicBezTo>
                  <a:cubicBezTo>
                    <a:pt x="6157" y="52972"/>
                    <a:pt x="4952" y="54926"/>
                    <a:pt x="2998" y="55890"/>
                  </a:cubicBezTo>
                  <a:cubicBezTo>
                    <a:pt x="2945" y="55917"/>
                    <a:pt x="2918" y="55970"/>
                    <a:pt x="2918" y="55997"/>
                  </a:cubicBezTo>
                  <a:cubicBezTo>
                    <a:pt x="2891" y="58004"/>
                    <a:pt x="1821" y="59798"/>
                    <a:pt x="81" y="60815"/>
                  </a:cubicBezTo>
                  <a:cubicBezTo>
                    <a:pt x="54" y="60815"/>
                    <a:pt x="28" y="60841"/>
                    <a:pt x="1" y="60895"/>
                  </a:cubicBezTo>
                  <a:cubicBezTo>
                    <a:pt x="1" y="60949"/>
                    <a:pt x="28" y="61002"/>
                    <a:pt x="81" y="61029"/>
                  </a:cubicBezTo>
                  <a:cubicBezTo>
                    <a:pt x="1821" y="62046"/>
                    <a:pt x="2891" y="63839"/>
                    <a:pt x="2918" y="65847"/>
                  </a:cubicBezTo>
                  <a:cubicBezTo>
                    <a:pt x="2918" y="65873"/>
                    <a:pt x="2945" y="65927"/>
                    <a:pt x="2998" y="65954"/>
                  </a:cubicBezTo>
                  <a:cubicBezTo>
                    <a:pt x="4952" y="66917"/>
                    <a:pt x="6157" y="68871"/>
                    <a:pt x="6157" y="71066"/>
                  </a:cubicBezTo>
                  <a:cubicBezTo>
                    <a:pt x="6157" y="73234"/>
                    <a:pt x="4952" y="75188"/>
                    <a:pt x="2998" y="76151"/>
                  </a:cubicBezTo>
                  <a:cubicBezTo>
                    <a:pt x="2945" y="76178"/>
                    <a:pt x="2918" y="76232"/>
                    <a:pt x="2918" y="76285"/>
                  </a:cubicBezTo>
                  <a:cubicBezTo>
                    <a:pt x="2891" y="78266"/>
                    <a:pt x="1821" y="80059"/>
                    <a:pt x="81" y="81076"/>
                  </a:cubicBezTo>
                  <a:cubicBezTo>
                    <a:pt x="28" y="81103"/>
                    <a:pt x="1" y="81183"/>
                    <a:pt x="28" y="81237"/>
                  </a:cubicBezTo>
                  <a:cubicBezTo>
                    <a:pt x="44" y="81288"/>
                    <a:pt x="83" y="81306"/>
                    <a:pt x="129" y="81306"/>
                  </a:cubicBezTo>
                  <a:cubicBezTo>
                    <a:pt x="156" y="81306"/>
                    <a:pt x="185" y="81300"/>
                    <a:pt x="215" y="81290"/>
                  </a:cubicBezTo>
                  <a:cubicBezTo>
                    <a:pt x="1981" y="80247"/>
                    <a:pt x="3106" y="78400"/>
                    <a:pt x="3186" y="76366"/>
                  </a:cubicBezTo>
                  <a:cubicBezTo>
                    <a:pt x="5167" y="75322"/>
                    <a:pt x="6398" y="73288"/>
                    <a:pt x="6398" y="71066"/>
                  </a:cubicBezTo>
                  <a:cubicBezTo>
                    <a:pt x="6398" y="68818"/>
                    <a:pt x="5167" y="66783"/>
                    <a:pt x="3186" y="65766"/>
                  </a:cubicBezTo>
                  <a:cubicBezTo>
                    <a:pt x="3106" y="63759"/>
                    <a:pt x="2062" y="61992"/>
                    <a:pt x="375" y="60922"/>
                  </a:cubicBezTo>
                  <a:cubicBezTo>
                    <a:pt x="2062" y="59878"/>
                    <a:pt x="3106" y="58085"/>
                    <a:pt x="3186" y="56077"/>
                  </a:cubicBezTo>
                  <a:cubicBezTo>
                    <a:pt x="5167" y="55060"/>
                    <a:pt x="6398" y="53026"/>
                    <a:pt x="6398" y="50778"/>
                  </a:cubicBezTo>
                  <a:cubicBezTo>
                    <a:pt x="6398" y="48556"/>
                    <a:pt x="5167" y="46522"/>
                    <a:pt x="3186" y="45505"/>
                  </a:cubicBezTo>
                  <a:cubicBezTo>
                    <a:pt x="3159" y="43604"/>
                    <a:pt x="2088" y="41731"/>
                    <a:pt x="375" y="40660"/>
                  </a:cubicBezTo>
                  <a:cubicBezTo>
                    <a:pt x="1901" y="39697"/>
                    <a:pt x="3293" y="37877"/>
                    <a:pt x="3186" y="35816"/>
                  </a:cubicBezTo>
                  <a:cubicBezTo>
                    <a:pt x="5167" y="34799"/>
                    <a:pt x="6398" y="32764"/>
                    <a:pt x="6398" y="30516"/>
                  </a:cubicBezTo>
                  <a:cubicBezTo>
                    <a:pt x="6398" y="28268"/>
                    <a:pt x="5167" y="26260"/>
                    <a:pt x="3186" y="25216"/>
                  </a:cubicBezTo>
                  <a:cubicBezTo>
                    <a:pt x="3079" y="23236"/>
                    <a:pt x="2062" y="21442"/>
                    <a:pt x="375" y="20399"/>
                  </a:cubicBezTo>
                  <a:cubicBezTo>
                    <a:pt x="2088" y="19328"/>
                    <a:pt x="3186" y="17401"/>
                    <a:pt x="3186" y="15554"/>
                  </a:cubicBezTo>
                  <a:cubicBezTo>
                    <a:pt x="5167" y="14510"/>
                    <a:pt x="6398" y="12503"/>
                    <a:pt x="6398" y="10254"/>
                  </a:cubicBezTo>
                  <a:cubicBezTo>
                    <a:pt x="6398" y="8006"/>
                    <a:pt x="5167" y="5999"/>
                    <a:pt x="3186" y="4955"/>
                  </a:cubicBezTo>
                  <a:cubicBezTo>
                    <a:pt x="3186" y="3028"/>
                    <a:pt x="1981" y="1047"/>
                    <a:pt x="188" y="30"/>
                  </a:cubicBezTo>
                  <a:cubicBezTo>
                    <a:pt x="168" y="10"/>
                    <a:pt x="143" y="1"/>
                    <a:pt x="12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3" name="Google Shape;963;p71"/>
            <p:cNvSpPr/>
            <p:nvPr/>
          </p:nvSpPr>
          <p:spPr>
            <a:xfrm>
              <a:off x="992900" y="2593575"/>
              <a:ext cx="160625" cy="2032875"/>
            </a:xfrm>
            <a:custGeom>
              <a:avLst/>
              <a:gdLst/>
              <a:ahLst/>
              <a:cxnLst/>
              <a:rect l="l" t="t" r="r" b="b"/>
              <a:pathLst>
                <a:path w="6425" h="81315" extrusionOk="0">
                  <a:moveTo>
                    <a:pt x="167" y="1"/>
                  </a:moveTo>
                  <a:cubicBezTo>
                    <a:pt x="120" y="1"/>
                    <a:pt x="67" y="26"/>
                    <a:pt x="27" y="65"/>
                  </a:cubicBezTo>
                  <a:cubicBezTo>
                    <a:pt x="27" y="92"/>
                    <a:pt x="27" y="118"/>
                    <a:pt x="27" y="118"/>
                  </a:cubicBezTo>
                  <a:cubicBezTo>
                    <a:pt x="27" y="172"/>
                    <a:pt x="54" y="225"/>
                    <a:pt x="81" y="225"/>
                  </a:cubicBezTo>
                  <a:cubicBezTo>
                    <a:pt x="1821" y="1243"/>
                    <a:pt x="2972" y="3170"/>
                    <a:pt x="2945" y="5043"/>
                  </a:cubicBezTo>
                  <a:cubicBezTo>
                    <a:pt x="2945" y="5070"/>
                    <a:pt x="2972" y="5124"/>
                    <a:pt x="2998" y="5150"/>
                  </a:cubicBezTo>
                  <a:cubicBezTo>
                    <a:pt x="4952" y="6141"/>
                    <a:pt x="6157" y="8095"/>
                    <a:pt x="6157" y="10263"/>
                  </a:cubicBezTo>
                  <a:cubicBezTo>
                    <a:pt x="6157" y="12431"/>
                    <a:pt x="4952" y="14384"/>
                    <a:pt x="2998" y="15375"/>
                  </a:cubicBezTo>
                  <a:cubicBezTo>
                    <a:pt x="2972" y="15402"/>
                    <a:pt x="2945" y="15428"/>
                    <a:pt x="2945" y="15482"/>
                  </a:cubicBezTo>
                  <a:cubicBezTo>
                    <a:pt x="2998" y="17329"/>
                    <a:pt x="1847" y="19256"/>
                    <a:pt x="108" y="20273"/>
                  </a:cubicBezTo>
                  <a:cubicBezTo>
                    <a:pt x="54" y="20300"/>
                    <a:pt x="27" y="20326"/>
                    <a:pt x="27" y="20353"/>
                  </a:cubicBezTo>
                  <a:cubicBezTo>
                    <a:pt x="1" y="20407"/>
                    <a:pt x="27" y="20460"/>
                    <a:pt x="81" y="20514"/>
                  </a:cubicBezTo>
                  <a:cubicBezTo>
                    <a:pt x="1794" y="21504"/>
                    <a:pt x="2865" y="23297"/>
                    <a:pt x="2945" y="25305"/>
                  </a:cubicBezTo>
                  <a:cubicBezTo>
                    <a:pt x="2945" y="25358"/>
                    <a:pt x="2972" y="25385"/>
                    <a:pt x="2998" y="25412"/>
                  </a:cubicBezTo>
                  <a:cubicBezTo>
                    <a:pt x="4952" y="26402"/>
                    <a:pt x="6157" y="28356"/>
                    <a:pt x="6157" y="30524"/>
                  </a:cubicBezTo>
                  <a:cubicBezTo>
                    <a:pt x="6157" y="32692"/>
                    <a:pt x="4952" y="34646"/>
                    <a:pt x="2998" y="35636"/>
                  </a:cubicBezTo>
                  <a:cubicBezTo>
                    <a:pt x="2972" y="35663"/>
                    <a:pt x="2945" y="35717"/>
                    <a:pt x="2945" y="35770"/>
                  </a:cubicBezTo>
                  <a:cubicBezTo>
                    <a:pt x="3105" y="37831"/>
                    <a:pt x="1633" y="39651"/>
                    <a:pt x="108" y="40535"/>
                  </a:cubicBezTo>
                  <a:cubicBezTo>
                    <a:pt x="54" y="40561"/>
                    <a:pt x="27" y="40588"/>
                    <a:pt x="27" y="40615"/>
                  </a:cubicBezTo>
                  <a:cubicBezTo>
                    <a:pt x="1" y="40668"/>
                    <a:pt x="27" y="40749"/>
                    <a:pt x="81" y="40775"/>
                  </a:cubicBezTo>
                  <a:cubicBezTo>
                    <a:pt x="1821" y="41766"/>
                    <a:pt x="2945" y="43639"/>
                    <a:pt x="2945" y="45540"/>
                  </a:cubicBezTo>
                  <a:cubicBezTo>
                    <a:pt x="2945" y="45540"/>
                    <a:pt x="2945" y="45566"/>
                    <a:pt x="2945" y="45566"/>
                  </a:cubicBezTo>
                  <a:cubicBezTo>
                    <a:pt x="2918" y="45620"/>
                    <a:pt x="2972" y="45674"/>
                    <a:pt x="2998" y="45674"/>
                  </a:cubicBezTo>
                  <a:cubicBezTo>
                    <a:pt x="4952" y="46664"/>
                    <a:pt x="6157" y="48618"/>
                    <a:pt x="6157" y="50786"/>
                  </a:cubicBezTo>
                  <a:cubicBezTo>
                    <a:pt x="6157" y="52954"/>
                    <a:pt x="4952" y="54934"/>
                    <a:pt x="2998" y="55898"/>
                  </a:cubicBezTo>
                  <a:cubicBezTo>
                    <a:pt x="2972" y="55925"/>
                    <a:pt x="2945" y="55952"/>
                    <a:pt x="2945" y="56005"/>
                  </a:cubicBezTo>
                  <a:cubicBezTo>
                    <a:pt x="2891" y="58012"/>
                    <a:pt x="1821" y="59806"/>
                    <a:pt x="108" y="60796"/>
                  </a:cubicBezTo>
                  <a:cubicBezTo>
                    <a:pt x="54" y="60823"/>
                    <a:pt x="27" y="60850"/>
                    <a:pt x="27" y="60903"/>
                  </a:cubicBezTo>
                  <a:cubicBezTo>
                    <a:pt x="1" y="60957"/>
                    <a:pt x="27" y="61010"/>
                    <a:pt x="81" y="61037"/>
                  </a:cubicBezTo>
                  <a:cubicBezTo>
                    <a:pt x="1821" y="62054"/>
                    <a:pt x="2891" y="63847"/>
                    <a:pt x="2945" y="65828"/>
                  </a:cubicBezTo>
                  <a:cubicBezTo>
                    <a:pt x="2945" y="65882"/>
                    <a:pt x="2972" y="65935"/>
                    <a:pt x="2998" y="65962"/>
                  </a:cubicBezTo>
                  <a:cubicBezTo>
                    <a:pt x="4952" y="66925"/>
                    <a:pt x="6157" y="68879"/>
                    <a:pt x="6157" y="71047"/>
                  </a:cubicBezTo>
                  <a:cubicBezTo>
                    <a:pt x="6157" y="73242"/>
                    <a:pt x="4952" y="75196"/>
                    <a:pt x="2998" y="76160"/>
                  </a:cubicBezTo>
                  <a:cubicBezTo>
                    <a:pt x="2972" y="76186"/>
                    <a:pt x="2945" y="76240"/>
                    <a:pt x="2945" y="76267"/>
                  </a:cubicBezTo>
                  <a:cubicBezTo>
                    <a:pt x="2891" y="78274"/>
                    <a:pt x="1821" y="80067"/>
                    <a:pt x="81" y="81084"/>
                  </a:cubicBezTo>
                  <a:cubicBezTo>
                    <a:pt x="27" y="81111"/>
                    <a:pt x="1" y="81191"/>
                    <a:pt x="27" y="81245"/>
                  </a:cubicBezTo>
                  <a:cubicBezTo>
                    <a:pt x="61" y="81296"/>
                    <a:pt x="106" y="81315"/>
                    <a:pt x="148" y="81315"/>
                  </a:cubicBezTo>
                  <a:cubicBezTo>
                    <a:pt x="172" y="81315"/>
                    <a:pt x="195" y="81308"/>
                    <a:pt x="215" y="81299"/>
                  </a:cubicBezTo>
                  <a:cubicBezTo>
                    <a:pt x="2008" y="80255"/>
                    <a:pt x="3105" y="78408"/>
                    <a:pt x="3186" y="76347"/>
                  </a:cubicBezTo>
                  <a:cubicBezTo>
                    <a:pt x="5193" y="75330"/>
                    <a:pt x="6424" y="73296"/>
                    <a:pt x="6424" y="71047"/>
                  </a:cubicBezTo>
                  <a:cubicBezTo>
                    <a:pt x="6424" y="68826"/>
                    <a:pt x="5193" y="66792"/>
                    <a:pt x="3186" y="65748"/>
                  </a:cubicBezTo>
                  <a:cubicBezTo>
                    <a:pt x="3105" y="63767"/>
                    <a:pt x="2088" y="61974"/>
                    <a:pt x="402" y="60930"/>
                  </a:cubicBezTo>
                  <a:cubicBezTo>
                    <a:pt x="2088" y="59859"/>
                    <a:pt x="3105" y="58093"/>
                    <a:pt x="3186" y="56085"/>
                  </a:cubicBezTo>
                  <a:cubicBezTo>
                    <a:pt x="5193" y="55068"/>
                    <a:pt x="6424" y="53034"/>
                    <a:pt x="6424" y="50786"/>
                  </a:cubicBezTo>
                  <a:cubicBezTo>
                    <a:pt x="6424" y="48537"/>
                    <a:pt x="5193" y="46530"/>
                    <a:pt x="3186" y="45486"/>
                  </a:cubicBezTo>
                  <a:cubicBezTo>
                    <a:pt x="3159" y="43586"/>
                    <a:pt x="2088" y="41739"/>
                    <a:pt x="402" y="40668"/>
                  </a:cubicBezTo>
                  <a:cubicBezTo>
                    <a:pt x="1901" y="39705"/>
                    <a:pt x="3320" y="37885"/>
                    <a:pt x="3186" y="35824"/>
                  </a:cubicBezTo>
                  <a:cubicBezTo>
                    <a:pt x="5193" y="34780"/>
                    <a:pt x="6424" y="32772"/>
                    <a:pt x="6424" y="30524"/>
                  </a:cubicBezTo>
                  <a:cubicBezTo>
                    <a:pt x="6424" y="28276"/>
                    <a:pt x="5193" y="26268"/>
                    <a:pt x="3186" y="25225"/>
                  </a:cubicBezTo>
                  <a:cubicBezTo>
                    <a:pt x="3105" y="23244"/>
                    <a:pt x="2062" y="21451"/>
                    <a:pt x="402" y="20407"/>
                  </a:cubicBezTo>
                  <a:cubicBezTo>
                    <a:pt x="2088" y="19336"/>
                    <a:pt x="3186" y="17436"/>
                    <a:pt x="3186" y="15616"/>
                  </a:cubicBezTo>
                  <a:cubicBezTo>
                    <a:pt x="3186" y="15589"/>
                    <a:pt x="3186" y="15562"/>
                    <a:pt x="3186" y="15562"/>
                  </a:cubicBezTo>
                  <a:cubicBezTo>
                    <a:pt x="5193" y="14518"/>
                    <a:pt x="6424" y="12511"/>
                    <a:pt x="6424" y="10263"/>
                  </a:cubicBezTo>
                  <a:cubicBezTo>
                    <a:pt x="6424" y="8014"/>
                    <a:pt x="5193" y="6007"/>
                    <a:pt x="3186" y="4963"/>
                  </a:cubicBezTo>
                  <a:cubicBezTo>
                    <a:pt x="3186" y="3036"/>
                    <a:pt x="2008" y="1055"/>
                    <a:pt x="215" y="11"/>
                  </a:cubicBezTo>
                  <a:cubicBezTo>
                    <a:pt x="200" y="4"/>
                    <a:pt x="184" y="1"/>
                    <a:pt x="16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4" name="Google Shape;964;p71"/>
            <p:cNvSpPr/>
            <p:nvPr/>
          </p:nvSpPr>
          <p:spPr>
            <a:xfrm>
              <a:off x="839675" y="2845375"/>
              <a:ext cx="159950" cy="2032675"/>
            </a:xfrm>
            <a:custGeom>
              <a:avLst/>
              <a:gdLst/>
              <a:ahLst/>
              <a:cxnLst/>
              <a:rect l="l" t="t" r="r" b="b"/>
              <a:pathLst>
                <a:path w="6398" h="81307" extrusionOk="0">
                  <a:moveTo>
                    <a:pt x="119" y="1"/>
                  </a:moveTo>
                  <a:cubicBezTo>
                    <a:pt x="81" y="1"/>
                    <a:pt x="44" y="24"/>
                    <a:pt x="27" y="57"/>
                  </a:cubicBezTo>
                  <a:cubicBezTo>
                    <a:pt x="0" y="84"/>
                    <a:pt x="0" y="110"/>
                    <a:pt x="0" y="137"/>
                  </a:cubicBezTo>
                  <a:cubicBezTo>
                    <a:pt x="0" y="164"/>
                    <a:pt x="27" y="217"/>
                    <a:pt x="54" y="244"/>
                  </a:cubicBezTo>
                  <a:cubicBezTo>
                    <a:pt x="1794" y="1234"/>
                    <a:pt x="2971" y="3162"/>
                    <a:pt x="2918" y="5035"/>
                  </a:cubicBezTo>
                  <a:cubicBezTo>
                    <a:pt x="2918" y="5089"/>
                    <a:pt x="2945" y="5142"/>
                    <a:pt x="2998" y="5142"/>
                  </a:cubicBezTo>
                  <a:cubicBezTo>
                    <a:pt x="4925" y="6133"/>
                    <a:pt x="6156" y="8086"/>
                    <a:pt x="6156" y="10254"/>
                  </a:cubicBezTo>
                  <a:cubicBezTo>
                    <a:pt x="6156" y="12422"/>
                    <a:pt x="4925" y="14376"/>
                    <a:pt x="2998" y="15367"/>
                  </a:cubicBezTo>
                  <a:cubicBezTo>
                    <a:pt x="2945" y="15393"/>
                    <a:pt x="2918" y="15420"/>
                    <a:pt x="2918" y="15474"/>
                  </a:cubicBezTo>
                  <a:cubicBezTo>
                    <a:pt x="2971" y="17321"/>
                    <a:pt x="1847" y="19248"/>
                    <a:pt x="81" y="20265"/>
                  </a:cubicBezTo>
                  <a:cubicBezTo>
                    <a:pt x="54" y="20292"/>
                    <a:pt x="27" y="20318"/>
                    <a:pt x="0" y="20345"/>
                  </a:cubicBezTo>
                  <a:cubicBezTo>
                    <a:pt x="0" y="20425"/>
                    <a:pt x="27" y="20479"/>
                    <a:pt x="54" y="20506"/>
                  </a:cubicBezTo>
                  <a:cubicBezTo>
                    <a:pt x="1794" y="21496"/>
                    <a:pt x="2864" y="23289"/>
                    <a:pt x="2918" y="25297"/>
                  </a:cubicBezTo>
                  <a:cubicBezTo>
                    <a:pt x="2918" y="25350"/>
                    <a:pt x="2945" y="25404"/>
                    <a:pt x="2998" y="25404"/>
                  </a:cubicBezTo>
                  <a:cubicBezTo>
                    <a:pt x="4925" y="26394"/>
                    <a:pt x="6156" y="28348"/>
                    <a:pt x="6156" y="30516"/>
                  </a:cubicBezTo>
                  <a:cubicBezTo>
                    <a:pt x="6156" y="32684"/>
                    <a:pt x="4925" y="34665"/>
                    <a:pt x="2998" y="35628"/>
                  </a:cubicBezTo>
                  <a:cubicBezTo>
                    <a:pt x="2945" y="35655"/>
                    <a:pt x="2918" y="35709"/>
                    <a:pt x="2918" y="35762"/>
                  </a:cubicBezTo>
                  <a:cubicBezTo>
                    <a:pt x="3078" y="37823"/>
                    <a:pt x="1606" y="39643"/>
                    <a:pt x="81" y="40526"/>
                  </a:cubicBezTo>
                  <a:cubicBezTo>
                    <a:pt x="54" y="40553"/>
                    <a:pt x="27" y="40580"/>
                    <a:pt x="0" y="40633"/>
                  </a:cubicBezTo>
                  <a:cubicBezTo>
                    <a:pt x="0" y="40687"/>
                    <a:pt x="27" y="40741"/>
                    <a:pt x="54" y="40767"/>
                  </a:cubicBezTo>
                  <a:cubicBezTo>
                    <a:pt x="1794" y="41784"/>
                    <a:pt x="2918" y="43631"/>
                    <a:pt x="2918" y="45532"/>
                  </a:cubicBezTo>
                  <a:cubicBezTo>
                    <a:pt x="2918" y="45558"/>
                    <a:pt x="2918" y="45558"/>
                    <a:pt x="2918" y="45558"/>
                  </a:cubicBezTo>
                  <a:cubicBezTo>
                    <a:pt x="2918" y="45612"/>
                    <a:pt x="2945" y="45665"/>
                    <a:pt x="2998" y="45692"/>
                  </a:cubicBezTo>
                  <a:cubicBezTo>
                    <a:pt x="4925" y="46656"/>
                    <a:pt x="6156" y="48610"/>
                    <a:pt x="6156" y="50778"/>
                  </a:cubicBezTo>
                  <a:cubicBezTo>
                    <a:pt x="6156" y="52972"/>
                    <a:pt x="4925" y="54926"/>
                    <a:pt x="2998" y="55890"/>
                  </a:cubicBezTo>
                  <a:cubicBezTo>
                    <a:pt x="2945" y="55917"/>
                    <a:pt x="2918" y="55970"/>
                    <a:pt x="2918" y="55997"/>
                  </a:cubicBezTo>
                  <a:cubicBezTo>
                    <a:pt x="2864" y="58004"/>
                    <a:pt x="1820" y="59798"/>
                    <a:pt x="81" y="60815"/>
                  </a:cubicBezTo>
                  <a:cubicBezTo>
                    <a:pt x="54" y="60815"/>
                    <a:pt x="27" y="60841"/>
                    <a:pt x="0" y="60895"/>
                  </a:cubicBezTo>
                  <a:cubicBezTo>
                    <a:pt x="0" y="60949"/>
                    <a:pt x="27" y="61002"/>
                    <a:pt x="54" y="61029"/>
                  </a:cubicBezTo>
                  <a:cubicBezTo>
                    <a:pt x="1794" y="62046"/>
                    <a:pt x="2864" y="63839"/>
                    <a:pt x="2918" y="65847"/>
                  </a:cubicBezTo>
                  <a:cubicBezTo>
                    <a:pt x="2918" y="65873"/>
                    <a:pt x="2945" y="65927"/>
                    <a:pt x="2998" y="65954"/>
                  </a:cubicBezTo>
                  <a:cubicBezTo>
                    <a:pt x="4925" y="66917"/>
                    <a:pt x="6156" y="68871"/>
                    <a:pt x="6156" y="71066"/>
                  </a:cubicBezTo>
                  <a:cubicBezTo>
                    <a:pt x="6156" y="73234"/>
                    <a:pt x="4925" y="75188"/>
                    <a:pt x="2998" y="76151"/>
                  </a:cubicBezTo>
                  <a:cubicBezTo>
                    <a:pt x="2945" y="76178"/>
                    <a:pt x="2918" y="76232"/>
                    <a:pt x="2918" y="76285"/>
                  </a:cubicBezTo>
                  <a:cubicBezTo>
                    <a:pt x="2864" y="78266"/>
                    <a:pt x="1794" y="80059"/>
                    <a:pt x="81" y="81076"/>
                  </a:cubicBezTo>
                  <a:cubicBezTo>
                    <a:pt x="0" y="81103"/>
                    <a:pt x="0" y="81183"/>
                    <a:pt x="27" y="81237"/>
                  </a:cubicBezTo>
                  <a:cubicBezTo>
                    <a:pt x="44" y="81288"/>
                    <a:pt x="83" y="81306"/>
                    <a:pt x="122" y="81306"/>
                  </a:cubicBezTo>
                  <a:cubicBezTo>
                    <a:pt x="145" y="81306"/>
                    <a:pt x="168" y="81300"/>
                    <a:pt x="188" y="81290"/>
                  </a:cubicBezTo>
                  <a:cubicBezTo>
                    <a:pt x="1981" y="80247"/>
                    <a:pt x="3105" y="78400"/>
                    <a:pt x="3159" y="76366"/>
                  </a:cubicBezTo>
                  <a:cubicBezTo>
                    <a:pt x="5166" y="75322"/>
                    <a:pt x="6397" y="73288"/>
                    <a:pt x="6397" y="71066"/>
                  </a:cubicBezTo>
                  <a:cubicBezTo>
                    <a:pt x="6397" y="68818"/>
                    <a:pt x="5166" y="66783"/>
                    <a:pt x="3159" y="65766"/>
                  </a:cubicBezTo>
                  <a:cubicBezTo>
                    <a:pt x="3105" y="63759"/>
                    <a:pt x="2061" y="61992"/>
                    <a:pt x="375" y="60922"/>
                  </a:cubicBezTo>
                  <a:cubicBezTo>
                    <a:pt x="2061" y="59878"/>
                    <a:pt x="3105" y="58085"/>
                    <a:pt x="3159" y="56077"/>
                  </a:cubicBezTo>
                  <a:cubicBezTo>
                    <a:pt x="5166" y="55060"/>
                    <a:pt x="6397" y="53026"/>
                    <a:pt x="6397" y="50778"/>
                  </a:cubicBezTo>
                  <a:cubicBezTo>
                    <a:pt x="6397" y="48556"/>
                    <a:pt x="5166" y="46522"/>
                    <a:pt x="3159" y="45505"/>
                  </a:cubicBezTo>
                  <a:cubicBezTo>
                    <a:pt x="3159" y="43604"/>
                    <a:pt x="2061" y="41731"/>
                    <a:pt x="375" y="40660"/>
                  </a:cubicBezTo>
                  <a:cubicBezTo>
                    <a:pt x="1901" y="39697"/>
                    <a:pt x="3292" y="37877"/>
                    <a:pt x="3185" y="35816"/>
                  </a:cubicBezTo>
                  <a:cubicBezTo>
                    <a:pt x="5166" y="34799"/>
                    <a:pt x="6397" y="32764"/>
                    <a:pt x="6397" y="30516"/>
                  </a:cubicBezTo>
                  <a:cubicBezTo>
                    <a:pt x="6397" y="28268"/>
                    <a:pt x="5166" y="26260"/>
                    <a:pt x="3159" y="25216"/>
                  </a:cubicBezTo>
                  <a:cubicBezTo>
                    <a:pt x="3078" y="23236"/>
                    <a:pt x="2035" y="21442"/>
                    <a:pt x="375" y="20399"/>
                  </a:cubicBezTo>
                  <a:cubicBezTo>
                    <a:pt x="2061" y="19328"/>
                    <a:pt x="3159" y="17454"/>
                    <a:pt x="3159" y="15608"/>
                  </a:cubicBezTo>
                  <a:cubicBezTo>
                    <a:pt x="3159" y="15581"/>
                    <a:pt x="3159" y="15581"/>
                    <a:pt x="3159" y="15554"/>
                  </a:cubicBezTo>
                  <a:cubicBezTo>
                    <a:pt x="5166" y="14510"/>
                    <a:pt x="6397" y="12503"/>
                    <a:pt x="6397" y="10254"/>
                  </a:cubicBezTo>
                  <a:cubicBezTo>
                    <a:pt x="6397" y="8006"/>
                    <a:pt x="5166" y="5999"/>
                    <a:pt x="3159" y="4955"/>
                  </a:cubicBezTo>
                  <a:cubicBezTo>
                    <a:pt x="3159" y="3028"/>
                    <a:pt x="1981" y="1047"/>
                    <a:pt x="188" y="30"/>
                  </a:cubicBezTo>
                  <a:cubicBezTo>
                    <a:pt x="167" y="10"/>
                    <a:pt x="143" y="1"/>
                    <a:pt x="11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5" name="Google Shape;965;p71"/>
            <p:cNvSpPr/>
            <p:nvPr/>
          </p:nvSpPr>
          <p:spPr>
            <a:xfrm>
              <a:off x="685775" y="2593575"/>
              <a:ext cx="159950" cy="2032875"/>
            </a:xfrm>
            <a:custGeom>
              <a:avLst/>
              <a:gdLst/>
              <a:ahLst/>
              <a:cxnLst/>
              <a:rect l="l" t="t" r="r" b="b"/>
              <a:pathLst>
                <a:path w="6398" h="81315" extrusionOk="0">
                  <a:moveTo>
                    <a:pt x="140" y="1"/>
                  </a:moveTo>
                  <a:cubicBezTo>
                    <a:pt x="95" y="1"/>
                    <a:pt x="47" y="26"/>
                    <a:pt x="27" y="65"/>
                  </a:cubicBezTo>
                  <a:cubicBezTo>
                    <a:pt x="27" y="92"/>
                    <a:pt x="0" y="118"/>
                    <a:pt x="0" y="118"/>
                  </a:cubicBezTo>
                  <a:cubicBezTo>
                    <a:pt x="0" y="172"/>
                    <a:pt x="27" y="225"/>
                    <a:pt x="81" y="225"/>
                  </a:cubicBezTo>
                  <a:cubicBezTo>
                    <a:pt x="1820" y="1243"/>
                    <a:pt x="2944" y="3170"/>
                    <a:pt x="2918" y="5043"/>
                  </a:cubicBezTo>
                  <a:cubicBezTo>
                    <a:pt x="2918" y="5070"/>
                    <a:pt x="2944" y="5124"/>
                    <a:pt x="2998" y="5150"/>
                  </a:cubicBezTo>
                  <a:cubicBezTo>
                    <a:pt x="4952" y="6141"/>
                    <a:pt x="6156" y="8095"/>
                    <a:pt x="6156" y="10263"/>
                  </a:cubicBezTo>
                  <a:cubicBezTo>
                    <a:pt x="6156" y="12431"/>
                    <a:pt x="4952" y="14384"/>
                    <a:pt x="2998" y="15375"/>
                  </a:cubicBezTo>
                  <a:cubicBezTo>
                    <a:pt x="2944" y="15402"/>
                    <a:pt x="2918" y="15428"/>
                    <a:pt x="2918" y="15482"/>
                  </a:cubicBezTo>
                  <a:cubicBezTo>
                    <a:pt x="2998" y="17329"/>
                    <a:pt x="1847" y="19256"/>
                    <a:pt x="81" y="20273"/>
                  </a:cubicBezTo>
                  <a:cubicBezTo>
                    <a:pt x="54" y="20300"/>
                    <a:pt x="27" y="20326"/>
                    <a:pt x="27" y="20353"/>
                  </a:cubicBezTo>
                  <a:cubicBezTo>
                    <a:pt x="0" y="20407"/>
                    <a:pt x="27" y="20460"/>
                    <a:pt x="81" y="20514"/>
                  </a:cubicBezTo>
                  <a:cubicBezTo>
                    <a:pt x="1794" y="21504"/>
                    <a:pt x="2864" y="23297"/>
                    <a:pt x="2918" y="25305"/>
                  </a:cubicBezTo>
                  <a:cubicBezTo>
                    <a:pt x="2918" y="25358"/>
                    <a:pt x="2944" y="25385"/>
                    <a:pt x="2998" y="25412"/>
                  </a:cubicBezTo>
                  <a:cubicBezTo>
                    <a:pt x="4952" y="26402"/>
                    <a:pt x="6156" y="28356"/>
                    <a:pt x="6156" y="30524"/>
                  </a:cubicBezTo>
                  <a:cubicBezTo>
                    <a:pt x="6156" y="32692"/>
                    <a:pt x="4952" y="34646"/>
                    <a:pt x="2998" y="35636"/>
                  </a:cubicBezTo>
                  <a:cubicBezTo>
                    <a:pt x="2944" y="35663"/>
                    <a:pt x="2918" y="35717"/>
                    <a:pt x="2918" y="35770"/>
                  </a:cubicBezTo>
                  <a:cubicBezTo>
                    <a:pt x="3078" y="37831"/>
                    <a:pt x="1633" y="39651"/>
                    <a:pt x="81" y="40535"/>
                  </a:cubicBezTo>
                  <a:cubicBezTo>
                    <a:pt x="54" y="40561"/>
                    <a:pt x="27" y="40588"/>
                    <a:pt x="27" y="40615"/>
                  </a:cubicBezTo>
                  <a:cubicBezTo>
                    <a:pt x="0" y="40668"/>
                    <a:pt x="27" y="40749"/>
                    <a:pt x="81" y="40775"/>
                  </a:cubicBezTo>
                  <a:cubicBezTo>
                    <a:pt x="1820" y="41766"/>
                    <a:pt x="2918" y="43639"/>
                    <a:pt x="2918" y="45540"/>
                  </a:cubicBezTo>
                  <a:lnTo>
                    <a:pt x="2918" y="45566"/>
                  </a:lnTo>
                  <a:cubicBezTo>
                    <a:pt x="2918" y="45620"/>
                    <a:pt x="2944" y="45674"/>
                    <a:pt x="2998" y="45674"/>
                  </a:cubicBezTo>
                  <a:cubicBezTo>
                    <a:pt x="4952" y="46664"/>
                    <a:pt x="6156" y="48618"/>
                    <a:pt x="6156" y="50786"/>
                  </a:cubicBezTo>
                  <a:cubicBezTo>
                    <a:pt x="6156" y="52954"/>
                    <a:pt x="4952" y="54934"/>
                    <a:pt x="2998" y="55898"/>
                  </a:cubicBezTo>
                  <a:cubicBezTo>
                    <a:pt x="2944" y="55925"/>
                    <a:pt x="2918" y="55952"/>
                    <a:pt x="2918" y="56005"/>
                  </a:cubicBezTo>
                  <a:cubicBezTo>
                    <a:pt x="2891" y="58012"/>
                    <a:pt x="1820" y="59806"/>
                    <a:pt x="81" y="60796"/>
                  </a:cubicBezTo>
                  <a:cubicBezTo>
                    <a:pt x="54" y="60823"/>
                    <a:pt x="27" y="60850"/>
                    <a:pt x="27" y="60903"/>
                  </a:cubicBezTo>
                  <a:cubicBezTo>
                    <a:pt x="0" y="60957"/>
                    <a:pt x="27" y="61010"/>
                    <a:pt x="81" y="61037"/>
                  </a:cubicBezTo>
                  <a:cubicBezTo>
                    <a:pt x="1820" y="62054"/>
                    <a:pt x="2891" y="63847"/>
                    <a:pt x="2918" y="65828"/>
                  </a:cubicBezTo>
                  <a:cubicBezTo>
                    <a:pt x="2918" y="65882"/>
                    <a:pt x="2944" y="65935"/>
                    <a:pt x="2998" y="65962"/>
                  </a:cubicBezTo>
                  <a:cubicBezTo>
                    <a:pt x="4952" y="66925"/>
                    <a:pt x="6156" y="68879"/>
                    <a:pt x="6156" y="71047"/>
                  </a:cubicBezTo>
                  <a:cubicBezTo>
                    <a:pt x="6156" y="73242"/>
                    <a:pt x="4952" y="75196"/>
                    <a:pt x="2998" y="76160"/>
                  </a:cubicBezTo>
                  <a:cubicBezTo>
                    <a:pt x="2944" y="76186"/>
                    <a:pt x="2918" y="76240"/>
                    <a:pt x="2918" y="76267"/>
                  </a:cubicBezTo>
                  <a:cubicBezTo>
                    <a:pt x="2891" y="78274"/>
                    <a:pt x="1820" y="80067"/>
                    <a:pt x="81" y="81084"/>
                  </a:cubicBezTo>
                  <a:cubicBezTo>
                    <a:pt x="27" y="81111"/>
                    <a:pt x="0" y="81191"/>
                    <a:pt x="27" y="81245"/>
                  </a:cubicBezTo>
                  <a:cubicBezTo>
                    <a:pt x="61" y="81296"/>
                    <a:pt x="95" y="81315"/>
                    <a:pt x="136" y="81315"/>
                  </a:cubicBezTo>
                  <a:cubicBezTo>
                    <a:pt x="159" y="81315"/>
                    <a:pt x="185" y="81308"/>
                    <a:pt x="214" y="81299"/>
                  </a:cubicBezTo>
                  <a:cubicBezTo>
                    <a:pt x="2008" y="80255"/>
                    <a:pt x="3105" y="78408"/>
                    <a:pt x="3185" y="76347"/>
                  </a:cubicBezTo>
                  <a:cubicBezTo>
                    <a:pt x="5166" y="75330"/>
                    <a:pt x="6397" y="73296"/>
                    <a:pt x="6397" y="71047"/>
                  </a:cubicBezTo>
                  <a:cubicBezTo>
                    <a:pt x="6397" y="68826"/>
                    <a:pt x="5166" y="66792"/>
                    <a:pt x="3185" y="65748"/>
                  </a:cubicBezTo>
                  <a:cubicBezTo>
                    <a:pt x="3105" y="63767"/>
                    <a:pt x="2061" y="61974"/>
                    <a:pt x="375" y="60930"/>
                  </a:cubicBezTo>
                  <a:cubicBezTo>
                    <a:pt x="2061" y="59859"/>
                    <a:pt x="3105" y="58093"/>
                    <a:pt x="3185" y="56085"/>
                  </a:cubicBezTo>
                  <a:cubicBezTo>
                    <a:pt x="5166" y="55068"/>
                    <a:pt x="6397" y="53034"/>
                    <a:pt x="6397" y="50786"/>
                  </a:cubicBezTo>
                  <a:cubicBezTo>
                    <a:pt x="6397" y="48537"/>
                    <a:pt x="5166" y="46530"/>
                    <a:pt x="3185" y="45486"/>
                  </a:cubicBezTo>
                  <a:cubicBezTo>
                    <a:pt x="3159" y="43586"/>
                    <a:pt x="2088" y="41739"/>
                    <a:pt x="375" y="40668"/>
                  </a:cubicBezTo>
                  <a:cubicBezTo>
                    <a:pt x="1901" y="39705"/>
                    <a:pt x="3292" y="37885"/>
                    <a:pt x="3185" y="35824"/>
                  </a:cubicBezTo>
                  <a:cubicBezTo>
                    <a:pt x="5166" y="34780"/>
                    <a:pt x="6397" y="32772"/>
                    <a:pt x="6397" y="30524"/>
                  </a:cubicBezTo>
                  <a:cubicBezTo>
                    <a:pt x="6397" y="28276"/>
                    <a:pt x="5166" y="26268"/>
                    <a:pt x="3185" y="25225"/>
                  </a:cubicBezTo>
                  <a:cubicBezTo>
                    <a:pt x="3078" y="23244"/>
                    <a:pt x="2061" y="21451"/>
                    <a:pt x="375" y="20407"/>
                  </a:cubicBezTo>
                  <a:cubicBezTo>
                    <a:pt x="2088" y="19336"/>
                    <a:pt x="3185" y="17436"/>
                    <a:pt x="3185" y="15616"/>
                  </a:cubicBezTo>
                  <a:cubicBezTo>
                    <a:pt x="3185" y="15589"/>
                    <a:pt x="3185" y="15589"/>
                    <a:pt x="3185" y="15562"/>
                  </a:cubicBezTo>
                  <a:cubicBezTo>
                    <a:pt x="5166" y="14518"/>
                    <a:pt x="6397" y="12511"/>
                    <a:pt x="6397" y="10263"/>
                  </a:cubicBezTo>
                  <a:cubicBezTo>
                    <a:pt x="6397" y="8014"/>
                    <a:pt x="5166" y="6007"/>
                    <a:pt x="3185" y="4963"/>
                  </a:cubicBezTo>
                  <a:cubicBezTo>
                    <a:pt x="3185" y="3036"/>
                    <a:pt x="1981" y="1055"/>
                    <a:pt x="188" y="11"/>
                  </a:cubicBezTo>
                  <a:cubicBezTo>
                    <a:pt x="173" y="4"/>
                    <a:pt x="157" y="1"/>
                    <a:pt x="14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6" name="Google Shape;966;p71"/>
            <p:cNvSpPr/>
            <p:nvPr/>
          </p:nvSpPr>
          <p:spPr>
            <a:xfrm>
              <a:off x="531875" y="2845375"/>
              <a:ext cx="160600" cy="2032675"/>
            </a:xfrm>
            <a:custGeom>
              <a:avLst/>
              <a:gdLst/>
              <a:ahLst/>
              <a:cxnLst/>
              <a:rect l="l" t="t" r="r" b="b"/>
              <a:pathLst>
                <a:path w="6424" h="81307" extrusionOk="0">
                  <a:moveTo>
                    <a:pt x="144" y="1"/>
                  </a:moveTo>
                  <a:cubicBezTo>
                    <a:pt x="103" y="1"/>
                    <a:pt x="60" y="24"/>
                    <a:pt x="27" y="57"/>
                  </a:cubicBezTo>
                  <a:cubicBezTo>
                    <a:pt x="27" y="84"/>
                    <a:pt x="27" y="110"/>
                    <a:pt x="27" y="137"/>
                  </a:cubicBezTo>
                  <a:cubicBezTo>
                    <a:pt x="27" y="164"/>
                    <a:pt x="54" y="217"/>
                    <a:pt x="80" y="244"/>
                  </a:cubicBezTo>
                  <a:cubicBezTo>
                    <a:pt x="1820" y="1234"/>
                    <a:pt x="2971" y="3162"/>
                    <a:pt x="2944" y="5035"/>
                  </a:cubicBezTo>
                  <a:cubicBezTo>
                    <a:pt x="2944" y="5089"/>
                    <a:pt x="2971" y="5142"/>
                    <a:pt x="2998" y="5142"/>
                  </a:cubicBezTo>
                  <a:cubicBezTo>
                    <a:pt x="4952" y="6133"/>
                    <a:pt x="6156" y="8086"/>
                    <a:pt x="6156" y="10254"/>
                  </a:cubicBezTo>
                  <a:cubicBezTo>
                    <a:pt x="6156" y="12422"/>
                    <a:pt x="4952" y="14376"/>
                    <a:pt x="2998" y="15367"/>
                  </a:cubicBezTo>
                  <a:cubicBezTo>
                    <a:pt x="2971" y="15393"/>
                    <a:pt x="2944" y="15447"/>
                    <a:pt x="2944" y="15474"/>
                  </a:cubicBezTo>
                  <a:cubicBezTo>
                    <a:pt x="2998" y="17321"/>
                    <a:pt x="1847" y="19248"/>
                    <a:pt x="107" y="20265"/>
                  </a:cubicBezTo>
                  <a:cubicBezTo>
                    <a:pt x="54" y="20292"/>
                    <a:pt x="27" y="20318"/>
                    <a:pt x="27" y="20345"/>
                  </a:cubicBezTo>
                  <a:cubicBezTo>
                    <a:pt x="0" y="20425"/>
                    <a:pt x="27" y="20479"/>
                    <a:pt x="80" y="20506"/>
                  </a:cubicBezTo>
                  <a:cubicBezTo>
                    <a:pt x="1793" y="21496"/>
                    <a:pt x="2864" y="23289"/>
                    <a:pt x="2944" y="25297"/>
                  </a:cubicBezTo>
                  <a:cubicBezTo>
                    <a:pt x="2944" y="25350"/>
                    <a:pt x="2971" y="25404"/>
                    <a:pt x="2998" y="25404"/>
                  </a:cubicBezTo>
                  <a:cubicBezTo>
                    <a:pt x="4952" y="26394"/>
                    <a:pt x="6156" y="28348"/>
                    <a:pt x="6156" y="30516"/>
                  </a:cubicBezTo>
                  <a:cubicBezTo>
                    <a:pt x="6156" y="32684"/>
                    <a:pt x="4952" y="34665"/>
                    <a:pt x="2998" y="35628"/>
                  </a:cubicBezTo>
                  <a:cubicBezTo>
                    <a:pt x="2971" y="35655"/>
                    <a:pt x="2944" y="35709"/>
                    <a:pt x="2944" y="35762"/>
                  </a:cubicBezTo>
                  <a:cubicBezTo>
                    <a:pt x="3105" y="37823"/>
                    <a:pt x="1633" y="39643"/>
                    <a:pt x="107" y="40526"/>
                  </a:cubicBezTo>
                  <a:cubicBezTo>
                    <a:pt x="54" y="40553"/>
                    <a:pt x="27" y="40580"/>
                    <a:pt x="27" y="40633"/>
                  </a:cubicBezTo>
                  <a:cubicBezTo>
                    <a:pt x="0" y="40687"/>
                    <a:pt x="27" y="40741"/>
                    <a:pt x="80" y="40767"/>
                  </a:cubicBezTo>
                  <a:cubicBezTo>
                    <a:pt x="1820" y="41784"/>
                    <a:pt x="2944" y="43631"/>
                    <a:pt x="2944" y="45532"/>
                  </a:cubicBezTo>
                  <a:lnTo>
                    <a:pt x="2944" y="45558"/>
                  </a:lnTo>
                  <a:cubicBezTo>
                    <a:pt x="2918" y="45612"/>
                    <a:pt x="2971" y="45665"/>
                    <a:pt x="2998" y="45692"/>
                  </a:cubicBezTo>
                  <a:cubicBezTo>
                    <a:pt x="4952" y="46656"/>
                    <a:pt x="6156" y="48610"/>
                    <a:pt x="6156" y="50778"/>
                  </a:cubicBezTo>
                  <a:cubicBezTo>
                    <a:pt x="6156" y="52972"/>
                    <a:pt x="4952" y="54926"/>
                    <a:pt x="2998" y="55890"/>
                  </a:cubicBezTo>
                  <a:cubicBezTo>
                    <a:pt x="2971" y="55917"/>
                    <a:pt x="2944" y="55970"/>
                    <a:pt x="2944" y="55997"/>
                  </a:cubicBezTo>
                  <a:cubicBezTo>
                    <a:pt x="2891" y="58004"/>
                    <a:pt x="1820" y="59798"/>
                    <a:pt x="107" y="60815"/>
                  </a:cubicBezTo>
                  <a:cubicBezTo>
                    <a:pt x="54" y="60815"/>
                    <a:pt x="27" y="60841"/>
                    <a:pt x="27" y="60895"/>
                  </a:cubicBezTo>
                  <a:cubicBezTo>
                    <a:pt x="0" y="60949"/>
                    <a:pt x="27" y="61002"/>
                    <a:pt x="80" y="61029"/>
                  </a:cubicBezTo>
                  <a:cubicBezTo>
                    <a:pt x="1820" y="62046"/>
                    <a:pt x="2891" y="63839"/>
                    <a:pt x="2944" y="65847"/>
                  </a:cubicBezTo>
                  <a:cubicBezTo>
                    <a:pt x="2944" y="65873"/>
                    <a:pt x="2971" y="65927"/>
                    <a:pt x="2998" y="65954"/>
                  </a:cubicBezTo>
                  <a:cubicBezTo>
                    <a:pt x="4952" y="66917"/>
                    <a:pt x="6156" y="68871"/>
                    <a:pt x="6156" y="71066"/>
                  </a:cubicBezTo>
                  <a:cubicBezTo>
                    <a:pt x="6156" y="73234"/>
                    <a:pt x="4952" y="75188"/>
                    <a:pt x="2998" y="76151"/>
                  </a:cubicBezTo>
                  <a:cubicBezTo>
                    <a:pt x="2971" y="76178"/>
                    <a:pt x="2944" y="76232"/>
                    <a:pt x="2944" y="76285"/>
                  </a:cubicBezTo>
                  <a:cubicBezTo>
                    <a:pt x="2891" y="78266"/>
                    <a:pt x="1820" y="80059"/>
                    <a:pt x="80" y="81076"/>
                  </a:cubicBezTo>
                  <a:cubicBezTo>
                    <a:pt x="27" y="81103"/>
                    <a:pt x="0" y="81183"/>
                    <a:pt x="54" y="81237"/>
                  </a:cubicBezTo>
                  <a:cubicBezTo>
                    <a:pt x="71" y="81288"/>
                    <a:pt x="109" y="81306"/>
                    <a:pt x="149" y="81306"/>
                  </a:cubicBezTo>
                  <a:cubicBezTo>
                    <a:pt x="171" y="81306"/>
                    <a:pt x="195" y="81300"/>
                    <a:pt x="214" y="81290"/>
                  </a:cubicBezTo>
                  <a:cubicBezTo>
                    <a:pt x="2008" y="80247"/>
                    <a:pt x="3105" y="78400"/>
                    <a:pt x="3185" y="76366"/>
                  </a:cubicBezTo>
                  <a:cubicBezTo>
                    <a:pt x="5193" y="75322"/>
                    <a:pt x="6424" y="73288"/>
                    <a:pt x="6424" y="71066"/>
                  </a:cubicBezTo>
                  <a:cubicBezTo>
                    <a:pt x="6424" y="68818"/>
                    <a:pt x="5193" y="66783"/>
                    <a:pt x="3185" y="65766"/>
                  </a:cubicBezTo>
                  <a:cubicBezTo>
                    <a:pt x="3105" y="63759"/>
                    <a:pt x="2088" y="61992"/>
                    <a:pt x="402" y="60922"/>
                  </a:cubicBezTo>
                  <a:cubicBezTo>
                    <a:pt x="2088" y="59878"/>
                    <a:pt x="3105" y="58085"/>
                    <a:pt x="3185" y="56077"/>
                  </a:cubicBezTo>
                  <a:cubicBezTo>
                    <a:pt x="5193" y="55060"/>
                    <a:pt x="6424" y="53026"/>
                    <a:pt x="6424" y="50778"/>
                  </a:cubicBezTo>
                  <a:cubicBezTo>
                    <a:pt x="6424" y="48556"/>
                    <a:pt x="5193" y="46522"/>
                    <a:pt x="3185" y="45505"/>
                  </a:cubicBezTo>
                  <a:cubicBezTo>
                    <a:pt x="3185" y="43604"/>
                    <a:pt x="2088" y="41731"/>
                    <a:pt x="402" y="40660"/>
                  </a:cubicBezTo>
                  <a:cubicBezTo>
                    <a:pt x="1900" y="39697"/>
                    <a:pt x="3319" y="37877"/>
                    <a:pt x="3185" y="35816"/>
                  </a:cubicBezTo>
                  <a:cubicBezTo>
                    <a:pt x="5193" y="34799"/>
                    <a:pt x="6424" y="32764"/>
                    <a:pt x="6424" y="30516"/>
                  </a:cubicBezTo>
                  <a:cubicBezTo>
                    <a:pt x="6424" y="28268"/>
                    <a:pt x="5193" y="26260"/>
                    <a:pt x="3185" y="25216"/>
                  </a:cubicBezTo>
                  <a:cubicBezTo>
                    <a:pt x="3105" y="23236"/>
                    <a:pt x="2061" y="21442"/>
                    <a:pt x="402" y="20399"/>
                  </a:cubicBezTo>
                  <a:cubicBezTo>
                    <a:pt x="2088" y="19328"/>
                    <a:pt x="3185" y="17454"/>
                    <a:pt x="3185" y="15608"/>
                  </a:cubicBezTo>
                  <a:cubicBezTo>
                    <a:pt x="3185" y="15581"/>
                    <a:pt x="3185" y="15581"/>
                    <a:pt x="3185" y="15554"/>
                  </a:cubicBezTo>
                  <a:cubicBezTo>
                    <a:pt x="5193" y="14510"/>
                    <a:pt x="6424" y="12503"/>
                    <a:pt x="6424" y="10254"/>
                  </a:cubicBezTo>
                  <a:cubicBezTo>
                    <a:pt x="6424" y="8006"/>
                    <a:pt x="5193" y="5999"/>
                    <a:pt x="3185" y="4955"/>
                  </a:cubicBezTo>
                  <a:cubicBezTo>
                    <a:pt x="3185" y="3028"/>
                    <a:pt x="2008" y="1047"/>
                    <a:pt x="214" y="30"/>
                  </a:cubicBezTo>
                  <a:cubicBezTo>
                    <a:pt x="194" y="10"/>
                    <a:pt x="169" y="1"/>
                    <a:pt x="14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7" name="Google Shape;967;p71"/>
            <p:cNvSpPr/>
            <p:nvPr/>
          </p:nvSpPr>
          <p:spPr>
            <a:xfrm>
              <a:off x="378625" y="2593575"/>
              <a:ext cx="159950" cy="2032875"/>
            </a:xfrm>
            <a:custGeom>
              <a:avLst/>
              <a:gdLst/>
              <a:ahLst/>
              <a:cxnLst/>
              <a:rect l="l" t="t" r="r" b="b"/>
              <a:pathLst>
                <a:path w="6398" h="81315" extrusionOk="0">
                  <a:moveTo>
                    <a:pt x="141" y="1"/>
                  </a:moveTo>
                  <a:cubicBezTo>
                    <a:pt x="95" y="1"/>
                    <a:pt x="47" y="26"/>
                    <a:pt x="28" y="65"/>
                  </a:cubicBezTo>
                  <a:cubicBezTo>
                    <a:pt x="1" y="92"/>
                    <a:pt x="1" y="118"/>
                    <a:pt x="1" y="118"/>
                  </a:cubicBezTo>
                  <a:cubicBezTo>
                    <a:pt x="1" y="172"/>
                    <a:pt x="28" y="225"/>
                    <a:pt x="54" y="225"/>
                  </a:cubicBezTo>
                  <a:cubicBezTo>
                    <a:pt x="1794" y="1243"/>
                    <a:pt x="2918" y="3116"/>
                    <a:pt x="2918" y="4963"/>
                  </a:cubicBezTo>
                  <a:cubicBezTo>
                    <a:pt x="2918" y="4990"/>
                    <a:pt x="2918" y="5017"/>
                    <a:pt x="2918" y="5043"/>
                  </a:cubicBezTo>
                  <a:cubicBezTo>
                    <a:pt x="2918" y="5070"/>
                    <a:pt x="2945" y="5124"/>
                    <a:pt x="2999" y="5150"/>
                  </a:cubicBezTo>
                  <a:cubicBezTo>
                    <a:pt x="4952" y="6141"/>
                    <a:pt x="6157" y="8095"/>
                    <a:pt x="6157" y="10263"/>
                  </a:cubicBezTo>
                  <a:cubicBezTo>
                    <a:pt x="6157" y="12431"/>
                    <a:pt x="4952" y="14384"/>
                    <a:pt x="2999" y="15375"/>
                  </a:cubicBezTo>
                  <a:cubicBezTo>
                    <a:pt x="2945" y="15402"/>
                    <a:pt x="2918" y="15428"/>
                    <a:pt x="2918" y="15482"/>
                  </a:cubicBezTo>
                  <a:cubicBezTo>
                    <a:pt x="2972" y="17329"/>
                    <a:pt x="1848" y="19256"/>
                    <a:pt x="81" y="20273"/>
                  </a:cubicBezTo>
                  <a:cubicBezTo>
                    <a:pt x="54" y="20300"/>
                    <a:pt x="28" y="20326"/>
                    <a:pt x="1" y="20353"/>
                  </a:cubicBezTo>
                  <a:cubicBezTo>
                    <a:pt x="1" y="20407"/>
                    <a:pt x="28" y="20487"/>
                    <a:pt x="54" y="20514"/>
                  </a:cubicBezTo>
                  <a:cubicBezTo>
                    <a:pt x="1794" y="21504"/>
                    <a:pt x="2865" y="23297"/>
                    <a:pt x="2918" y="25305"/>
                  </a:cubicBezTo>
                  <a:cubicBezTo>
                    <a:pt x="2918" y="25358"/>
                    <a:pt x="2945" y="25412"/>
                    <a:pt x="2999" y="25412"/>
                  </a:cubicBezTo>
                  <a:cubicBezTo>
                    <a:pt x="4952" y="26402"/>
                    <a:pt x="6157" y="28356"/>
                    <a:pt x="6157" y="30524"/>
                  </a:cubicBezTo>
                  <a:cubicBezTo>
                    <a:pt x="6157" y="32692"/>
                    <a:pt x="4952" y="34646"/>
                    <a:pt x="2999" y="35636"/>
                  </a:cubicBezTo>
                  <a:cubicBezTo>
                    <a:pt x="2945" y="35663"/>
                    <a:pt x="2918" y="35717"/>
                    <a:pt x="2918" y="35770"/>
                  </a:cubicBezTo>
                  <a:cubicBezTo>
                    <a:pt x="3079" y="37831"/>
                    <a:pt x="1607" y="39651"/>
                    <a:pt x="81" y="40535"/>
                  </a:cubicBezTo>
                  <a:cubicBezTo>
                    <a:pt x="54" y="40561"/>
                    <a:pt x="28" y="40588"/>
                    <a:pt x="1" y="40615"/>
                  </a:cubicBezTo>
                  <a:cubicBezTo>
                    <a:pt x="1" y="40668"/>
                    <a:pt x="28" y="40749"/>
                    <a:pt x="54" y="40775"/>
                  </a:cubicBezTo>
                  <a:cubicBezTo>
                    <a:pt x="1794" y="41766"/>
                    <a:pt x="2918" y="43639"/>
                    <a:pt x="2918" y="45540"/>
                  </a:cubicBezTo>
                  <a:cubicBezTo>
                    <a:pt x="2918" y="45540"/>
                    <a:pt x="2918" y="45566"/>
                    <a:pt x="2918" y="45566"/>
                  </a:cubicBezTo>
                  <a:cubicBezTo>
                    <a:pt x="2918" y="45620"/>
                    <a:pt x="2945" y="45674"/>
                    <a:pt x="2999" y="45674"/>
                  </a:cubicBezTo>
                  <a:cubicBezTo>
                    <a:pt x="4952" y="46664"/>
                    <a:pt x="6157" y="48618"/>
                    <a:pt x="6157" y="50786"/>
                  </a:cubicBezTo>
                  <a:cubicBezTo>
                    <a:pt x="6157" y="52954"/>
                    <a:pt x="4952" y="54934"/>
                    <a:pt x="2999" y="55898"/>
                  </a:cubicBezTo>
                  <a:cubicBezTo>
                    <a:pt x="2945" y="55925"/>
                    <a:pt x="2918" y="55952"/>
                    <a:pt x="2918" y="56005"/>
                  </a:cubicBezTo>
                  <a:cubicBezTo>
                    <a:pt x="2865" y="58012"/>
                    <a:pt x="1821" y="59806"/>
                    <a:pt x="81" y="60796"/>
                  </a:cubicBezTo>
                  <a:cubicBezTo>
                    <a:pt x="54" y="60823"/>
                    <a:pt x="28" y="60850"/>
                    <a:pt x="1" y="60903"/>
                  </a:cubicBezTo>
                  <a:cubicBezTo>
                    <a:pt x="1" y="60957"/>
                    <a:pt x="28" y="61010"/>
                    <a:pt x="54" y="61037"/>
                  </a:cubicBezTo>
                  <a:cubicBezTo>
                    <a:pt x="1794" y="62054"/>
                    <a:pt x="2865" y="63847"/>
                    <a:pt x="2918" y="65828"/>
                  </a:cubicBezTo>
                  <a:cubicBezTo>
                    <a:pt x="2918" y="65882"/>
                    <a:pt x="2945" y="65935"/>
                    <a:pt x="2999" y="65962"/>
                  </a:cubicBezTo>
                  <a:cubicBezTo>
                    <a:pt x="4952" y="66925"/>
                    <a:pt x="6157" y="68879"/>
                    <a:pt x="6157" y="71047"/>
                  </a:cubicBezTo>
                  <a:cubicBezTo>
                    <a:pt x="6157" y="73242"/>
                    <a:pt x="4952" y="75196"/>
                    <a:pt x="2999" y="76160"/>
                  </a:cubicBezTo>
                  <a:cubicBezTo>
                    <a:pt x="2945" y="76186"/>
                    <a:pt x="2918" y="76240"/>
                    <a:pt x="2918" y="76267"/>
                  </a:cubicBezTo>
                  <a:cubicBezTo>
                    <a:pt x="2865" y="78274"/>
                    <a:pt x="1821" y="80067"/>
                    <a:pt x="81" y="81084"/>
                  </a:cubicBezTo>
                  <a:cubicBezTo>
                    <a:pt x="1" y="81111"/>
                    <a:pt x="1" y="81191"/>
                    <a:pt x="28" y="81245"/>
                  </a:cubicBezTo>
                  <a:cubicBezTo>
                    <a:pt x="45" y="81296"/>
                    <a:pt x="83" y="81315"/>
                    <a:pt x="123" y="81315"/>
                  </a:cubicBezTo>
                  <a:cubicBezTo>
                    <a:pt x="145" y="81315"/>
                    <a:pt x="169" y="81308"/>
                    <a:pt x="188" y="81299"/>
                  </a:cubicBezTo>
                  <a:cubicBezTo>
                    <a:pt x="1981" y="80255"/>
                    <a:pt x="3106" y="78408"/>
                    <a:pt x="3159" y="76347"/>
                  </a:cubicBezTo>
                  <a:cubicBezTo>
                    <a:pt x="5167" y="75330"/>
                    <a:pt x="6398" y="73296"/>
                    <a:pt x="6398" y="71047"/>
                  </a:cubicBezTo>
                  <a:cubicBezTo>
                    <a:pt x="6398" y="68826"/>
                    <a:pt x="5167" y="66792"/>
                    <a:pt x="3159" y="65748"/>
                  </a:cubicBezTo>
                  <a:cubicBezTo>
                    <a:pt x="3106" y="63767"/>
                    <a:pt x="2062" y="61974"/>
                    <a:pt x="376" y="60930"/>
                  </a:cubicBezTo>
                  <a:cubicBezTo>
                    <a:pt x="2062" y="59859"/>
                    <a:pt x="3106" y="58093"/>
                    <a:pt x="3159" y="56085"/>
                  </a:cubicBezTo>
                  <a:cubicBezTo>
                    <a:pt x="5167" y="55068"/>
                    <a:pt x="6398" y="53034"/>
                    <a:pt x="6398" y="50786"/>
                  </a:cubicBezTo>
                  <a:cubicBezTo>
                    <a:pt x="6398" y="48537"/>
                    <a:pt x="5167" y="46530"/>
                    <a:pt x="3159" y="45486"/>
                  </a:cubicBezTo>
                  <a:cubicBezTo>
                    <a:pt x="3159" y="43586"/>
                    <a:pt x="2062" y="41739"/>
                    <a:pt x="376" y="40668"/>
                  </a:cubicBezTo>
                  <a:cubicBezTo>
                    <a:pt x="1901" y="39705"/>
                    <a:pt x="3293" y="37885"/>
                    <a:pt x="3186" y="35824"/>
                  </a:cubicBezTo>
                  <a:cubicBezTo>
                    <a:pt x="5167" y="34780"/>
                    <a:pt x="6398" y="32772"/>
                    <a:pt x="6398" y="30524"/>
                  </a:cubicBezTo>
                  <a:cubicBezTo>
                    <a:pt x="6398" y="28276"/>
                    <a:pt x="5167" y="26268"/>
                    <a:pt x="3159" y="25225"/>
                  </a:cubicBezTo>
                  <a:cubicBezTo>
                    <a:pt x="3079" y="23244"/>
                    <a:pt x="2035" y="21451"/>
                    <a:pt x="376" y="20407"/>
                  </a:cubicBezTo>
                  <a:cubicBezTo>
                    <a:pt x="2062" y="19336"/>
                    <a:pt x="3186" y="17436"/>
                    <a:pt x="3186" y="15616"/>
                  </a:cubicBezTo>
                  <a:cubicBezTo>
                    <a:pt x="3186" y="15589"/>
                    <a:pt x="3186" y="15589"/>
                    <a:pt x="3186" y="15562"/>
                  </a:cubicBezTo>
                  <a:cubicBezTo>
                    <a:pt x="5167" y="14518"/>
                    <a:pt x="6398" y="12511"/>
                    <a:pt x="6398" y="10263"/>
                  </a:cubicBezTo>
                  <a:cubicBezTo>
                    <a:pt x="6398" y="8014"/>
                    <a:pt x="5167" y="6007"/>
                    <a:pt x="3186" y="4963"/>
                  </a:cubicBezTo>
                  <a:cubicBezTo>
                    <a:pt x="3186" y="3036"/>
                    <a:pt x="1981" y="1055"/>
                    <a:pt x="188" y="11"/>
                  </a:cubicBezTo>
                  <a:cubicBezTo>
                    <a:pt x="174" y="4"/>
                    <a:pt x="158" y="1"/>
                    <a:pt x="14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8" name="Google Shape;968;p71"/>
            <p:cNvSpPr/>
            <p:nvPr/>
          </p:nvSpPr>
          <p:spPr>
            <a:xfrm>
              <a:off x="224725" y="2845375"/>
              <a:ext cx="159950" cy="2032675"/>
            </a:xfrm>
            <a:custGeom>
              <a:avLst/>
              <a:gdLst/>
              <a:ahLst/>
              <a:cxnLst/>
              <a:rect l="l" t="t" r="r" b="b"/>
              <a:pathLst>
                <a:path w="6398" h="81307" extrusionOk="0">
                  <a:moveTo>
                    <a:pt x="126" y="1"/>
                  </a:moveTo>
                  <a:cubicBezTo>
                    <a:pt x="81" y="1"/>
                    <a:pt x="44" y="24"/>
                    <a:pt x="27" y="57"/>
                  </a:cubicBezTo>
                  <a:cubicBezTo>
                    <a:pt x="27" y="84"/>
                    <a:pt x="1" y="110"/>
                    <a:pt x="1" y="137"/>
                  </a:cubicBezTo>
                  <a:cubicBezTo>
                    <a:pt x="1" y="164"/>
                    <a:pt x="27" y="217"/>
                    <a:pt x="81" y="244"/>
                  </a:cubicBezTo>
                  <a:cubicBezTo>
                    <a:pt x="1821" y="1234"/>
                    <a:pt x="2972" y="3162"/>
                    <a:pt x="2918" y="5035"/>
                  </a:cubicBezTo>
                  <a:cubicBezTo>
                    <a:pt x="2945" y="5089"/>
                    <a:pt x="2945" y="5142"/>
                    <a:pt x="2998" y="5142"/>
                  </a:cubicBezTo>
                  <a:cubicBezTo>
                    <a:pt x="4952" y="6133"/>
                    <a:pt x="6157" y="8086"/>
                    <a:pt x="6157" y="10254"/>
                  </a:cubicBezTo>
                  <a:cubicBezTo>
                    <a:pt x="6157" y="12422"/>
                    <a:pt x="4952" y="14376"/>
                    <a:pt x="2998" y="15367"/>
                  </a:cubicBezTo>
                  <a:cubicBezTo>
                    <a:pt x="2945" y="15393"/>
                    <a:pt x="2918" y="15447"/>
                    <a:pt x="2918" y="15474"/>
                  </a:cubicBezTo>
                  <a:cubicBezTo>
                    <a:pt x="2972" y="17321"/>
                    <a:pt x="1848" y="19248"/>
                    <a:pt x="108" y="20265"/>
                  </a:cubicBezTo>
                  <a:cubicBezTo>
                    <a:pt x="54" y="20292"/>
                    <a:pt x="27" y="20318"/>
                    <a:pt x="27" y="20345"/>
                  </a:cubicBezTo>
                  <a:cubicBezTo>
                    <a:pt x="1" y="20425"/>
                    <a:pt x="27" y="20479"/>
                    <a:pt x="81" y="20506"/>
                  </a:cubicBezTo>
                  <a:cubicBezTo>
                    <a:pt x="1794" y="21496"/>
                    <a:pt x="2865" y="23289"/>
                    <a:pt x="2918" y="25297"/>
                  </a:cubicBezTo>
                  <a:cubicBezTo>
                    <a:pt x="2945" y="25350"/>
                    <a:pt x="2972" y="25404"/>
                    <a:pt x="2998" y="25404"/>
                  </a:cubicBezTo>
                  <a:cubicBezTo>
                    <a:pt x="4952" y="26394"/>
                    <a:pt x="6157" y="28348"/>
                    <a:pt x="6157" y="30516"/>
                  </a:cubicBezTo>
                  <a:cubicBezTo>
                    <a:pt x="6157" y="32684"/>
                    <a:pt x="4952" y="34665"/>
                    <a:pt x="2998" y="35628"/>
                  </a:cubicBezTo>
                  <a:cubicBezTo>
                    <a:pt x="2945" y="35655"/>
                    <a:pt x="2918" y="35709"/>
                    <a:pt x="2918" y="35762"/>
                  </a:cubicBezTo>
                  <a:cubicBezTo>
                    <a:pt x="3106" y="37823"/>
                    <a:pt x="1633" y="39643"/>
                    <a:pt x="108" y="40526"/>
                  </a:cubicBezTo>
                  <a:cubicBezTo>
                    <a:pt x="54" y="40553"/>
                    <a:pt x="27" y="40580"/>
                    <a:pt x="27" y="40633"/>
                  </a:cubicBezTo>
                  <a:cubicBezTo>
                    <a:pt x="1" y="40687"/>
                    <a:pt x="27" y="40741"/>
                    <a:pt x="81" y="40767"/>
                  </a:cubicBezTo>
                  <a:cubicBezTo>
                    <a:pt x="1821" y="41784"/>
                    <a:pt x="2918" y="43631"/>
                    <a:pt x="2918" y="45532"/>
                  </a:cubicBezTo>
                  <a:cubicBezTo>
                    <a:pt x="2918" y="45558"/>
                    <a:pt x="2918" y="45558"/>
                    <a:pt x="2918" y="45558"/>
                  </a:cubicBezTo>
                  <a:cubicBezTo>
                    <a:pt x="2918" y="45612"/>
                    <a:pt x="2945" y="45665"/>
                    <a:pt x="2998" y="45692"/>
                  </a:cubicBezTo>
                  <a:cubicBezTo>
                    <a:pt x="4952" y="46656"/>
                    <a:pt x="6157" y="48610"/>
                    <a:pt x="6157" y="50778"/>
                  </a:cubicBezTo>
                  <a:cubicBezTo>
                    <a:pt x="6157" y="52972"/>
                    <a:pt x="4952" y="54926"/>
                    <a:pt x="2998" y="55890"/>
                  </a:cubicBezTo>
                  <a:cubicBezTo>
                    <a:pt x="2945" y="55917"/>
                    <a:pt x="2918" y="55970"/>
                    <a:pt x="2918" y="55997"/>
                  </a:cubicBezTo>
                  <a:cubicBezTo>
                    <a:pt x="2891" y="58004"/>
                    <a:pt x="1821" y="59798"/>
                    <a:pt x="108" y="60815"/>
                  </a:cubicBezTo>
                  <a:cubicBezTo>
                    <a:pt x="54" y="60815"/>
                    <a:pt x="27" y="60841"/>
                    <a:pt x="27" y="60895"/>
                  </a:cubicBezTo>
                  <a:cubicBezTo>
                    <a:pt x="1" y="60949"/>
                    <a:pt x="27" y="61002"/>
                    <a:pt x="81" y="61029"/>
                  </a:cubicBezTo>
                  <a:cubicBezTo>
                    <a:pt x="1821" y="62046"/>
                    <a:pt x="2891" y="63839"/>
                    <a:pt x="2918" y="65847"/>
                  </a:cubicBezTo>
                  <a:cubicBezTo>
                    <a:pt x="2918" y="65873"/>
                    <a:pt x="2945" y="65927"/>
                    <a:pt x="2998" y="65954"/>
                  </a:cubicBezTo>
                  <a:cubicBezTo>
                    <a:pt x="4952" y="66917"/>
                    <a:pt x="6157" y="68871"/>
                    <a:pt x="6157" y="71066"/>
                  </a:cubicBezTo>
                  <a:cubicBezTo>
                    <a:pt x="6157" y="73234"/>
                    <a:pt x="4952" y="75188"/>
                    <a:pt x="2998" y="76151"/>
                  </a:cubicBezTo>
                  <a:cubicBezTo>
                    <a:pt x="2945" y="76178"/>
                    <a:pt x="2918" y="76232"/>
                    <a:pt x="2918" y="76285"/>
                  </a:cubicBezTo>
                  <a:cubicBezTo>
                    <a:pt x="2891" y="78266"/>
                    <a:pt x="1821" y="80059"/>
                    <a:pt x="81" y="81076"/>
                  </a:cubicBezTo>
                  <a:cubicBezTo>
                    <a:pt x="27" y="81103"/>
                    <a:pt x="1" y="81183"/>
                    <a:pt x="27" y="81237"/>
                  </a:cubicBezTo>
                  <a:cubicBezTo>
                    <a:pt x="61" y="81288"/>
                    <a:pt x="95" y="81306"/>
                    <a:pt x="136" y="81306"/>
                  </a:cubicBezTo>
                  <a:cubicBezTo>
                    <a:pt x="160" y="81306"/>
                    <a:pt x="185" y="81300"/>
                    <a:pt x="215" y="81290"/>
                  </a:cubicBezTo>
                  <a:cubicBezTo>
                    <a:pt x="2008" y="80247"/>
                    <a:pt x="3106" y="78400"/>
                    <a:pt x="3186" y="76366"/>
                  </a:cubicBezTo>
                  <a:cubicBezTo>
                    <a:pt x="5166" y="75322"/>
                    <a:pt x="6398" y="73288"/>
                    <a:pt x="6398" y="71066"/>
                  </a:cubicBezTo>
                  <a:cubicBezTo>
                    <a:pt x="6398" y="68818"/>
                    <a:pt x="5166" y="66783"/>
                    <a:pt x="3186" y="65766"/>
                  </a:cubicBezTo>
                  <a:cubicBezTo>
                    <a:pt x="3106" y="63759"/>
                    <a:pt x="2062" y="61992"/>
                    <a:pt x="375" y="60922"/>
                  </a:cubicBezTo>
                  <a:cubicBezTo>
                    <a:pt x="2062" y="59878"/>
                    <a:pt x="3106" y="58085"/>
                    <a:pt x="3186" y="56077"/>
                  </a:cubicBezTo>
                  <a:cubicBezTo>
                    <a:pt x="5166" y="55060"/>
                    <a:pt x="6398" y="53026"/>
                    <a:pt x="6398" y="50778"/>
                  </a:cubicBezTo>
                  <a:cubicBezTo>
                    <a:pt x="6398" y="48556"/>
                    <a:pt x="5166" y="46522"/>
                    <a:pt x="3186" y="45505"/>
                  </a:cubicBezTo>
                  <a:cubicBezTo>
                    <a:pt x="3159" y="43604"/>
                    <a:pt x="2088" y="41731"/>
                    <a:pt x="375" y="40660"/>
                  </a:cubicBezTo>
                  <a:cubicBezTo>
                    <a:pt x="1901" y="39697"/>
                    <a:pt x="3293" y="37877"/>
                    <a:pt x="3186" y="35816"/>
                  </a:cubicBezTo>
                  <a:cubicBezTo>
                    <a:pt x="5166" y="34799"/>
                    <a:pt x="6398" y="32764"/>
                    <a:pt x="6398" y="30516"/>
                  </a:cubicBezTo>
                  <a:cubicBezTo>
                    <a:pt x="6398" y="28268"/>
                    <a:pt x="5166" y="26260"/>
                    <a:pt x="3186" y="25216"/>
                  </a:cubicBezTo>
                  <a:cubicBezTo>
                    <a:pt x="3079" y="23236"/>
                    <a:pt x="2062" y="21442"/>
                    <a:pt x="375" y="20399"/>
                  </a:cubicBezTo>
                  <a:cubicBezTo>
                    <a:pt x="2088" y="19328"/>
                    <a:pt x="3186" y="17454"/>
                    <a:pt x="3186" y="15608"/>
                  </a:cubicBezTo>
                  <a:cubicBezTo>
                    <a:pt x="3186" y="15581"/>
                    <a:pt x="3186" y="15581"/>
                    <a:pt x="3186" y="15554"/>
                  </a:cubicBezTo>
                  <a:cubicBezTo>
                    <a:pt x="5166" y="14510"/>
                    <a:pt x="6398" y="12503"/>
                    <a:pt x="6398" y="10254"/>
                  </a:cubicBezTo>
                  <a:cubicBezTo>
                    <a:pt x="6398" y="8006"/>
                    <a:pt x="5166" y="5999"/>
                    <a:pt x="3186" y="4955"/>
                  </a:cubicBezTo>
                  <a:cubicBezTo>
                    <a:pt x="3186" y="3028"/>
                    <a:pt x="1981" y="1047"/>
                    <a:pt x="215" y="30"/>
                  </a:cubicBezTo>
                  <a:cubicBezTo>
                    <a:pt x="184" y="10"/>
                    <a:pt x="153" y="1"/>
                    <a:pt x="12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969" name="Google Shape;969;p71"/>
          <p:cNvSpPr/>
          <p:nvPr/>
        </p:nvSpPr>
        <p:spPr>
          <a:xfrm rot="250550" flipH="1">
            <a:off x="838717" y="3110207"/>
            <a:ext cx="5950574" cy="3661060"/>
          </a:xfrm>
          <a:custGeom>
            <a:avLst/>
            <a:gdLst/>
            <a:ahLst/>
            <a:cxnLst/>
            <a:rect l="l" t="t" r="r" b="b"/>
            <a:pathLst>
              <a:path w="59643" h="36694" extrusionOk="0">
                <a:moveTo>
                  <a:pt x="6271" y="15779"/>
                </a:moveTo>
                <a:cubicBezTo>
                  <a:pt x="9374" y="14178"/>
                  <a:pt x="17513" y="18347"/>
                  <a:pt x="23150" y="11676"/>
                </a:cubicBezTo>
                <a:cubicBezTo>
                  <a:pt x="28787" y="5004"/>
                  <a:pt x="30455" y="1"/>
                  <a:pt x="37327" y="2302"/>
                </a:cubicBezTo>
                <a:cubicBezTo>
                  <a:pt x="44198" y="4571"/>
                  <a:pt x="43064" y="13410"/>
                  <a:pt x="47601" y="15779"/>
                </a:cubicBezTo>
                <a:cubicBezTo>
                  <a:pt x="52104" y="18147"/>
                  <a:pt x="59643" y="31690"/>
                  <a:pt x="43364" y="34192"/>
                </a:cubicBezTo>
                <a:cubicBezTo>
                  <a:pt x="27120" y="36694"/>
                  <a:pt x="10441" y="33158"/>
                  <a:pt x="5204" y="27520"/>
                </a:cubicBezTo>
                <a:cubicBezTo>
                  <a:pt x="0" y="21883"/>
                  <a:pt x="3136" y="17380"/>
                  <a:pt x="6271" y="15779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70" name="Google Shape;970;p71"/>
          <p:cNvSpPr txBox="1">
            <a:spLocks noGrp="1"/>
          </p:cNvSpPr>
          <p:nvPr>
            <p:ph type="title"/>
          </p:nvPr>
        </p:nvSpPr>
        <p:spPr>
          <a:xfrm>
            <a:off x="713225" y="528150"/>
            <a:ext cx="7717500" cy="541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>
                <a:solidFill>
                  <a:schemeClr val="accen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971" name="Google Shape;971;p71"/>
          <p:cNvSpPr txBox="1">
            <a:spLocks noGrp="1"/>
          </p:cNvSpPr>
          <p:nvPr>
            <p:ph type="subTitle" idx="1"/>
          </p:nvPr>
        </p:nvSpPr>
        <p:spPr>
          <a:xfrm>
            <a:off x="713225" y="2027400"/>
            <a:ext cx="3402600" cy="1088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0">
  <p:cSld name="CUSTOM_35_1">
    <p:spTree>
      <p:nvGrpSpPr>
        <p:cNvPr id="1" name="Shape 9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73" name="Google Shape;973;p72"/>
          <p:cNvGrpSpPr/>
          <p:nvPr/>
        </p:nvGrpSpPr>
        <p:grpSpPr>
          <a:xfrm>
            <a:off x="4789682" y="3273165"/>
            <a:ext cx="2304462" cy="2293869"/>
            <a:chOff x="2414491" y="671177"/>
            <a:chExt cx="1830972" cy="1822411"/>
          </a:xfrm>
        </p:grpSpPr>
        <p:sp>
          <p:nvSpPr>
            <p:cNvPr id="974" name="Google Shape;974;p72"/>
            <p:cNvSpPr/>
            <p:nvPr/>
          </p:nvSpPr>
          <p:spPr>
            <a:xfrm>
              <a:off x="2414491" y="671177"/>
              <a:ext cx="1830972" cy="1822391"/>
            </a:xfrm>
            <a:custGeom>
              <a:avLst/>
              <a:gdLst/>
              <a:ahLst/>
              <a:cxnLst/>
              <a:rect l="l" t="t" r="r" b="b"/>
              <a:pathLst>
                <a:path w="45663" h="45449" extrusionOk="0">
                  <a:moveTo>
                    <a:pt x="10947" y="4979"/>
                  </a:moveTo>
                  <a:lnTo>
                    <a:pt x="15605" y="7656"/>
                  </a:lnTo>
                  <a:lnTo>
                    <a:pt x="15605" y="13062"/>
                  </a:lnTo>
                  <a:lnTo>
                    <a:pt x="10947" y="15766"/>
                  </a:lnTo>
                  <a:lnTo>
                    <a:pt x="6263" y="13062"/>
                  </a:lnTo>
                  <a:lnTo>
                    <a:pt x="6263" y="7656"/>
                  </a:lnTo>
                  <a:lnTo>
                    <a:pt x="10947" y="4979"/>
                  </a:lnTo>
                  <a:close/>
                  <a:moveTo>
                    <a:pt x="20449" y="4979"/>
                  </a:moveTo>
                  <a:lnTo>
                    <a:pt x="25133" y="7656"/>
                  </a:lnTo>
                  <a:lnTo>
                    <a:pt x="25133" y="13062"/>
                  </a:lnTo>
                  <a:lnTo>
                    <a:pt x="20449" y="15766"/>
                  </a:lnTo>
                  <a:lnTo>
                    <a:pt x="15792" y="13062"/>
                  </a:lnTo>
                  <a:lnTo>
                    <a:pt x="15792" y="7656"/>
                  </a:lnTo>
                  <a:lnTo>
                    <a:pt x="20449" y="4979"/>
                  </a:lnTo>
                  <a:close/>
                  <a:moveTo>
                    <a:pt x="29978" y="4979"/>
                  </a:moveTo>
                  <a:lnTo>
                    <a:pt x="34635" y="7656"/>
                  </a:lnTo>
                  <a:lnTo>
                    <a:pt x="34635" y="13062"/>
                  </a:lnTo>
                  <a:lnTo>
                    <a:pt x="29978" y="15766"/>
                  </a:lnTo>
                  <a:lnTo>
                    <a:pt x="25294" y="13062"/>
                  </a:lnTo>
                  <a:lnTo>
                    <a:pt x="25294" y="7656"/>
                  </a:lnTo>
                  <a:lnTo>
                    <a:pt x="29978" y="4979"/>
                  </a:lnTo>
                  <a:close/>
                  <a:moveTo>
                    <a:pt x="6183" y="13196"/>
                  </a:moveTo>
                  <a:lnTo>
                    <a:pt x="10867" y="15899"/>
                  </a:lnTo>
                  <a:lnTo>
                    <a:pt x="10867" y="21306"/>
                  </a:lnTo>
                  <a:lnTo>
                    <a:pt x="6183" y="23983"/>
                  </a:lnTo>
                  <a:lnTo>
                    <a:pt x="1526" y="21306"/>
                  </a:lnTo>
                  <a:lnTo>
                    <a:pt x="1526" y="15899"/>
                  </a:lnTo>
                  <a:lnTo>
                    <a:pt x="6183" y="13196"/>
                  </a:lnTo>
                  <a:close/>
                  <a:moveTo>
                    <a:pt x="15712" y="13196"/>
                  </a:moveTo>
                  <a:lnTo>
                    <a:pt x="20369" y="15899"/>
                  </a:lnTo>
                  <a:lnTo>
                    <a:pt x="20369" y="21306"/>
                  </a:lnTo>
                  <a:lnTo>
                    <a:pt x="15712" y="23983"/>
                  </a:lnTo>
                  <a:lnTo>
                    <a:pt x="11028" y="21306"/>
                  </a:lnTo>
                  <a:lnTo>
                    <a:pt x="11028" y="15899"/>
                  </a:lnTo>
                  <a:lnTo>
                    <a:pt x="15712" y="13196"/>
                  </a:lnTo>
                  <a:close/>
                  <a:moveTo>
                    <a:pt x="25213" y="13196"/>
                  </a:moveTo>
                  <a:lnTo>
                    <a:pt x="29871" y="15899"/>
                  </a:lnTo>
                  <a:lnTo>
                    <a:pt x="29871" y="21306"/>
                  </a:lnTo>
                  <a:lnTo>
                    <a:pt x="25213" y="23983"/>
                  </a:lnTo>
                  <a:lnTo>
                    <a:pt x="20529" y="21306"/>
                  </a:lnTo>
                  <a:lnTo>
                    <a:pt x="20529" y="15899"/>
                  </a:lnTo>
                  <a:lnTo>
                    <a:pt x="25213" y="13196"/>
                  </a:lnTo>
                  <a:close/>
                  <a:moveTo>
                    <a:pt x="34715" y="13196"/>
                  </a:moveTo>
                  <a:lnTo>
                    <a:pt x="39399" y="15899"/>
                  </a:lnTo>
                  <a:lnTo>
                    <a:pt x="39399" y="21306"/>
                  </a:lnTo>
                  <a:lnTo>
                    <a:pt x="34715" y="23983"/>
                  </a:lnTo>
                  <a:lnTo>
                    <a:pt x="30058" y="21306"/>
                  </a:lnTo>
                  <a:lnTo>
                    <a:pt x="30058" y="15899"/>
                  </a:lnTo>
                  <a:lnTo>
                    <a:pt x="34715" y="13196"/>
                  </a:lnTo>
                  <a:close/>
                  <a:moveTo>
                    <a:pt x="10947" y="21440"/>
                  </a:moveTo>
                  <a:lnTo>
                    <a:pt x="15605" y="24143"/>
                  </a:lnTo>
                  <a:lnTo>
                    <a:pt x="15605" y="29523"/>
                  </a:lnTo>
                  <a:lnTo>
                    <a:pt x="10947" y="32226"/>
                  </a:lnTo>
                  <a:lnTo>
                    <a:pt x="6263" y="29523"/>
                  </a:lnTo>
                  <a:lnTo>
                    <a:pt x="6263" y="24143"/>
                  </a:lnTo>
                  <a:lnTo>
                    <a:pt x="10947" y="21440"/>
                  </a:lnTo>
                  <a:close/>
                  <a:moveTo>
                    <a:pt x="20449" y="21440"/>
                  </a:moveTo>
                  <a:lnTo>
                    <a:pt x="25133" y="24143"/>
                  </a:lnTo>
                  <a:lnTo>
                    <a:pt x="25133" y="29523"/>
                  </a:lnTo>
                  <a:lnTo>
                    <a:pt x="20449" y="32226"/>
                  </a:lnTo>
                  <a:lnTo>
                    <a:pt x="15792" y="29523"/>
                  </a:lnTo>
                  <a:lnTo>
                    <a:pt x="15792" y="24143"/>
                  </a:lnTo>
                  <a:lnTo>
                    <a:pt x="20449" y="21440"/>
                  </a:lnTo>
                  <a:close/>
                  <a:moveTo>
                    <a:pt x="29978" y="21440"/>
                  </a:moveTo>
                  <a:lnTo>
                    <a:pt x="34635" y="24143"/>
                  </a:lnTo>
                  <a:lnTo>
                    <a:pt x="34635" y="29523"/>
                  </a:lnTo>
                  <a:lnTo>
                    <a:pt x="29978" y="32226"/>
                  </a:lnTo>
                  <a:lnTo>
                    <a:pt x="25294" y="29523"/>
                  </a:lnTo>
                  <a:lnTo>
                    <a:pt x="25294" y="24143"/>
                  </a:lnTo>
                  <a:lnTo>
                    <a:pt x="29978" y="21440"/>
                  </a:lnTo>
                  <a:close/>
                  <a:moveTo>
                    <a:pt x="39480" y="21440"/>
                  </a:moveTo>
                  <a:lnTo>
                    <a:pt x="44137" y="24143"/>
                  </a:lnTo>
                  <a:lnTo>
                    <a:pt x="44137" y="29523"/>
                  </a:lnTo>
                  <a:lnTo>
                    <a:pt x="39480" y="32226"/>
                  </a:lnTo>
                  <a:lnTo>
                    <a:pt x="34796" y="29523"/>
                  </a:lnTo>
                  <a:lnTo>
                    <a:pt x="34796" y="24143"/>
                  </a:lnTo>
                  <a:lnTo>
                    <a:pt x="39480" y="21440"/>
                  </a:lnTo>
                  <a:close/>
                  <a:moveTo>
                    <a:pt x="15712" y="29684"/>
                  </a:moveTo>
                  <a:lnTo>
                    <a:pt x="20369" y="32387"/>
                  </a:lnTo>
                  <a:lnTo>
                    <a:pt x="20369" y="37767"/>
                  </a:lnTo>
                  <a:lnTo>
                    <a:pt x="15712" y="40470"/>
                  </a:lnTo>
                  <a:lnTo>
                    <a:pt x="11028" y="37767"/>
                  </a:lnTo>
                  <a:lnTo>
                    <a:pt x="11028" y="32387"/>
                  </a:lnTo>
                  <a:lnTo>
                    <a:pt x="15712" y="29684"/>
                  </a:lnTo>
                  <a:close/>
                  <a:moveTo>
                    <a:pt x="25213" y="29684"/>
                  </a:moveTo>
                  <a:lnTo>
                    <a:pt x="29871" y="32387"/>
                  </a:lnTo>
                  <a:lnTo>
                    <a:pt x="29871" y="37767"/>
                  </a:lnTo>
                  <a:lnTo>
                    <a:pt x="25213" y="40470"/>
                  </a:lnTo>
                  <a:lnTo>
                    <a:pt x="20529" y="37767"/>
                  </a:lnTo>
                  <a:lnTo>
                    <a:pt x="20529" y="32387"/>
                  </a:lnTo>
                  <a:lnTo>
                    <a:pt x="25213" y="29684"/>
                  </a:lnTo>
                  <a:close/>
                  <a:moveTo>
                    <a:pt x="34715" y="29684"/>
                  </a:moveTo>
                  <a:lnTo>
                    <a:pt x="39399" y="32387"/>
                  </a:lnTo>
                  <a:lnTo>
                    <a:pt x="39399" y="37767"/>
                  </a:lnTo>
                  <a:lnTo>
                    <a:pt x="34715" y="40470"/>
                  </a:lnTo>
                  <a:lnTo>
                    <a:pt x="30058" y="37767"/>
                  </a:lnTo>
                  <a:lnTo>
                    <a:pt x="30058" y="32387"/>
                  </a:lnTo>
                  <a:lnTo>
                    <a:pt x="34715" y="29684"/>
                  </a:lnTo>
                  <a:close/>
                  <a:moveTo>
                    <a:pt x="20369" y="1"/>
                  </a:moveTo>
                  <a:lnTo>
                    <a:pt x="20369" y="4818"/>
                  </a:lnTo>
                  <a:lnTo>
                    <a:pt x="15712" y="7522"/>
                  </a:lnTo>
                  <a:lnTo>
                    <a:pt x="11028" y="4818"/>
                  </a:lnTo>
                  <a:lnTo>
                    <a:pt x="11028" y="3159"/>
                  </a:lnTo>
                  <a:cubicBezTo>
                    <a:pt x="10974" y="3186"/>
                    <a:pt x="10921" y="3239"/>
                    <a:pt x="10867" y="3266"/>
                  </a:cubicBezTo>
                  <a:lnTo>
                    <a:pt x="10867" y="4818"/>
                  </a:lnTo>
                  <a:lnTo>
                    <a:pt x="6183" y="7522"/>
                  </a:lnTo>
                  <a:lnTo>
                    <a:pt x="5915" y="7361"/>
                  </a:lnTo>
                  <a:cubicBezTo>
                    <a:pt x="5889" y="7415"/>
                    <a:pt x="5835" y="7442"/>
                    <a:pt x="5808" y="7495"/>
                  </a:cubicBezTo>
                  <a:lnTo>
                    <a:pt x="6103" y="7656"/>
                  </a:lnTo>
                  <a:lnTo>
                    <a:pt x="6103" y="13062"/>
                  </a:lnTo>
                  <a:lnTo>
                    <a:pt x="1419" y="15766"/>
                  </a:lnTo>
                  <a:lnTo>
                    <a:pt x="1124" y="15578"/>
                  </a:lnTo>
                  <a:cubicBezTo>
                    <a:pt x="1124" y="15632"/>
                    <a:pt x="1098" y="15685"/>
                    <a:pt x="1071" y="15739"/>
                  </a:cubicBezTo>
                  <a:lnTo>
                    <a:pt x="1338" y="15899"/>
                  </a:lnTo>
                  <a:lnTo>
                    <a:pt x="1338" y="21306"/>
                  </a:lnTo>
                  <a:lnTo>
                    <a:pt x="0" y="22082"/>
                  </a:lnTo>
                  <a:cubicBezTo>
                    <a:pt x="0" y="22136"/>
                    <a:pt x="0" y="22216"/>
                    <a:pt x="0" y="22270"/>
                  </a:cubicBezTo>
                  <a:lnTo>
                    <a:pt x="1419" y="21440"/>
                  </a:lnTo>
                  <a:lnTo>
                    <a:pt x="6103" y="24143"/>
                  </a:lnTo>
                  <a:lnTo>
                    <a:pt x="6103" y="29523"/>
                  </a:lnTo>
                  <a:lnTo>
                    <a:pt x="1927" y="31932"/>
                  </a:lnTo>
                  <a:cubicBezTo>
                    <a:pt x="1954" y="31986"/>
                    <a:pt x="1981" y="32039"/>
                    <a:pt x="2008" y="32093"/>
                  </a:cubicBezTo>
                  <a:lnTo>
                    <a:pt x="6183" y="29684"/>
                  </a:lnTo>
                  <a:lnTo>
                    <a:pt x="10867" y="32387"/>
                  </a:lnTo>
                  <a:lnTo>
                    <a:pt x="10867" y="37767"/>
                  </a:lnTo>
                  <a:lnTo>
                    <a:pt x="7548" y="39694"/>
                  </a:lnTo>
                  <a:cubicBezTo>
                    <a:pt x="7575" y="39721"/>
                    <a:pt x="7628" y="39774"/>
                    <a:pt x="7682" y="39801"/>
                  </a:cubicBezTo>
                  <a:lnTo>
                    <a:pt x="10947" y="37928"/>
                  </a:lnTo>
                  <a:lnTo>
                    <a:pt x="15605" y="40631"/>
                  </a:lnTo>
                  <a:lnTo>
                    <a:pt x="15605" y="44405"/>
                  </a:lnTo>
                  <a:cubicBezTo>
                    <a:pt x="15658" y="44405"/>
                    <a:pt x="15738" y="44432"/>
                    <a:pt x="15792" y="44458"/>
                  </a:cubicBezTo>
                  <a:lnTo>
                    <a:pt x="15792" y="40631"/>
                  </a:lnTo>
                  <a:lnTo>
                    <a:pt x="20449" y="37928"/>
                  </a:lnTo>
                  <a:lnTo>
                    <a:pt x="25133" y="40631"/>
                  </a:lnTo>
                  <a:lnTo>
                    <a:pt x="25133" y="45449"/>
                  </a:lnTo>
                  <a:cubicBezTo>
                    <a:pt x="25187" y="45449"/>
                    <a:pt x="25240" y="45449"/>
                    <a:pt x="25294" y="45422"/>
                  </a:cubicBezTo>
                  <a:lnTo>
                    <a:pt x="25294" y="40631"/>
                  </a:lnTo>
                  <a:lnTo>
                    <a:pt x="29978" y="37928"/>
                  </a:lnTo>
                  <a:lnTo>
                    <a:pt x="34635" y="40631"/>
                  </a:lnTo>
                  <a:lnTo>
                    <a:pt x="34635" y="42290"/>
                  </a:lnTo>
                  <a:cubicBezTo>
                    <a:pt x="34688" y="42237"/>
                    <a:pt x="34742" y="42210"/>
                    <a:pt x="34796" y="42183"/>
                  </a:cubicBezTo>
                  <a:lnTo>
                    <a:pt x="34796" y="40631"/>
                  </a:lnTo>
                  <a:lnTo>
                    <a:pt x="39480" y="37928"/>
                  </a:lnTo>
                  <a:lnTo>
                    <a:pt x="39747" y="38088"/>
                  </a:lnTo>
                  <a:cubicBezTo>
                    <a:pt x="39774" y="38035"/>
                    <a:pt x="39827" y="37981"/>
                    <a:pt x="39854" y="37954"/>
                  </a:cubicBezTo>
                  <a:lnTo>
                    <a:pt x="39560" y="37767"/>
                  </a:lnTo>
                  <a:lnTo>
                    <a:pt x="39560" y="32387"/>
                  </a:lnTo>
                  <a:lnTo>
                    <a:pt x="44244" y="29684"/>
                  </a:lnTo>
                  <a:lnTo>
                    <a:pt x="44538" y="29871"/>
                  </a:lnTo>
                  <a:cubicBezTo>
                    <a:pt x="44565" y="29791"/>
                    <a:pt x="44565" y="29737"/>
                    <a:pt x="44592" y="29684"/>
                  </a:cubicBezTo>
                  <a:lnTo>
                    <a:pt x="44324" y="29523"/>
                  </a:lnTo>
                  <a:lnTo>
                    <a:pt x="44324" y="24143"/>
                  </a:lnTo>
                  <a:lnTo>
                    <a:pt x="45662" y="23367"/>
                  </a:lnTo>
                  <a:cubicBezTo>
                    <a:pt x="45662" y="23314"/>
                    <a:pt x="45662" y="23233"/>
                    <a:pt x="45662" y="23153"/>
                  </a:cubicBezTo>
                  <a:lnTo>
                    <a:pt x="44244" y="23983"/>
                  </a:lnTo>
                  <a:lnTo>
                    <a:pt x="39560" y="21306"/>
                  </a:lnTo>
                  <a:lnTo>
                    <a:pt x="39560" y="15899"/>
                  </a:lnTo>
                  <a:lnTo>
                    <a:pt x="43735" y="13491"/>
                  </a:lnTo>
                  <a:cubicBezTo>
                    <a:pt x="43709" y="13437"/>
                    <a:pt x="43682" y="13383"/>
                    <a:pt x="43655" y="13330"/>
                  </a:cubicBezTo>
                  <a:lnTo>
                    <a:pt x="39480" y="15766"/>
                  </a:lnTo>
                  <a:lnTo>
                    <a:pt x="34796" y="13062"/>
                  </a:lnTo>
                  <a:lnTo>
                    <a:pt x="34796" y="7656"/>
                  </a:lnTo>
                  <a:lnTo>
                    <a:pt x="38114" y="5755"/>
                  </a:lnTo>
                  <a:cubicBezTo>
                    <a:pt x="38088" y="5702"/>
                    <a:pt x="38034" y="5675"/>
                    <a:pt x="37981" y="5621"/>
                  </a:cubicBezTo>
                  <a:lnTo>
                    <a:pt x="34715" y="7522"/>
                  </a:lnTo>
                  <a:lnTo>
                    <a:pt x="30058" y="4818"/>
                  </a:lnTo>
                  <a:lnTo>
                    <a:pt x="30058" y="1045"/>
                  </a:lnTo>
                  <a:cubicBezTo>
                    <a:pt x="30004" y="1018"/>
                    <a:pt x="29951" y="1018"/>
                    <a:pt x="29871" y="991"/>
                  </a:cubicBezTo>
                  <a:lnTo>
                    <a:pt x="29871" y="4818"/>
                  </a:lnTo>
                  <a:lnTo>
                    <a:pt x="25213" y="7522"/>
                  </a:lnTo>
                  <a:lnTo>
                    <a:pt x="20529" y="4818"/>
                  </a:lnTo>
                  <a:lnTo>
                    <a:pt x="2052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5" name="Google Shape;975;p72"/>
            <p:cNvSpPr/>
            <p:nvPr/>
          </p:nvSpPr>
          <p:spPr>
            <a:xfrm>
              <a:off x="2796545" y="833253"/>
              <a:ext cx="9704" cy="7538"/>
            </a:xfrm>
            <a:custGeom>
              <a:avLst/>
              <a:gdLst/>
              <a:ahLst/>
              <a:cxnLst/>
              <a:rect l="l" t="t" r="r" b="b"/>
              <a:pathLst>
                <a:path w="242" h="188" extrusionOk="0">
                  <a:moveTo>
                    <a:pt x="161" y="0"/>
                  </a:moveTo>
                  <a:cubicBezTo>
                    <a:pt x="108" y="27"/>
                    <a:pt x="54" y="81"/>
                    <a:pt x="1" y="107"/>
                  </a:cubicBezTo>
                  <a:lnTo>
                    <a:pt x="161" y="188"/>
                  </a:lnTo>
                  <a:lnTo>
                    <a:pt x="242" y="54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6" name="Google Shape;976;p72"/>
            <p:cNvSpPr/>
            <p:nvPr/>
          </p:nvSpPr>
          <p:spPr>
            <a:xfrm>
              <a:off x="2899597" y="677633"/>
              <a:ext cx="287659" cy="242590"/>
            </a:xfrm>
            <a:custGeom>
              <a:avLst/>
              <a:gdLst/>
              <a:ahLst/>
              <a:cxnLst/>
              <a:rect l="l" t="t" r="r" b="b"/>
              <a:pathLst>
                <a:path w="7174" h="6050" extrusionOk="0">
                  <a:moveTo>
                    <a:pt x="7173" y="0"/>
                  </a:moveTo>
                  <a:lnTo>
                    <a:pt x="7173" y="0"/>
                  </a:lnTo>
                  <a:cubicBezTo>
                    <a:pt x="7013" y="27"/>
                    <a:pt x="6852" y="54"/>
                    <a:pt x="6692" y="81"/>
                  </a:cubicBezTo>
                  <a:lnTo>
                    <a:pt x="3667" y="1794"/>
                  </a:lnTo>
                  <a:lnTo>
                    <a:pt x="3667" y="830"/>
                  </a:lnTo>
                  <a:cubicBezTo>
                    <a:pt x="3614" y="857"/>
                    <a:pt x="3560" y="857"/>
                    <a:pt x="3507" y="884"/>
                  </a:cubicBezTo>
                  <a:lnTo>
                    <a:pt x="3507" y="1794"/>
                  </a:lnTo>
                  <a:lnTo>
                    <a:pt x="2516" y="1231"/>
                  </a:lnTo>
                  <a:cubicBezTo>
                    <a:pt x="2463" y="1258"/>
                    <a:pt x="2382" y="1285"/>
                    <a:pt x="2329" y="1312"/>
                  </a:cubicBezTo>
                  <a:lnTo>
                    <a:pt x="3426" y="1954"/>
                  </a:lnTo>
                  <a:lnTo>
                    <a:pt x="0" y="3935"/>
                  </a:lnTo>
                  <a:lnTo>
                    <a:pt x="81" y="4069"/>
                  </a:lnTo>
                  <a:lnTo>
                    <a:pt x="3507" y="2115"/>
                  </a:lnTo>
                  <a:lnTo>
                    <a:pt x="3507" y="6049"/>
                  </a:lnTo>
                  <a:lnTo>
                    <a:pt x="3667" y="6049"/>
                  </a:lnTo>
                  <a:lnTo>
                    <a:pt x="3667" y="2115"/>
                  </a:lnTo>
                  <a:lnTo>
                    <a:pt x="7093" y="4069"/>
                  </a:lnTo>
                  <a:lnTo>
                    <a:pt x="7173" y="3935"/>
                  </a:lnTo>
                  <a:lnTo>
                    <a:pt x="3774" y="1954"/>
                  </a:lnTo>
                  <a:lnTo>
                    <a:pt x="717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7" name="Google Shape;977;p72"/>
            <p:cNvSpPr/>
            <p:nvPr/>
          </p:nvSpPr>
          <p:spPr>
            <a:xfrm>
              <a:off x="3280608" y="671177"/>
              <a:ext cx="288742" cy="249046"/>
            </a:xfrm>
            <a:custGeom>
              <a:avLst/>
              <a:gdLst/>
              <a:ahLst/>
              <a:cxnLst/>
              <a:rect l="l" t="t" r="r" b="b"/>
              <a:pathLst>
                <a:path w="7201" h="6211" extrusionOk="0">
                  <a:moveTo>
                    <a:pt x="107" y="1"/>
                  </a:moveTo>
                  <a:lnTo>
                    <a:pt x="0" y="134"/>
                  </a:lnTo>
                  <a:lnTo>
                    <a:pt x="3426" y="2115"/>
                  </a:lnTo>
                  <a:lnTo>
                    <a:pt x="0" y="4096"/>
                  </a:lnTo>
                  <a:lnTo>
                    <a:pt x="107" y="4230"/>
                  </a:lnTo>
                  <a:lnTo>
                    <a:pt x="3506" y="2276"/>
                  </a:lnTo>
                  <a:lnTo>
                    <a:pt x="3506" y="6210"/>
                  </a:lnTo>
                  <a:lnTo>
                    <a:pt x="3694" y="6210"/>
                  </a:lnTo>
                  <a:lnTo>
                    <a:pt x="3694" y="2276"/>
                  </a:lnTo>
                  <a:lnTo>
                    <a:pt x="7093" y="4230"/>
                  </a:lnTo>
                  <a:lnTo>
                    <a:pt x="7200" y="4096"/>
                  </a:lnTo>
                  <a:lnTo>
                    <a:pt x="3774" y="2115"/>
                  </a:lnTo>
                  <a:lnTo>
                    <a:pt x="6558" y="509"/>
                  </a:lnTo>
                  <a:cubicBezTo>
                    <a:pt x="6477" y="482"/>
                    <a:pt x="6397" y="456"/>
                    <a:pt x="6317" y="456"/>
                  </a:cubicBezTo>
                  <a:lnTo>
                    <a:pt x="3694" y="1955"/>
                  </a:lnTo>
                  <a:lnTo>
                    <a:pt x="3694" y="1"/>
                  </a:lnTo>
                  <a:lnTo>
                    <a:pt x="3506" y="1"/>
                  </a:lnTo>
                  <a:lnTo>
                    <a:pt x="3506" y="1955"/>
                  </a:lnTo>
                  <a:lnTo>
                    <a:pt x="10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8" name="Google Shape;978;p72"/>
            <p:cNvSpPr/>
            <p:nvPr/>
          </p:nvSpPr>
          <p:spPr>
            <a:xfrm>
              <a:off x="3662662" y="776354"/>
              <a:ext cx="109506" cy="64437"/>
            </a:xfrm>
            <a:custGeom>
              <a:avLst/>
              <a:gdLst/>
              <a:ahLst/>
              <a:cxnLst/>
              <a:rect l="l" t="t" r="r" b="b"/>
              <a:pathLst>
                <a:path w="2731" h="1607" extrusionOk="0">
                  <a:moveTo>
                    <a:pt x="2543" y="1"/>
                  </a:moveTo>
                  <a:lnTo>
                    <a:pt x="1" y="1473"/>
                  </a:lnTo>
                  <a:lnTo>
                    <a:pt x="81" y="1607"/>
                  </a:lnTo>
                  <a:lnTo>
                    <a:pt x="2731" y="81"/>
                  </a:lnTo>
                  <a:cubicBezTo>
                    <a:pt x="2677" y="54"/>
                    <a:pt x="2597" y="27"/>
                    <a:pt x="254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9" name="Google Shape;979;p72"/>
            <p:cNvSpPr/>
            <p:nvPr/>
          </p:nvSpPr>
          <p:spPr>
            <a:xfrm>
              <a:off x="3803246" y="797847"/>
              <a:ext cx="6496" cy="122378"/>
            </a:xfrm>
            <a:custGeom>
              <a:avLst/>
              <a:gdLst/>
              <a:ahLst/>
              <a:cxnLst/>
              <a:rect l="l" t="t" r="r" b="b"/>
              <a:pathLst>
                <a:path w="162" h="3052" extrusionOk="0">
                  <a:moveTo>
                    <a:pt x="1" y="0"/>
                  </a:moveTo>
                  <a:lnTo>
                    <a:pt x="1" y="3051"/>
                  </a:lnTo>
                  <a:lnTo>
                    <a:pt x="162" y="3051"/>
                  </a:lnTo>
                  <a:lnTo>
                    <a:pt x="162" y="107"/>
                  </a:lnTo>
                  <a:cubicBezTo>
                    <a:pt x="108" y="54"/>
                    <a:pt x="54" y="27"/>
                    <a:pt x="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0" name="Google Shape;980;p72"/>
            <p:cNvSpPr/>
            <p:nvPr/>
          </p:nvSpPr>
          <p:spPr>
            <a:xfrm>
              <a:off x="2475641" y="1246463"/>
              <a:ext cx="2205" cy="4331"/>
            </a:xfrm>
            <a:custGeom>
              <a:avLst/>
              <a:gdLst/>
              <a:ahLst/>
              <a:cxnLst/>
              <a:rect l="l" t="t" r="r" b="b"/>
              <a:pathLst>
                <a:path w="55" h="108" extrusionOk="0">
                  <a:moveTo>
                    <a:pt x="54" y="0"/>
                  </a:moveTo>
                  <a:cubicBezTo>
                    <a:pt x="28" y="27"/>
                    <a:pt x="28" y="54"/>
                    <a:pt x="1" y="107"/>
                  </a:cubicBezTo>
                  <a:lnTo>
                    <a:pt x="54" y="107"/>
                  </a:lnTo>
                  <a:lnTo>
                    <a:pt x="5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1" name="Google Shape;981;p72"/>
            <p:cNvSpPr/>
            <p:nvPr/>
          </p:nvSpPr>
          <p:spPr>
            <a:xfrm>
              <a:off x="2616265" y="1006036"/>
              <a:ext cx="2165" cy="2205"/>
            </a:xfrm>
            <a:custGeom>
              <a:avLst/>
              <a:gdLst/>
              <a:ahLst/>
              <a:cxnLst/>
              <a:rect l="l" t="t" r="r" b="b"/>
              <a:pathLst>
                <a:path w="54" h="55" extrusionOk="0">
                  <a:moveTo>
                    <a:pt x="54" y="1"/>
                  </a:moveTo>
                  <a:cubicBezTo>
                    <a:pt x="27" y="27"/>
                    <a:pt x="27" y="27"/>
                    <a:pt x="0" y="54"/>
                  </a:cubicBezTo>
                  <a:lnTo>
                    <a:pt x="54" y="27"/>
                  </a:lnTo>
                  <a:lnTo>
                    <a:pt x="5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2" name="Google Shape;982;p72"/>
            <p:cNvSpPr/>
            <p:nvPr/>
          </p:nvSpPr>
          <p:spPr>
            <a:xfrm>
              <a:off x="2535748" y="1119794"/>
              <a:ext cx="82681" cy="51565"/>
            </a:xfrm>
            <a:custGeom>
              <a:avLst/>
              <a:gdLst/>
              <a:ahLst/>
              <a:cxnLst/>
              <a:rect l="l" t="t" r="r" b="b"/>
              <a:pathLst>
                <a:path w="2062" h="1286" extrusionOk="0">
                  <a:moveTo>
                    <a:pt x="81" y="1"/>
                  </a:moveTo>
                  <a:cubicBezTo>
                    <a:pt x="54" y="54"/>
                    <a:pt x="27" y="108"/>
                    <a:pt x="1" y="135"/>
                  </a:cubicBezTo>
                  <a:lnTo>
                    <a:pt x="1981" y="1285"/>
                  </a:lnTo>
                  <a:lnTo>
                    <a:pt x="2062" y="1125"/>
                  </a:ln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3" name="Google Shape;983;p72"/>
            <p:cNvSpPr/>
            <p:nvPr/>
          </p:nvSpPr>
          <p:spPr>
            <a:xfrm>
              <a:off x="2711778" y="921268"/>
              <a:ext cx="287659" cy="329521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217"/>
                  </a:lnTo>
                  <a:lnTo>
                    <a:pt x="3667" y="8217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4" name="Google Shape;984;p72"/>
            <p:cNvSpPr/>
            <p:nvPr/>
          </p:nvSpPr>
          <p:spPr>
            <a:xfrm>
              <a:off x="3092789" y="921268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80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0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41"/>
                  </a:lnTo>
                  <a:lnTo>
                    <a:pt x="7093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5" name="Google Shape;985;p72"/>
            <p:cNvSpPr/>
            <p:nvPr/>
          </p:nvSpPr>
          <p:spPr>
            <a:xfrm>
              <a:off x="3474843" y="92126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480" y="3961"/>
                  </a:lnTo>
                  <a:lnTo>
                    <a:pt x="81" y="1981"/>
                  </a:lnTo>
                  <a:lnTo>
                    <a:pt x="1" y="2141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36"/>
                  </a:lnTo>
                  <a:lnTo>
                    <a:pt x="3480" y="4256"/>
                  </a:lnTo>
                  <a:lnTo>
                    <a:pt x="3480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6" name="Google Shape;986;p72"/>
            <p:cNvSpPr/>
            <p:nvPr/>
          </p:nvSpPr>
          <p:spPr>
            <a:xfrm>
              <a:off x="3855854" y="953467"/>
              <a:ext cx="287659" cy="296240"/>
            </a:xfrm>
            <a:custGeom>
              <a:avLst/>
              <a:gdLst/>
              <a:ahLst/>
              <a:cxnLst/>
              <a:rect l="l" t="t" r="r" b="b"/>
              <a:pathLst>
                <a:path w="7174" h="7388" extrusionOk="0">
                  <a:moveTo>
                    <a:pt x="3507" y="0"/>
                  </a:moveTo>
                  <a:lnTo>
                    <a:pt x="3507" y="3158"/>
                  </a:lnTo>
                  <a:lnTo>
                    <a:pt x="81" y="1178"/>
                  </a:lnTo>
                  <a:lnTo>
                    <a:pt x="0" y="1312"/>
                  </a:lnTo>
                  <a:lnTo>
                    <a:pt x="3426" y="3292"/>
                  </a:lnTo>
                  <a:lnTo>
                    <a:pt x="0" y="5273"/>
                  </a:lnTo>
                  <a:lnTo>
                    <a:pt x="81" y="5433"/>
                  </a:lnTo>
                  <a:lnTo>
                    <a:pt x="3507" y="3453"/>
                  </a:lnTo>
                  <a:lnTo>
                    <a:pt x="3507" y="7387"/>
                  </a:lnTo>
                  <a:lnTo>
                    <a:pt x="3667" y="7387"/>
                  </a:lnTo>
                  <a:lnTo>
                    <a:pt x="3667" y="3453"/>
                  </a:lnTo>
                  <a:lnTo>
                    <a:pt x="7093" y="5407"/>
                  </a:lnTo>
                  <a:lnTo>
                    <a:pt x="7174" y="5273"/>
                  </a:lnTo>
                  <a:lnTo>
                    <a:pt x="3748" y="3292"/>
                  </a:lnTo>
                  <a:lnTo>
                    <a:pt x="5434" y="2329"/>
                  </a:lnTo>
                  <a:cubicBezTo>
                    <a:pt x="5380" y="2302"/>
                    <a:pt x="5354" y="2248"/>
                    <a:pt x="5327" y="2195"/>
                  </a:cubicBezTo>
                  <a:lnTo>
                    <a:pt x="3667" y="3158"/>
                  </a:lnTo>
                  <a:lnTo>
                    <a:pt x="3667" y="187"/>
                  </a:lnTo>
                  <a:cubicBezTo>
                    <a:pt x="3614" y="134"/>
                    <a:pt x="3560" y="80"/>
                    <a:pt x="350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7" name="Google Shape;987;p72"/>
            <p:cNvSpPr/>
            <p:nvPr/>
          </p:nvSpPr>
          <p:spPr>
            <a:xfrm>
              <a:off x="2417699" y="1498640"/>
              <a:ext cx="7538" cy="9704"/>
            </a:xfrm>
            <a:custGeom>
              <a:avLst/>
              <a:gdLst/>
              <a:ahLst/>
              <a:cxnLst/>
              <a:rect l="l" t="t" r="r" b="b"/>
              <a:pathLst>
                <a:path w="188" h="242" extrusionOk="0">
                  <a:moveTo>
                    <a:pt x="1" y="1"/>
                  </a:moveTo>
                  <a:cubicBezTo>
                    <a:pt x="1" y="54"/>
                    <a:pt x="1" y="135"/>
                    <a:pt x="1" y="188"/>
                  </a:cubicBezTo>
                  <a:lnTo>
                    <a:pt x="108" y="242"/>
                  </a:lnTo>
                  <a:lnTo>
                    <a:pt x="188" y="108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8" name="Google Shape;988;p72"/>
            <p:cNvSpPr/>
            <p:nvPr/>
          </p:nvSpPr>
          <p:spPr>
            <a:xfrm>
              <a:off x="2518586" y="1259335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9" name="Google Shape;989;p72"/>
            <p:cNvSpPr/>
            <p:nvPr/>
          </p:nvSpPr>
          <p:spPr>
            <a:xfrm>
              <a:off x="2899597" y="1259335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3" y="6049"/>
                  </a:lnTo>
                  <a:lnTo>
                    <a:pt x="3774" y="4095"/>
                  </a:lnTo>
                  <a:lnTo>
                    <a:pt x="7173" y="2115"/>
                  </a:lnTo>
                  <a:lnTo>
                    <a:pt x="7093" y="1954"/>
                  </a:lnTo>
                  <a:lnTo>
                    <a:pt x="3667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0" name="Google Shape;990;p72"/>
            <p:cNvSpPr/>
            <p:nvPr/>
          </p:nvSpPr>
          <p:spPr>
            <a:xfrm>
              <a:off x="3280608" y="1259335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35"/>
                  </a:lnTo>
                  <a:lnTo>
                    <a:pt x="107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107" y="6210"/>
                  </a:lnTo>
                  <a:lnTo>
                    <a:pt x="3506" y="4229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29"/>
                  </a:lnTo>
                  <a:lnTo>
                    <a:pt x="7093" y="6210"/>
                  </a:lnTo>
                  <a:lnTo>
                    <a:pt x="7200" y="6049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54"/>
                  </a:lnTo>
                  <a:lnTo>
                    <a:pt x="3694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1" name="Google Shape;991;p72"/>
            <p:cNvSpPr/>
            <p:nvPr/>
          </p:nvSpPr>
          <p:spPr>
            <a:xfrm>
              <a:off x="3662662" y="1258252"/>
              <a:ext cx="287659" cy="329521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122"/>
                  </a:lnTo>
                  <a:lnTo>
                    <a:pt x="1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8" y="8218"/>
                  </a:lnTo>
                  <a:lnTo>
                    <a:pt x="3668" y="4256"/>
                  </a:lnTo>
                  <a:lnTo>
                    <a:pt x="7094" y="6237"/>
                  </a:lnTo>
                  <a:lnTo>
                    <a:pt x="7174" y="6076"/>
                  </a:lnTo>
                  <a:lnTo>
                    <a:pt x="3748" y="4122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2" name="Google Shape;992;p72"/>
            <p:cNvSpPr/>
            <p:nvPr/>
          </p:nvSpPr>
          <p:spPr>
            <a:xfrm>
              <a:off x="4043673" y="1258252"/>
              <a:ext cx="193230" cy="329521"/>
            </a:xfrm>
            <a:custGeom>
              <a:avLst/>
              <a:gdLst/>
              <a:ahLst/>
              <a:cxnLst/>
              <a:rect l="l" t="t" r="r" b="b"/>
              <a:pathLst>
                <a:path w="4819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7" y="8218"/>
                  </a:lnTo>
                  <a:lnTo>
                    <a:pt x="3667" y="4256"/>
                  </a:lnTo>
                  <a:lnTo>
                    <a:pt x="4818" y="4925"/>
                  </a:lnTo>
                  <a:cubicBezTo>
                    <a:pt x="4818" y="4845"/>
                    <a:pt x="4818" y="4765"/>
                    <a:pt x="4792" y="4711"/>
                  </a:cubicBezTo>
                  <a:lnTo>
                    <a:pt x="3774" y="4096"/>
                  </a:lnTo>
                  <a:lnTo>
                    <a:pt x="4604" y="3614"/>
                  </a:lnTo>
                  <a:cubicBezTo>
                    <a:pt x="4604" y="3560"/>
                    <a:pt x="4577" y="3507"/>
                    <a:pt x="4577" y="3453"/>
                  </a:cubicBezTo>
                  <a:lnTo>
                    <a:pt x="3667" y="3962"/>
                  </a:lnTo>
                  <a:lnTo>
                    <a:pt x="3667" y="295"/>
                  </a:lnTo>
                  <a:cubicBezTo>
                    <a:pt x="3641" y="188"/>
                    <a:pt x="3614" y="108"/>
                    <a:pt x="358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3" name="Google Shape;993;p72"/>
            <p:cNvSpPr/>
            <p:nvPr/>
          </p:nvSpPr>
          <p:spPr>
            <a:xfrm>
              <a:off x="2423072" y="1578074"/>
              <a:ext cx="195355" cy="328439"/>
            </a:xfrm>
            <a:custGeom>
              <a:avLst/>
              <a:gdLst/>
              <a:ahLst/>
              <a:cxnLst/>
              <a:rect l="l" t="t" r="r" b="b"/>
              <a:pathLst>
                <a:path w="4872" h="8191" extrusionOk="0">
                  <a:moveTo>
                    <a:pt x="1205" y="1"/>
                  </a:moveTo>
                  <a:lnTo>
                    <a:pt x="1205" y="3935"/>
                  </a:lnTo>
                  <a:lnTo>
                    <a:pt x="0" y="3266"/>
                  </a:lnTo>
                  <a:lnTo>
                    <a:pt x="0" y="3266"/>
                  </a:lnTo>
                  <a:cubicBezTo>
                    <a:pt x="0" y="3320"/>
                    <a:pt x="27" y="3400"/>
                    <a:pt x="27" y="3480"/>
                  </a:cubicBezTo>
                  <a:lnTo>
                    <a:pt x="1098" y="4096"/>
                  </a:lnTo>
                  <a:lnTo>
                    <a:pt x="214" y="4604"/>
                  </a:lnTo>
                  <a:cubicBezTo>
                    <a:pt x="241" y="4658"/>
                    <a:pt x="241" y="4738"/>
                    <a:pt x="268" y="4792"/>
                  </a:cubicBezTo>
                  <a:lnTo>
                    <a:pt x="1205" y="4256"/>
                  </a:lnTo>
                  <a:lnTo>
                    <a:pt x="1205" y="8030"/>
                  </a:lnTo>
                  <a:cubicBezTo>
                    <a:pt x="1205" y="8084"/>
                    <a:pt x="1232" y="8137"/>
                    <a:pt x="1258" y="8191"/>
                  </a:cubicBezTo>
                  <a:lnTo>
                    <a:pt x="1365" y="8191"/>
                  </a:lnTo>
                  <a:lnTo>
                    <a:pt x="1365" y="4256"/>
                  </a:lnTo>
                  <a:lnTo>
                    <a:pt x="4791" y="6210"/>
                  </a:lnTo>
                  <a:lnTo>
                    <a:pt x="4872" y="6076"/>
                  </a:lnTo>
                  <a:lnTo>
                    <a:pt x="1446" y="4096"/>
                  </a:lnTo>
                  <a:lnTo>
                    <a:pt x="4872" y="2115"/>
                  </a:lnTo>
                  <a:lnTo>
                    <a:pt x="4791" y="1981"/>
                  </a:lnTo>
                  <a:lnTo>
                    <a:pt x="1365" y="3935"/>
                  </a:lnTo>
                  <a:lnTo>
                    <a:pt x="136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4" name="Google Shape;994;p72"/>
            <p:cNvSpPr/>
            <p:nvPr/>
          </p:nvSpPr>
          <p:spPr>
            <a:xfrm>
              <a:off x="2711778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56"/>
                  </a:lnTo>
                  <a:lnTo>
                    <a:pt x="7093" y="6210"/>
                  </a:lnTo>
                  <a:lnTo>
                    <a:pt x="7173" y="6076"/>
                  </a:lnTo>
                  <a:lnTo>
                    <a:pt x="3774" y="4096"/>
                  </a:lnTo>
                  <a:lnTo>
                    <a:pt x="7173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5" name="Google Shape;995;p72"/>
            <p:cNvSpPr/>
            <p:nvPr/>
          </p:nvSpPr>
          <p:spPr>
            <a:xfrm>
              <a:off x="3092789" y="1578074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1"/>
                  </a:moveTo>
                  <a:lnTo>
                    <a:pt x="3506" y="3935"/>
                  </a:lnTo>
                  <a:lnTo>
                    <a:pt x="80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0" y="6210"/>
                  </a:lnTo>
                  <a:lnTo>
                    <a:pt x="3506" y="4230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30"/>
                  </a:lnTo>
                  <a:lnTo>
                    <a:pt x="7093" y="6210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15"/>
                  </a:lnTo>
                  <a:lnTo>
                    <a:pt x="7093" y="1981"/>
                  </a:lnTo>
                  <a:lnTo>
                    <a:pt x="3694" y="3935"/>
                  </a:lnTo>
                  <a:lnTo>
                    <a:pt x="369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6" name="Google Shape;996;p72"/>
            <p:cNvSpPr/>
            <p:nvPr/>
          </p:nvSpPr>
          <p:spPr>
            <a:xfrm>
              <a:off x="3474843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1" y="2115"/>
                  </a:lnTo>
                  <a:lnTo>
                    <a:pt x="3400" y="4096"/>
                  </a:lnTo>
                  <a:lnTo>
                    <a:pt x="1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480" y="8191"/>
                  </a:lnTo>
                  <a:lnTo>
                    <a:pt x="3668" y="8191"/>
                  </a:lnTo>
                  <a:lnTo>
                    <a:pt x="3668" y="4230"/>
                  </a:lnTo>
                  <a:lnTo>
                    <a:pt x="7094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4" y="1955"/>
                  </a:lnTo>
                  <a:lnTo>
                    <a:pt x="3668" y="3935"/>
                  </a:lnTo>
                  <a:lnTo>
                    <a:pt x="366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7" name="Google Shape;997;p72"/>
            <p:cNvSpPr/>
            <p:nvPr/>
          </p:nvSpPr>
          <p:spPr>
            <a:xfrm>
              <a:off x="3855854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30"/>
                  </a:lnTo>
                  <a:lnTo>
                    <a:pt x="7093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3" y="1955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8" name="Google Shape;998;p72"/>
            <p:cNvSpPr/>
            <p:nvPr/>
          </p:nvSpPr>
          <p:spPr>
            <a:xfrm>
              <a:off x="2518586" y="1919388"/>
              <a:ext cx="287659" cy="293033"/>
            </a:xfrm>
            <a:custGeom>
              <a:avLst/>
              <a:gdLst/>
              <a:ahLst/>
              <a:cxnLst/>
              <a:rect l="l" t="t" r="r" b="b"/>
              <a:pathLst>
                <a:path w="7174" h="730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1767" y="5059"/>
                  </a:lnTo>
                  <a:cubicBezTo>
                    <a:pt x="1821" y="5086"/>
                    <a:pt x="1847" y="5139"/>
                    <a:pt x="1874" y="5193"/>
                  </a:cubicBezTo>
                  <a:lnTo>
                    <a:pt x="3507" y="4256"/>
                  </a:lnTo>
                  <a:lnTo>
                    <a:pt x="3507" y="7120"/>
                  </a:lnTo>
                  <a:cubicBezTo>
                    <a:pt x="3560" y="7200"/>
                    <a:pt x="3614" y="7254"/>
                    <a:pt x="3667" y="7307"/>
                  </a:cubicBezTo>
                  <a:lnTo>
                    <a:pt x="3667" y="4256"/>
                  </a:lnTo>
                  <a:lnTo>
                    <a:pt x="7093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9" name="Google Shape;999;p72"/>
            <p:cNvSpPr/>
            <p:nvPr/>
          </p:nvSpPr>
          <p:spPr>
            <a:xfrm>
              <a:off x="2899597" y="191938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7" y="8190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0" name="Google Shape;1000;p72"/>
            <p:cNvSpPr/>
            <p:nvPr/>
          </p:nvSpPr>
          <p:spPr>
            <a:xfrm>
              <a:off x="3280608" y="1919388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107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107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1" name="Google Shape;1001;p72"/>
            <p:cNvSpPr/>
            <p:nvPr/>
          </p:nvSpPr>
          <p:spPr>
            <a:xfrm>
              <a:off x="3662662" y="191938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1" y="2115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2" name="Google Shape;1002;p72"/>
            <p:cNvSpPr/>
            <p:nvPr/>
          </p:nvSpPr>
          <p:spPr>
            <a:xfrm>
              <a:off x="4043673" y="1998782"/>
              <a:ext cx="78391" cy="49400"/>
            </a:xfrm>
            <a:custGeom>
              <a:avLst/>
              <a:gdLst/>
              <a:ahLst/>
              <a:cxnLst/>
              <a:rect l="l" t="t" r="r" b="b"/>
              <a:pathLst>
                <a:path w="1955" h="1232" extrusionOk="0">
                  <a:moveTo>
                    <a:pt x="81" y="1"/>
                  </a:moveTo>
                  <a:lnTo>
                    <a:pt x="0" y="135"/>
                  </a:lnTo>
                  <a:lnTo>
                    <a:pt x="1874" y="1232"/>
                  </a:lnTo>
                  <a:cubicBezTo>
                    <a:pt x="1901" y="1178"/>
                    <a:pt x="1928" y="1125"/>
                    <a:pt x="1954" y="1071"/>
                  </a:cubicBez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3" name="Google Shape;1003;p72"/>
            <p:cNvSpPr/>
            <p:nvPr/>
          </p:nvSpPr>
          <p:spPr>
            <a:xfrm>
              <a:off x="2884560" y="2317561"/>
              <a:ext cx="114879" cy="68727"/>
            </a:xfrm>
            <a:custGeom>
              <a:avLst/>
              <a:gdLst/>
              <a:ahLst/>
              <a:cxnLst/>
              <a:rect l="l" t="t" r="r" b="b"/>
              <a:pathLst>
                <a:path w="2865" h="1714" extrusionOk="0">
                  <a:moveTo>
                    <a:pt x="2784" y="0"/>
                  </a:moveTo>
                  <a:lnTo>
                    <a:pt x="1" y="1606"/>
                  </a:lnTo>
                  <a:cubicBezTo>
                    <a:pt x="54" y="1660"/>
                    <a:pt x="108" y="1686"/>
                    <a:pt x="161" y="1713"/>
                  </a:cubicBezTo>
                  <a:lnTo>
                    <a:pt x="2864" y="161"/>
                  </a:lnTo>
                  <a:lnTo>
                    <a:pt x="278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4" name="Google Shape;1004;p72"/>
            <p:cNvSpPr/>
            <p:nvPr/>
          </p:nvSpPr>
          <p:spPr>
            <a:xfrm>
              <a:off x="2852362" y="2238127"/>
              <a:ext cx="6496" cy="129916"/>
            </a:xfrm>
            <a:custGeom>
              <a:avLst/>
              <a:gdLst/>
              <a:ahLst/>
              <a:cxnLst/>
              <a:rect l="l" t="t" r="r" b="b"/>
              <a:pathLst>
                <a:path w="162" h="3240" extrusionOk="0">
                  <a:moveTo>
                    <a:pt x="1" y="0"/>
                  </a:moveTo>
                  <a:lnTo>
                    <a:pt x="1" y="3132"/>
                  </a:lnTo>
                  <a:cubicBezTo>
                    <a:pt x="54" y="3159"/>
                    <a:pt x="108" y="3212"/>
                    <a:pt x="161" y="3239"/>
                  </a:cubicBez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5" name="Google Shape;1005;p72"/>
            <p:cNvSpPr/>
            <p:nvPr/>
          </p:nvSpPr>
          <p:spPr>
            <a:xfrm>
              <a:off x="3092789" y="2238127"/>
              <a:ext cx="288742" cy="255461"/>
            </a:xfrm>
            <a:custGeom>
              <a:avLst/>
              <a:gdLst/>
              <a:ahLst/>
              <a:cxnLst/>
              <a:rect l="l" t="t" r="r" b="b"/>
              <a:pathLst>
                <a:path w="7201" h="6371" extrusionOk="0">
                  <a:moveTo>
                    <a:pt x="3506" y="0"/>
                  </a:moveTo>
                  <a:lnTo>
                    <a:pt x="3506" y="3962"/>
                  </a:lnTo>
                  <a:lnTo>
                    <a:pt x="80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455" y="5835"/>
                  </a:lnTo>
                  <a:cubicBezTo>
                    <a:pt x="535" y="5835"/>
                    <a:pt x="616" y="5862"/>
                    <a:pt x="696" y="5889"/>
                  </a:cubicBezTo>
                  <a:lnTo>
                    <a:pt x="3506" y="4256"/>
                  </a:lnTo>
                  <a:lnTo>
                    <a:pt x="3506" y="6371"/>
                  </a:lnTo>
                  <a:lnTo>
                    <a:pt x="3694" y="6371"/>
                  </a:lnTo>
                  <a:lnTo>
                    <a:pt x="3694" y="4256"/>
                  </a:lnTo>
                  <a:lnTo>
                    <a:pt x="7093" y="6237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42"/>
                  </a:lnTo>
                  <a:lnTo>
                    <a:pt x="7093" y="1981"/>
                  </a:lnTo>
                  <a:lnTo>
                    <a:pt x="3694" y="3962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6" name="Google Shape;1006;p72"/>
            <p:cNvSpPr/>
            <p:nvPr/>
          </p:nvSpPr>
          <p:spPr>
            <a:xfrm>
              <a:off x="3474843" y="2238127"/>
              <a:ext cx="287659" cy="247963"/>
            </a:xfrm>
            <a:custGeom>
              <a:avLst/>
              <a:gdLst/>
              <a:ahLst/>
              <a:cxnLst/>
              <a:rect l="l" t="t" r="r" b="b"/>
              <a:pathLst>
                <a:path w="7174" h="6184" extrusionOk="0">
                  <a:moveTo>
                    <a:pt x="3507" y="0"/>
                  </a:moveTo>
                  <a:lnTo>
                    <a:pt x="3480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096"/>
                  </a:lnTo>
                  <a:lnTo>
                    <a:pt x="1" y="6076"/>
                  </a:lnTo>
                  <a:lnTo>
                    <a:pt x="54" y="6183"/>
                  </a:lnTo>
                  <a:lnTo>
                    <a:pt x="161" y="6183"/>
                  </a:lnTo>
                  <a:lnTo>
                    <a:pt x="3480" y="4256"/>
                  </a:lnTo>
                  <a:lnTo>
                    <a:pt x="3480" y="5354"/>
                  </a:lnTo>
                  <a:cubicBezTo>
                    <a:pt x="3560" y="5327"/>
                    <a:pt x="3614" y="5327"/>
                    <a:pt x="3668" y="5300"/>
                  </a:cubicBezTo>
                  <a:lnTo>
                    <a:pt x="3668" y="4256"/>
                  </a:lnTo>
                  <a:lnTo>
                    <a:pt x="4765" y="4899"/>
                  </a:lnTo>
                  <a:cubicBezTo>
                    <a:pt x="4845" y="4872"/>
                    <a:pt x="4899" y="4845"/>
                    <a:pt x="4979" y="4818"/>
                  </a:cubicBezTo>
                  <a:lnTo>
                    <a:pt x="3748" y="4096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7" name="Google Shape;1007;p72"/>
            <p:cNvSpPr/>
            <p:nvPr/>
          </p:nvSpPr>
          <p:spPr>
            <a:xfrm>
              <a:off x="3855854" y="2317561"/>
              <a:ext cx="12911" cy="9704"/>
            </a:xfrm>
            <a:custGeom>
              <a:avLst/>
              <a:gdLst/>
              <a:ahLst/>
              <a:cxnLst/>
              <a:rect l="l" t="t" r="r" b="b"/>
              <a:pathLst>
                <a:path w="322" h="242" extrusionOk="0">
                  <a:moveTo>
                    <a:pt x="81" y="0"/>
                  </a:moveTo>
                  <a:lnTo>
                    <a:pt x="0" y="134"/>
                  </a:lnTo>
                  <a:lnTo>
                    <a:pt x="161" y="241"/>
                  </a:lnTo>
                  <a:cubicBezTo>
                    <a:pt x="215" y="214"/>
                    <a:pt x="268" y="161"/>
                    <a:pt x="322" y="134"/>
                  </a:cubicBezTo>
                  <a:lnTo>
                    <a:pt x="8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008" name="Google Shape;1008;p72"/>
          <p:cNvSpPr/>
          <p:nvPr/>
        </p:nvSpPr>
        <p:spPr>
          <a:xfrm rot="-919010">
            <a:off x="6732142" y="-371518"/>
            <a:ext cx="3397275" cy="3383189"/>
          </a:xfrm>
          <a:custGeom>
            <a:avLst/>
            <a:gdLst/>
            <a:ahLst/>
            <a:cxnLst/>
            <a:rect l="l" t="t" r="r" b="b"/>
            <a:pathLst>
              <a:path w="48235" h="48035" extrusionOk="0">
                <a:moveTo>
                  <a:pt x="3770" y="17379"/>
                </a:moveTo>
                <a:cubicBezTo>
                  <a:pt x="7573" y="20948"/>
                  <a:pt x="10108" y="20948"/>
                  <a:pt x="20515" y="21349"/>
                </a:cubicBezTo>
                <a:cubicBezTo>
                  <a:pt x="30956" y="21782"/>
                  <a:pt x="19314" y="35525"/>
                  <a:pt x="27520" y="41797"/>
                </a:cubicBezTo>
                <a:cubicBezTo>
                  <a:pt x="35726" y="48034"/>
                  <a:pt x="48235" y="37827"/>
                  <a:pt x="48235" y="26986"/>
                </a:cubicBezTo>
                <a:cubicBezTo>
                  <a:pt x="48235" y="16145"/>
                  <a:pt x="35026" y="0"/>
                  <a:pt x="18080" y="867"/>
                </a:cubicBezTo>
                <a:cubicBezTo>
                  <a:pt x="1135" y="1768"/>
                  <a:pt x="1" y="13843"/>
                  <a:pt x="3770" y="17379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09" name="Google Shape;1009;p72"/>
          <p:cNvSpPr/>
          <p:nvPr/>
        </p:nvSpPr>
        <p:spPr>
          <a:xfrm rot="-5620636">
            <a:off x="-1100482" y="1591409"/>
            <a:ext cx="2991681" cy="2870601"/>
          </a:xfrm>
          <a:custGeom>
            <a:avLst/>
            <a:gdLst/>
            <a:ahLst/>
            <a:cxnLst/>
            <a:rect l="l" t="t" r="r" b="b"/>
            <a:pathLst>
              <a:path w="20582" h="19749" extrusionOk="0">
                <a:moveTo>
                  <a:pt x="15178" y="401"/>
                </a:moveTo>
                <a:cubicBezTo>
                  <a:pt x="11542" y="1"/>
                  <a:pt x="4470" y="1235"/>
                  <a:pt x="2235" y="7773"/>
                </a:cubicBezTo>
                <a:cubicBezTo>
                  <a:pt x="0" y="14311"/>
                  <a:pt x="7939" y="17947"/>
                  <a:pt x="11675" y="18848"/>
                </a:cubicBezTo>
                <a:cubicBezTo>
                  <a:pt x="15445" y="19748"/>
                  <a:pt x="20315" y="19448"/>
                  <a:pt x="20448" y="13477"/>
                </a:cubicBezTo>
                <a:cubicBezTo>
                  <a:pt x="20582" y="7506"/>
                  <a:pt x="18780" y="835"/>
                  <a:pt x="15178" y="4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10" name="Google Shape;1010;p72"/>
          <p:cNvSpPr txBox="1">
            <a:spLocks noGrp="1"/>
          </p:cNvSpPr>
          <p:nvPr>
            <p:ph type="title"/>
          </p:nvPr>
        </p:nvSpPr>
        <p:spPr>
          <a:xfrm>
            <a:off x="713225" y="528150"/>
            <a:ext cx="7717500" cy="541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>
                <a:solidFill>
                  <a:schemeClr val="accen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1011" name="Google Shape;1011;p72"/>
          <p:cNvSpPr txBox="1">
            <a:spLocks noGrp="1"/>
          </p:cNvSpPr>
          <p:nvPr>
            <p:ph type="subTitle" idx="1"/>
          </p:nvPr>
        </p:nvSpPr>
        <p:spPr>
          <a:xfrm>
            <a:off x="5028175" y="2027400"/>
            <a:ext cx="3402600" cy="1088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1 ">
  <p:cSld name="CUSTOM_36_1">
    <p:spTree>
      <p:nvGrpSpPr>
        <p:cNvPr id="1" name="Shape 10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3" name="Google Shape;1013;p73"/>
          <p:cNvSpPr/>
          <p:nvPr/>
        </p:nvSpPr>
        <p:spPr>
          <a:xfrm>
            <a:off x="4260425" y="1957095"/>
            <a:ext cx="1774800" cy="17748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14" name="Google Shape;1014;p73"/>
          <p:cNvSpPr/>
          <p:nvPr/>
        </p:nvSpPr>
        <p:spPr>
          <a:xfrm rot="-4971949">
            <a:off x="6653151" y="1865359"/>
            <a:ext cx="4547689" cy="4131091"/>
          </a:xfrm>
          <a:custGeom>
            <a:avLst/>
            <a:gdLst/>
            <a:ahLst/>
            <a:cxnLst/>
            <a:rect l="l" t="t" r="r" b="b"/>
            <a:pathLst>
              <a:path w="65181" h="59210" extrusionOk="0">
                <a:moveTo>
                  <a:pt x="23617" y="9808"/>
                </a:moveTo>
                <a:cubicBezTo>
                  <a:pt x="25785" y="15712"/>
                  <a:pt x="27153" y="21883"/>
                  <a:pt x="35092" y="17079"/>
                </a:cubicBezTo>
                <a:cubicBezTo>
                  <a:pt x="42998" y="12309"/>
                  <a:pt x="55740" y="12376"/>
                  <a:pt x="59276" y="17546"/>
                </a:cubicBezTo>
                <a:cubicBezTo>
                  <a:pt x="62812" y="22717"/>
                  <a:pt x="56140" y="30055"/>
                  <a:pt x="55940" y="36393"/>
                </a:cubicBezTo>
                <a:cubicBezTo>
                  <a:pt x="55740" y="42731"/>
                  <a:pt x="65180" y="49603"/>
                  <a:pt x="57741" y="54406"/>
                </a:cubicBezTo>
                <a:cubicBezTo>
                  <a:pt x="50303" y="59210"/>
                  <a:pt x="31556" y="57108"/>
                  <a:pt x="33224" y="47535"/>
                </a:cubicBezTo>
                <a:cubicBezTo>
                  <a:pt x="34892" y="37928"/>
                  <a:pt x="25719" y="35026"/>
                  <a:pt x="17579" y="31256"/>
                </a:cubicBezTo>
                <a:cubicBezTo>
                  <a:pt x="9440" y="27520"/>
                  <a:pt x="0" y="13744"/>
                  <a:pt x="7706" y="6872"/>
                </a:cubicBezTo>
                <a:cubicBezTo>
                  <a:pt x="15411" y="1"/>
                  <a:pt x="21449" y="3870"/>
                  <a:pt x="23617" y="9808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15" name="Google Shape;1015;p73"/>
          <p:cNvSpPr/>
          <p:nvPr/>
        </p:nvSpPr>
        <p:spPr>
          <a:xfrm rot="7019959" flipH="1">
            <a:off x="-962151" y="-1327476"/>
            <a:ext cx="4047102" cy="2490011"/>
          </a:xfrm>
          <a:custGeom>
            <a:avLst/>
            <a:gdLst/>
            <a:ahLst/>
            <a:cxnLst/>
            <a:rect l="l" t="t" r="r" b="b"/>
            <a:pathLst>
              <a:path w="59643" h="36694" extrusionOk="0">
                <a:moveTo>
                  <a:pt x="6271" y="15779"/>
                </a:moveTo>
                <a:cubicBezTo>
                  <a:pt x="9374" y="14178"/>
                  <a:pt x="17513" y="18347"/>
                  <a:pt x="23150" y="11676"/>
                </a:cubicBezTo>
                <a:cubicBezTo>
                  <a:pt x="28787" y="5004"/>
                  <a:pt x="30455" y="1"/>
                  <a:pt x="37327" y="2302"/>
                </a:cubicBezTo>
                <a:cubicBezTo>
                  <a:pt x="44198" y="4571"/>
                  <a:pt x="43064" y="13410"/>
                  <a:pt x="47601" y="15779"/>
                </a:cubicBezTo>
                <a:cubicBezTo>
                  <a:pt x="52104" y="18147"/>
                  <a:pt x="59643" y="31690"/>
                  <a:pt x="43364" y="34192"/>
                </a:cubicBezTo>
                <a:cubicBezTo>
                  <a:pt x="27120" y="36694"/>
                  <a:pt x="10441" y="33158"/>
                  <a:pt x="5204" y="27520"/>
                </a:cubicBezTo>
                <a:cubicBezTo>
                  <a:pt x="0" y="21883"/>
                  <a:pt x="3136" y="17380"/>
                  <a:pt x="6271" y="15779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16" name="Google Shape;1016;p73"/>
          <p:cNvSpPr txBox="1">
            <a:spLocks noGrp="1"/>
          </p:cNvSpPr>
          <p:nvPr>
            <p:ph type="title"/>
          </p:nvPr>
        </p:nvSpPr>
        <p:spPr>
          <a:xfrm>
            <a:off x="713225" y="528150"/>
            <a:ext cx="7717500" cy="541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>
                <a:solidFill>
                  <a:schemeClr val="accen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1017" name="Google Shape;1017;p73"/>
          <p:cNvSpPr txBox="1">
            <a:spLocks noGrp="1"/>
          </p:cNvSpPr>
          <p:nvPr>
            <p:ph type="subTitle" idx="1"/>
          </p:nvPr>
        </p:nvSpPr>
        <p:spPr>
          <a:xfrm>
            <a:off x="713225" y="2027400"/>
            <a:ext cx="3402600" cy="1088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2 ">
  <p:cSld name="CUSTOM_37_1_1">
    <p:spTree>
      <p:nvGrpSpPr>
        <p:cNvPr id="1" name="Shape 10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9" name="Google Shape;1019;p74"/>
          <p:cNvSpPr/>
          <p:nvPr/>
        </p:nvSpPr>
        <p:spPr>
          <a:xfrm rot="-4971949">
            <a:off x="6499451" y="687059"/>
            <a:ext cx="4547689" cy="4131091"/>
          </a:xfrm>
          <a:custGeom>
            <a:avLst/>
            <a:gdLst/>
            <a:ahLst/>
            <a:cxnLst/>
            <a:rect l="l" t="t" r="r" b="b"/>
            <a:pathLst>
              <a:path w="65181" h="59210" extrusionOk="0">
                <a:moveTo>
                  <a:pt x="23617" y="9808"/>
                </a:moveTo>
                <a:cubicBezTo>
                  <a:pt x="25785" y="15712"/>
                  <a:pt x="27153" y="21883"/>
                  <a:pt x="35092" y="17079"/>
                </a:cubicBezTo>
                <a:cubicBezTo>
                  <a:pt x="42998" y="12309"/>
                  <a:pt x="55740" y="12376"/>
                  <a:pt x="59276" y="17546"/>
                </a:cubicBezTo>
                <a:cubicBezTo>
                  <a:pt x="62812" y="22717"/>
                  <a:pt x="56140" y="30055"/>
                  <a:pt x="55940" y="36393"/>
                </a:cubicBezTo>
                <a:cubicBezTo>
                  <a:pt x="55740" y="42731"/>
                  <a:pt x="65180" y="49603"/>
                  <a:pt x="57741" y="54406"/>
                </a:cubicBezTo>
                <a:cubicBezTo>
                  <a:pt x="50303" y="59210"/>
                  <a:pt x="31556" y="57108"/>
                  <a:pt x="33224" y="47535"/>
                </a:cubicBezTo>
                <a:cubicBezTo>
                  <a:pt x="34892" y="37928"/>
                  <a:pt x="25719" y="35026"/>
                  <a:pt x="17579" y="31256"/>
                </a:cubicBezTo>
                <a:cubicBezTo>
                  <a:pt x="9440" y="27520"/>
                  <a:pt x="0" y="13744"/>
                  <a:pt x="7706" y="6872"/>
                </a:cubicBezTo>
                <a:cubicBezTo>
                  <a:pt x="15411" y="1"/>
                  <a:pt x="21449" y="3870"/>
                  <a:pt x="23617" y="9808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0" name="Google Shape;1020;p74"/>
          <p:cNvSpPr/>
          <p:nvPr/>
        </p:nvSpPr>
        <p:spPr>
          <a:xfrm rot="9475593">
            <a:off x="-1974698" y="-446077"/>
            <a:ext cx="4047145" cy="2489949"/>
          </a:xfrm>
          <a:custGeom>
            <a:avLst/>
            <a:gdLst/>
            <a:ahLst/>
            <a:cxnLst/>
            <a:rect l="l" t="t" r="r" b="b"/>
            <a:pathLst>
              <a:path w="59643" h="36694" extrusionOk="0">
                <a:moveTo>
                  <a:pt x="6271" y="15779"/>
                </a:moveTo>
                <a:cubicBezTo>
                  <a:pt x="9374" y="14178"/>
                  <a:pt x="17513" y="18347"/>
                  <a:pt x="23150" y="11676"/>
                </a:cubicBezTo>
                <a:cubicBezTo>
                  <a:pt x="28787" y="5004"/>
                  <a:pt x="30455" y="1"/>
                  <a:pt x="37327" y="2302"/>
                </a:cubicBezTo>
                <a:cubicBezTo>
                  <a:pt x="44198" y="4571"/>
                  <a:pt x="43064" y="13410"/>
                  <a:pt x="47601" y="15779"/>
                </a:cubicBezTo>
                <a:cubicBezTo>
                  <a:pt x="52104" y="18147"/>
                  <a:pt x="59643" y="31690"/>
                  <a:pt x="43364" y="34192"/>
                </a:cubicBezTo>
                <a:cubicBezTo>
                  <a:pt x="27120" y="36694"/>
                  <a:pt x="10441" y="33158"/>
                  <a:pt x="5204" y="27520"/>
                </a:cubicBezTo>
                <a:cubicBezTo>
                  <a:pt x="0" y="21883"/>
                  <a:pt x="3136" y="17380"/>
                  <a:pt x="6271" y="15779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1" name="Google Shape;1021;p74"/>
          <p:cNvSpPr txBox="1">
            <a:spLocks noGrp="1"/>
          </p:cNvSpPr>
          <p:nvPr>
            <p:ph type="title"/>
          </p:nvPr>
        </p:nvSpPr>
        <p:spPr>
          <a:xfrm>
            <a:off x="713225" y="528150"/>
            <a:ext cx="7717500" cy="541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>
                <a:solidFill>
                  <a:schemeClr val="accen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1022" name="Google Shape;1022;p74"/>
          <p:cNvSpPr txBox="1">
            <a:spLocks noGrp="1"/>
          </p:cNvSpPr>
          <p:nvPr>
            <p:ph type="subTitle" idx="1"/>
          </p:nvPr>
        </p:nvSpPr>
        <p:spPr>
          <a:xfrm>
            <a:off x="713225" y="1091875"/>
            <a:ext cx="6264300" cy="343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4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naheim"/>
              <a:buChar char="○"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naheim"/>
              <a:buChar char="■"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naheim"/>
              <a:buChar char="●"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naheim"/>
              <a:buChar char="○"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naheim"/>
              <a:buChar char="■"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naheim"/>
              <a:buChar char="●"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naheim"/>
              <a:buChar char="○"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naheim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3">
  <p:cSld name="CUSTOM_37_1">
    <p:spTree>
      <p:nvGrpSpPr>
        <p:cNvPr id="1" name="Shape 10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" name="Google Shape;1024;p75"/>
          <p:cNvSpPr/>
          <p:nvPr/>
        </p:nvSpPr>
        <p:spPr>
          <a:xfrm rot="-5400000" flipH="1">
            <a:off x="6051628" y="1691784"/>
            <a:ext cx="4906632" cy="3196913"/>
          </a:xfrm>
          <a:custGeom>
            <a:avLst/>
            <a:gdLst/>
            <a:ahLst/>
            <a:cxnLst/>
            <a:rect l="l" t="t" r="r" b="b"/>
            <a:pathLst>
              <a:path w="142469" h="136664" extrusionOk="0">
                <a:moveTo>
                  <a:pt x="97052" y="0"/>
                </a:moveTo>
                <a:cubicBezTo>
                  <a:pt x="94985" y="0"/>
                  <a:pt x="92658" y="685"/>
                  <a:pt x="89955" y="2065"/>
                </a:cubicBezTo>
                <a:cubicBezTo>
                  <a:pt x="76197" y="9104"/>
                  <a:pt x="81149" y="14564"/>
                  <a:pt x="82755" y="40634"/>
                </a:cubicBezTo>
                <a:cubicBezTo>
                  <a:pt x="85458" y="83646"/>
                  <a:pt x="12896" y="58112"/>
                  <a:pt x="4519" y="103881"/>
                </a:cubicBezTo>
                <a:cubicBezTo>
                  <a:pt x="0" y="128495"/>
                  <a:pt x="10558" y="136664"/>
                  <a:pt x="39417" y="136664"/>
                </a:cubicBezTo>
                <a:cubicBezTo>
                  <a:pt x="47997" y="136664"/>
                  <a:pt x="58195" y="135942"/>
                  <a:pt x="70095" y="134715"/>
                </a:cubicBezTo>
                <a:cubicBezTo>
                  <a:pt x="122047" y="129389"/>
                  <a:pt x="142469" y="101392"/>
                  <a:pt x="125767" y="56907"/>
                </a:cubicBezTo>
                <a:cubicBezTo>
                  <a:pt x="111706" y="19432"/>
                  <a:pt x="108060" y="0"/>
                  <a:pt x="97052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5" name="Google Shape;1025;p75"/>
          <p:cNvSpPr/>
          <p:nvPr/>
        </p:nvSpPr>
        <p:spPr>
          <a:xfrm>
            <a:off x="-749900" y="3073920"/>
            <a:ext cx="1774800" cy="17748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026" name="Google Shape;1026;p75"/>
          <p:cNvGrpSpPr/>
          <p:nvPr/>
        </p:nvGrpSpPr>
        <p:grpSpPr>
          <a:xfrm rot="10800000">
            <a:off x="6204525" y="1244395"/>
            <a:ext cx="1696762" cy="1688828"/>
            <a:chOff x="2414491" y="671177"/>
            <a:chExt cx="1830972" cy="1822411"/>
          </a:xfrm>
        </p:grpSpPr>
        <p:sp>
          <p:nvSpPr>
            <p:cNvPr id="1027" name="Google Shape;1027;p75"/>
            <p:cNvSpPr/>
            <p:nvPr/>
          </p:nvSpPr>
          <p:spPr>
            <a:xfrm>
              <a:off x="2414491" y="671177"/>
              <a:ext cx="1830972" cy="1822391"/>
            </a:xfrm>
            <a:custGeom>
              <a:avLst/>
              <a:gdLst/>
              <a:ahLst/>
              <a:cxnLst/>
              <a:rect l="l" t="t" r="r" b="b"/>
              <a:pathLst>
                <a:path w="45663" h="45449" extrusionOk="0">
                  <a:moveTo>
                    <a:pt x="10947" y="4979"/>
                  </a:moveTo>
                  <a:lnTo>
                    <a:pt x="15605" y="7656"/>
                  </a:lnTo>
                  <a:lnTo>
                    <a:pt x="15605" y="13062"/>
                  </a:lnTo>
                  <a:lnTo>
                    <a:pt x="10947" y="15766"/>
                  </a:lnTo>
                  <a:lnTo>
                    <a:pt x="6263" y="13062"/>
                  </a:lnTo>
                  <a:lnTo>
                    <a:pt x="6263" y="7656"/>
                  </a:lnTo>
                  <a:lnTo>
                    <a:pt x="10947" y="4979"/>
                  </a:lnTo>
                  <a:close/>
                  <a:moveTo>
                    <a:pt x="20449" y="4979"/>
                  </a:moveTo>
                  <a:lnTo>
                    <a:pt x="25133" y="7656"/>
                  </a:lnTo>
                  <a:lnTo>
                    <a:pt x="25133" y="13062"/>
                  </a:lnTo>
                  <a:lnTo>
                    <a:pt x="20449" y="15766"/>
                  </a:lnTo>
                  <a:lnTo>
                    <a:pt x="15792" y="13062"/>
                  </a:lnTo>
                  <a:lnTo>
                    <a:pt x="15792" y="7656"/>
                  </a:lnTo>
                  <a:lnTo>
                    <a:pt x="20449" y="4979"/>
                  </a:lnTo>
                  <a:close/>
                  <a:moveTo>
                    <a:pt x="29978" y="4979"/>
                  </a:moveTo>
                  <a:lnTo>
                    <a:pt x="34635" y="7656"/>
                  </a:lnTo>
                  <a:lnTo>
                    <a:pt x="34635" y="13062"/>
                  </a:lnTo>
                  <a:lnTo>
                    <a:pt x="29978" y="15766"/>
                  </a:lnTo>
                  <a:lnTo>
                    <a:pt x="25294" y="13062"/>
                  </a:lnTo>
                  <a:lnTo>
                    <a:pt x="25294" y="7656"/>
                  </a:lnTo>
                  <a:lnTo>
                    <a:pt x="29978" y="4979"/>
                  </a:lnTo>
                  <a:close/>
                  <a:moveTo>
                    <a:pt x="6183" y="13196"/>
                  </a:moveTo>
                  <a:lnTo>
                    <a:pt x="10867" y="15899"/>
                  </a:lnTo>
                  <a:lnTo>
                    <a:pt x="10867" y="21306"/>
                  </a:lnTo>
                  <a:lnTo>
                    <a:pt x="6183" y="23983"/>
                  </a:lnTo>
                  <a:lnTo>
                    <a:pt x="1526" y="21306"/>
                  </a:lnTo>
                  <a:lnTo>
                    <a:pt x="1526" y="15899"/>
                  </a:lnTo>
                  <a:lnTo>
                    <a:pt x="6183" y="13196"/>
                  </a:lnTo>
                  <a:close/>
                  <a:moveTo>
                    <a:pt x="15712" y="13196"/>
                  </a:moveTo>
                  <a:lnTo>
                    <a:pt x="20369" y="15899"/>
                  </a:lnTo>
                  <a:lnTo>
                    <a:pt x="20369" y="21306"/>
                  </a:lnTo>
                  <a:lnTo>
                    <a:pt x="15712" y="23983"/>
                  </a:lnTo>
                  <a:lnTo>
                    <a:pt x="11028" y="21306"/>
                  </a:lnTo>
                  <a:lnTo>
                    <a:pt x="11028" y="15899"/>
                  </a:lnTo>
                  <a:lnTo>
                    <a:pt x="15712" y="13196"/>
                  </a:lnTo>
                  <a:close/>
                  <a:moveTo>
                    <a:pt x="25213" y="13196"/>
                  </a:moveTo>
                  <a:lnTo>
                    <a:pt x="29871" y="15899"/>
                  </a:lnTo>
                  <a:lnTo>
                    <a:pt x="29871" y="21306"/>
                  </a:lnTo>
                  <a:lnTo>
                    <a:pt x="25213" y="23983"/>
                  </a:lnTo>
                  <a:lnTo>
                    <a:pt x="20529" y="21306"/>
                  </a:lnTo>
                  <a:lnTo>
                    <a:pt x="20529" y="15899"/>
                  </a:lnTo>
                  <a:lnTo>
                    <a:pt x="25213" y="13196"/>
                  </a:lnTo>
                  <a:close/>
                  <a:moveTo>
                    <a:pt x="34715" y="13196"/>
                  </a:moveTo>
                  <a:lnTo>
                    <a:pt x="39399" y="15899"/>
                  </a:lnTo>
                  <a:lnTo>
                    <a:pt x="39399" y="21306"/>
                  </a:lnTo>
                  <a:lnTo>
                    <a:pt x="34715" y="23983"/>
                  </a:lnTo>
                  <a:lnTo>
                    <a:pt x="30058" y="21306"/>
                  </a:lnTo>
                  <a:lnTo>
                    <a:pt x="30058" y="15899"/>
                  </a:lnTo>
                  <a:lnTo>
                    <a:pt x="34715" y="13196"/>
                  </a:lnTo>
                  <a:close/>
                  <a:moveTo>
                    <a:pt x="10947" y="21440"/>
                  </a:moveTo>
                  <a:lnTo>
                    <a:pt x="15605" y="24143"/>
                  </a:lnTo>
                  <a:lnTo>
                    <a:pt x="15605" y="29523"/>
                  </a:lnTo>
                  <a:lnTo>
                    <a:pt x="10947" y="32226"/>
                  </a:lnTo>
                  <a:lnTo>
                    <a:pt x="6263" y="29523"/>
                  </a:lnTo>
                  <a:lnTo>
                    <a:pt x="6263" y="24143"/>
                  </a:lnTo>
                  <a:lnTo>
                    <a:pt x="10947" y="21440"/>
                  </a:lnTo>
                  <a:close/>
                  <a:moveTo>
                    <a:pt x="20449" y="21440"/>
                  </a:moveTo>
                  <a:lnTo>
                    <a:pt x="25133" y="24143"/>
                  </a:lnTo>
                  <a:lnTo>
                    <a:pt x="25133" y="29523"/>
                  </a:lnTo>
                  <a:lnTo>
                    <a:pt x="20449" y="32226"/>
                  </a:lnTo>
                  <a:lnTo>
                    <a:pt x="15792" y="29523"/>
                  </a:lnTo>
                  <a:lnTo>
                    <a:pt x="15792" y="24143"/>
                  </a:lnTo>
                  <a:lnTo>
                    <a:pt x="20449" y="21440"/>
                  </a:lnTo>
                  <a:close/>
                  <a:moveTo>
                    <a:pt x="29978" y="21440"/>
                  </a:moveTo>
                  <a:lnTo>
                    <a:pt x="34635" y="24143"/>
                  </a:lnTo>
                  <a:lnTo>
                    <a:pt x="34635" y="29523"/>
                  </a:lnTo>
                  <a:lnTo>
                    <a:pt x="29978" y="32226"/>
                  </a:lnTo>
                  <a:lnTo>
                    <a:pt x="25294" y="29523"/>
                  </a:lnTo>
                  <a:lnTo>
                    <a:pt x="25294" y="24143"/>
                  </a:lnTo>
                  <a:lnTo>
                    <a:pt x="29978" y="21440"/>
                  </a:lnTo>
                  <a:close/>
                  <a:moveTo>
                    <a:pt x="39480" y="21440"/>
                  </a:moveTo>
                  <a:lnTo>
                    <a:pt x="44137" y="24143"/>
                  </a:lnTo>
                  <a:lnTo>
                    <a:pt x="44137" y="29523"/>
                  </a:lnTo>
                  <a:lnTo>
                    <a:pt x="39480" y="32226"/>
                  </a:lnTo>
                  <a:lnTo>
                    <a:pt x="34796" y="29523"/>
                  </a:lnTo>
                  <a:lnTo>
                    <a:pt x="34796" y="24143"/>
                  </a:lnTo>
                  <a:lnTo>
                    <a:pt x="39480" y="21440"/>
                  </a:lnTo>
                  <a:close/>
                  <a:moveTo>
                    <a:pt x="15712" y="29684"/>
                  </a:moveTo>
                  <a:lnTo>
                    <a:pt x="20369" y="32387"/>
                  </a:lnTo>
                  <a:lnTo>
                    <a:pt x="20369" y="37767"/>
                  </a:lnTo>
                  <a:lnTo>
                    <a:pt x="15712" y="40470"/>
                  </a:lnTo>
                  <a:lnTo>
                    <a:pt x="11028" y="37767"/>
                  </a:lnTo>
                  <a:lnTo>
                    <a:pt x="11028" y="32387"/>
                  </a:lnTo>
                  <a:lnTo>
                    <a:pt x="15712" y="29684"/>
                  </a:lnTo>
                  <a:close/>
                  <a:moveTo>
                    <a:pt x="25213" y="29684"/>
                  </a:moveTo>
                  <a:lnTo>
                    <a:pt x="29871" y="32387"/>
                  </a:lnTo>
                  <a:lnTo>
                    <a:pt x="29871" y="37767"/>
                  </a:lnTo>
                  <a:lnTo>
                    <a:pt x="25213" y="40470"/>
                  </a:lnTo>
                  <a:lnTo>
                    <a:pt x="20529" y="37767"/>
                  </a:lnTo>
                  <a:lnTo>
                    <a:pt x="20529" y="32387"/>
                  </a:lnTo>
                  <a:lnTo>
                    <a:pt x="25213" y="29684"/>
                  </a:lnTo>
                  <a:close/>
                  <a:moveTo>
                    <a:pt x="34715" y="29684"/>
                  </a:moveTo>
                  <a:lnTo>
                    <a:pt x="39399" y="32387"/>
                  </a:lnTo>
                  <a:lnTo>
                    <a:pt x="39399" y="37767"/>
                  </a:lnTo>
                  <a:lnTo>
                    <a:pt x="34715" y="40470"/>
                  </a:lnTo>
                  <a:lnTo>
                    <a:pt x="30058" y="37767"/>
                  </a:lnTo>
                  <a:lnTo>
                    <a:pt x="30058" y="32387"/>
                  </a:lnTo>
                  <a:lnTo>
                    <a:pt x="34715" y="29684"/>
                  </a:lnTo>
                  <a:close/>
                  <a:moveTo>
                    <a:pt x="20369" y="1"/>
                  </a:moveTo>
                  <a:lnTo>
                    <a:pt x="20369" y="4818"/>
                  </a:lnTo>
                  <a:lnTo>
                    <a:pt x="15712" y="7522"/>
                  </a:lnTo>
                  <a:lnTo>
                    <a:pt x="11028" y="4818"/>
                  </a:lnTo>
                  <a:lnTo>
                    <a:pt x="11028" y="3159"/>
                  </a:lnTo>
                  <a:cubicBezTo>
                    <a:pt x="10974" y="3186"/>
                    <a:pt x="10921" y="3239"/>
                    <a:pt x="10867" y="3266"/>
                  </a:cubicBezTo>
                  <a:lnTo>
                    <a:pt x="10867" y="4818"/>
                  </a:lnTo>
                  <a:lnTo>
                    <a:pt x="6183" y="7522"/>
                  </a:lnTo>
                  <a:lnTo>
                    <a:pt x="5915" y="7361"/>
                  </a:lnTo>
                  <a:cubicBezTo>
                    <a:pt x="5889" y="7415"/>
                    <a:pt x="5835" y="7442"/>
                    <a:pt x="5808" y="7495"/>
                  </a:cubicBezTo>
                  <a:lnTo>
                    <a:pt x="6103" y="7656"/>
                  </a:lnTo>
                  <a:lnTo>
                    <a:pt x="6103" y="13062"/>
                  </a:lnTo>
                  <a:lnTo>
                    <a:pt x="1419" y="15766"/>
                  </a:lnTo>
                  <a:lnTo>
                    <a:pt x="1124" y="15578"/>
                  </a:lnTo>
                  <a:cubicBezTo>
                    <a:pt x="1124" y="15632"/>
                    <a:pt x="1098" y="15685"/>
                    <a:pt x="1071" y="15739"/>
                  </a:cubicBezTo>
                  <a:lnTo>
                    <a:pt x="1338" y="15899"/>
                  </a:lnTo>
                  <a:lnTo>
                    <a:pt x="1338" y="21306"/>
                  </a:lnTo>
                  <a:lnTo>
                    <a:pt x="0" y="22082"/>
                  </a:lnTo>
                  <a:cubicBezTo>
                    <a:pt x="0" y="22136"/>
                    <a:pt x="0" y="22216"/>
                    <a:pt x="0" y="22270"/>
                  </a:cubicBezTo>
                  <a:lnTo>
                    <a:pt x="1419" y="21440"/>
                  </a:lnTo>
                  <a:lnTo>
                    <a:pt x="6103" y="24143"/>
                  </a:lnTo>
                  <a:lnTo>
                    <a:pt x="6103" y="29523"/>
                  </a:lnTo>
                  <a:lnTo>
                    <a:pt x="1927" y="31932"/>
                  </a:lnTo>
                  <a:cubicBezTo>
                    <a:pt x="1954" y="31986"/>
                    <a:pt x="1981" y="32039"/>
                    <a:pt x="2008" y="32093"/>
                  </a:cubicBezTo>
                  <a:lnTo>
                    <a:pt x="6183" y="29684"/>
                  </a:lnTo>
                  <a:lnTo>
                    <a:pt x="10867" y="32387"/>
                  </a:lnTo>
                  <a:lnTo>
                    <a:pt x="10867" y="37767"/>
                  </a:lnTo>
                  <a:lnTo>
                    <a:pt x="7548" y="39694"/>
                  </a:lnTo>
                  <a:cubicBezTo>
                    <a:pt x="7575" y="39721"/>
                    <a:pt x="7628" y="39774"/>
                    <a:pt x="7682" y="39801"/>
                  </a:cubicBezTo>
                  <a:lnTo>
                    <a:pt x="10947" y="37928"/>
                  </a:lnTo>
                  <a:lnTo>
                    <a:pt x="15605" y="40631"/>
                  </a:lnTo>
                  <a:lnTo>
                    <a:pt x="15605" y="44405"/>
                  </a:lnTo>
                  <a:cubicBezTo>
                    <a:pt x="15658" y="44405"/>
                    <a:pt x="15738" y="44432"/>
                    <a:pt x="15792" y="44458"/>
                  </a:cubicBezTo>
                  <a:lnTo>
                    <a:pt x="15792" y="40631"/>
                  </a:lnTo>
                  <a:lnTo>
                    <a:pt x="20449" y="37928"/>
                  </a:lnTo>
                  <a:lnTo>
                    <a:pt x="25133" y="40631"/>
                  </a:lnTo>
                  <a:lnTo>
                    <a:pt x="25133" y="45449"/>
                  </a:lnTo>
                  <a:cubicBezTo>
                    <a:pt x="25187" y="45449"/>
                    <a:pt x="25240" y="45449"/>
                    <a:pt x="25294" y="45422"/>
                  </a:cubicBezTo>
                  <a:lnTo>
                    <a:pt x="25294" y="40631"/>
                  </a:lnTo>
                  <a:lnTo>
                    <a:pt x="29978" y="37928"/>
                  </a:lnTo>
                  <a:lnTo>
                    <a:pt x="34635" y="40631"/>
                  </a:lnTo>
                  <a:lnTo>
                    <a:pt x="34635" y="42290"/>
                  </a:lnTo>
                  <a:cubicBezTo>
                    <a:pt x="34688" y="42237"/>
                    <a:pt x="34742" y="42210"/>
                    <a:pt x="34796" y="42183"/>
                  </a:cubicBezTo>
                  <a:lnTo>
                    <a:pt x="34796" y="40631"/>
                  </a:lnTo>
                  <a:lnTo>
                    <a:pt x="39480" y="37928"/>
                  </a:lnTo>
                  <a:lnTo>
                    <a:pt x="39747" y="38088"/>
                  </a:lnTo>
                  <a:cubicBezTo>
                    <a:pt x="39774" y="38035"/>
                    <a:pt x="39827" y="37981"/>
                    <a:pt x="39854" y="37954"/>
                  </a:cubicBezTo>
                  <a:lnTo>
                    <a:pt x="39560" y="37767"/>
                  </a:lnTo>
                  <a:lnTo>
                    <a:pt x="39560" y="32387"/>
                  </a:lnTo>
                  <a:lnTo>
                    <a:pt x="44244" y="29684"/>
                  </a:lnTo>
                  <a:lnTo>
                    <a:pt x="44538" y="29871"/>
                  </a:lnTo>
                  <a:cubicBezTo>
                    <a:pt x="44565" y="29791"/>
                    <a:pt x="44565" y="29737"/>
                    <a:pt x="44592" y="29684"/>
                  </a:cubicBezTo>
                  <a:lnTo>
                    <a:pt x="44324" y="29523"/>
                  </a:lnTo>
                  <a:lnTo>
                    <a:pt x="44324" y="24143"/>
                  </a:lnTo>
                  <a:lnTo>
                    <a:pt x="45662" y="23367"/>
                  </a:lnTo>
                  <a:cubicBezTo>
                    <a:pt x="45662" y="23314"/>
                    <a:pt x="45662" y="23233"/>
                    <a:pt x="45662" y="23153"/>
                  </a:cubicBezTo>
                  <a:lnTo>
                    <a:pt x="44244" y="23983"/>
                  </a:lnTo>
                  <a:lnTo>
                    <a:pt x="39560" y="21306"/>
                  </a:lnTo>
                  <a:lnTo>
                    <a:pt x="39560" y="15899"/>
                  </a:lnTo>
                  <a:lnTo>
                    <a:pt x="43735" y="13491"/>
                  </a:lnTo>
                  <a:cubicBezTo>
                    <a:pt x="43709" y="13437"/>
                    <a:pt x="43682" y="13383"/>
                    <a:pt x="43655" y="13330"/>
                  </a:cubicBezTo>
                  <a:lnTo>
                    <a:pt x="39480" y="15766"/>
                  </a:lnTo>
                  <a:lnTo>
                    <a:pt x="34796" y="13062"/>
                  </a:lnTo>
                  <a:lnTo>
                    <a:pt x="34796" y="7656"/>
                  </a:lnTo>
                  <a:lnTo>
                    <a:pt x="38114" y="5755"/>
                  </a:lnTo>
                  <a:cubicBezTo>
                    <a:pt x="38088" y="5702"/>
                    <a:pt x="38034" y="5675"/>
                    <a:pt x="37981" y="5621"/>
                  </a:cubicBezTo>
                  <a:lnTo>
                    <a:pt x="34715" y="7522"/>
                  </a:lnTo>
                  <a:lnTo>
                    <a:pt x="30058" y="4818"/>
                  </a:lnTo>
                  <a:lnTo>
                    <a:pt x="30058" y="1045"/>
                  </a:lnTo>
                  <a:cubicBezTo>
                    <a:pt x="30004" y="1018"/>
                    <a:pt x="29951" y="1018"/>
                    <a:pt x="29871" y="991"/>
                  </a:cubicBezTo>
                  <a:lnTo>
                    <a:pt x="29871" y="4818"/>
                  </a:lnTo>
                  <a:lnTo>
                    <a:pt x="25213" y="7522"/>
                  </a:lnTo>
                  <a:lnTo>
                    <a:pt x="20529" y="4818"/>
                  </a:lnTo>
                  <a:lnTo>
                    <a:pt x="2052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8" name="Google Shape;1028;p75"/>
            <p:cNvSpPr/>
            <p:nvPr/>
          </p:nvSpPr>
          <p:spPr>
            <a:xfrm>
              <a:off x="2796545" y="833253"/>
              <a:ext cx="9704" cy="7538"/>
            </a:xfrm>
            <a:custGeom>
              <a:avLst/>
              <a:gdLst/>
              <a:ahLst/>
              <a:cxnLst/>
              <a:rect l="l" t="t" r="r" b="b"/>
              <a:pathLst>
                <a:path w="242" h="188" extrusionOk="0">
                  <a:moveTo>
                    <a:pt x="161" y="0"/>
                  </a:moveTo>
                  <a:cubicBezTo>
                    <a:pt x="108" y="27"/>
                    <a:pt x="54" y="81"/>
                    <a:pt x="1" y="107"/>
                  </a:cubicBezTo>
                  <a:lnTo>
                    <a:pt x="161" y="188"/>
                  </a:lnTo>
                  <a:lnTo>
                    <a:pt x="242" y="54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9" name="Google Shape;1029;p75"/>
            <p:cNvSpPr/>
            <p:nvPr/>
          </p:nvSpPr>
          <p:spPr>
            <a:xfrm>
              <a:off x="2899597" y="677633"/>
              <a:ext cx="287659" cy="242590"/>
            </a:xfrm>
            <a:custGeom>
              <a:avLst/>
              <a:gdLst/>
              <a:ahLst/>
              <a:cxnLst/>
              <a:rect l="l" t="t" r="r" b="b"/>
              <a:pathLst>
                <a:path w="7174" h="6050" extrusionOk="0">
                  <a:moveTo>
                    <a:pt x="7173" y="0"/>
                  </a:moveTo>
                  <a:lnTo>
                    <a:pt x="7173" y="0"/>
                  </a:lnTo>
                  <a:cubicBezTo>
                    <a:pt x="7013" y="27"/>
                    <a:pt x="6852" y="54"/>
                    <a:pt x="6692" y="81"/>
                  </a:cubicBezTo>
                  <a:lnTo>
                    <a:pt x="3667" y="1794"/>
                  </a:lnTo>
                  <a:lnTo>
                    <a:pt x="3667" y="830"/>
                  </a:lnTo>
                  <a:cubicBezTo>
                    <a:pt x="3614" y="857"/>
                    <a:pt x="3560" y="857"/>
                    <a:pt x="3507" y="884"/>
                  </a:cubicBezTo>
                  <a:lnTo>
                    <a:pt x="3507" y="1794"/>
                  </a:lnTo>
                  <a:lnTo>
                    <a:pt x="2516" y="1231"/>
                  </a:lnTo>
                  <a:cubicBezTo>
                    <a:pt x="2463" y="1258"/>
                    <a:pt x="2382" y="1285"/>
                    <a:pt x="2329" y="1312"/>
                  </a:cubicBezTo>
                  <a:lnTo>
                    <a:pt x="3426" y="1954"/>
                  </a:lnTo>
                  <a:lnTo>
                    <a:pt x="0" y="3935"/>
                  </a:lnTo>
                  <a:lnTo>
                    <a:pt x="81" y="4069"/>
                  </a:lnTo>
                  <a:lnTo>
                    <a:pt x="3507" y="2115"/>
                  </a:lnTo>
                  <a:lnTo>
                    <a:pt x="3507" y="6049"/>
                  </a:lnTo>
                  <a:lnTo>
                    <a:pt x="3667" y="6049"/>
                  </a:lnTo>
                  <a:lnTo>
                    <a:pt x="3667" y="2115"/>
                  </a:lnTo>
                  <a:lnTo>
                    <a:pt x="7093" y="4069"/>
                  </a:lnTo>
                  <a:lnTo>
                    <a:pt x="7173" y="3935"/>
                  </a:lnTo>
                  <a:lnTo>
                    <a:pt x="3774" y="1954"/>
                  </a:lnTo>
                  <a:lnTo>
                    <a:pt x="717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0" name="Google Shape;1030;p75"/>
            <p:cNvSpPr/>
            <p:nvPr/>
          </p:nvSpPr>
          <p:spPr>
            <a:xfrm>
              <a:off x="3280608" y="671177"/>
              <a:ext cx="288742" cy="249046"/>
            </a:xfrm>
            <a:custGeom>
              <a:avLst/>
              <a:gdLst/>
              <a:ahLst/>
              <a:cxnLst/>
              <a:rect l="l" t="t" r="r" b="b"/>
              <a:pathLst>
                <a:path w="7201" h="6211" extrusionOk="0">
                  <a:moveTo>
                    <a:pt x="107" y="1"/>
                  </a:moveTo>
                  <a:lnTo>
                    <a:pt x="0" y="134"/>
                  </a:lnTo>
                  <a:lnTo>
                    <a:pt x="3426" y="2115"/>
                  </a:lnTo>
                  <a:lnTo>
                    <a:pt x="0" y="4096"/>
                  </a:lnTo>
                  <a:lnTo>
                    <a:pt x="107" y="4230"/>
                  </a:lnTo>
                  <a:lnTo>
                    <a:pt x="3506" y="2276"/>
                  </a:lnTo>
                  <a:lnTo>
                    <a:pt x="3506" y="6210"/>
                  </a:lnTo>
                  <a:lnTo>
                    <a:pt x="3694" y="6210"/>
                  </a:lnTo>
                  <a:lnTo>
                    <a:pt x="3694" y="2276"/>
                  </a:lnTo>
                  <a:lnTo>
                    <a:pt x="7093" y="4230"/>
                  </a:lnTo>
                  <a:lnTo>
                    <a:pt x="7200" y="4096"/>
                  </a:lnTo>
                  <a:lnTo>
                    <a:pt x="3774" y="2115"/>
                  </a:lnTo>
                  <a:lnTo>
                    <a:pt x="6558" y="509"/>
                  </a:lnTo>
                  <a:cubicBezTo>
                    <a:pt x="6477" y="482"/>
                    <a:pt x="6397" y="456"/>
                    <a:pt x="6317" y="456"/>
                  </a:cubicBezTo>
                  <a:lnTo>
                    <a:pt x="3694" y="1955"/>
                  </a:lnTo>
                  <a:lnTo>
                    <a:pt x="3694" y="1"/>
                  </a:lnTo>
                  <a:lnTo>
                    <a:pt x="3506" y="1"/>
                  </a:lnTo>
                  <a:lnTo>
                    <a:pt x="3506" y="1955"/>
                  </a:lnTo>
                  <a:lnTo>
                    <a:pt x="10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1" name="Google Shape;1031;p75"/>
            <p:cNvSpPr/>
            <p:nvPr/>
          </p:nvSpPr>
          <p:spPr>
            <a:xfrm>
              <a:off x="3662662" y="776354"/>
              <a:ext cx="109506" cy="64437"/>
            </a:xfrm>
            <a:custGeom>
              <a:avLst/>
              <a:gdLst/>
              <a:ahLst/>
              <a:cxnLst/>
              <a:rect l="l" t="t" r="r" b="b"/>
              <a:pathLst>
                <a:path w="2731" h="1607" extrusionOk="0">
                  <a:moveTo>
                    <a:pt x="2543" y="1"/>
                  </a:moveTo>
                  <a:lnTo>
                    <a:pt x="1" y="1473"/>
                  </a:lnTo>
                  <a:lnTo>
                    <a:pt x="81" y="1607"/>
                  </a:lnTo>
                  <a:lnTo>
                    <a:pt x="2731" y="81"/>
                  </a:lnTo>
                  <a:cubicBezTo>
                    <a:pt x="2677" y="54"/>
                    <a:pt x="2597" y="27"/>
                    <a:pt x="254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2" name="Google Shape;1032;p75"/>
            <p:cNvSpPr/>
            <p:nvPr/>
          </p:nvSpPr>
          <p:spPr>
            <a:xfrm>
              <a:off x="3803246" y="797847"/>
              <a:ext cx="6496" cy="122378"/>
            </a:xfrm>
            <a:custGeom>
              <a:avLst/>
              <a:gdLst/>
              <a:ahLst/>
              <a:cxnLst/>
              <a:rect l="l" t="t" r="r" b="b"/>
              <a:pathLst>
                <a:path w="162" h="3052" extrusionOk="0">
                  <a:moveTo>
                    <a:pt x="1" y="0"/>
                  </a:moveTo>
                  <a:lnTo>
                    <a:pt x="1" y="3051"/>
                  </a:lnTo>
                  <a:lnTo>
                    <a:pt x="162" y="3051"/>
                  </a:lnTo>
                  <a:lnTo>
                    <a:pt x="162" y="107"/>
                  </a:lnTo>
                  <a:cubicBezTo>
                    <a:pt x="108" y="54"/>
                    <a:pt x="54" y="27"/>
                    <a:pt x="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3" name="Google Shape;1033;p75"/>
            <p:cNvSpPr/>
            <p:nvPr/>
          </p:nvSpPr>
          <p:spPr>
            <a:xfrm>
              <a:off x="2475641" y="1246463"/>
              <a:ext cx="2205" cy="4331"/>
            </a:xfrm>
            <a:custGeom>
              <a:avLst/>
              <a:gdLst/>
              <a:ahLst/>
              <a:cxnLst/>
              <a:rect l="l" t="t" r="r" b="b"/>
              <a:pathLst>
                <a:path w="55" h="108" extrusionOk="0">
                  <a:moveTo>
                    <a:pt x="54" y="0"/>
                  </a:moveTo>
                  <a:cubicBezTo>
                    <a:pt x="28" y="27"/>
                    <a:pt x="28" y="54"/>
                    <a:pt x="1" y="107"/>
                  </a:cubicBezTo>
                  <a:lnTo>
                    <a:pt x="54" y="107"/>
                  </a:lnTo>
                  <a:lnTo>
                    <a:pt x="5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4" name="Google Shape;1034;p75"/>
            <p:cNvSpPr/>
            <p:nvPr/>
          </p:nvSpPr>
          <p:spPr>
            <a:xfrm>
              <a:off x="2616265" y="1006036"/>
              <a:ext cx="2165" cy="2205"/>
            </a:xfrm>
            <a:custGeom>
              <a:avLst/>
              <a:gdLst/>
              <a:ahLst/>
              <a:cxnLst/>
              <a:rect l="l" t="t" r="r" b="b"/>
              <a:pathLst>
                <a:path w="54" h="55" extrusionOk="0">
                  <a:moveTo>
                    <a:pt x="54" y="1"/>
                  </a:moveTo>
                  <a:cubicBezTo>
                    <a:pt x="27" y="27"/>
                    <a:pt x="27" y="27"/>
                    <a:pt x="0" y="54"/>
                  </a:cubicBezTo>
                  <a:lnTo>
                    <a:pt x="54" y="27"/>
                  </a:lnTo>
                  <a:lnTo>
                    <a:pt x="5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5" name="Google Shape;1035;p75"/>
            <p:cNvSpPr/>
            <p:nvPr/>
          </p:nvSpPr>
          <p:spPr>
            <a:xfrm>
              <a:off x="2535748" y="1119794"/>
              <a:ext cx="82681" cy="51565"/>
            </a:xfrm>
            <a:custGeom>
              <a:avLst/>
              <a:gdLst/>
              <a:ahLst/>
              <a:cxnLst/>
              <a:rect l="l" t="t" r="r" b="b"/>
              <a:pathLst>
                <a:path w="2062" h="1286" extrusionOk="0">
                  <a:moveTo>
                    <a:pt x="81" y="1"/>
                  </a:moveTo>
                  <a:cubicBezTo>
                    <a:pt x="54" y="54"/>
                    <a:pt x="27" y="108"/>
                    <a:pt x="1" y="135"/>
                  </a:cubicBezTo>
                  <a:lnTo>
                    <a:pt x="1981" y="1285"/>
                  </a:lnTo>
                  <a:lnTo>
                    <a:pt x="2062" y="1125"/>
                  </a:ln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6" name="Google Shape;1036;p75"/>
            <p:cNvSpPr/>
            <p:nvPr/>
          </p:nvSpPr>
          <p:spPr>
            <a:xfrm>
              <a:off x="2711778" y="921268"/>
              <a:ext cx="287659" cy="329521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217"/>
                  </a:lnTo>
                  <a:lnTo>
                    <a:pt x="3667" y="8217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7" name="Google Shape;1037;p75"/>
            <p:cNvSpPr/>
            <p:nvPr/>
          </p:nvSpPr>
          <p:spPr>
            <a:xfrm>
              <a:off x="3092789" y="921268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80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0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41"/>
                  </a:lnTo>
                  <a:lnTo>
                    <a:pt x="7093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8" name="Google Shape;1038;p75"/>
            <p:cNvSpPr/>
            <p:nvPr/>
          </p:nvSpPr>
          <p:spPr>
            <a:xfrm>
              <a:off x="3474843" y="92126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480" y="3961"/>
                  </a:lnTo>
                  <a:lnTo>
                    <a:pt x="81" y="1981"/>
                  </a:lnTo>
                  <a:lnTo>
                    <a:pt x="1" y="2141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36"/>
                  </a:lnTo>
                  <a:lnTo>
                    <a:pt x="3480" y="4256"/>
                  </a:lnTo>
                  <a:lnTo>
                    <a:pt x="3480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9" name="Google Shape;1039;p75"/>
            <p:cNvSpPr/>
            <p:nvPr/>
          </p:nvSpPr>
          <p:spPr>
            <a:xfrm>
              <a:off x="3855854" y="953467"/>
              <a:ext cx="287659" cy="296240"/>
            </a:xfrm>
            <a:custGeom>
              <a:avLst/>
              <a:gdLst/>
              <a:ahLst/>
              <a:cxnLst/>
              <a:rect l="l" t="t" r="r" b="b"/>
              <a:pathLst>
                <a:path w="7174" h="7388" extrusionOk="0">
                  <a:moveTo>
                    <a:pt x="3507" y="0"/>
                  </a:moveTo>
                  <a:lnTo>
                    <a:pt x="3507" y="3158"/>
                  </a:lnTo>
                  <a:lnTo>
                    <a:pt x="81" y="1178"/>
                  </a:lnTo>
                  <a:lnTo>
                    <a:pt x="0" y="1312"/>
                  </a:lnTo>
                  <a:lnTo>
                    <a:pt x="3426" y="3292"/>
                  </a:lnTo>
                  <a:lnTo>
                    <a:pt x="0" y="5273"/>
                  </a:lnTo>
                  <a:lnTo>
                    <a:pt x="81" y="5433"/>
                  </a:lnTo>
                  <a:lnTo>
                    <a:pt x="3507" y="3453"/>
                  </a:lnTo>
                  <a:lnTo>
                    <a:pt x="3507" y="7387"/>
                  </a:lnTo>
                  <a:lnTo>
                    <a:pt x="3667" y="7387"/>
                  </a:lnTo>
                  <a:lnTo>
                    <a:pt x="3667" y="3453"/>
                  </a:lnTo>
                  <a:lnTo>
                    <a:pt x="7093" y="5407"/>
                  </a:lnTo>
                  <a:lnTo>
                    <a:pt x="7174" y="5273"/>
                  </a:lnTo>
                  <a:lnTo>
                    <a:pt x="3748" y="3292"/>
                  </a:lnTo>
                  <a:lnTo>
                    <a:pt x="5434" y="2329"/>
                  </a:lnTo>
                  <a:cubicBezTo>
                    <a:pt x="5380" y="2302"/>
                    <a:pt x="5354" y="2248"/>
                    <a:pt x="5327" y="2195"/>
                  </a:cubicBezTo>
                  <a:lnTo>
                    <a:pt x="3667" y="3158"/>
                  </a:lnTo>
                  <a:lnTo>
                    <a:pt x="3667" y="187"/>
                  </a:lnTo>
                  <a:cubicBezTo>
                    <a:pt x="3614" y="134"/>
                    <a:pt x="3560" y="80"/>
                    <a:pt x="350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0" name="Google Shape;1040;p75"/>
            <p:cNvSpPr/>
            <p:nvPr/>
          </p:nvSpPr>
          <p:spPr>
            <a:xfrm>
              <a:off x="2417699" y="1498640"/>
              <a:ext cx="7538" cy="9704"/>
            </a:xfrm>
            <a:custGeom>
              <a:avLst/>
              <a:gdLst/>
              <a:ahLst/>
              <a:cxnLst/>
              <a:rect l="l" t="t" r="r" b="b"/>
              <a:pathLst>
                <a:path w="188" h="242" extrusionOk="0">
                  <a:moveTo>
                    <a:pt x="1" y="1"/>
                  </a:moveTo>
                  <a:cubicBezTo>
                    <a:pt x="1" y="54"/>
                    <a:pt x="1" y="135"/>
                    <a:pt x="1" y="188"/>
                  </a:cubicBezTo>
                  <a:lnTo>
                    <a:pt x="108" y="242"/>
                  </a:lnTo>
                  <a:lnTo>
                    <a:pt x="188" y="108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1" name="Google Shape;1041;p75"/>
            <p:cNvSpPr/>
            <p:nvPr/>
          </p:nvSpPr>
          <p:spPr>
            <a:xfrm>
              <a:off x="2518586" y="1259335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2" name="Google Shape;1042;p75"/>
            <p:cNvSpPr/>
            <p:nvPr/>
          </p:nvSpPr>
          <p:spPr>
            <a:xfrm>
              <a:off x="2899597" y="1259335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3" y="6049"/>
                  </a:lnTo>
                  <a:lnTo>
                    <a:pt x="3774" y="4095"/>
                  </a:lnTo>
                  <a:lnTo>
                    <a:pt x="7173" y="2115"/>
                  </a:lnTo>
                  <a:lnTo>
                    <a:pt x="7093" y="1954"/>
                  </a:lnTo>
                  <a:lnTo>
                    <a:pt x="3667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3" name="Google Shape;1043;p75"/>
            <p:cNvSpPr/>
            <p:nvPr/>
          </p:nvSpPr>
          <p:spPr>
            <a:xfrm>
              <a:off x="3280608" y="1259335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35"/>
                  </a:lnTo>
                  <a:lnTo>
                    <a:pt x="107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107" y="6210"/>
                  </a:lnTo>
                  <a:lnTo>
                    <a:pt x="3506" y="4229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29"/>
                  </a:lnTo>
                  <a:lnTo>
                    <a:pt x="7093" y="6210"/>
                  </a:lnTo>
                  <a:lnTo>
                    <a:pt x="7200" y="6049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54"/>
                  </a:lnTo>
                  <a:lnTo>
                    <a:pt x="3694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4" name="Google Shape;1044;p75"/>
            <p:cNvSpPr/>
            <p:nvPr/>
          </p:nvSpPr>
          <p:spPr>
            <a:xfrm>
              <a:off x="3662662" y="1258252"/>
              <a:ext cx="287659" cy="329521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122"/>
                  </a:lnTo>
                  <a:lnTo>
                    <a:pt x="1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8" y="8218"/>
                  </a:lnTo>
                  <a:lnTo>
                    <a:pt x="3668" y="4256"/>
                  </a:lnTo>
                  <a:lnTo>
                    <a:pt x="7094" y="6237"/>
                  </a:lnTo>
                  <a:lnTo>
                    <a:pt x="7174" y="6076"/>
                  </a:lnTo>
                  <a:lnTo>
                    <a:pt x="3748" y="4122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5" name="Google Shape;1045;p75"/>
            <p:cNvSpPr/>
            <p:nvPr/>
          </p:nvSpPr>
          <p:spPr>
            <a:xfrm>
              <a:off x="4043673" y="1258252"/>
              <a:ext cx="193230" cy="329521"/>
            </a:xfrm>
            <a:custGeom>
              <a:avLst/>
              <a:gdLst/>
              <a:ahLst/>
              <a:cxnLst/>
              <a:rect l="l" t="t" r="r" b="b"/>
              <a:pathLst>
                <a:path w="4819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7" y="8218"/>
                  </a:lnTo>
                  <a:lnTo>
                    <a:pt x="3667" y="4256"/>
                  </a:lnTo>
                  <a:lnTo>
                    <a:pt x="4818" y="4925"/>
                  </a:lnTo>
                  <a:cubicBezTo>
                    <a:pt x="4818" y="4845"/>
                    <a:pt x="4818" y="4765"/>
                    <a:pt x="4792" y="4711"/>
                  </a:cubicBezTo>
                  <a:lnTo>
                    <a:pt x="3774" y="4096"/>
                  </a:lnTo>
                  <a:lnTo>
                    <a:pt x="4604" y="3614"/>
                  </a:lnTo>
                  <a:cubicBezTo>
                    <a:pt x="4604" y="3560"/>
                    <a:pt x="4577" y="3507"/>
                    <a:pt x="4577" y="3453"/>
                  </a:cubicBezTo>
                  <a:lnTo>
                    <a:pt x="3667" y="3962"/>
                  </a:lnTo>
                  <a:lnTo>
                    <a:pt x="3667" y="295"/>
                  </a:lnTo>
                  <a:cubicBezTo>
                    <a:pt x="3641" y="188"/>
                    <a:pt x="3614" y="108"/>
                    <a:pt x="358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6" name="Google Shape;1046;p75"/>
            <p:cNvSpPr/>
            <p:nvPr/>
          </p:nvSpPr>
          <p:spPr>
            <a:xfrm>
              <a:off x="2423072" y="1578074"/>
              <a:ext cx="195355" cy="328439"/>
            </a:xfrm>
            <a:custGeom>
              <a:avLst/>
              <a:gdLst/>
              <a:ahLst/>
              <a:cxnLst/>
              <a:rect l="l" t="t" r="r" b="b"/>
              <a:pathLst>
                <a:path w="4872" h="8191" extrusionOk="0">
                  <a:moveTo>
                    <a:pt x="1205" y="1"/>
                  </a:moveTo>
                  <a:lnTo>
                    <a:pt x="1205" y="3935"/>
                  </a:lnTo>
                  <a:lnTo>
                    <a:pt x="0" y="3266"/>
                  </a:lnTo>
                  <a:lnTo>
                    <a:pt x="0" y="3266"/>
                  </a:lnTo>
                  <a:cubicBezTo>
                    <a:pt x="0" y="3320"/>
                    <a:pt x="27" y="3400"/>
                    <a:pt x="27" y="3480"/>
                  </a:cubicBezTo>
                  <a:lnTo>
                    <a:pt x="1098" y="4096"/>
                  </a:lnTo>
                  <a:lnTo>
                    <a:pt x="214" y="4604"/>
                  </a:lnTo>
                  <a:cubicBezTo>
                    <a:pt x="241" y="4658"/>
                    <a:pt x="241" y="4738"/>
                    <a:pt x="268" y="4792"/>
                  </a:cubicBezTo>
                  <a:lnTo>
                    <a:pt x="1205" y="4256"/>
                  </a:lnTo>
                  <a:lnTo>
                    <a:pt x="1205" y="8030"/>
                  </a:lnTo>
                  <a:cubicBezTo>
                    <a:pt x="1205" y="8084"/>
                    <a:pt x="1232" y="8137"/>
                    <a:pt x="1258" y="8191"/>
                  </a:cubicBezTo>
                  <a:lnTo>
                    <a:pt x="1365" y="8191"/>
                  </a:lnTo>
                  <a:lnTo>
                    <a:pt x="1365" y="4256"/>
                  </a:lnTo>
                  <a:lnTo>
                    <a:pt x="4791" y="6210"/>
                  </a:lnTo>
                  <a:lnTo>
                    <a:pt x="4872" y="6076"/>
                  </a:lnTo>
                  <a:lnTo>
                    <a:pt x="1446" y="4096"/>
                  </a:lnTo>
                  <a:lnTo>
                    <a:pt x="4872" y="2115"/>
                  </a:lnTo>
                  <a:lnTo>
                    <a:pt x="4791" y="1981"/>
                  </a:lnTo>
                  <a:lnTo>
                    <a:pt x="1365" y="3935"/>
                  </a:lnTo>
                  <a:lnTo>
                    <a:pt x="136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7" name="Google Shape;1047;p75"/>
            <p:cNvSpPr/>
            <p:nvPr/>
          </p:nvSpPr>
          <p:spPr>
            <a:xfrm>
              <a:off x="2711778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56"/>
                  </a:lnTo>
                  <a:lnTo>
                    <a:pt x="7093" y="6210"/>
                  </a:lnTo>
                  <a:lnTo>
                    <a:pt x="7173" y="6076"/>
                  </a:lnTo>
                  <a:lnTo>
                    <a:pt x="3774" y="4096"/>
                  </a:lnTo>
                  <a:lnTo>
                    <a:pt x="7173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8" name="Google Shape;1048;p75"/>
            <p:cNvSpPr/>
            <p:nvPr/>
          </p:nvSpPr>
          <p:spPr>
            <a:xfrm>
              <a:off x="3092789" y="1578074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1"/>
                  </a:moveTo>
                  <a:lnTo>
                    <a:pt x="3506" y="3935"/>
                  </a:lnTo>
                  <a:lnTo>
                    <a:pt x="80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0" y="6210"/>
                  </a:lnTo>
                  <a:lnTo>
                    <a:pt x="3506" y="4230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30"/>
                  </a:lnTo>
                  <a:lnTo>
                    <a:pt x="7093" y="6210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15"/>
                  </a:lnTo>
                  <a:lnTo>
                    <a:pt x="7093" y="1981"/>
                  </a:lnTo>
                  <a:lnTo>
                    <a:pt x="3694" y="3935"/>
                  </a:lnTo>
                  <a:lnTo>
                    <a:pt x="369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9" name="Google Shape;1049;p75"/>
            <p:cNvSpPr/>
            <p:nvPr/>
          </p:nvSpPr>
          <p:spPr>
            <a:xfrm>
              <a:off x="3474843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1" y="2115"/>
                  </a:lnTo>
                  <a:lnTo>
                    <a:pt x="3400" y="4096"/>
                  </a:lnTo>
                  <a:lnTo>
                    <a:pt x="1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480" y="8191"/>
                  </a:lnTo>
                  <a:lnTo>
                    <a:pt x="3668" y="8191"/>
                  </a:lnTo>
                  <a:lnTo>
                    <a:pt x="3668" y="4230"/>
                  </a:lnTo>
                  <a:lnTo>
                    <a:pt x="7094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4" y="1955"/>
                  </a:lnTo>
                  <a:lnTo>
                    <a:pt x="3668" y="3935"/>
                  </a:lnTo>
                  <a:lnTo>
                    <a:pt x="366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0" name="Google Shape;1050;p75"/>
            <p:cNvSpPr/>
            <p:nvPr/>
          </p:nvSpPr>
          <p:spPr>
            <a:xfrm>
              <a:off x="3855854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30"/>
                  </a:lnTo>
                  <a:lnTo>
                    <a:pt x="7093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3" y="1955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1" name="Google Shape;1051;p75"/>
            <p:cNvSpPr/>
            <p:nvPr/>
          </p:nvSpPr>
          <p:spPr>
            <a:xfrm>
              <a:off x="2518586" y="1919388"/>
              <a:ext cx="287659" cy="293033"/>
            </a:xfrm>
            <a:custGeom>
              <a:avLst/>
              <a:gdLst/>
              <a:ahLst/>
              <a:cxnLst/>
              <a:rect l="l" t="t" r="r" b="b"/>
              <a:pathLst>
                <a:path w="7174" h="730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1767" y="5059"/>
                  </a:lnTo>
                  <a:cubicBezTo>
                    <a:pt x="1821" y="5086"/>
                    <a:pt x="1847" y="5139"/>
                    <a:pt x="1874" y="5193"/>
                  </a:cubicBezTo>
                  <a:lnTo>
                    <a:pt x="3507" y="4256"/>
                  </a:lnTo>
                  <a:lnTo>
                    <a:pt x="3507" y="7120"/>
                  </a:lnTo>
                  <a:cubicBezTo>
                    <a:pt x="3560" y="7200"/>
                    <a:pt x="3614" y="7254"/>
                    <a:pt x="3667" y="7307"/>
                  </a:cubicBezTo>
                  <a:lnTo>
                    <a:pt x="3667" y="4256"/>
                  </a:lnTo>
                  <a:lnTo>
                    <a:pt x="7093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2" name="Google Shape;1052;p75"/>
            <p:cNvSpPr/>
            <p:nvPr/>
          </p:nvSpPr>
          <p:spPr>
            <a:xfrm>
              <a:off x="2899597" y="191938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7" y="8190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3" name="Google Shape;1053;p75"/>
            <p:cNvSpPr/>
            <p:nvPr/>
          </p:nvSpPr>
          <p:spPr>
            <a:xfrm>
              <a:off x="3280608" y="1919388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107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107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4" name="Google Shape;1054;p75"/>
            <p:cNvSpPr/>
            <p:nvPr/>
          </p:nvSpPr>
          <p:spPr>
            <a:xfrm>
              <a:off x="3662662" y="191938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1" y="2115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5" name="Google Shape;1055;p75"/>
            <p:cNvSpPr/>
            <p:nvPr/>
          </p:nvSpPr>
          <p:spPr>
            <a:xfrm>
              <a:off x="4043673" y="1998782"/>
              <a:ext cx="78391" cy="49400"/>
            </a:xfrm>
            <a:custGeom>
              <a:avLst/>
              <a:gdLst/>
              <a:ahLst/>
              <a:cxnLst/>
              <a:rect l="l" t="t" r="r" b="b"/>
              <a:pathLst>
                <a:path w="1955" h="1232" extrusionOk="0">
                  <a:moveTo>
                    <a:pt x="81" y="1"/>
                  </a:moveTo>
                  <a:lnTo>
                    <a:pt x="0" y="135"/>
                  </a:lnTo>
                  <a:lnTo>
                    <a:pt x="1874" y="1232"/>
                  </a:lnTo>
                  <a:cubicBezTo>
                    <a:pt x="1901" y="1178"/>
                    <a:pt x="1928" y="1125"/>
                    <a:pt x="1954" y="1071"/>
                  </a:cubicBez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6" name="Google Shape;1056;p75"/>
            <p:cNvSpPr/>
            <p:nvPr/>
          </p:nvSpPr>
          <p:spPr>
            <a:xfrm>
              <a:off x="2884560" y="2317561"/>
              <a:ext cx="114879" cy="68727"/>
            </a:xfrm>
            <a:custGeom>
              <a:avLst/>
              <a:gdLst/>
              <a:ahLst/>
              <a:cxnLst/>
              <a:rect l="l" t="t" r="r" b="b"/>
              <a:pathLst>
                <a:path w="2865" h="1714" extrusionOk="0">
                  <a:moveTo>
                    <a:pt x="2784" y="0"/>
                  </a:moveTo>
                  <a:lnTo>
                    <a:pt x="1" y="1606"/>
                  </a:lnTo>
                  <a:cubicBezTo>
                    <a:pt x="54" y="1660"/>
                    <a:pt x="108" y="1686"/>
                    <a:pt x="161" y="1713"/>
                  </a:cubicBezTo>
                  <a:lnTo>
                    <a:pt x="2864" y="161"/>
                  </a:lnTo>
                  <a:lnTo>
                    <a:pt x="278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7" name="Google Shape;1057;p75"/>
            <p:cNvSpPr/>
            <p:nvPr/>
          </p:nvSpPr>
          <p:spPr>
            <a:xfrm>
              <a:off x="2852362" y="2238127"/>
              <a:ext cx="6496" cy="129916"/>
            </a:xfrm>
            <a:custGeom>
              <a:avLst/>
              <a:gdLst/>
              <a:ahLst/>
              <a:cxnLst/>
              <a:rect l="l" t="t" r="r" b="b"/>
              <a:pathLst>
                <a:path w="162" h="3240" extrusionOk="0">
                  <a:moveTo>
                    <a:pt x="1" y="0"/>
                  </a:moveTo>
                  <a:lnTo>
                    <a:pt x="1" y="3132"/>
                  </a:lnTo>
                  <a:cubicBezTo>
                    <a:pt x="54" y="3159"/>
                    <a:pt x="108" y="3212"/>
                    <a:pt x="161" y="3239"/>
                  </a:cubicBez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8" name="Google Shape;1058;p75"/>
            <p:cNvSpPr/>
            <p:nvPr/>
          </p:nvSpPr>
          <p:spPr>
            <a:xfrm>
              <a:off x="3092789" y="2238127"/>
              <a:ext cx="288742" cy="255461"/>
            </a:xfrm>
            <a:custGeom>
              <a:avLst/>
              <a:gdLst/>
              <a:ahLst/>
              <a:cxnLst/>
              <a:rect l="l" t="t" r="r" b="b"/>
              <a:pathLst>
                <a:path w="7201" h="6371" extrusionOk="0">
                  <a:moveTo>
                    <a:pt x="3506" y="0"/>
                  </a:moveTo>
                  <a:lnTo>
                    <a:pt x="3506" y="3962"/>
                  </a:lnTo>
                  <a:lnTo>
                    <a:pt x="80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455" y="5835"/>
                  </a:lnTo>
                  <a:cubicBezTo>
                    <a:pt x="535" y="5835"/>
                    <a:pt x="616" y="5862"/>
                    <a:pt x="696" y="5889"/>
                  </a:cubicBezTo>
                  <a:lnTo>
                    <a:pt x="3506" y="4256"/>
                  </a:lnTo>
                  <a:lnTo>
                    <a:pt x="3506" y="6371"/>
                  </a:lnTo>
                  <a:lnTo>
                    <a:pt x="3694" y="6371"/>
                  </a:lnTo>
                  <a:lnTo>
                    <a:pt x="3694" y="4256"/>
                  </a:lnTo>
                  <a:lnTo>
                    <a:pt x="7093" y="6237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42"/>
                  </a:lnTo>
                  <a:lnTo>
                    <a:pt x="7093" y="1981"/>
                  </a:lnTo>
                  <a:lnTo>
                    <a:pt x="3694" y="3962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9" name="Google Shape;1059;p75"/>
            <p:cNvSpPr/>
            <p:nvPr/>
          </p:nvSpPr>
          <p:spPr>
            <a:xfrm>
              <a:off x="3474843" y="2238127"/>
              <a:ext cx="287659" cy="247963"/>
            </a:xfrm>
            <a:custGeom>
              <a:avLst/>
              <a:gdLst/>
              <a:ahLst/>
              <a:cxnLst/>
              <a:rect l="l" t="t" r="r" b="b"/>
              <a:pathLst>
                <a:path w="7174" h="6184" extrusionOk="0">
                  <a:moveTo>
                    <a:pt x="3507" y="0"/>
                  </a:moveTo>
                  <a:lnTo>
                    <a:pt x="3480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096"/>
                  </a:lnTo>
                  <a:lnTo>
                    <a:pt x="1" y="6076"/>
                  </a:lnTo>
                  <a:lnTo>
                    <a:pt x="54" y="6183"/>
                  </a:lnTo>
                  <a:lnTo>
                    <a:pt x="161" y="6183"/>
                  </a:lnTo>
                  <a:lnTo>
                    <a:pt x="3480" y="4256"/>
                  </a:lnTo>
                  <a:lnTo>
                    <a:pt x="3480" y="5354"/>
                  </a:lnTo>
                  <a:cubicBezTo>
                    <a:pt x="3560" y="5327"/>
                    <a:pt x="3614" y="5327"/>
                    <a:pt x="3668" y="5300"/>
                  </a:cubicBezTo>
                  <a:lnTo>
                    <a:pt x="3668" y="4256"/>
                  </a:lnTo>
                  <a:lnTo>
                    <a:pt x="4765" y="4899"/>
                  </a:lnTo>
                  <a:cubicBezTo>
                    <a:pt x="4845" y="4872"/>
                    <a:pt x="4899" y="4845"/>
                    <a:pt x="4979" y="4818"/>
                  </a:cubicBezTo>
                  <a:lnTo>
                    <a:pt x="3748" y="4096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0" name="Google Shape;1060;p75"/>
            <p:cNvSpPr/>
            <p:nvPr/>
          </p:nvSpPr>
          <p:spPr>
            <a:xfrm>
              <a:off x="3855854" y="2317561"/>
              <a:ext cx="12911" cy="9704"/>
            </a:xfrm>
            <a:custGeom>
              <a:avLst/>
              <a:gdLst/>
              <a:ahLst/>
              <a:cxnLst/>
              <a:rect l="l" t="t" r="r" b="b"/>
              <a:pathLst>
                <a:path w="322" h="242" extrusionOk="0">
                  <a:moveTo>
                    <a:pt x="81" y="0"/>
                  </a:moveTo>
                  <a:lnTo>
                    <a:pt x="0" y="134"/>
                  </a:lnTo>
                  <a:lnTo>
                    <a:pt x="161" y="241"/>
                  </a:lnTo>
                  <a:cubicBezTo>
                    <a:pt x="215" y="214"/>
                    <a:pt x="268" y="161"/>
                    <a:pt x="322" y="134"/>
                  </a:cubicBezTo>
                  <a:lnTo>
                    <a:pt x="8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061" name="Google Shape;1061;p75"/>
          <p:cNvSpPr txBox="1">
            <a:spLocks noGrp="1"/>
          </p:cNvSpPr>
          <p:nvPr>
            <p:ph type="title"/>
          </p:nvPr>
        </p:nvSpPr>
        <p:spPr>
          <a:xfrm>
            <a:off x="713225" y="528150"/>
            <a:ext cx="7717500" cy="541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>
                <a:solidFill>
                  <a:schemeClr val="accen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1062" name="Google Shape;1062;p75"/>
          <p:cNvSpPr txBox="1">
            <a:spLocks noGrp="1"/>
          </p:cNvSpPr>
          <p:nvPr>
            <p:ph type="subTitle" idx="1"/>
          </p:nvPr>
        </p:nvSpPr>
        <p:spPr>
          <a:xfrm>
            <a:off x="713225" y="1091875"/>
            <a:ext cx="6028800" cy="343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4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naheim"/>
              <a:buChar char="○"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naheim"/>
              <a:buChar char="■"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naheim"/>
              <a:buChar char="●"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naheim"/>
              <a:buChar char="○"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naheim"/>
              <a:buChar char="■"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naheim"/>
              <a:buChar char="●"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naheim"/>
              <a:buChar char="○"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naheim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4 ">
  <p:cSld name="CUSTOM_48_1">
    <p:spTree>
      <p:nvGrpSpPr>
        <p:cNvPr id="1" name="Shape 10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64" name="Google Shape;1064;p76"/>
          <p:cNvGrpSpPr/>
          <p:nvPr/>
        </p:nvGrpSpPr>
        <p:grpSpPr>
          <a:xfrm flipH="1">
            <a:off x="6914055" y="-80449"/>
            <a:ext cx="2277317" cy="5304377"/>
            <a:chOff x="224725" y="566950"/>
            <a:chExt cx="1850875" cy="4311100"/>
          </a:xfrm>
        </p:grpSpPr>
        <p:sp>
          <p:nvSpPr>
            <p:cNvPr id="1065" name="Google Shape;1065;p76"/>
            <p:cNvSpPr/>
            <p:nvPr/>
          </p:nvSpPr>
          <p:spPr>
            <a:xfrm>
              <a:off x="1914975" y="566950"/>
              <a:ext cx="160625" cy="2033000"/>
            </a:xfrm>
            <a:custGeom>
              <a:avLst/>
              <a:gdLst/>
              <a:ahLst/>
              <a:cxnLst/>
              <a:rect l="l" t="t" r="r" b="b"/>
              <a:pathLst>
                <a:path w="6425" h="81320" extrusionOk="0">
                  <a:moveTo>
                    <a:pt x="126" y="1"/>
                  </a:moveTo>
                  <a:cubicBezTo>
                    <a:pt x="81" y="1"/>
                    <a:pt x="44" y="24"/>
                    <a:pt x="27" y="57"/>
                  </a:cubicBezTo>
                  <a:cubicBezTo>
                    <a:pt x="27" y="84"/>
                    <a:pt x="27" y="110"/>
                    <a:pt x="27" y="137"/>
                  </a:cubicBezTo>
                  <a:cubicBezTo>
                    <a:pt x="27" y="164"/>
                    <a:pt x="27" y="217"/>
                    <a:pt x="81" y="244"/>
                  </a:cubicBezTo>
                  <a:cubicBezTo>
                    <a:pt x="1821" y="1261"/>
                    <a:pt x="2972" y="3188"/>
                    <a:pt x="2945" y="5035"/>
                  </a:cubicBezTo>
                  <a:cubicBezTo>
                    <a:pt x="2945" y="5089"/>
                    <a:pt x="2972" y="5142"/>
                    <a:pt x="2998" y="5169"/>
                  </a:cubicBezTo>
                  <a:cubicBezTo>
                    <a:pt x="4952" y="6133"/>
                    <a:pt x="6157" y="8086"/>
                    <a:pt x="6157" y="10255"/>
                  </a:cubicBezTo>
                  <a:cubicBezTo>
                    <a:pt x="6157" y="12449"/>
                    <a:pt x="4952" y="14403"/>
                    <a:pt x="2998" y="15367"/>
                  </a:cubicBezTo>
                  <a:cubicBezTo>
                    <a:pt x="2945" y="15394"/>
                    <a:pt x="2945" y="15447"/>
                    <a:pt x="2945" y="15501"/>
                  </a:cubicBezTo>
                  <a:cubicBezTo>
                    <a:pt x="2998" y="17321"/>
                    <a:pt x="1848" y="19248"/>
                    <a:pt x="108" y="20292"/>
                  </a:cubicBezTo>
                  <a:cubicBezTo>
                    <a:pt x="54" y="20292"/>
                    <a:pt x="27" y="20318"/>
                    <a:pt x="27" y="20372"/>
                  </a:cubicBezTo>
                  <a:cubicBezTo>
                    <a:pt x="1" y="20425"/>
                    <a:pt x="27" y="20479"/>
                    <a:pt x="81" y="20506"/>
                  </a:cubicBezTo>
                  <a:cubicBezTo>
                    <a:pt x="1794" y="21496"/>
                    <a:pt x="2865" y="23316"/>
                    <a:pt x="2945" y="25324"/>
                  </a:cubicBezTo>
                  <a:cubicBezTo>
                    <a:pt x="2945" y="25350"/>
                    <a:pt x="2972" y="25404"/>
                    <a:pt x="2998" y="25431"/>
                  </a:cubicBezTo>
                  <a:cubicBezTo>
                    <a:pt x="4952" y="26394"/>
                    <a:pt x="6157" y="28348"/>
                    <a:pt x="6157" y="30543"/>
                  </a:cubicBezTo>
                  <a:cubicBezTo>
                    <a:pt x="6157" y="32711"/>
                    <a:pt x="4952" y="34665"/>
                    <a:pt x="2998" y="35628"/>
                  </a:cubicBezTo>
                  <a:cubicBezTo>
                    <a:pt x="2945" y="35655"/>
                    <a:pt x="2918" y="35709"/>
                    <a:pt x="2945" y="35762"/>
                  </a:cubicBezTo>
                  <a:cubicBezTo>
                    <a:pt x="3106" y="37823"/>
                    <a:pt x="1633" y="39643"/>
                    <a:pt x="108" y="40553"/>
                  </a:cubicBezTo>
                  <a:cubicBezTo>
                    <a:pt x="54" y="40553"/>
                    <a:pt x="27" y="40580"/>
                    <a:pt x="27" y="40633"/>
                  </a:cubicBezTo>
                  <a:cubicBezTo>
                    <a:pt x="1" y="40687"/>
                    <a:pt x="27" y="40741"/>
                    <a:pt x="81" y="40767"/>
                  </a:cubicBezTo>
                  <a:cubicBezTo>
                    <a:pt x="1821" y="41784"/>
                    <a:pt x="2945" y="43658"/>
                    <a:pt x="2945" y="45532"/>
                  </a:cubicBezTo>
                  <a:cubicBezTo>
                    <a:pt x="2945" y="45558"/>
                    <a:pt x="2945" y="45558"/>
                    <a:pt x="2945" y="45585"/>
                  </a:cubicBezTo>
                  <a:cubicBezTo>
                    <a:pt x="2945" y="45612"/>
                    <a:pt x="2972" y="45665"/>
                    <a:pt x="2998" y="45692"/>
                  </a:cubicBezTo>
                  <a:cubicBezTo>
                    <a:pt x="4952" y="46656"/>
                    <a:pt x="6157" y="48636"/>
                    <a:pt x="6157" y="50804"/>
                  </a:cubicBezTo>
                  <a:cubicBezTo>
                    <a:pt x="6157" y="52972"/>
                    <a:pt x="4952" y="54926"/>
                    <a:pt x="2998" y="55917"/>
                  </a:cubicBezTo>
                  <a:cubicBezTo>
                    <a:pt x="2972" y="55917"/>
                    <a:pt x="2945" y="55970"/>
                    <a:pt x="2945" y="56024"/>
                  </a:cubicBezTo>
                  <a:cubicBezTo>
                    <a:pt x="2891" y="58004"/>
                    <a:pt x="1821" y="59798"/>
                    <a:pt x="108" y="60815"/>
                  </a:cubicBezTo>
                  <a:cubicBezTo>
                    <a:pt x="54" y="60815"/>
                    <a:pt x="27" y="60868"/>
                    <a:pt x="27" y="60895"/>
                  </a:cubicBezTo>
                  <a:cubicBezTo>
                    <a:pt x="1" y="60949"/>
                    <a:pt x="27" y="61002"/>
                    <a:pt x="81" y="61029"/>
                  </a:cubicBezTo>
                  <a:cubicBezTo>
                    <a:pt x="1821" y="62046"/>
                    <a:pt x="2891" y="63839"/>
                    <a:pt x="2945" y="65847"/>
                  </a:cubicBezTo>
                  <a:cubicBezTo>
                    <a:pt x="2945" y="65900"/>
                    <a:pt x="2972" y="65927"/>
                    <a:pt x="2998" y="65954"/>
                  </a:cubicBezTo>
                  <a:cubicBezTo>
                    <a:pt x="4952" y="66944"/>
                    <a:pt x="6157" y="68898"/>
                    <a:pt x="6157" y="71066"/>
                  </a:cubicBezTo>
                  <a:cubicBezTo>
                    <a:pt x="6157" y="73234"/>
                    <a:pt x="4952" y="75188"/>
                    <a:pt x="2998" y="76178"/>
                  </a:cubicBezTo>
                  <a:cubicBezTo>
                    <a:pt x="2972" y="76178"/>
                    <a:pt x="2945" y="76232"/>
                    <a:pt x="2945" y="76285"/>
                  </a:cubicBezTo>
                  <a:cubicBezTo>
                    <a:pt x="2891" y="78266"/>
                    <a:pt x="1821" y="80086"/>
                    <a:pt x="81" y="81076"/>
                  </a:cubicBezTo>
                  <a:cubicBezTo>
                    <a:pt x="27" y="81130"/>
                    <a:pt x="1" y="81183"/>
                    <a:pt x="27" y="81264"/>
                  </a:cubicBezTo>
                  <a:cubicBezTo>
                    <a:pt x="61" y="81297"/>
                    <a:pt x="104" y="81320"/>
                    <a:pt x="145" y="81320"/>
                  </a:cubicBezTo>
                  <a:cubicBezTo>
                    <a:pt x="170" y="81320"/>
                    <a:pt x="194" y="81311"/>
                    <a:pt x="215" y="81290"/>
                  </a:cubicBezTo>
                  <a:cubicBezTo>
                    <a:pt x="2008" y="80273"/>
                    <a:pt x="3106" y="78427"/>
                    <a:pt x="3186" y="76366"/>
                  </a:cubicBezTo>
                  <a:cubicBezTo>
                    <a:pt x="5166" y="75322"/>
                    <a:pt x="6424" y="73314"/>
                    <a:pt x="6424" y="71066"/>
                  </a:cubicBezTo>
                  <a:cubicBezTo>
                    <a:pt x="6424" y="68818"/>
                    <a:pt x="5166" y="66784"/>
                    <a:pt x="3186" y="65766"/>
                  </a:cubicBezTo>
                  <a:cubicBezTo>
                    <a:pt x="3106" y="63786"/>
                    <a:pt x="2062" y="61992"/>
                    <a:pt x="375" y="60922"/>
                  </a:cubicBezTo>
                  <a:cubicBezTo>
                    <a:pt x="2062" y="59878"/>
                    <a:pt x="3106" y="58085"/>
                    <a:pt x="3186" y="56104"/>
                  </a:cubicBezTo>
                  <a:cubicBezTo>
                    <a:pt x="5166" y="55060"/>
                    <a:pt x="6424" y="53053"/>
                    <a:pt x="6424" y="50804"/>
                  </a:cubicBezTo>
                  <a:cubicBezTo>
                    <a:pt x="6424" y="48556"/>
                    <a:pt x="5166" y="46522"/>
                    <a:pt x="3186" y="45505"/>
                  </a:cubicBezTo>
                  <a:cubicBezTo>
                    <a:pt x="3159" y="43604"/>
                    <a:pt x="2088" y="41731"/>
                    <a:pt x="375" y="40660"/>
                  </a:cubicBezTo>
                  <a:cubicBezTo>
                    <a:pt x="1901" y="39723"/>
                    <a:pt x="3320" y="37877"/>
                    <a:pt x="3186" y="35816"/>
                  </a:cubicBezTo>
                  <a:cubicBezTo>
                    <a:pt x="5193" y="34799"/>
                    <a:pt x="6424" y="32764"/>
                    <a:pt x="6424" y="30543"/>
                  </a:cubicBezTo>
                  <a:cubicBezTo>
                    <a:pt x="6424" y="28295"/>
                    <a:pt x="5166" y="26260"/>
                    <a:pt x="3186" y="25243"/>
                  </a:cubicBezTo>
                  <a:cubicBezTo>
                    <a:pt x="3106" y="23236"/>
                    <a:pt x="2062" y="21443"/>
                    <a:pt x="375" y="20399"/>
                  </a:cubicBezTo>
                  <a:cubicBezTo>
                    <a:pt x="2088" y="19328"/>
                    <a:pt x="3186" y="17454"/>
                    <a:pt x="3186" y="15608"/>
                  </a:cubicBezTo>
                  <a:cubicBezTo>
                    <a:pt x="3186" y="15608"/>
                    <a:pt x="3186" y="15581"/>
                    <a:pt x="3186" y="15554"/>
                  </a:cubicBezTo>
                  <a:cubicBezTo>
                    <a:pt x="5166" y="14537"/>
                    <a:pt x="6424" y="12503"/>
                    <a:pt x="6424" y="10255"/>
                  </a:cubicBezTo>
                  <a:cubicBezTo>
                    <a:pt x="6424" y="8033"/>
                    <a:pt x="5166" y="5999"/>
                    <a:pt x="3186" y="4982"/>
                  </a:cubicBezTo>
                  <a:lnTo>
                    <a:pt x="3186" y="4955"/>
                  </a:lnTo>
                  <a:cubicBezTo>
                    <a:pt x="3186" y="3028"/>
                    <a:pt x="2008" y="1074"/>
                    <a:pt x="215" y="30"/>
                  </a:cubicBezTo>
                  <a:cubicBezTo>
                    <a:pt x="184" y="10"/>
                    <a:pt x="153" y="1"/>
                    <a:pt x="12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6" name="Google Shape;1066;p76"/>
            <p:cNvSpPr/>
            <p:nvPr/>
          </p:nvSpPr>
          <p:spPr>
            <a:xfrm>
              <a:off x="1761075" y="818875"/>
              <a:ext cx="160625" cy="2032875"/>
            </a:xfrm>
            <a:custGeom>
              <a:avLst/>
              <a:gdLst/>
              <a:ahLst/>
              <a:cxnLst/>
              <a:rect l="l" t="t" r="r" b="b"/>
              <a:pathLst>
                <a:path w="6425" h="81315" extrusionOk="0">
                  <a:moveTo>
                    <a:pt x="149" y="1"/>
                  </a:moveTo>
                  <a:cubicBezTo>
                    <a:pt x="110" y="1"/>
                    <a:pt x="71" y="20"/>
                    <a:pt x="54" y="70"/>
                  </a:cubicBezTo>
                  <a:cubicBezTo>
                    <a:pt x="27" y="70"/>
                    <a:pt x="27" y="97"/>
                    <a:pt x="27" y="124"/>
                  </a:cubicBezTo>
                  <a:cubicBezTo>
                    <a:pt x="27" y="178"/>
                    <a:pt x="54" y="204"/>
                    <a:pt x="81" y="231"/>
                  </a:cubicBezTo>
                  <a:cubicBezTo>
                    <a:pt x="1821" y="1248"/>
                    <a:pt x="2972" y="3175"/>
                    <a:pt x="2945" y="5022"/>
                  </a:cubicBezTo>
                  <a:cubicBezTo>
                    <a:pt x="2945" y="5076"/>
                    <a:pt x="2972" y="5129"/>
                    <a:pt x="2998" y="5156"/>
                  </a:cubicBezTo>
                  <a:cubicBezTo>
                    <a:pt x="4952" y="6119"/>
                    <a:pt x="6183" y="8073"/>
                    <a:pt x="6183" y="10268"/>
                  </a:cubicBezTo>
                  <a:cubicBezTo>
                    <a:pt x="6183" y="12436"/>
                    <a:pt x="4952" y="14390"/>
                    <a:pt x="2998" y="15354"/>
                  </a:cubicBezTo>
                  <a:cubicBezTo>
                    <a:pt x="2972" y="15380"/>
                    <a:pt x="2945" y="15461"/>
                    <a:pt x="2945" y="15487"/>
                  </a:cubicBezTo>
                  <a:cubicBezTo>
                    <a:pt x="2998" y="17334"/>
                    <a:pt x="1847" y="19235"/>
                    <a:pt x="108" y="20278"/>
                  </a:cubicBezTo>
                  <a:cubicBezTo>
                    <a:pt x="81" y="20278"/>
                    <a:pt x="27" y="20305"/>
                    <a:pt x="27" y="20359"/>
                  </a:cubicBezTo>
                  <a:cubicBezTo>
                    <a:pt x="27" y="20412"/>
                    <a:pt x="27" y="20466"/>
                    <a:pt x="81" y="20493"/>
                  </a:cubicBezTo>
                  <a:cubicBezTo>
                    <a:pt x="1821" y="21510"/>
                    <a:pt x="2891" y="23303"/>
                    <a:pt x="2945" y="25310"/>
                  </a:cubicBezTo>
                  <a:cubicBezTo>
                    <a:pt x="2945" y="25364"/>
                    <a:pt x="2972" y="25391"/>
                    <a:pt x="2998" y="25417"/>
                  </a:cubicBezTo>
                  <a:cubicBezTo>
                    <a:pt x="4952" y="26381"/>
                    <a:pt x="6183" y="28362"/>
                    <a:pt x="6183" y="30530"/>
                  </a:cubicBezTo>
                  <a:cubicBezTo>
                    <a:pt x="6183" y="32698"/>
                    <a:pt x="4952" y="34652"/>
                    <a:pt x="2998" y="35642"/>
                  </a:cubicBezTo>
                  <a:cubicBezTo>
                    <a:pt x="2972" y="35642"/>
                    <a:pt x="2945" y="35695"/>
                    <a:pt x="2945" y="35749"/>
                  </a:cubicBezTo>
                  <a:cubicBezTo>
                    <a:pt x="3105" y="37837"/>
                    <a:pt x="1633" y="39630"/>
                    <a:pt x="108" y="40540"/>
                  </a:cubicBezTo>
                  <a:cubicBezTo>
                    <a:pt x="81" y="40540"/>
                    <a:pt x="27" y="40594"/>
                    <a:pt x="27" y="40620"/>
                  </a:cubicBezTo>
                  <a:cubicBezTo>
                    <a:pt x="27" y="40674"/>
                    <a:pt x="27" y="40727"/>
                    <a:pt x="81" y="40754"/>
                  </a:cubicBezTo>
                  <a:cubicBezTo>
                    <a:pt x="1821" y="41771"/>
                    <a:pt x="2945" y="43645"/>
                    <a:pt x="2945" y="45545"/>
                  </a:cubicBezTo>
                  <a:cubicBezTo>
                    <a:pt x="2945" y="45545"/>
                    <a:pt x="2945" y="45545"/>
                    <a:pt x="2945" y="45572"/>
                  </a:cubicBezTo>
                  <a:cubicBezTo>
                    <a:pt x="2945" y="45626"/>
                    <a:pt x="2972" y="45652"/>
                    <a:pt x="2998" y="45679"/>
                  </a:cubicBezTo>
                  <a:cubicBezTo>
                    <a:pt x="4952" y="46669"/>
                    <a:pt x="6183" y="48623"/>
                    <a:pt x="6183" y="50791"/>
                  </a:cubicBezTo>
                  <a:cubicBezTo>
                    <a:pt x="6183" y="52959"/>
                    <a:pt x="4952" y="54913"/>
                    <a:pt x="2998" y="55904"/>
                  </a:cubicBezTo>
                  <a:cubicBezTo>
                    <a:pt x="2972" y="55930"/>
                    <a:pt x="2945" y="55957"/>
                    <a:pt x="2945" y="56011"/>
                  </a:cubicBezTo>
                  <a:cubicBezTo>
                    <a:pt x="2891" y="57991"/>
                    <a:pt x="1847" y="59785"/>
                    <a:pt x="108" y="60802"/>
                  </a:cubicBezTo>
                  <a:cubicBezTo>
                    <a:pt x="81" y="60828"/>
                    <a:pt x="27" y="60855"/>
                    <a:pt x="27" y="60882"/>
                  </a:cubicBezTo>
                  <a:cubicBezTo>
                    <a:pt x="27" y="60935"/>
                    <a:pt x="27" y="60989"/>
                    <a:pt x="81" y="61016"/>
                  </a:cubicBezTo>
                  <a:cubicBezTo>
                    <a:pt x="1821" y="62033"/>
                    <a:pt x="2891" y="63826"/>
                    <a:pt x="2945" y="65834"/>
                  </a:cubicBezTo>
                  <a:cubicBezTo>
                    <a:pt x="2945" y="65887"/>
                    <a:pt x="2972" y="65914"/>
                    <a:pt x="2998" y="65941"/>
                  </a:cubicBezTo>
                  <a:cubicBezTo>
                    <a:pt x="4952" y="66931"/>
                    <a:pt x="6183" y="68885"/>
                    <a:pt x="6183" y="71053"/>
                  </a:cubicBezTo>
                  <a:cubicBezTo>
                    <a:pt x="6183" y="73221"/>
                    <a:pt x="4952" y="75175"/>
                    <a:pt x="2998" y="76165"/>
                  </a:cubicBezTo>
                  <a:cubicBezTo>
                    <a:pt x="2972" y="76192"/>
                    <a:pt x="2945" y="76219"/>
                    <a:pt x="2945" y="76272"/>
                  </a:cubicBezTo>
                  <a:cubicBezTo>
                    <a:pt x="2891" y="78280"/>
                    <a:pt x="1821" y="80073"/>
                    <a:pt x="81" y="81090"/>
                  </a:cubicBezTo>
                  <a:cubicBezTo>
                    <a:pt x="27" y="81117"/>
                    <a:pt x="1" y="81197"/>
                    <a:pt x="54" y="81251"/>
                  </a:cubicBezTo>
                  <a:cubicBezTo>
                    <a:pt x="74" y="81290"/>
                    <a:pt x="122" y="81315"/>
                    <a:pt x="167" y="81315"/>
                  </a:cubicBezTo>
                  <a:cubicBezTo>
                    <a:pt x="184" y="81315"/>
                    <a:pt x="200" y="81311"/>
                    <a:pt x="215" y="81304"/>
                  </a:cubicBezTo>
                  <a:cubicBezTo>
                    <a:pt x="2008" y="80260"/>
                    <a:pt x="3105" y="78413"/>
                    <a:pt x="3186" y="76352"/>
                  </a:cubicBezTo>
                  <a:cubicBezTo>
                    <a:pt x="5193" y="75309"/>
                    <a:pt x="6424" y="73301"/>
                    <a:pt x="6424" y="71053"/>
                  </a:cubicBezTo>
                  <a:cubicBezTo>
                    <a:pt x="6424" y="68805"/>
                    <a:pt x="5193" y="66797"/>
                    <a:pt x="3186" y="65753"/>
                  </a:cubicBezTo>
                  <a:cubicBezTo>
                    <a:pt x="3132" y="63773"/>
                    <a:pt x="2088" y="61979"/>
                    <a:pt x="402" y="60909"/>
                  </a:cubicBezTo>
                  <a:cubicBezTo>
                    <a:pt x="2088" y="59865"/>
                    <a:pt x="3132" y="58072"/>
                    <a:pt x="3186" y="56091"/>
                  </a:cubicBezTo>
                  <a:cubicBezTo>
                    <a:pt x="5193" y="55047"/>
                    <a:pt x="6424" y="53040"/>
                    <a:pt x="6424" y="50791"/>
                  </a:cubicBezTo>
                  <a:cubicBezTo>
                    <a:pt x="6424" y="48543"/>
                    <a:pt x="5193" y="46536"/>
                    <a:pt x="3186" y="45492"/>
                  </a:cubicBezTo>
                  <a:cubicBezTo>
                    <a:pt x="3186" y="43591"/>
                    <a:pt x="2088" y="41718"/>
                    <a:pt x="402" y="40647"/>
                  </a:cubicBezTo>
                  <a:cubicBezTo>
                    <a:pt x="1901" y="39710"/>
                    <a:pt x="3320" y="37890"/>
                    <a:pt x="3186" y="35829"/>
                  </a:cubicBezTo>
                  <a:cubicBezTo>
                    <a:pt x="5193" y="34785"/>
                    <a:pt x="6424" y="32751"/>
                    <a:pt x="6424" y="30530"/>
                  </a:cubicBezTo>
                  <a:cubicBezTo>
                    <a:pt x="6424" y="28281"/>
                    <a:pt x="5193" y="26247"/>
                    <a:pt x="3186" y="25230"/>
                  </a:cubicBezTo>
                  <a:cubicBezTo>
                    <a:pt x="3105" y="23223"/>
                    <a:pt x="2062" y="21429"/>
                    <a:pt x="402" y="20386"/>
                  </a:cubicBezTo>
                  <a:cubicBezTo>
                    <a:pt x="2115" y="19315"/>
                    <a:pt x="3212" y="17415"/>
                    <a:pt x="3186" y="15541"/>
                  </a:cubicBezTo>
                  <a:cubicBezTo>
                    <a:pt x="5193" y="14524"/>
                    <a:pt x="6424" y="12490"/>
                    <a:pt x="6424" y="10268"/>
                  </a:cubicBezTo>
                  <a:cubicBezTo>
                    <a:pt x="6424" y="8020"/>
                    <a:pt x="5193" y="5986"/>
                    <a:pt x="3186" y="4969"/>
                  </a:cubicBezTo>
                  <a:lnTo>
                    <a:pt x="3186" y="4942"/>
                  </a:lnTo>
                  <a:cubicBezTo>
                    <a:pt x="3186" y="3041"/>
                    <a:pt x="2008" y="1061"/>
                    <a:pt x="215" y="17"/>
                  </a:cubicBezTo>
                  <a:cubicBezTo>
                    <a:pt x="195" y="7"/>
                    <a:pt x="172" y="1"/>
                    <a:pt x="14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7" name="Google Shape;1067;p76"/>
            <p:cNvSpPr/>
            <p:nvPr/>
          </p:nvSpPr>
          <p:spPr>
            <a:xfrm>
              <a:off x="1607850" y="566950"/>
              <a:ext cx="159950" cy="2033000"/>
            </a:xfrm>
            <a:custGeom>
              <a:avLst/>
              <a:gdLst/>
              <a:ahLst/>
              <a:cxnLst/>
              <a:rect l="l" t="t" r="r" b="b"/>
              <a:pathLst>
                <a:path w="6398" h="81320" extrusionOk="0">
                  <a:moveTo>
                    <a:pt x="119" y="1"/>
                  </a:moveTo>
                  <a:cubicBezTo>
                    <a:pt x="81" y="1"/>
                    <a:pt x="44" y="24"/>
                    <a:pt x="27" y="57"/>
                  </a:cubicBezTo>
                  <a:cubicBezTo>
                    <a:pt x="0" y="84"/>
                    <a:pt x="0" y="110"/>
                    <a:pt x="0" y="137"/>
                  </a:cubicBezTo>
                  <a:cubicBezTo>
                    <a:pt x="0" y="164"/>
                    <a:pt x="27" y="217"/>
                    <a:pt x="81" y="244"/>
                  </a:cubicBezTo>
                  <a:cubicBezTo>
                    <a:pt x="1820" y="1261"/>
                    <a:pt x="2944" y="3188"/>
                    <a:pt x="2918" y="5035"/>
                  </a:cubicBezTo>
                  <a:cubicBezTo>
                    <a:pt x="2918" y="5089"/>
                    <a:pt x="2944" y="5142"/>
                    <a:pt x="2998" y="5169"/>
                  </a:cubicBezTo>
                  <a:cubicBezTo>
                    <a:pt x="4952" y="6133"/>
                    <a:pt x="6156" y="8086"/>
                    <a:pt x="6156" y="10255"/>
                  </a:cubicBezTo>
                  <a:cubicBezTo>
                    <a:pt x="6156" y="12449"/>
                    <a:pt x="4952" y="14403"/>
                    <a:pt x="2998" y="15367"/>
                  </a:cubicBezTo>
                  <a:cubicBezTo>
                    <a:pt x="2944" y="15394"/>
                    <a:pt x="2918" y="15447"/>
                    <a:pt x="2918" y="15501"/>
                  </a:cubicBezTo>
                  <a:cubicBezTo>
                    <a:pt x="2971" y="17347"/>
                    <a:pt x="1847" y="19248"/>
                    <a:pt x="81" y="20292"/>
                  </a:cubicBezTo>
                  <a:cubicBezTo>
                    <a:pt x="54" y="20292"/>
                    <a:pt x="27" y="20318"/>
                    <a:pt x="0" y="20372"/>
                  </a:cubicBezTo>
                  <a:cubicBezTo>
                    <a:pt x="0" y="20425"/>
                    <a:pt x="27" y="20479"/>
                    <a:pt x="81" y="20506"/>
                  </a:cubicBezTo>
                  <a:cubicBezTo>
                    <a:pt x="1794" y="21496"/>
                    <a:pt x="2864" y="23316"/>
                    <a:pt x="2918" y="25324"/>
                  </a:cubicBezTo>
                  <a:cubicBezTo>
                    <a:pt x="2918" y="25350"/>
                    <a:pt x="2944" y="25404"/>
                    <a:pt x="2998" y="25431"/>
                  </a:cubicBezTo>
                  <a:cubicBezTo>
                    <a:pt x="4952" y="26394"/>
                    <a:pt x="6156" y="28348"/>
                    <a:pt x="6156" y="30543"/>
                  </a:cubicBezTo>
                  <a:cubicBezTo>
                    <a:pt x="6156" y="32711"/>
                    <a:pt x="4952" y="34665"/>
                    <a:pt x="2998" y="35628"/>
                  </a:cubicBezTo>
                  <a:cubicBezTo>
                    <a:pt x="2944" y="35655"/>
                    <a:pt x="2918" y="35709"/>
                    <a:pt x="2918" y="35762"/>
                  </a:cubicBezTo>
                  <a:cubicBezTo>
                    <a:pt x="3078" y="37823"/>
                    <a:pt x="1633" y="39643"/>
                    <a:pt x="81" y="40553"/>
                  </a:cubicBezTo>
                  <a:cubicBezTo>
                    <a:pt x="54" y="40553"/>
                    <a:pt x="27" y="40580"/>
                    <a:pt x="0" y="40633"/>
                  </a:cubicBezTo>
                  <a:cubicBezTo>
                    <a:pt x="0" y="40687"/>
                    <a:pt x="27" y="40741"/>
                    <a:pt x="81" y="40767"/>
                  </a:cubicBezTo>
                  <a:cubicBezTo>
                    <a:pt x="1820" y="41784"/>
                    <a:pt x="2918" y="43658"/>
                    <a:pt x="2918" y="45532"/>
                  </a:cubicBezTo>
                  <a:cubicBezTo>
                    <a:pt x="2918" y="45558"/>
                    <a:pt x="2918" y="45558"/>
                    <a:pt x="2918" y="45585"/>
                  </a:cubicBezTo>
                  <a:cubicBezTo>
                    <a:pt x="2918" y="45612"/>
                    <a:pt x="2944" y="45665"/>
                    <a:pt x="2998" y="45692"/>
                  </a:cubicBezTo>
                  <a:cubicBezTo>
                    <a:pt x="4952" y="46656"/>
                    <a:pt x="6156" y="48636"/>
                    <a:pt x="6156" y="50804"/>
                  </a:cubicBezTo>
                  <a:cubicBezTo>
                    <a:pt x="6156" y="52972"/>
                    <a:pt x="4952" y="54926"/>
                    <a:pt x="2998" y="55917"/>
                  </a:cubicBezTo>
                  <a:cubicBezTo>
                    <a:pt x="2944" y="55917"/>
                    <a:pt x="2918" y="55970"/>
                    <a:pt x="2918" y="56024"/>
                  </a:cubicBezTo>
                  <a:cubicBezTo>
                    <a:pt x="2864" y="58004"/>
                    <a:pt x="1820" y="59798"/>
                    <a:pt x="81" y="60815"/>
                  </a:cubicBezTo>
                  <a:cubicBezTo>
                    <a:pt x="54" y="60815"/>
                    <a:pt x="27" y="60868"/>
                    <a:pt x="0" y="60895"/>
                  </a:cubicBezTo>
                  <a:cubicBezTo>
                    <a:pt x="0" y="60949"/>
                    <a:pt x="27" y="61002"/>
                    <a:pt x="81" y="61029"/>
                  </a:cubicBezTo>
                  <a:cubicBezTo>
                    <a:pt x="1820" y="62046"/>
                    <a:pt x="2864" y="63839"/>
                    <a:pt x="2918" y="65847"/>
                  </a:cubicBezTo>
                  <a:cubicBezTo>
                    <a:pt x="2918" y="65900"/>
                    <a:pt x="2944" y="65927"/>
                    <a:pt x="2998" y="65954"/>
                  </a:cubicBezTo>
                  <a:cubicBezTo>
                    <a:pt x="4952" y="66944"/>
                    <a:pt x="6156" y="68898"/>
                    <a:pt x="6156" y="71066"/>
                  </a:cubicBezTo>
                  <a:cubicBezTo>
                    <a:pt x="6156" y="73234"/>
                    <a:pt x="4952" y="75188"/>
                    <a:pt x="2998" y="76178"/>
                  </a:cubicBezTo>
                  <a:cubicBezTo>
                    <a:pt x="2944" y="76178"/>
                    <a:pt x="2918" y="76232"/>
                    <a:pt x="2918" y="76285"/>
                  </a:cubicBezTo>
                  <a:cubicBezTo>
                    <a:pt x="2864" y="78266"/>
                    <a:pt x="1820" y="80086"/>
                    <a:pt x="81" y="81076"/>
                  </a:cubicBezTo>
                  <a:cubicBezTo>
                    <a:pt x="27" y="81130"/>
                    <a:pt x="0" y="81183"/>
                    <a:pt x="27" y="81264"/>
                  </a:cubicBezTo>
                  <a:cubicBezTo>
                    <a:pt x="44" y="81297"/>
                    <a:pt x="81" y="81320"/>
                    <a:pt x="119" y="81320"/>
                  </a:cubicBezTo>
                  <a:cubicBezTo>
                    <a:pt x="143" y="81320"/>
                    <a:pt x="167" y="81311"/>
                    <a:pt x="188" y="81290"/>
                  </a:cubicBezTo>
                  <a:cubicBezTo>
                    <a:pt x="1981" y="80273"/>
                    <a:pt x="3105" y="78427"/>
                    <a:pt x="3185" y="76366"/>
                  </a:cubicBezTo>
                  <a:cubicBezTo>
                    <a:pt x="5166" y="75322"/>
                    <a:pt x="6397" y="73314"/>
                    <a:pt x="6397" y="71066"/>
                  </a:cubicBezTo>
                  <a:cubicBezTo>
                    <a:pt x="6397" y="68818"/>
                    <a:pt x="5166" y="66784"/>
                    <a:pt x="3185" y="65766"/>
                  </a:cubicBezTo>
                  <a:cubicBezTo>
                    <a:pt x="3105" y="63786"/>
                    <a:pt x="2061" y="61992"/>
                    <a:pt x="375" y="60922"/>
                  </a:cubicBezTo>
                  <a:cubicBezTo>
                    <a:pt x="2061" y="59878"/>
                    <a:pt x="3105" y="58085"/>
                    <a:pt x="3185" y="56104"/>
                  </a:cubicBezTo>
                  <a:cubicBezTo>
                    <a:pt x="5166" y="55060"/>
                    <a:pt x="6397" y="53053"/>
                    <a:pt x="6397" y="50804"/>
                  </a:cubicBezTo>
                  <a:cubicBezTo>
                    <a:pt x="6397" y="48556"/>
                    <a:pt x="5166" y="46522"/>
                    <a:pt x="3185" y="45505"/>
                  </a:cubicBezTo>
                  <a:cubicBezTo>
                    <a:pt x="3159" y="43604"/>
                    <a:pt x="2061" y="41731"/>
                    <a:pt x="375" y="40660"/>
                  </a:cubicBezTo>
                  <a:cubicBezTo>
                    <a:pt x="1901" y="39723"/>
                    <a:pt x="3292" y="37877"/>
                    <a:pt x="3185" y="35816"/>
                  </a:cubicBezTo>
                  <a:cubicBezTo>
                    <a:pt x="5166" y="34799"/>
                    <a:pt x="6397" y="32764"/>
                    <a:pt x="6397" y="30543"/>
                  </a:cubicBezTo>
                  <a:cubicBezTo>
                    <a:pt x="6397" y="28295"/>
                    <a:pt x="5166" y="26260"/>
                    <a:pt x="3185" y="25243"/>
                  </a:cubicBezTo>
                  <a:cubicBezTo>
                    <a:pt x="3078" y="23236"/>
                    <a:pt x="2061" y="21443"/>
                    <a:pt x="375" y="20399"/>
                  </a:cubicBezTo>
                  <a:cubicBezTo>
                    <a:pt x="2061" y="19328"/>
                    <a:pt x="3185" y="17454"/>
                    <a:pt x="3185" y="15608"/>
                  </a:cubicBezTo>
                  <a:cubicBezTo>
                    <a:pt x="3185" y="15608"/>
                    <a:pt x="3185" y="15581"/>
                    <a:pt x="3185" y="15554"/>
                  </a:cubicBezTo>
                  <a:cubicBezTo>
                    <a:pt x="5166" y="14537"/>
                    <a:pt x="6397" y="12503"/>
                    <a:pt x="6397" y="10255"/>
                  </a:cubicBezTo>
                  <a:cubicBezTo>
                    <a:pt x="6397" y="8033"/>
                    <a:pt x="5166" y="5999"/>
                    <a:pt x="3185" y="4982"/>
                  </a:cubicBezTo>
                  <a:lnTo>
                    <a:pt x="3185" y="4955"/>
                  </a:lnTo>
                  <a:cubicBezTo>
                    <a:pt x="3185" y="3028"/>
                    <a:pt x="1981" y="1074"/>
                    <a:pt x="188" y="30"/>
                  </a:cubicBezTo>
                  <a:cubicBezTo>
                    <a:pt x="167" y="10"/>
                    <a:pt x="143" y="1"/>
                    <a:pt x="11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8" name="Google Shape;1068;p76"/>
            <p:cNvSpPr/>
            <p:nvPr/>
          </p:nvSpPr>
          <p:spPr>
            <a:xfrm>
              <a:off x="1453950" y="818875"/>
              <a:ext cx="160600" cy="2032875"/>
            </a:xfrm>
            <a:custGeom>
              <a:avLst/>
              <a:gdLst/>
              <a:ahLst/>
              <a:cxnLst/>
              <a:rect l="l" t="t" r="r" b="b"/>
              <a:pathLst>
                <a:path w="6424" h="81315" extrusionOk="0">
                  <a:moveTo>
                    <a:pt x="136" y="1"/>
                  </a:moveTo>
                  <a:cubicBezTo>
                    <a:pt x="95" y="1"/>
                    <a:pt x="61" y="20"/>
                    <a:pt x="27" y="70"/>
                  </a:cubicBezTo>
                  <a:cubicBezTo>
                    <a:pt x="27" y="70"/>
                    <a:pt x="27" y="97"/>
                    <a:pt x="27" y="124"/>
                  </a:cubicBezTo>
                  <a:cubicBezTo>
                    <a:pt x="27" y="178"/>
                    <a:pt x="27" y="204"/>
                    <a:pt x="80" y="231"/>
                  </a:cubicBezTo>
                  <a:cubicBezTo>
                    <a:pt x="1820" y="1248"/>
                    <a:pt x="2971" y="3175"/>
                    <a:pt x="2944" y="5022"/>
                  </a:cubicBezTo>
                  <a:cubicBezTo>
                    <a:pt x="2944" y="5076"/>
                    <a:pt x="2971" y="5129"/>
                    <a:pt x="2998" y="5156"/>
                  </a:cubicBezTo>
                  <a:cubicBezTo>
                    <a:pt x="4952" y="6119"/>
                    <a:pt x="6156" y="8073"/>
                    <a:pt x="6156" y="10268"/>
                  </a:cubicBezTo>
                  <a:cubicBezTo>
                    <a:pt x="6156" y="12436"/>
                    <a:pt x="4952" y="14390"/>
                    <a:pt x="2998" y="15354"/>
                  </a:cubicBezTo>
                  <a:cubicBezTo>
                    <a:pt x="2971" y="15380"/>
                    <a:pt x="2944" y="15434"/>
                    <a:pt x="2944" y="15487"/>
                  </a:cubicBezTo>
                  <a:cubicBezTo>
                    <a:pt x="2944" y="15514"/>
                    <a:pt x="2944" y="15568"/>
                    <a:pt x="2944" y="15595"/>
                  </a:cubicBezTo>
                  <a:cubicBezTo>
                    <a:pt x="2944" y="17415"/>
                    <a:pt x="1820" y="19261"/>
                    <a:pt x="107" y="20278"/>
                  </a:cubicBezTo>
                  <a:cubicBezTo>
                    <a:pt x="54" y="20278"/>
                    <a:pt x="27" y="20305"/>
                    <a:pt x="27" y="20359"/>
                  </a:cubicBezTo>
                  <a:cubicBezTo>
                    <a:pt x="0" y="20412"/>
                    <a:pt x="27" y="20466"/>
                    <a:pt x="80" y="20493"/>
                  </a:cubicBezTo>
                  <a:cubicBezTo>
                    <a:pt x="1793" y="21510"/>
                    <a:pt x="2864" y="23303"/>
                    <a:pt x="2944" y="25310"/>
                  </a:cubicBezTo>
                  <a:cubicBezTo>
                    <a:pt x="2944" y="25364"/>
                    <a:pt x="2971" y="25391"/>
                    <a:pt x="2998" y="25417"/>
                  </a:cubicBezTo>
                  <a:cubicBezTo>
                    <a:pt x="4952" y="26381"/>
                    <a:pt x="6156" y="28362"/>
                    <a:pt x="6156" y="30530"/>
                  </a:cubicBezTo>
                  <a:cubicBezTo>
                    <a:pt x="6156" y="32698"/>
                    <a:pt x="4952" y="34652"/>
                    <a:pt x="2998" y="35642"/>
                  </a:cubicBezTo>
                  <a:cubicBezTo>
                    <a:pt x="2944" y="35642"/>
                    <a:pt x="2918" y="35695"/>
                    <a:pt x="2944" y="35749"/>
                  </a:cubicBezTo>
                  <a:cubicBezTo>
                    <a:pt x="3105" y="37837"/>
                    <a:pt x="1633" y="39630"/>
                    <a:pt x="107" y="40540"/>
                  </a:cubicBezTo>
                  <a:cubicBezTo>
                    <a:pt x="54" y="40540"/>
                    <a:pt x="27" y="40594"/>
                    <a:pt x="27" y="40620"/>
                  </a:cubicBezTo>
                  <a:cubicBezTo>
                    <a:pt x="0" y="40674"/>
                    <a:pt x="27" y="40727"/>
                    <a:pt x="80" y="40754"/>
                  </a:cubicBezTo>
                  <a:cubicBezTo>
                    <a:pt x="1820" y="41771"/>
                    <a:pt x="2944" y="43645"/>
                    <a:pt x="2944" y="45545"/>
                  </a:cubicBezTo>
                  <a:cubicBezTo>
                    <a:pt x="2944" y="45545"/>
                    <a:pt x="2944" y="45572"/>
                    <a:pt x="2944" y="45572"/>
                  </a:cubicBezTo>
                  <a:cubicBezTo>
                    <a:pt x="2944" y="45626"/>
                    <a:pt x="2971" y="45652"/>
                    <a:pt x="2998" y="45679"/>
                  </a:cubicBezTo>
                  <a:cubicBezTo>
                    <a:pt x="4952" y="46669"/>
                    <a:pt x="6156" y="48623"/>
                    <a:pt x="6156" y="50791"/>
                  </a:cubicBezTo>
                  <a:cubicBezTo>
                    <a:pt x="6156" y="52959"/>
                    <a:pt x="4952" y="54913"/>
                    <a:pt x="2998" y="55904"/>
                  </a:cubicBezTo>
                  <a:cubicBezTo>
                    <a:pt x="2971" y="55930"/>
                    <a:pt x="2944" y="55957"/>
                    <a:pt x="2944" y="56011"/>
                  </a:cubicBezTo>
                  <a:cubicBezTo>
                    <a:pt x="2891" y="57991"/>
                    <a:pt x="1820" y="59785"/>
                    <a:pt x="107" y="60802"/>
                  </a:cubicBezTo>
                  <a:cubicBezTo>
                    <a:pt x="54" y="60828"/>
                    <a:pt x="27" y="60855"/>
                    <a:pt x="27" y="60882"/>
                  </a:cubicBezTo>
                  <a:cubicBezTo>
                    <a:pt x="0" y="60935"/>
                    <a:pt x="27" y="60989"/>
                    <a:pt x="80" y="61016"/>
                  </a:cubicBezTo>
                  <a:cubicBezTo>
                    <a:pt x="1820" y="62033"/>
                    <a:pt x="2891" y="63826"/>
                    <a:pt x="2944" y="65834"/>
                  </a:cubicBezTo>
                  <a:cubicBezTo>
                    <a:pt x="2944" y="65887"/>
                    <a:pt x="2971" y="65914"/>
                    <a:pt x="2998" y="65941"/>
                  </a:cubicBezTo>
                  <a:cubicBezTo>
                    <a:pt x="4952" y="66931"/>
                    <a:pt x="6156" y="68885"/>
                    <a:pt x="6156" y="71053"/>
                  </a:cubicBezTo>
                  <a:cubicBezTo>
                    <a:pt x="6156" y="73221"/>
                    <a:pt x="4952" y="75175"/>
                    <a:pt x="2998" y="76165"/>
                  </a:cubicBezTo>
                  <a:cubicBezTo>
                    <a:pt x="2971" y="76192"/>
                    <a:pt x="2944" y="76219"/>
                    <a:pt x="2944" y="76272"/>
                  </a:cubicBezTo>
                  <a:cubicBezTo>
                    <a:pt x="2891" y="78280"/>
                    <a:pt x="1820" y="80073"/>
                    <a:pt x="80" y="81090"/>
                  </a:cubicBezTo>
                  <a:cubicBezTo>
                    <a:pt x="27" y="81117"/>
                    <a:pt x="0" y="81197"/>
                    <a:pt x="27" y="81251"/>
                  </a:cubicBezTo>
                  <a:cubicBezTo>
                    <a:pt x="66" y="81290"/>
                    <a:pt x="120" y="81315"/>
                    <a:pt x="167" y="81315"/>
                  </a:cubicBezTo>
                  <a:cubicBezTo>
                    <a:pt x="184" y="81315"/>
                    <a:pt x="200" y="81311"/>
                    <a:pt x="214" y="81304"/>
                  </a:cubicBezTo>
                  <a:cubicBezTo>
                    <a:pt x="2008" y="80260"/>
                    <a:pt x="3105" y="78413"/>
                    <a:pt x="3185" y="76352"/>
                  </a:cubicBezTo>
                  <a:cubicBezTo>
                    <a:pt x="5166" y="75309"/>
                    <a:pt x="6424" y="73301"/>
                    <a:pt x="6424" y="71053"/>
                  </a:cubicBezTo>
                  <a:cubicBezTo>
                    <a:pt x="6424" y="68805"/>
                    <a:pt x="5166" y="66797"/>
                    <a:pt x="3185" y="65753"/>
                  </a:cubicBezTo>
                  <a:cubicBezTo>
                    <a:pt x="3105" y="63773"/>
                    <a:pt x="2061" y="61979"/>
                    <a:pt x="375" y="60909"/>
                  </a:cubicBezTo>
                  <a:cubicBezTo>
                    <a:pt x="2061" y="59865"/>
                    <a:pt x="3105" y="58072"/>
                    <a:pt x="3185" y="56091"/>
                  </a:cubicBezTo>
                  <a:cubicBezTo>
                    <a:pt x="5166" y="55047"/>
                    <a:pt x="6424" y="53040"/>
                    <a:pt x="6424" y="50791"/>
                  </a:cubicBezTo>
                  <a:cubicBezTo>
                    <a:pt x="6424" y="48543"/>
                    <a:pt x="5193" y="46536"/>
                    <a:pt x="3185" y="45492"/>
                  </a:cubicBezTo>
                  <a:cubicBezTo>
                    <a:pt x="3159" y="43591"/>
                    <a:pt x="2088" y="41718"/>
                    <a:pt x="375" y="40647"/>
                  </a:cubicBezTo>
                  <a:cubicBezTo>
                    <a:pt x="1901" y="39710"/>
                    <a:pt x="3319" y="37890"/>
                    <a:pt x="3185" y="35829"/>
                  </a:cubicBezTo>
                  <a:cubicBezTo>
                    <a:pt x="5193" y="34785"/>
                    <a:pt x="6424" y="32751"/>
                    <a:pt x="6424" y="30530"/>
                  </a:cubicBezTo>
                  <a:cubicBezTo>
                    <a:pt x="6424" y="28281"/>
                    <a:pt x="5166" y="26247"/>
                    <a:pt x="3185" y="25230"/>
                  </a:cubicBezTo>
                  <a:cubicBezTo>
                    <a:pt x="3105" y="23223"/>
                    <a:pt x="2061" y="21429"/>
                    <a:pt x="375" y="20386"/>
                  </a:cubicBezTo>
                  <a:cubicBezTo>
                    <a:pt x="2088" y="19315"/>
                    <a:pt x="3185" y="17441"/>
                    <a:pt x="3185" y="15595"/>
                  </a:cubicBezTo>
                  <a:cubicBezTo>
                    <a:pt x="3185" y="15595"/>
                    <a:pt x="3185" y="15568"/>
                    <a:pt x="3185" y="15541"/>
                  </a:cubicBezTo>
                  <a:cubicBezTo>
                    <a:pt x="5193" y="14524"/>
                    <a:pt x="6424" y="12490"/>
                    <a:pt x="6424" y="10268"/>
                  </a:cubicBezTo>
                  <a:cubicBezTo>
                    <a:pt x="6424" y="8020"/>
                    <a:pt x="5193" y="5986"/>
                    <a:pt x="3185" y="4969"/>
                  </a:cubicBezTo>
                  <a:cubicBezTo>
                    <a:pt x="3185" y="3041"/>
                    <a:pt x="2008" y="1061"/>
                    <a:pt x="214" y="17"/>
                  </a:cubicBezTo>
                  <a:cubicBezTo>
                    <a:pt x="185" y="7"/>
                    <a:pt x="159" y="1"/>
                    <a:pt x="13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9" name="Google Shape;1069;p76"/>
            <p:cNvSpPr/>
            <p:nvPr/>
          </p:nvSpPr>
          <p:spPr>
            <a:xfrm>
              <a:off x="1300050" y="566950"/>
              <a:ext cx="160600" cy="2033000"/>
            </a:xfrm>
            <a:custGeom>
              <a:avLst/>
              <a:gdLst/>
              <a:ahLst/>
              <a:cxnLst/>
              <a:rect l="l" t="t" r="r" b="b"/>
              <a:pathLst>
                <a:path w="6424" h="81320" extrusionOk="0">
                  <a:moveTo>
                    <a:pt x="146" y="1"/>
                  </a:moveTo>
                  <a:cubicBezTo>
                    <a:pt x="107" y="1"/>
                    <a:pt x="70" y="24"/>
                    <a:pt x="54" y="57"/>
                  </a:cubicBezTo>
                  <a:cubicBezTo>
                    <a:pt x="27" y="84"/>
                    <a:pt x="27" y="110"/>
                    <a:pt x="27" y="137"/>
                  </a:cubicBezTo>
                  <a:cubicBezTo>
                    <a:pt x="27" y="164"/>
                    <a:pt x="54" y="217"/>
                    <a:pt x="80" y="244"/>
                  </a:cubicBezTo>
                  <a:cubicBezTo>
                    <a:pt x="1820" y="1261"/>
                    <a:pt x="2971" y="3188"/>
                    <a:pt x="2944" y="5035"/>
                  </a:cubicBezTo>
                  <a:cubicBezTo>
                    <a:pt x="2944" y="5089"/>
                    <a:pt x="2971" y="5142"/>
                    <a:pt x="3025" y="5169"/>
                  </a:cubicBezTo>
                  <a:cubicBezTo>
                    <a:pt x="4952" y="6133"/>
                    <a:pt x="6183" y="8086"/>
                    <a:pt x="6183" y="10255"/>
                  </a:cubicBezTo>
                  <a:cubicBezTo>
                    <a:pt x="6183" y="12449"/>
                    <a:pt x="4952" y="14403"/>
                    <a:pt x="3025" y="15367"/>
                  </a:cubicBezTo>
                  <a:cubicBezTo>
                    <a:pt x="2971" y="15394"/>
                    <a:pt x="2944" y="15447"/>
                    <a:pt x="2944" y="15501"/>
                  </a:cubicBezTo>
                  <a:cubicBezTo>
                    <a:pt x="2998" y="17321"/>
                    <a:pt x="1847" y="19248"/>
                    <a:pt x="107" y="20292"/>
                  </a:cubicBezTo>
                  <a:cubicBezTo>
                    <a:pt x="80" y="20292"/>
                    <a:pt x="54" y="20318"/>
                    <a:pt x="27" y="20372"/>
                  </a:cubicBezTo>
                  <a:cubicBezTo>
                    <a:pt x="27" y="20425"/>
                    <a:pt x="27" y="20479"/>
                    <a:pt x="80" y="20506"/>
                  </a:cubicBezTo>
                  <a:cubicBezTo>
                    <a:pt x="1820" y="21496"/>
                    <a:pt x="2891" y="23316"/>
                    <a:pt x="2944" y="25324"/>
                  </a:cubicBezTo>
                  <a:cubicBezTo>
                    <a:pt x="2944" y="25350"/>
                    <a:pt x="2971" y="25404"/>
                    <a:pt x="3025" y="25431"/>
                  </a:cubicBezTo>
                  <a:cubicBezTo>
                    <a:pt x="4952" y="26394"/>
                    <a:pt x="6183" y="28348"/>
                    <a:pt x="6183" y="30543"/>
                  </a:cubicBezTo>
                  <a:cubicBezTo>
                    <a:pt x="6183" y="32711"/>
                    <a:pt x="4952" y="34665"/>
                    <a:pt x="3025" y="35628"/>
                  </a:cubicBezTo>
                  <a:cubicBezTo>
                    <a:pt x="2971" y="35655"/>
                    <a:pt x="2944" y="35709"/>
                    <a:pt x="2944" y="35762"/>
                  </a:cubicBezTo>
                  <a:cubicBezTo>
                    <a:pt x="3105" y="37823"/>
                    <a:pt x="1633" y="39643"/>
                    <a:pt x="107" y="40553"/>
                  </a:cubicBezTo>
                  <a:cubicBezTo>
                    <a:pt x="80" y="40553"/>
                    <a:pt x="54" y="40580"/>
                    <a:pt x="27" y="40633"/>
                  </a:cubicBezTo>
                  <a:cubicBezTo>
                    <a:pt x="27" y="40687"/>
                    <a:pt x="27" y="40741"/>
                    <a:pt x="80" y="40767"/>
                  </a:cubicBezTo>
                  <a:cubicBezTo>
                    <a:pt x="1820" y="41784"/>
                    <a:pt x="2944" y="43658"/>
                    <a:pt x="2944" y="45532"/>
                  </a:cubicBezTo>
                  <a:cubicBezTo>
                    <a:pt x="2944" y="45558"/>
                    <a:pt x="2944" y="45558"/>
                    <a:pt x="2944" y="45585"/>
                  </a:cubicBezTo>
                  <a:cubicBezTo>
                    <a:pt x="2944" y="45612"/>
                    <a:pt x="2971" y="45665"/>
                    <a:pt x="3025" y="45692"/>
                  </a:cubicBezTo>
                  <a:cubicBezTo>
                    <a:pt x="4952" y="46656"/>
                    <a:pt x="6183" y="48636"/>
                    <a:pt x="6183" y="50804"/>
                  </a:cubicBezTo>
                  <a:cubicBezTo>
                    <a:pt x="6183" y="52972"/>
                    <a:pt x="4952" y="54926"/>
                    <a:pt x="3025" y="55917"/>
                  </a:cubicBezTo>
                  <a:cubicBezTo>
                    <a:pt x="2971" y="55917"/>
                    <a:pt x="2944" y="55970"/>
                    <a:pt x="2944" y="56024"/>
                  </a:cubicBezTo>
                  <a:cubicBezTo>
                    <a:pt x="2891" y="58004"/>
                    <a:pt x="1847" y="59798"/>
                    <a:pt x="107" y="60815"/>
                  </a:cubicBezTo>
                  <a:cubicBezTo>
                    <a:pt x="80" y="60815"/>
                    <a:pt x="54" y="60868"/>
                    <a:pt x="27" y="60895"/>
                  </a:cubicBezTo>
                  <a:cubicBezTo>
                    <a:pt x="27" y="60949"/>
                    <a:pt x="27" y="61002"/>
                    <a:pt x="80" y="61029"/>
                  </a:cubicBezTo>
                  <a:cubicBezTo>
                    <a:pt x="1820" y="62046"/>
                    <a:pt x="2891" y="63839"/>
                    <a:pt x="2944" y="65847"/>
                  </a:cubicBezTo>
                  <a:cubicBezTo>
                    <a:pt x="2944" y="65900"/>
                    <a:pt x="2971" y="65927"/>
                    <a:pt x="3025" y="65954"/>
                  </a:cubicBezTo>
                  <a:cubicBezTo>
                    <a:pt x="4952" y="66944"/>
                    <a:pt x="6183" y="68898"/>
                    <a:pt x="6183" y="71066"/>
                  </a:cubicBezTo>
                  <a:cubicBezTo>
                    <a:pt x="6183" y="73234"/>
                    <a:pt x="4952" y="75188"/>
                    <a:pt x="3025" y="76178"/>
                  </a:cubicBezTo>
                  <a:cubicBezTo>
                    <a:pt x="2971" y="76178"/>
                    <a:pt x="2944" y="76232"/>
                    <a:pt x="2944" y="76285"/>
                  </a:cubicBezTo>
                  <a:cubicBezTo>
                    <a:pt x="2891" y="78266"/>
                    <a:pt x="1820" y="80086"/>
                    <a:pt x="80" y="81076"/>
                  </a:cubicBezTo>
                  <a:cubicBezTo>
                    <a:pt x="27" y="81130"/>
                    <a:pt x="0" y="81183"/>
                    <a:pt x="54" y="81264"/>
                  </a:cubicBezTo>
                  <a:cubicBezTo>
                    <a:pt x="70" y="81297"/>
                    <a:pt x="107" y="81320"/>
                    <a:pt x="146" y="81320"/>
                  </a:cubicBezTo>
                  <a:cubicBezTo>
                    <a:pt x="169" y="81320"/>
                    <a:pt x="194" y="81311"/>
                    <a:pt x="214" y="81290"/>
                  </a:cubicBezTo>
                  <a:cubicBezTo>
                    <a:pt x="2007" y="80273"/>
                    <a:pt x="3105" y="78427"/>
                    <a:pt x="3185" y="76366"/>
                  </a:cubicBezTo>
                  <a:cubicBezTo>
                    <a:pt x="5193" y="75322"/>
                    <a:pt x="6424" y="73314"/>
                    <a:pt x="6424" y="71066"/>
                  </a:cubicBezTo>
                  <a:cubicBezTo>
                    <a:pt x="6424" y="68818"/>
                    <a:pt x="5193" y="66784"/>
                    <a:pt x="3185" y="65766"/>
                  </a:cubicBezTo>
                  <a:cubicBezTo>
                    <a:pt x="3132" y="63786"/>
                    <a:pt x="2088" y="61992"/>
                    <a:pt x="402" y="60922"/>
                  </a:cubicBezTo>
                  <a:cubicBezTo>
                    <a:pt x="2088" y="59878"/>
                    <a:pt x="3132" y="58085"/>
                    <a:pt x="3185" y="56104"/>
                  </a:cubicBezTo>
                  <a:cubicBezTo>
                    <a:pt x="5193" y="55060"/>
                    <a:pt x="6424" y="53053"/>
                    <a:pt x="6424" y="50804"/>
                  </a:cubicBezTo>
                  <a:cubicBezTo>
                    <a:pt x="6424" y="48556"/>
                    <a:pt x="5193" y="46522"/>
                    <a:pt x="3185" y="45505"/>
                  </a:cubicBezTo>
                  <a:cubicBezTo>
                    <a:pt x="3185" y="43604"/>
                    <a:pt x="2088" y="41731"/>
                    <a:pt x="402" y="40660"/>
                  </a:cubicBezTo>
                  <a:cubicBezTo>
                    <a:pt x="1927" y="39723"/>
                    <a:pt x="3319" y="37903"/>
                    <a:pt x="3212" y="35816"/>
                  </a:cubicBezTo>
                  <a:cubicBezTo>
                    <a:pt x="5193" y="34799"/>
                    <a:pt x="6424" y="32764"/>
                    <a:pt x="6424" y="30543"/>
                  </a:cubicBezTo>
                  <a:cubicBezTo>
                    <a:pt x="6424" y="28295"/>
                    <a:pt x="5193" y="26260"/>
                    <a:pt x="3185" y="25243"/>
                  </a:cubicBezTo>
                  <a:cubicBezTo>
                    <a:pt x="3105" y="23236"/>
                    <a:pt x="2061" y="21443"/>
                    <a:pt x="402" y="20399"/>
                  </a:cubicBezTo>
                  <a:cubicBezTo>
                    <a:pt x="2088" y="19328"/>
                    <a:pt x="3185" y="17454"/>
                    <a:pt x="3185" y="15608"/>
                  </a:cubicBezTo>
                  <a:cubicBezTo>
                    <a:pt x="3185" y="15608"/>
                    <a:pt x="3185" y="15581"/>
                    <a:pt x="3185" y="15554"/>
                  </a:cubicBezTo>
                  <a:cubicBezTo>
                    <a:pt x="5193" y="14537"/>
                    <a:pt x="6424" y="12503"/>
                    <a:pt x="6424" y="10255"/>
                  </a:cubicBezTo>
                  <a:cubicBezTo>
                    <a:pt x="6424" y="8033"/>
                    <a:pt x="5193" y="5999"/>
                    <a:pt x="3185" y="4982"/>
                  </a:cubicBezTo>
                  <a:lnTo>
                    <a:pt x="3185" y="4955"/>
                  </a:lnTo>
                  <a:cubicBezTo>
                    <a:pt x="3185" y="3028"/>
                    <a:pt x="2007" y="1074"/>
                    <a:pt x="214" y="30"/>
                  </a:cubicBezTo>
                  <a:cubicBezTo>
                    <a:pt x="194" y="10"/>
                    <a:pt x="169" y="1"/>
                    <a:pt x="14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0" name="Google Shape;1070;p76"/>
            <p:cNvSpPr/>
            <p:nvPr/>
          </p:nvSpPr>
          <p:spPr>
            <a:xfrm>
              <a:off x="1146800" y="818875"/>
              <a:ext cx="159950" cy="2032875"/>
            </a:xfrm>
            <a:custGeom>
              <a:avLst/>
              <a:gdLst/>
              <a:ahLst/>
              <a:cxnLst/>
              <a:rect l="l" t="t" r="r" b="b"/>
              <a:pathLst>
                <a:path w="6398" h="81315" extrusionOk="0">
                  <a:moveTo>
                    <a:pt x="123" y="1"/>
                  </a:moveTo>
                  <a:cubicBezTo>
                    <a:pt x="83" y="1"/>
                    <a:pt x="44" y="20"/>
                    <a:pt x="28" y="70"/>
                  </a:cubicBezTo>
                  <a:cubicBezTo>
                    <a:pt x="28" y="70"/>
                    <a:pt x="1" y="97"/>
                    <a:pt x="1" y="124"/>
                  </a:cubicBezTo>
                  <a:cubicBezTo>
                    <a:pt x="1" y="178"/>
                    <a:pt x="28" y="204"/>
                    <a:pt x="81" y="231"/>
                  </a:cubicBezTo>
                  <a:cubicBezTo>
                    <a:pt x="1821" y="1248"/>
                    <a:pt x="2972" y="3175"/>
                    <a:pt x="2918" y="5022"/>
                  </a:cubicBezTo>
                  <a:cubicBezTo>
                    <a:pt x="2918" y="5076"/>
                    <a:pt x="2945" y="5129"/>
                    <a:pt x="2998" y="5156"/>
                  </a:cubicBezTo>
                  <a:cubicBezTo>
                    <a:pt x="4952" y="6119"/>
                    <a:pt x="6157" y="8073"/>
                    <a:pt x="6157" y="10268"/>
                  </a:cubicBezTo>
                  <a:cubicBezTo>
                    <a:pt x="6157" y="12436"/>
                    <a:pt x="4952" y="14390"/>
                    <a:pt x="2998" y="15354"/>
                  </a:cubicBezTo>
                  <a:cubicBezTo>
                    <a:pt x="2945" y="15380"/>
                    <a:pt x="2918" y="15434"/>
                    <a:pt x="2918" y="15487"/>
                  </a:cubicBezTo>
                  <a:cubicBezTo>
                    <a:pt x="2998" y="17334"/>
                    <a:pt x="1848" y="19235"/>
                    <a:pt x="81" y="20278"/>
                  </a:cubicBezTo>
                  <a:cubicBezTo>
                    <a:pt x="54" y="20278"/>
                    <a:pt x="28" y="20305"/>
                    <a:pt x="1" y="20359"/>
                  </a:cubicBezTo>
                  <a:cubicBezTo>
                    <a:pt x="1" y="20412"/>
                    <a:pt x="28" y="20466"/>
                    <a:pt x="81" y="20493"/>
                  </a:cubicBezTo>
                  <a:cubicBezTo>
                    <a:pt x="1794" y="21510"/>
                    <a:pt x="2865" y="23303"/>
                    <a:pt x="2918" y="25310"/>
                  </a:cubicBezTo>
                  <a:cubicBezTo>
                    <a:pt x="2918" y="25364"/>
                    <a:pt x="2945" y="25391"/>
                    <a:pt x="2998" y="25417"/>
                  </a:cubicBezTo>
                  <a:cubicBezTo>
                    <a:pt x="4952" y="26381"/>
                    <a:pt x="6157" y="28362"/>
                    <a:pt x="6157" y="30530"/>
                  </a:cubicBezTo>
                  <a:cubicBezTo>
                    <a:pt x="6157" y="32698"/>
                    <a:pt x="4952" y="34652"/>
                    <a:pt x="2998" y="35642"/>
                  </a:cubicBezTo>
                  <a:cubicBezTo>
                    <a:pt x="2945" y="35642"/>
                    <a:pt x="2918" y="35695"/>
                    <a:pt x="2918" y="35749"/>
                  </a:cubicBezTo>
                  <a:cubicBezTo>
                    <a:pt x="3079" y="37837"/>
                    <a:pt x="1633" y="39630"/>
                    <a:pt x="81" y="40540"/>
                  </a:cubicBezTo>
                  <a:cubicBezTo>
                    <a:pt x="54" y="40540"/>
                    <a:pt x="28" y="40594"/>
                    <a:pt x="1" y="40620"/>
                  </a:cubicBezTo>
                  <a:cubicBezTo>
                    <a:pt x="1" y="40674"/>
                    <a:pt x="28" y="40727"/>
                    <a:pt x="81" y="40754"/>
                  </a:cubicBezTo>
                  <a:cubicBezTo>
                    <a:pt x="1821" y="41771"/>
                    <a:pt x="2918" y="43645"/>
                    <a:pt x="2918" y="45545"/>
                  </a:cubicBezTo>
                  <a:cubicBezTo>
                    <a:pt x="2918" y="45545"/>
                    <a:pt x="2918" y="45545"/>
                    <a:pt x="2918" y="45572"/>
                  </a:cubicBezTo>
                  <a:cubicBezTo>
                    <a:pt x="2918" y="45626"/>
                    <a:pt x="2945" y="45652"/>
                    <a:pt x="2998" y="45679"/>
                  </a:cubicBezTo>
                  <a:cubicBezTo>
                    <a:pt x="4952" y="46669"/>
                    <a:pt x="6157" y="48623"/>
                    <a:pt x="6157" y="50791"/>
                  </a:cubicBezTo>
                  <a:cubicBezTo>
                    <a:pt x="6157" y="52959"/>
                    <a:pt x="4952" y="54913"/>
                    <a:pt x="2998" y="55904"/>
                  </a:cubicBezTo>
                  <a:cubicBezTo>
                    <a:pt x="2945" y="55930"/>
                    <a:pt x="2918" y="55957"/>
                    <a:pt x="2918" y="56011"/>
                  </a:cubicBezTo>
                  <a:cubicBezTo>
                    <a:pt x="2891" y="57991"/>
                    <a:pt x="1821" y="59785"/>
                    <a:pt x="81" y="60802"/>
                  </a:cubicBezTo>
                  <a:cubicBezTo>
                    <a:pt x="54" y="60828"/>
                    <a:pt x="28" y="60855"/>
                    <a:pt x="1" y="60882"/>
                  </a:cubicBezTo>
                  <a:cubicBezTo>
                    <a:pt x="1" y="60935"/>
                    <a:pt x="28" y="60989"/>
                    <a:pt x="81" y="61016"/>
                  </a:cubicBezTo>
                  <a:cubicBezTo>
                    <a:pt x="1821" y="62033"/>
                    <a:pt x="2891" y="63826"/>
                    <a:pt x="2918" y="65834"/>
                  </a:cubicBezTo>
                  <a:cubicBezTo>
                    <a:pt x="2918" y="65887"/>
                    <a:pt x="2945" y="65914"/>
                    <a:pt x="2998" y="65941"/>
                  </a:cubicBezTo>
                  <a:cubicBezTo>
                    <a:pt x="4952" y="66931"/>
                    <a:pt x="6157" y="68885"/>
                    <a:pt x="6157" y="71053"/>
                  </a:cubicBezTo>
                  <a:cubicBezTo>
                    <a:pt x="6157" y="73221"/>
                    <a:pt x="4952" y="75175"/>
                    <a:pt x="2998" y="76165"/>
                  </a:cubicBezTo>
                  <a:cubicBezTo>
                    <a:pt x="2945" y="76192"/>
                    <a:pt x="2918" y="76219"/>
                    <a:pt x="2918" y="76272"/>
                  </a:cubicBezTo>
                  <a:cubicBezTo>
                    <a:pt x="2891" y="78280"/>
                    <a:pt x="1821" y="80073"/>
                    <a:pt x="81" y="81090"/>
                  </a:cubicBezTo>
                  <a:cubicBezTo>
                    <a:pt x="28" y="81117"/>
                    <a:pt x="1" y="81197"/>
                    <a:pt x="28" y="81251"/>
                  </a:cubicBezTo>
                  <a:cubicBezTo>
                    <a:pt x="47" y="81290"/>
                    <a:pt x="95" y="81315"/>
                    <a:pt x="151" y="81315"/>
                  </a:cubicBezTo>
                  <a:cubicBezTo>
                    <a:pt x="172" y="81315"/>
                    <a:pt x="193" y="81311"/>
                    <a:pt x="215" y="81304"/>
                  </a:cubicBezTo>
                  <a:cubicBezTo>
                    <a:pt x="1981" y="80260"/>
                    <a:pt x="3106" y="78413"/>
                    <a:pt x="3186" y="76352"/>
                  </a:cubicBezTo>
                  <a:cubicBezTo>
                    <a:pt x="5167" y="75309"/>
                    <a:pt x="6398" y="73301"/>
                    <a:pt x="6398" y="71053"/>
                  </a:cubicBezTo>
                  <a:cubicBezTo>
                    <a:pt x="6398" y="68805"/>
                    <a:pt x="5167" y="66797"/>
                    <a:pt x="3186" y="65753"/>
                  </a:cubicBezTo>
                  <a:cubicBezTo>
                    <a:pt x="3106" y="63773"/>
                    <a:pt x="2062" y="61979"/>
                    <a:pt x="375" y="60909"/>
                  </a:cubicBezTo>
                  <a:cubicBezTo>
                    <a:pt x="2062" y="59865"/>
                    <a:pt x="3106" y="58072"/>
                    <a:pt x="3186" y="56091"/>
                  </a:cubicBezTo>
                  <a:cubicBezTo>
                    <a:pt x="5167" y="55047"/>
                    <a:pt x="6398" y="53040"/>
                    <a:pt x="6398" y="50791"/>
                  </a:cubicBezTo>
                  <a:cubicBezTo>
                    <a:pt x="6398" y="48543"/>
                    <a:pt x="5167" y="46536"/>
                    <a:pt x="3186" y="45492"/>
                  </a:cubicBezTo>
                  <a:cubicBezTo>
                    <a:pt x="3159" y="43591"/>
                    <a:pt x="2088" y="41718"/>
                    <a:pt x="375" y="40647"/>
                  </a:cubicBezTo>
                  <a:cubicBezTo>
                    <a:pt x="1901" y="39710"/>
                    <a:pt x="3293" y="37890"/>
                    <a:pt x="3186" y="35829"/>
                  </a:cubicBezTo>
                  <a:cubicBezTo>
                    <a:pt x="5167" y="34785"/>
                    <a:pt x="6398" y="32751"/>
                    <a:pt x="6398" y="30530"/>
                  </a:cubicBezTo>
                  <a:cubicBezTo>
                    <a:pt x="6398" y="28281"/>
                    <a:pt x="5167" y="26247"/>
                    <a:pt x="3186" y="25230"/>
                  </a:cubicBezTo>
                  <a:cubicBezTo>
                    <a:pt x="3079" y="23223"/>
                    <a:pt x="2062" y="21429"/>
                    <a:pt x="375" y="20386"/>
                  </a:cubicBezTo>
                  <a:cubicBezTo>
                    <a:pt x="2088" y="19315"/>
                    <a:pt x="3186" y="17415"/>
                    <a:pt x="3186" y="15541"/>
                  </a:cubicBezTo>
                  <a:cubicBezTo>
                    <a:pt x="5167" y="14524"/>
                    <a:pt x="6398" y="12490"/>
                    <a:pt x="6398" y="10268"/>
                  </a:cubicBezTo>
                  <a:cubicBezTo>
                    <a:pt x="6398" y="8020"/>
                    <a:pt x="5167" y="5986"/>
                    <a:pt x="3186" y="4969"/>
                  </a:cubicBezTo>
                  <a:lnTo>
                    <a:pt x="3186" y="4942"/>
                  </a:lnTo>
                  <a:cubicBezTo>
                    <a:pt x="3186" y="3041"/>
                    <a:pt x="1981" y="1061"/>
                    <a:pt x="188" y="17"/>
                  </a:cubicBezTo>
                  <a:cubicBezTo>
                    <a:pt x="169" y="7"/>
                    <a:pt x="145" y="1"/>
                    <a:pt x="12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1" name="Google Shape;1071;p76"/>
            <p:cNvSpPr/>
            <p:nvPr/>
          </p:nvSpPr>
          <p:spPr>
            <a:xfrm>
              <a:off x="992900" y="566950"/>
              <a:ext cx="160625" cy="2033000"/>
            </a:xfrm>
            <a:custGeom>
              <a:avLst/>
              <a:gdLst/>
              <a:ahLst/>
              <a:cxnLst/>
              <a:rect l="l" t="t" r="r" b="b"/>
              <a:pathLst>
                <a:path w="6425" h="81320" extrusionOk="0">
                  <a:moveTo>
                    <a:pt x="145" y="1"/>
                  </a:moveTo>
                  <a:cubicBezTo>
                    <a:pt x="104" y="1"/>
                    <a:pt x="60" y="24"/>
                    <a:pt x="27" y="57"/>
                  </a:cubicBezTo>
                  <a:cubicBezTo>
                    <a:pt x="27" y="84"/>
                    <a:pt x="27" y="110"/>
                    <a:pt x="27" y="137"/>
                  </a:cubicBezTo>
                  <a:cubicBezTo>
                    <a:pt x="27" y="164"/>
                    <a:pt x="54" y="217"/>
                    <a:pt x="81" y="244"/>
                  </a:cubicBezTo>
                  <a:cubicBezTo>
                    <a:pt x="1821" y="1261"/>
                    <a:pt x="2972" y="3188"/>
                    <a:pt x="2945" y="5035"/>
                  </a:cubicBezTo>
                  <a:cubicBezTo>
                    <a:pt x="2945" y="5089"/>
                    <a:pt x="2972" y="5142"/>
                    <a:pt x="2998" y="5169"/>
                  </a:cubicBezTo>
                  <a:cubicBezTo>
                    <a:pt x="4952" y="6133"/>
                    <a:pt x="6157" y="8086"/>
                    <a:pt x="6157" y="10255"/>
                  </a:cubicBezTo>
                  <a:cubicBezTo>
                    <a:pt x="6157" y="12449"/>
                    <a:pt x="4952" y="14403"/>
                    <a:pt x="2998" y="15367"/>
                  </a:cubicBezTo>
                  <a:cubicBezTo>
                    <a:pt x="2972" y="15394"/>
                    <a:pt x="2945" y="15447"/>
                    <a:pt x="2945" y="15501"/>
                  </a:cubicBezTo>
                  <a:cubicBezTo>
                    <a:pt x="2998" y="17347"/>
                    <a:pt x="1847" y="19248"/>
                    <a:pt x="108" y="20292"/>
                  </a:cubicBezTo>
                  <a:cubicBezTo>
                    <a:pt x="54" y="20292"/>
                    <a:pt x="27" y="20318"/>
                    <a:pt x="27" y="20372"/>
                  </a:cubicBezTo>
                  <a:cubicBezTo>
                    <a:pt x="1" y="20425"/>
                    <a:pt x="27" y="20479"/>
                    <a:pt x="81" y="20506"/>
                  </a:cubicBezTo>
                  <a:cubicBezTo>
                    <a:pt x="1794" y="21496"/>
                    <a:pt x="2865" y="23289"/>
                    <a:pt x="2945" y="25324"/>
                  </a:cubicBezTo>
                  <a:cubicBezTo>
                    <a:pt x="2945" y="25350"/>
                    <a:pt x="2972" y="25404"/>
                    <a:pt x="2998" y="25431"/>
                  </a:cubicBezTo>
                  <a:cubicBezTo>
                    <a:pt x="4952" y="26394"/>
                    <a:pt x="6157" y="28348"/>
                    <a:pt x="6157" y="30543"/>
                  </a:cubicBezTo>
                  <a:cubicBezTo>
                    <a:pt x="6157" y="32711"/>
                    <a:pt x="4952" y="34665"/>
                    <a:pt x="2998" y="35628"/>
                  </a:cubicBezTo>
                  <a:cubicBezTo>
                    <a:pt x="2972" y="35655"/>
                    <a:pt x="2945" y="35709"/>
                    <a:pt x="2945" y="35762"/>
                  </a:cubicBezTo>
                  <a:cubicBezTo>
                    <a:pt x="3105" y="37823"/>
                    <a:pt x="1633" y="39643"/>
                    <a:pt x="108" y="40553"/>
                  </a:cubicBezTo>
                  <a:cubicBezTo>
                    <a:pt x="54" y="40553"/>
                    <a:pt x="27" y="40580"/>
                    <a:pt x="27" y="40633"/>
                  </a:cubicBezTo>
                  <a:cubicBezTo>
                    <a:pt x="1" y="40687"/>
                    <a:pt x="27" y="40741"/>
                    <a:pt x="81" y="40767"/>
                  </a:cubicBezTo>
                  <a:cubicBezTo>
                    <a:pt x="1821" y="41784"/>
                    <a:pt x="2945" y="43658"/>
                    <a:pt x="2945" y="45532"/>
                  </a:cubicBezTo>
                  <a:cubicBezTo>
                    <a:pt x="2945" y="45558"/>
                    <a:pt x="2945" y="45558"/>
                    <a:pt x="2945" y="45585"/>
                  </a:cubicBezTo>
                  <a:cubicBezTo>
                    <a:pt x="2945" y="45612"/>
                    <a:pt x="2972" y="45665"/>
                    <a:pt x="2998" y="45692"/>
                  </a:cubicBezTo>
                  <a:cubicBezTo>
                    <a:pt x="4952" y="46656"/>
                    <a:pt x="6157" y="48636"/>
                    <a:pt x="6157" y="50804"/>
                  </a:cubicBezTo>
                  <a:cubicBezTo>
                    <a:pt x="6157" y="52972"/>
                    <a:pt x="4952" y="54926"/>
                    <a:pt x="2998" y="55917"/>
                  </a:cubicBezTo>
                  <a:cubicBezTo>
                    <a:pt x="2972" y="55917"/>
                    <a:pt x="2945" y="55970"/>
                    <a:pt x="2945" y="56024"/>
                  </a:cubicBezTo>
                  <a:cubicBezTo>
                    <a:pt x="2891" y="58004"/>
                    <a:pt x="1821" y="59798"/>
                    <a:pt x="108" y="60815"/>
                  </a:cubicBezTo>
                  <a:cubicBezTo>
                    <a:pt x="54" y="60815"/>
                    <a:pt x="27" y="60868"/>
                    <a:pt x="27" y="60895"/>
                  </a:cubicBezTo>
                  <a:cubicBezTo>
                    <a:pt x="1" y="60949"/>
                    <a:pt x="27" y="61002"/>
                    <a:pt x="81" y="61029"/>
                  </a:cubicBezTo>
                  <a:cubicBezTo>
                    <a:pt x="1821" y="62046"/>
                    <a:pt x="2891" y="63839"/>
                    <a:pt x="2945" y="65847"/>
                  </a:cubicBezTo>
                  <a:cubicBezTo>
                    <a:pt x="2945" y="65900"/>
                    <a:pt x="2972" y="65927"/>
                    <a:pt x="2998" y="65954"/>
                  </a:cubicBezTo>
                  <a:cubicBezTo>
                    <a:pt x="4952" y="66944"/>
                    <a:pt x="6157" y="68898"/>
                    <a:pt x="6157" y="71066"/>
                  </a:cubicBezTo>
                  <a:cubicBezTo>
                    <a:pt x="6157" y="73234"/>
                    <a:pt x="4952" y="75188"/>
                    <a:pt x="2998" y="76178"/>
                  </a:cubicBezTo>
                  <a:cubicBezTo>
                    <a:pt x="2972" y="76178"/>
                    <a:pt x="2945" y="76232"/>
                    <a:pt x="2945" y="76285"/>
                  </a:cubicBezTo>
                  <a:cubicBezTo>
                    <a:pt x="2891" y="78266"/>
                    <a:pt x="1821" y="80086"/>
                    <a:pt x="81" y="81076"/>
                  </a:cubicBezTo>
                  <a:cubicBezTo>
                    <a:pt x="27" y="81130"/>
                    <a:pt x="1" y="81183"/>
                    <a:pt x="27" y="81264"/>
                  </a:cubicBezTo>
                  <a:cubicBezTo>
                    <a:pt x="60" y="81297"/>
                    <a:pt x="104" y="81320"/>
                    <a:pt x="145" y="81320"/>
                  </a:cubicBezTo>
                  <a:cubicBezTo>
                    <a:pt x="170" y="81320"/>
                    <a:pt x="194" y="81311"/>
                    <a:pt x="215" y="81290"/>
                  </a:cubicBezTo>
                  <a:cubicBezTo>
                    <a:pt x="2008" y="80273"/>
                    <a:pt x="3105" y="78427"/>
                    <a:pt x="3186" y="76366"/>
                  </a:cubicBezTo>
                  <a:cubicBezTo>
                    <a:pt x="5193" y="75322"/>
                    <a:pt x="6424" y="73314"/>
                    <a:pt x="6424" y="71066"/>
                  </a:cubicBezTo>
                  <a:cubicBezTo>
                    <a:pt x="6424" y="68818"/>
                    <a:pt x="5193" y="66784"/>
                    <a:pt x="3186" y="65766"/>
                  </a:cubicBezTo>
                  <a:cubicBezTo>
                    <a:pt x="3105" y="63786"/>
                    <a:pt x="2088" y="61992"/>
                    <a:pt x="402" y="60922"/>
                  </a:cubicBezTo>
                  <a:cubicBezTo>
                    <a:pt x="2088" y="59878"/>
                    <a:pt x="3105" y="58085"/>
                    <a:pt x="3186" y="56104"/>
                  </a:cubicBezTo>
                  <a:cubicBezTo>
                    <a:pt x="5193" y="55060"/>
                    <a:pt x="6424" y="53053"/>
                    <a:pt x="6424" y="50804"/>
                  </a:cubicBezTo>
                  <a:cubicBezTo>
                    <a:pt x="6424" y="48556"/>
                    <a:pt x="5193" y="46522"/>
                    <a:pt x="3186" y="45505"/>
                  </a:cubicBezTo>
                  <a:cubicBezTo>
                    <a:pt x="3159" y="43604"/>
                    <a:pt x="2088" y="41731"/>
                    <a:pt x="402" y="40660"/>
                  </a:cubicBezTo>
                  <a:cubicBezTo>
                    <a:pt x="1901" y="39723"/>
                    <a:pt x="3320" y="37877"/>
                    <a:pt x="3186" y="35816"/>
                  </a:cubicBezTo>
                  <a:cubicBezTo>
                    <a:pt x="5193" y="34799"/>
                    <a:pt x="6424" y="32764"/>
                    <a:pt x="6424" y="30543"/>
                  </a:cubicBezTo>
                  <a:cubicBezTo>
                    <a:pt x="6424" y="28295"/>
                    <a:pt x="5193" y="26260"/>
                    <a:pt x="3186" y="25243"/>
                  </a:cubicBezTo>
                  <a:cubicBezTo>
                    <a:pt x="3105" y="23236"/>
                    <a:pt x="2062" y="21443"/>
                    <a:pt x="402" y="20399"/>
                  </a:cubicBezTo>
                  <a:cubicBezTo>
                    <a:pt x="2088" y="19328"/>
                    <a:pt x="3186" y="17454"/>
                    <a:pt x="3186" y="15608"/>
                  </a:cubicBezTo>
                  <a:cubicBezTo>
                    <a:pt x="3186" y="15608"/>
                    <a:pt x="3186" y="15581"/>
                    <a:pt x="3186" y="15554"/>
                  </a:cubicBezTo>
                  <a:cubicBezTo>
                    <a:pt x="5193" y="14537"/>
                    <a:pt x="6424" y="12503"/>
                    <a:pt x="6424" y="10255"/>
                  </a:cubicBezTo>
                  <a:cubicBezTo>
                    <a:pt x="6424" y="8033"/>
                    <a:pt x="5193" y="5999"/>
                    <a:pt x="3186" y="4982"/>
                  </a:cubicBezTo>
                  <a:lnTo>
                    <a:pt x="3186" y="4955"/>
                  </a:lnTo>
                  <a:cubicBezTo>
                    <a:pt x="3186" y="3028"/>
                    <a:pt x="2008" y="1074"/>
                    <a:pt x="215" y="30"/>
                  </a:cubicBezTo>
                  <a:cubicBezTo>
                    <a:pt x="194" y="10"/>
                    <a:pt x="170" y="1"/>
                    <a:pt x="14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2" name="Google Shape;1072;p76"/>
            <p:cNvSpPr/>
            <p:nvPr/>
          </p:nvSpPr>
          <p:spPr>
            <a:xfrm>
              <a:off x="839675" y="818875"/>
              <a:ext cx="159950" cy="2032875"/>
            </a:xfrm>
            <a:custGeom>
              <a:avLst/>
              <a:gdLst/>
              <a:ahLst/>
              <a:cxnLst/>
              <a:rect l="l" t="t" r="r" b="b"/>
              <a:pathLst>
                <a:path w="6398" h="81315" extrusionOk="0">
                  <a:moveTo>
                    <a:pt x="122" y="1"/>
                  </a:moveTo>
                  <a:cubicBezTo>
                    <a:pt x="83" y="1"/>
                    <a:pt x="44" y="20"/>
                    <a:pt x="27" y="70"/>
                  </a:cubicBezTo>
                  <a:cubicBezTo>
                    <a:pt x="0" y="70"/>
                    <a:pt x="0" y="97"/>
                    <a:pt x="0" y="124"/>
                  </a:cubicBezTo>
                  <a:cubicBezTo>
                    <a:pt x="0" y="178"/>
                    <a:pt x="27" y="204"/>
                    <a:pt x="54" y="231"/>
                  </a:cubicBezTo>
                  <a:cubicBezTo>
                    <a:pt x="1794" y="1248"/>
                    <a:pt x="2971" y="3175"/>
                    <a:pt x="2918" y="5022"/>
                  </a:cubicBezTo>
                  <a:cubicBezTo>
                    <a:pt x="2918" y="5076"/>
                    <a:pt x="2945" y="5129"/>
                    <a:pt x="2998" y="5156"/>
                  </a:cubicBezTo>
                  <a:cubicBezTo>
                    <a:pt x="4925" y="6119"/>
                    <a:pt x="6156" y="8073"/>
                    <a:pt x="6156" y="10268"/>
                  </a:cubicBezTo>
                  <a:cubicBezTo>
                    <a:pt x="6156" y="12436"/>
                    <a:pt x="4925" y="14390"/>
                    <a:pt x="2998" y="15354"/>
                  </a:cubicBezTo>
                  <a:cubicBezTo>
                    <a:pt x="2945" y="15380"/>
                    <a:pt x="2918" y="15434"/>
                    <a:pt x="2918" y="15487"/>
                  </a:cubicBezTo>
                  <a:cubicBezTo>
                    <a:pt x="2971" y="17334"/>
                    <a:pt x="1847" y="19235"/>
                    <a:pt x="81" y="20278"/>
                  </a:cubicBezTo>
                  <a:cubicBezTo>
                    <a:pt x="54" y="20278"/>
                    <a:pt x="27" y="20305"/>
                    <a:pt x="0" y="20359"/>
                  </a:cubicBezTo>
                  <a:cubicBezTo>
                    <a:pt x="0" y="20412"/>
                    <a:pt x="27" y="20466"/>
                    <a:pt x="54" y="20493"/>
                  </a:cubicBezTo>
                  <a:cubicBezTo>
                    <a:pt x="1794" y="21510"/>
                    <a:pt x="2864" y="23303"/>
                    <a:pt x="2918" y="25310"/>
                  </a:cubicBezTo>
                  <a:cubicBezTo>
                    <a:pt x="2918" y="25364"/>
                    <a:pt x="2945" y="25391"/>
                    <a:pt x="2998" y="25417"/>
                  </a:cubicBezTo>
                  <a:cubicBezTo>
                    <a:pt x="4925" y="26381"/>
                    <a:pt x="6156" y="28362"/>
                    <a:pt x="6156" y="30530"/>
                  </a:cubicBezTo>
                  <a:cubicBezTo>
                    <a:pt x="6156" y="32698"/>
                    <a:pt x="4925" y="34652"/>
                    <a:pt x="2998" y="35642"/>
                  </a:cubicBezTo>
                  <a:cubicBezTo>
                    <a:pt x="2945" y="35642"/>
                    <a:pt x="2918" y="35695"/>
                    <a:pt x="2918" y="35749"/>
                  </a:cubicBezTo>
                  <a:cubicBezTo>
                    <a:pt x="3078" y="37837"/>
                    <a:pt x="1606" y="39630"/>
                    <a:pt x="81" y="40540"/>
                  </a:cubicBezTo>
                  <a:cubicBezTo>
                    <a:pt x="54" y="40540"/>
                    <a:pt x="27" y="40594"/>
                    <a:pt x="0" y="40620"/>
                  </a:cubicBezTo>
                  <a:cubicBezTo>
                    <a:pt x="0" y="40674"/>
                    <a:pt x="27" y="40727"/>
                    <a:pt x="54" y="40754"/>
                  </a:cubicBezTo>
                  <a:cubicBezTo>
                    <a:pt x="1794" y="41771"/>
                    <a:pt x="2918" y="43645"/>
                    <a:pt x="2918" y="45545"/>
                  </a:cubicBezTo>
                  <a:cubicBezTo>
                    <a:pt x="2918" y="45545"/>
                    <a:pt x="2918" y="45545"/>
                    <a:pt x="2918" y="45572"/>
                  </a:cubicBezTo>
                  <a:cubicBezTo>
                    <a:pt x="2918" y="45626"/>
                    <a:pt x="2945" y="45652"/>
                    <a:pt x="2998" y="45679"/>
                  </a:cubicBezTo>
                  <a:cubicBezTo>
                    <a:pt x="4925" y="46669"/>
                    <a:pt x="6156" y="48623"/>
                    <a:pt x="6156" y="50791"/>
                  </a:cubicBezTo>
                  <a:cubicBezTo>
                    <a:pt x="6156" y="52959"/>
                    <a:pt x="4925" y="54913"/>
                    <a:pt x="2998" y="55904"/>
                  </a:cubicBezTo>
                  <a:cubicBezTo>
                    <a:pt x="2945" y="55930"/>
                    <a:pt x="2918" y="55957"/>
                    <a:pt x="2918" y="56011"/>
                  </a:cubicBezTo>
                  <a:cubicBezTo>
                    <a:pt x="2864" y="57991"/>
                    <a:pt x="1820" y="59785"/>
                    <a:pt x="81" y="60802"/>
                  </a:cubicBezTo>
                  <a:cubicBezTo>
                    <a:pt x="54" y="60828"/>
                    <a:pt x="27" y="60855"/>
                    <a:pt x="0" y="60882"/>
                  </a:cubicBezTo>
                  <a:cubicBezTo>
                    <a:pt x="0" y="60935"/>
                    <a:pt x="27" y="60989"/>
                    <a:pt x="54" y="61016"/>
                  </a:cubicBezTo>
                  <a:cubicBezTo>
                    <a:pt x="1794" y="62033"/>
                    <a:pt x="2864" y="63826"/>
                    <a:pt x="2918" y="65834"/>
                  </a:cubicBezTo>
                  <a:cubicBezTo>
                    <a:pt x="2918" y="65887"/>
                    <a:pt x="2945" y="65914"/>
                    <a:pt x="2998" y="65941"/>
                  </a:cubicBezTo>
                  <a:cubicBezTo>
                    <a:pt x="4925" y="66931"/>
                    <a:pt x="6156" y="68885"/>
                    <a:pt x="6156" y="71053"/>
                  </a:cubicBezTo>
                  <a:cubicBezTo>
                    <a:pt x="6156" y="73221"/>
                    <a:pt x="4925" y="75175"/>
                    <a:pt x="2998" y="76165"/>
                  </a:cubicBezTo>
                  <a:cubicBezTo>
                    <a:pt x="2945" y="76192"/>
                    <a:pt x="2918" y="76219"/>
                    <a:pt x="2918" y="76272"/>
                  </a:cubicBezTo>
                  <a:cubicBezTo>
                    <a:pt x="2864" y="78280"/>
                    <a:pt x="1794" y="80073"/>
                    <a:pt x="81" y="81090"/>
                  </a:cubicBezTo>
                  <a:cubicBezTo>
                    <a:pt x="0" y="81117"/>
                    <a:pt x="0" y="81197"/>
                    <a:pt x="27" y="81251"/>
                  </a:cubicBezTo>
                  <a:cubicBezTo>
                    <a:pt x="47" y="81290"/>
                    <a:pt x="95" y="81315"/>
                    <a:pt x="140" y="81315"/>
                  </a:cubicBezTo>
                  <a:cubicBezTo>
                    <a:pt x="157" y="81315"/>
                    <a:pt x="173" y="81311"/>
                    <a:pt x="188" y="81304"/>
                  </a:cubicBezTo>
                  <a:cubicBezTo>
                    <a:pt x="1981" y="80260"/>
                    <a:pt x="3105" y="78413"/>
                    <a:pt x="3159" y="76352"/>
                  </a:cubicBezTo>
                  <a:cubicBezTo>
                    <a:pt x="5166" y="75309"/>
                    <a:pt x="6397" y="73301"/>
                    <a:pt x="6397" y="71053"/>
                  </a:cubicBezTo>
                  <a:cubicBezTo>
                    <a:pt x="6397" y="68805"/>
                    <a:pt x="5166" y="66797"/>
                    <a:pt x="3159" y="65753"/>
                  </a:cubicBezTo>
                  <a:cubicBezTo>
                    <a:pt x="3105" y="63773"/>
                    <a:pt x="2061" y="61979"/>
                    <a:pt x="375" y="60909"/>
                  </a:cubicBezTo>
                  <a:cubicBezTo>
                    <a:pt x="2061" y="59865"/>
                    <a:pt x="3105" y="58072"/>
                    <a:pt x="3159" y="56091"/>
                  </a:cubicBezTo>
                  <a:cubicBezTo>
                    <a:pt x="5166" y="55047"/>
                    <a:pt x="6397" y="53040"/>
                    <a:pt x="6397" y="50791"/>
                  </a:cubicBezTo>
                  <a:cubicBezTo>
                    <a:pt x="6397" y="48543"/>
                    <a:pt x="5166" y="46536"/>
                    <a:pt x="3159" y="45492"/>
                  </a:cubicBezTo>
                  <a:cubicBezTo>
                    <a:pt x="3159" y="43591"/>
                    <a:pt x="2061" y="41718"/>
                    <a:pt x="375" y="40647"/>
                  </a:cubicBezTo>
                  <a:cubicBezTo>
                    <a:pt x="1901" y="39710"/>
                    <a:pt x="3292" y="37890"/>
                    <a:pt x="3185" y="35829"/>
                  </a:cubicBezTo>
                  <a:cubicBezTo>
                    <a:pt x="5166" y="34785"/>
                    <a:pt x="6397" y="32751"/>
                    <a:pt x="6397" y="30530"/>
                  </a:cubicBezTo>
                  <a:cubicBezTo>
                    <a:pt x="6397" y="28281"/>
                    <a:pt x="5166" y="26247"/>
                    <a:pt x="3159" y="25230"/>
                  </a:cubicBezTo>
                  <a:cubicBezTo>
                    <a:pt x="3078" y="23223"/>
                    <a:pt x="2035" y="21429"/>
                    <a:pt x="375" y="20386"/>
                  </a:cubicBezTo>
                  <a:cubicBezTo>
                    <a:pt x="2061" y="19315"/>
                    <a:pt x="3159" y="17441"/>
                    <a:pt x="3159" y="15595"/>
                  </a:cubicBezTo>
                  <a:cubicBezTo>
                    <a:pt x="3159" y="15595"/>
                    <a:pt x="3159" y="15568"/>
                    <a:pt x="3159" y="15541"/>
                  </a:cubicBezTo>
                  <a:cubicBezTo>
                    <a:pt x="5166" y="14524"/>
                    <a:pt x="6397" y="12490"/>
                    <a:pt x="6397" y="10268"/>
                  </a:cubicBezTo>
                  <a:cubicBezTo>
                    <a:pt x="6397" y="8020"/>
                    <a:pt x="5166" y="5986"/>
                    <a:pt x="3159" y="4969"/>
                  </a:cubicBezTo>
                  <a:lnTo>
                    <a:pt x="3159" y="4942"/>
                  </a:lnTo>
                  <a:cubicBezTo>
                    <a:pt x="3159" y="3041"/>
                    <a:pt x="1981" y="1061"/>
                    <a:pt x="188" y="17"/>
                  </a:cubicBezTo>
                  <a:cubicBezTo>
                    <a:pt x="168" y="7"/>
                    <a:pt x="145" y="1"/>
                    <a:pt x="12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3" name="Google Shape;1073;p76"/>
            <p:cNvSpPr/>
            <p:nvPr/>
          </p:nvSpPr>
          <p:spPr>
            <a:xfrm>
              <a:off x="685775" y="566950"/>
              <a:ext cx="159950" cy="2033000"/>
            </a:xfrm>
            <a:custGeom>
              <a:avLst/>
              <a:gdLst/>
              <a:ahLst/>
              <a:cxnLst/>
              <a:rect l="l" t="t" r="r" b="b"/>
              <a:pathLst>
                <a:path w="6398" h="81320" extrusionOk="0">
                  <a:moveTo>
                    <a:pt x="119" y="1"/>
                  </a:moveTo>
                  <a:cubicBezTo>
                    <a:pt x="81" y="1"/>
                    <a:pt x="44" y="24"/>
                    <a:pt x="27" y="57"/>
                  </a:cubicBezTo>
                  <a:cubicBezTo>
                    <a:pt x="27" y="84"/>
                    <a:pt x="0" y="110"/>
                    <a:pt x="0" y="137"/>
                  </a:cubicBezTo>
                  <a:cubicBezTo>
                    <a:pt x="0" y="164"/>
                    <a:pt x="27" y="217"/>
                    <a:pt x="81" y="244"/>
                  </a:cubicBezTo>
                  <a:cubicBezTo>
                    <a:pt x="1820" y="1261"/>
                    <a:pt x="2944" y="3188"/>
                    <a:pt x="2918" y="5035"/>
                  </a:cubicBezTo>
                  <a:cubicBezTo>
                    <a:pt x="2918" y="5089"/>
                    <a:pt x="2944" y="5142"/>
                    <a:pt x="2998" y="5169"/>
                  </a:cubicBezTo>
                  <a:cubicBezTo>
                    <a:pt x="4952" y="6133"/>
                    <a:pt x="6156" y="8086"/>
                    <a:pt x="6156" y="10255"/>
                  </a:cubicBezTo>
                  <a:cubicBezTo>
                    <a:pt x="6156" y="12449"/>
                    <a:pt x="4952" y="14403"/>
                    <a:pt x="2998" y="15367"/>
                  </a:cubicBezTo>
                  <a:cubicBezTo>
                    <a:pt x="2944" y="15394"/>
                    <a:pt x="2918" y="15447"/>
                    <a:pt x="2918" y="15501"/>
                  </a:cubicBezTo>
                  <a:cubicBezTo>
                    <a:pt x="2998" y="17347"/>
                    <a:pt x="1847" y="19248"/>
                    <a:pt x="81" y="20292"/>
                  </a:cubicBezTo>
                  <a:cubicBezTo>
                    <a:pt x="54" y="20292"/>
                    <a:pt x="27" y="20318"/>
                    <a:pt x="27" y="20372"/>
                  </a:cubicBezTo>
                  <a:cubicBezTo>
                    <a:pt x="0" y="20425"/>
                    <a:pt x="27" y="20479"/>
                    <a:pt x="81" y="20506"/>
                  </a:cubicBezTo>
                  <a:cubicBezTo>
                    <a:pt x="1794" y="21496"/>
                    <a:pt x="2864" y="23316"/>
                    <a:pt x="2918" y="25324"/>
                  </a:cubicBezTo>
                  <a:cubicBezTo>
                    <a:pt x="2918" y="25350"/>
                    <a:pt x="2944" y="25404"/>
                    <a:pt x="2998" y="25431"/>
                  </a:cubicBezTo>
                  <a:cubicBezTo>
                    <a:pt x="4952" y="26394"/>
                    <a:pt x="6156" y="28348"/>
                    <a:pt x="6156" y="30543"/>
                  </a:cubicBezTo>
                  <a:cubicBezTo>
                    <a:pt x="6156" y="32711"/>
                    <a:pt x="4952" y="34665"/>
                    <a:pt x="2998" y="35628"/>
                  </a:cubicBezTo>
                  <a:cubicBezTo>
                    <a:pt x="2944" y="35655"/>
                    <a:pt x="2918" y="35709"/>
                    <a:pt x="2918" y="35762"/>
                  </a:cubicBezTo>
                  <a:cubicBezTo>
                    <a:pt x="3078" y="37823"/>
                    <a:pt x="1633" y="39643"/>
                    <a:pt x="81" y="40553"/>
                  </a:cubicBezTo>
                  <a:cubicBezTo>
                    <a:pt x="54" y="40553"/>
                    <a:pt x="27" y="40580"/>
                    <a:pt x="27" y="40633"/>
                  </a:cubicBezTo>
                  <a:cubicBezTo>
                    <a:pt x="0" y="40687"/>
                    <a:pt x="27" y="40741"/>
                    <a:pt x="81" y="40767"/>
                  </a:cubicBezTo>
                  <a:cubicBezTo>
                    <a:pt x="1820" y="41784"/>
                    <a:pt x="2918" y="43658"/>
                    <a:pt x="2918" y="45532"/>
                  </a:cubicBezTo>
                  <a:cubicBezTo>
                    <a:pt x="2918" y="45558"/>
                    <a:pt x="2918" y="45558"/>
                    <a:pt x="2918" y="45585"/>
                  </a:cubicBezTo>
                  <a:cubicBezTo>
                    <a:pt x="2918" y="45612"/>
                    <a:pt x="2944" y="45665"/>
                    <a:pt x="2998" y="45692"/>
                  </a:cubicBezTo>
                  <a:cubicBezTo>
                    <a:pt x="4952" y="46656"/>
                    <a:pt x="6156" y="48636"/>
                    <a:pt x="6156" y="50804"/>
                  </a:cubicBezTo>
                  <a:cubicBezTo>
                    <a:pt x="6156" y="52972"/>
                    <a:pt x="4952" y="54926"/>
                    <a:pt x="2998" y="55917"/>
                  </a:cubicBezTo>
                  <a:cubicBezTo>
                    <a:pt x="2944" y="55917"/>
                    <a:pt x="2918" y="55970"/>
                    <a:pt x="2918" y="56024"/>
                  </a:cubicBezTo>
                  <a:cubicBezTo>
                    <a:pt x="2891" y="58004"/>
                    <a:pt x="1820" y="59798"/>
                    <a:pt x="81" y="60815"/>
                  </a:cubicBezTo>
                  <a:cubicBezTo>
                    <a:pt x="54" y="60815"/>
                    <a:pt x="27" y="60868"/>
                    <a:pt x="27" y="60895"/>
                  </a:cubicBezTo>
                  <a:cubicBezTo>
                    <a:pt x="0" y="60949"/>
                    <a:pt x="27" y="61002"/>
                    <a:pt x="81" y="61029"/>
                  </a:cubicBezTo>
                  <a:cubicBezTo>
                    <a:pt x="1820" y="62046"/>
                    <a:pt x="2891" y="63839"/>
                    <a:pt x="2918" y="65847"/>
                  </a:cubicBezTo>
                  <a:cubicBezTo>
                    <a:pt x="2918" y="65900"/>
                    <a:pt x="2944" y="65927"/>
                    <a:pt x="2998" y="65954"/>
                  </a:cubicBezTo>
                  <a:cubicBezTo>
                    <a:pt x="4952" y="66944"/>
                    <a:pt x="6156" y="68898"/>
                    <a:pt x="6156" y="71066"/>
                  </a:cubicBezTo>
                  <a:cubicBezTo>
                    <a:pt x="6156" y="73234"/>
                    <a:pt x="4952" y="75188"/>
                    <a:pt x="2998" y="76178"/>
                  </a:cubicBezTo>
                  <a:cubicBezTo>
                    <a:pt x="2944" y="76178"/>
                    <a:pt x="2918" y="76232"/>
                    <a:pt x="2918" y="76285"/>
                  </a:cubicBezTo>
                  <a:cubicBezTo>
                    <a:pt x="2891" y="78293"/>
                    <a:pt x="1820" y="80086"/>
                    <a:pt x="81" y="81076"/>
                  </a:cubicBezTo>
                  <a:cubicBezTo>
                    <a:pt x="27" y="81130"/>
                    <a:pt x="0" y="81183"/>
                    <a:pt x="27" y="81264"/>
                  </a:cubicBezTo>
                  <a:cubicBezTo>
                    <a:pt x="60" y="81297"/>
                    <a:pt x="93" y="81320"/>
                    <a:pt x="133" y="81320"/>
                  </a:cubicBezTo>
                  <a:cubicBezTo>
                    <a:pt x="157" y="81320"/>
                    <a:pt x="184" y="81311"/>
                    <a:pt x="214" y="81290"/>
                  </a:cubicBezTo>
                  <a:cubicBezTo>
                    <a:pt x="2008" y="80273"/>
                    <a:pt x="3105" y="78427"/>
                    <a:pt x="3185" y="76366"/>
                  </a:cubicBezTo>
                  <a:cubicBezTo>
                    <a:pt x="5166" y="75322"/>
                    <a:pt x="6397" y="73314"/>
                    <a:pt x="6397" y="71066"/>
                  </a:cubicBezTo>
                  <a:cubicBezTo>
                    <a:pt x="6397" y="68818"/>
                    <a:pt x="5166" y="66784"/>
                    <a:pt x="3185" y="65766"/>
                  </a:cubicBezTo>
                  <a:cubicBezTo>
                    <a:pt x="3105" y="63786"/>
                    <a:pt x="2061" y="61992"/>
                    <a:pt x="375" y="60922"/>
                  </a:cubicBezTo>
                  <a:cubicBezTo>
                    <a:pt x="2061" y="59878"/>
                    <a:pt x="3105" y="58085"/>
                    <a:pt x="3185" y="56104"/>
                  </a:cubicBezTo>
                  <a:cubicBezTo>
                    <a:pt x="5166" y="55060"/>
                    <a:pt x="6397" y="53053"/>
                    <a:pt x="6397" y="50804"/>
                  </a:cubicBezTo>
                  <a:cubicBezTo>
                    <a:pt x="6397" y="48556"/>
                    <a:pt x="5166" y="46522"/>
                    <a:pt x="3185" y="45505"/>
                  </a:cubicBezTo>
                  <a:cubicBezTo>
                    <a:pt x="3159" y="43604"/>
                    <a:pt x="2088" y="41731"/>
                    <a:pt x="375" y="40660"/>
                  </a:cubicBezTo>
                  <a:cubicBezTo>
                    <a:pt x="1901" y="39723"/>
                    <a:pt x="3292" y="37903"/>
                    <a:pt x="3185" y="35816"/>
                  </a:cubicBezTo>
                  <a:cubicBezTo>
                    <a:pt x="5166" y="34799"/>
                    <a:pt x="6397" y="32764"/>
                    <a:pt x="6397" y="30543"/>
                  </a:cubicBezTo>
                  <a:cubicBezTo>
                    <a:pt x="6397" y="28295"/>
                    <a:pt x="5166" y="26260"/>
                    <a:pt x="3185" y="25243"/>
                  </a:cubicBezTo>
                  <a:cubicBezTo>
                    <a:pt x="3078" y="23236"/>
                    <a:pt x="2061" y="21443"/>
                    <a:pt x="375" y="20399"/>
                  </a:cubicBezTo>
                  <a:cubicBezTo>
                    <a:pt x="2088" y="19328"/>
                    <a:pt x="3185" y="17401"/>
                    <a:pt x="3185" y="15554"/>
                  </a:cubicBezTo>
                  <a:cubicBezTo>
                    <a:pt x="5166" y="14537"/>
                    <a:pt x="6397" y="12503"/>
                    <a:pt x="6397" y="10255"/>
                  </a:cubicBezTo>
                  <a:cubicBezTo>
                    <a:pt x="6397" y="8033"/>
                    <a:pt x="5166" y="5999"/>
                    <a:pt x="3185" y="4982"/>
                  </a:cubicBezTo>
                  <a:lnTo>
                    <a:pt x="3185" y="4955"/>
                  </a:lnTo>
                  <a:cubicBezTo>
                    <a:pt x="3185" y="3028"/>
                    <a:pt x="1981" y="1074"/>
                    <a:pt x="188" y="30"/>
                  </a:cubicBezTo>
                  <a:cubicBezTo>
                    <a:pt x="167" y="10"/>
                    <a:pt x="143" y="1"/>
                    <a:pt x="11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4" name="Google Shape;1074;p76"/>
            <p:cNvSpPr/>
            <p:nvPr/>
          </p:nvSpPr>
          <p:spPr>
            <a:xfrm>
              <a:off x="531875" y="818875"/>
              <a:ext cx="160600" cy="2032875"/>
            </a:xfrm>
            <a:custGeom>
              <a:avLst/>
              <a:gdLst/>
              <a:ahLst/>
              <a:cxnLst/>
              <a:rect l="l" t="t" r="r" b="b"/>
              <a:pathLst>
                <a:path w="6424" h="81315" extrusionOk="0">
                  <a:moveTo>
                    <a:pt x="147" y="1"/>
                  </a:moveTo>
                  <a:cubicBezTo>
                    <a:pt x="106" y="1"/>
                    <a:pt x="61" y="20"/>
                    <a:pt x="27" y="70"/>
                  </a:cubicBezTo>
                  <a:cubicBezTo>
                    <a:pt x="27" y="70"/>
                    <a:pt x="27" y="97"/>
                    <a:pt x="27" y="124"/>
                  </a:cubicBezTo>
                  <a:cubicBezTo>
                    <a:pt x="27" y="178"/>
                    <a:pt x="54" y="204"/>
                    <a:pt x="80" y="231"/>
                  </a:cubicBezTo>
                  <a:cubicBezTo>
                    <a:pt x="1820" y="1248"/>
                    <a:pt x="2971" y="3175"/>
                    <a:pt x="2944" y="5022"/>
                  </a:cubicBezTo>
                  <a:cubicBezTo>
                    <a:pt x="2944" y="5076"/>
                    <a:pt x="2971" y="5129"/>
                    <a:pt x="2998" y="5156"/>
                  </a:cubicBezTo>
                  <a:cubicBezTo>
                    <a:pt x="4952" y="6119"/>
                    <a:pt x="6156" y="8073"/>
                    <a:pt x="6156" y="10268"/>
                  </a:cubicBezTo>
                  <a:cubicBezTo>
                    <a:pt x="6156" y="12436"/>
                    <a:pt x="4952" y="14390"/>
                    <a:pt x="2998" y="15354"/>
                  </a:cubicBezTo>
                  <a:cubicBezTo>
                    <a:pt x="2971" y="15380"/>
                    <a:pt x="2944" y="15461"/>
                    <a:pt x="2944" y="15487"/>
                  </a:cubicBezTo>
                  <a:cubicBezTo>
                    <a:pt x="2998" y="17334"/>
                    <a:pt x="1847" y="19235"/>
                    <a:pt x="107" y="20278"/>
                  </a:cubicBezTo>
                  <a:cubicBezTo>
                    <a:pt x="54" y="20278"/>
                    <a:pt x="27" y="20305"/>
                    <a:pt x="27" y="20359"/>
                  </a:cubicBezTo>
                  <a:cubicBezTo>
                    <a:pt x="0" y="20412"/>
                    <a:pt x="27" y="20466"/>
                    <a:pt x="80" y="20493"/>
                  </a:cubicBezTo>
                  <a:cubicBezTo>
                    <a:pt x="1793" y="21510"/>
                    <a:pt x="2864" y="23303"/>
                    <a:pt x="2944" y="25310"/>
                  </a:cubicBezTo>
                  <a:cubicBezTo>
                    <a:pt x="2944" y="25364"/>
                    <a:pt x="2971" y="25391"/>
                    <a:pt x="2998" y="25417"/>
                  </a:cubicBezTo>
                  <a:cubicBezTo>
                    <a:pt x="4952" y="26381"/>
                    <a:pt x="6156" y="28362"/>
                    <a:pt x="6156" y="30530"/>
                  </a:cubicBezTo>
                  <a:cubicBezTo>
                    <a:pt x="6156" y="32698"/>
                    <a:pt x="4952" y="34652"/>
                    <a:pt x="2998" y="35642"/>
                  </a:cubicBezTo>
                  <a:cubicBezTo>
                    <a:pt x="2971" y="35642"/>
                    <a:pt x="2944" y="35695"/>
                    <a:pt x="2944" y="35749"/>
                  </a:cubicBezTo>
                  <a:cubicBezTo>
                    <a:pt x="3105" y="37837"/>
                    <a:pt x="1633" y="39630"/>
                    <a:pt x="107" y="40540"/>
                  </a:cubicBezTo>
                  <a:cubicBezTo>
                    <a:pt x="54" y="40540"/>
                    <a:pt x="27" y="40594"/>
                    <a:pt x="27" y="40620"/>
                  </a:cubicBezTo>
                  <a:cubicBezTo>
                    <a:pt x="0" y="40674"/>
                    <a:pt x="27" y="40727"/>
                    <a:pt x="80" y="40754"/>
                  </a:cubicBezTo>
                  <a:cubicBezTo>
                    <a:pt x="1820" y="41771"/>
                    <a:pt x="2944" y="43645"/>
                    <a:pt x="2944" y="45545"/>
                  </a:cubicBezTo>
                  <a:cubicBezTo>
                    <a:pt x="2944" y="45545"/>
                    <a:pt x="2944" y="45545"/>
                    <a:pt x="2944" y="45572"/>
                  </a:cubicBezTo>
                  <a:cubicBezTo>
                    <a:pt x="2944" y="45626"/>
                    <a:pt x="2971" y="45652"/>
                    <a:pt x="2998" y="45679"/>
                  </a:cubicBezTo>
                  <a:cubicBezTo>
                    <a:pt x="4952" y="46669"/>
                    <a:pt x="6156" y="48623"/>
                    <a:pt x="6156" y="50791"/>
                  </a:cubicBezTo>
                  <a:cubicBezTo>
                    <a:pt x="6156" y="52959"/>
                    <a:pt x="4952" y="54913"/>
                    <a:pt x="2998" y="55904"/>
                  </a:cubicBezTo>
                  <a:cubicBezTo>
                    <a:pt x="2971" y="55930"/>
                    <a:pt x="2944" y="55957"/>
                    <a:pt x="2944" y="56011"/>
                  </a:cubicBezTo>
                  <a:cubicBezTo>
                    <a:pt x="2891" y="57991"/>
                    <a:pt x="1820" y="59785"/>
                    <a:pt x="107" y="60802"/>
                  </a:cubicBezTo>
                  <a:cubicBezTo>
                    <a:pt x="54" y="60828"/>
                    <a:pt x="27" y="60855"/>
                    <a:pt x="27" y="60882"/>
                  </a:cubicBezTo>
                  <a:cubicBezTo>
                    <a:pt x="0" y="60935"/>
                    <a:pt x="27" y="60989"/>
                    <a:pt x="80" y="61016"/>
                  </a:cubicBezTo>
                  <a:cubicBezTo>
                    <a:pt x="1820" y="62033"/>
                    <a:pt x="2891" y="63826"/>
                    <a:pt x="2944" y="65834"/>
                  </a:cubicBezTo>
                  <a:cubicBezTo>
                    <a:pt x="2944" y="65887"/>
                    <a:pt x="2971" y="65914"/>
                    <a:pt x="2998" y="65941"/>
                  </a:cubicBezTo>
                  <a:cubicBezTo>
                    <a:pt x="4952" y="66931"/>
                    <a:pt x="6156" y="68885"/>
                    <a:pt x="6156" y="71053"/>
                  </a:cubicBezTo>
                  <a:cubicBezTo>
                    <a:pt x="6156" y="73221"/>
                    <a:pt x="4952" y="75175"/>
                    <a:pt x="2998" y="76165"/>
                  </a:cubicBezTo>
                  <a:cubicBezTo>
                    <a:pt x="2971" y="76192"/>
                    <a:pt x="2944" y="76219"/>
                    <a:pt x="2944" y="76272"/>
                  </a:cubicBezTo>
                  <a:cubicBezTo>
                    <a:pt x="2891" y="78280"/>
                    <a:pt x="1820" y="80073"/>
                    <a:pt x="80" y="81090"/>
                  </a:cubicBezTo>
                  <a:cubicBezTo>
                    <a:pt x="27" y="81117"/>
                    <a:pt x="0" y="81197"/>
                    <a:pt x="54" y="81251"/>
                  </a:cubicBezTo>
                  <a:cubicBezTo>
                    <a:pt x="73" y="81290"/>
                    <a:pt x="122" y="81315"/>
                    <a:pt x="167" y="81315"/>
                  </a:cubicBezTo>
                  <a:cubicBezTo>
                    <a:pt x="184" y="81315"/>
                    <a:pt x="200" y="81311"/>
                    <a:pt x="214" y="81304"/>
                  </a:cubicBezTo>
                  <a:cubicBezTo>
                    <a:pt x="2008" y="80260"/>
                    <a:pt x="3105" y="78413"/>
                    <a:pt x="3185" y="76352"/>
                  </a:cubicBezTo>
                  <a:cubicBezTo>
                    <a:pt x="5193" y="75309"/>
                    <a:pt x="6424" y="73301"/>
                    <a:pt x="6424" y="71053"/>
                  </a:cubicBezTo>
                  <a:cubicBezTo>
                    <a:pt x="6424" y="68805"/>
                    <a:pt x="5193" y="66797"/>
                    <a:pt x="3185" y="65753"/>
                  </a:cubicBezTo>
                  <a:cubicBezTo>
                    <a:pt x="3105" y="63773"/>
                    <a:pt x="2088" y="61979"/>
                    <a:pt x="402" y="60909"/>
                  </a:cubicBezTo>
                  <a:cubicBezTo>
                    <a:pt x="2088" y="59865"/>
                    <a:pt x="3105" y="58072"/>
                    <a:pt x="3185" y="56091"/>
                  </a:cubicBezTo>
                  <a:cubicBezTo>
                    <a:pt x="5193" y="55047"/>
                    <a:pt x="6424" y="53040"/>
                    <a:pt x="6424" y="50791"/>
                  </a:cubicBezTo>
                  <a:cubicBezTo>
                    <a:pt x="6424" y="48543"/>
                    <a:pt x="5193" y="46536"/>
                    <a:pt x="3185" y="45492"/>
                  </a:cubicBezTo>
                  <a:cubicBezTo>
                    <a:pt x="3185" y="43591"/>
                    <a:pt x="2088" y="41718"/>
                    <a:pt x="402" y="40647"/>
                  </a:cubicBezTo>
                  <a:cubicBezTo>
                    <a:pt x="1900" y="39710"/>
                    <a:pt x="3319" y="37890"/>
                    <a:pt x="3185" y="35829"/>
                  </a:cubicBezTo>
                  <a:cubicBezTo>
                    <a:pt x="5193" y="34785"/>
                    <a:pt x="6424" y="32751"/>
                    <a:pt x="6424" y="30530"/>
                  </a:cubicBezTo>
                  <a:cubicBezTo>
                    <a:pt x="6424" y="28281"/>
                    <a:pt x="5193" y="26247"/>
                    <a:pt x="3185" y="25230"/>
                  </a:cubicBezTo>
                  <a:cubicBezTo>
                    <a:pt x="3105" y="23223"/>
                    <a:pt x="2061" y="21429"/>
                    <a:pt x="402" y="20386"/>
                  </a:cubicBezTo>
                  <a:cubicBezTo>
                    <a:pt x="2088" y="19315"/>
                    <a:pt x="3185" y="17441"/>
                    <a:pt x="3185" y="15595"/>
                  </a:cubicBezTo>
                  <a:cubicBezTo>
                    <a:pt x="3185" y="15595"/>
                    <a:pt x="3185" y="15568"/>
                    <a:pt x="3185" y="15541"/>
                  </a:cubicBezTo>
                  <a:cubicBezTo>
                    <a:pt x="5193" y="14524"/>
                    <a:pt x="6424" y="12490"/>
                    <a:pt x="6424" y="10268"/>
                  </a:cubicBezTo>
                  <a:cubicBezTo>
                    <a:pt x="6424" y="8020"/>
                    <a:pt x="5193" y="5986"/>
                    <a:pt x="3185" y="4969"/>
                  </a:cubicBezTo>
                  <a:lnTo>
                    <a:pt x="3185" y="4942"/>
                  </a:lnTo>
                  <a:cubicBezTo>
                    <a:pt x="3185" y="3041"/>
                    <a:pt x="2008" y="1061"/>
                    <a:pt x="214" y="17"/>
                  </a:cubicBezTo>
                  <a:cubicBezTo>
                    <a:pt x="195" y="7"/>
                    <a:pt x="171" y="1"/>
                    <a:pt x="1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5" name="Google Shape;1075;p76"/>
            <p:cNvSpPr/>
            <p:nvPr/>
          </p:nvSpPr>
          <p:spPr>
            <a:xfrm>
              <a:off x="378625" y="566950"/>
              <a:ext cx="159950" cy="2033000"/>
            </a:xfrm>
            <a:custGeom>
              <a:avLst/>
              <a:gdLst/>
              <a:ahLst/>
              <a:cxnLst/>
              <a:rect l="l" t="t" r="r" b="b"/>
              <a:pathLst>
                <a:path w="6398" h="81320" extrusionOk="0">
                  <a:moveTo>
                    <a:pt x="120" y="1"/>
                  </a:moveTo>
                  <a:cubicBezTo>
                    <a:pt x="81" y="1"/>
                    <a:pt x="44" y="24"/>
                    <a:pt x="28" y="57"/>
                  </a:cubicBezTo>
                  <a:cubicBezTo>
                    <a:pt x="1" y="84"/>
                    <a:pt x="1" y="110"/>
                    <a:pt x="1" y="137"/>
                  </a:cubicBezTo>
                  <a:cubicBezTo>
                    <a:pt x="1" y="164"/>
                    <a:pt x="28" y="217"/>
                    <a:pt x="54" y="244"/>
                  </a:cubicBezTo>
                  <a:cubicBezTo>
                    <a:pt x="1821" y="1261"/>
                    <a:pt x="2972" y="3188"/>
                    <a:pt x="2918" y="5035"/>
                  </a:cubicBezTo>
                  <a:cubicBezTo>
                    <a:pt x="2918" y="5116"/>
                    <a:pt x="2945" y="5142"/>
                    <a:pt x="2999" y="5169"/>
                  </a:cubicBezTo>
                  <a:cubicBezTo>
                    <a:pt x="4952" y="6133"/>
                    <a:pt x="6157" y="8086"/>
                    <a:pt x="6157" y="10255"/>
                  </a:cubicBezTo>
                  <a:cubicBezTo>
                    <a:pt x="6157" y="12449"/>
                    <a:pt x="4952" y="14403"/>
                    <a:pt x="2999" y="15367"/>
                  </a:cubicBezTo>
                  <a:cubicBezTo>
                    <a:pt x="2945" y="15394"/>
                    <a:pt x="2918" y="15447"/>
                    <a:pt x="2918" y="15501"/>
                  </a:cubicBezTo>
                  <a:cubicBezTo>
                    <a:pt x="2972" y="17347"/>
                    <a:pt x="1848" y="19248"/>
                    <a:pt x="81" y="20292"/>
                  </a:cubicBezTo>
                  <a:cubicBezTo>
                    <a:pt x="54" y="20292"/>
                    <a:pt x="28" y="20318"/>
                    <a:pt x="1" y="20372"/>
                  </a:cubicBezTo>
                  <a:cubicBezTo>
                    <a:pt x="1" y="20425"/>
                    <a:pt x="28" y="20479"/>
                    <a:pt x="54" y="20506"/>
                  </a:cubicBezTo>
                  <a:cubicBezTo>
                    <a:pt x="1794" y="21496"/>
                    <a:pt x="2865" y="23316"/>
                    <a:pt x="2918" y="25324"/>
                  </a:cubicBezTo>
                  <a:cubicBezTo>
                    <a:pt x="2918" y="25350"/>
                    <a:pt x="2945" y="25404"/>
                    <a:pt x="2999" y="25431"/>
                  </a:cubicBezTo>
                  <a:cubicBezTo>
                    <a:pt x="4952" y="26394"/>
                    <a:pt x="6157" y="28348"/>
                    <a:pt x="6157" y="30543"/>
                  </a:cubicBezTo>
                  <a:cubicBezTo>
                    <a:pt x="6157" y="32711"/>
                    <a:pt x="4952" y="34665"/>
                    <a:pt x="2999" y="35628"/>
                  </a:cubicBezTo>
                  <a:cubicBezTo>
                    <a:pt x="2945" y="35655"/>
                    <a:pt x="2918" y="35709"/>
                    <a:pt x="2918" y="35762"/>
                  </a:cubicBezTo>
                  <a:cubicBezTo>
                    <a:pt x="3079" y="37823"/>
                    <a:pt x="1607" y="39643"/>
                    <a:pt x="81" y="40553"/>
                  </a:cubicBezTo>
                  <a:cubicBezTo>
                    <a:pt x="54" y="40553"/>
                    <a:pt x="28" y="40580"/>
                    <a:pt x="1" y="40633"/>
                  </a:cubicBezTo>
                  <a:cubicBezTo>
                    <a:pt x="1" y="40687"/>
                    <a:pt x="28" y="40741"/>
                    <a:pt x="54" y="40767"/>
                  </a:cubicBezTo>
                  <a:cubicBezTo>
                    <a:pt x="1794" y="41784"/>
                    <a:pt x="2918" y="43658"/>
                    <a:pt x="2918" y="45532"/>
                  </a:cubicBezTo>
                  <a:cubicBezTo>
                    <a:pt x="2918" y="45558"/>
                    <a:pt x="2918" y="45558"/>
                    <a:pt x="2918" y="45585"/>
                  </a:cubicBezTo>
                  <a:cubicBezTo>
                    <a:pt x="2918" y="45612"/>
                    <a:pt x="2945" y="45665"/>
                    <a:pt x="2999" y="45692"/>
                  </a:cubicBezTo>
                  <a:cubicBezTo>
                    <a:pt x="4952" y="46656"/>
                    <a:pt x="6157" y="48636"/>
                    <a:pt x="6157" y="50804"/>
                  </a:cubicBezTo>
                  <a:cubicBezTo>
                    <a:pt x="6157" y="52972"/>
                    <a:pt x="4952" y="54926"/>
                    <a:pt x="2999" y="55917"/>
                  </a:cubicBezTo>
                  <a:cubicBezTo>
                    <a:pt x="2945" y="55917"/>
                    <a:pt x="2918" y="55970"/>
                    <a:pt x="2918" y="56024"/>
                  </a:cubicBezTo>
                  <a:cubicBezTo>
                    <a:pt x="2865" y="58004"/>
                    <a:pt x="1821" y="59798"/>
                    <a:pt x="81" y="60815"/>
                  </a:cubicBezTo>
                  <a:cubicBezTo>
                    <a:pt x="54" y="60815"/>
                    <a:pt x="28" y="60868"/>
                    <a:pt x="1" y="60895"/>
                  </a:cubicBezTo>
                  <a:cubicBezTo>
                    <a:pt x="1" y="60949"/>
                    <a:pt x="28" y="61002"/>
                    <a:pt x="54" y="61029"/>
                  </a:cubicBezTo>
                  <a:cubicBezTo>
                    <a:pt x="1794" y="62046"/>
                    <a:pt x="2865" y="63839"/>
                    <a:pt x="2918" y="65847"/>
                  </a:cubicBezTo>
                  <a:cubicBezTo>
                    <a:pt x="2918" y="65900"/>
                    <a:pt x="2945" y="65927"/>
                    <a:pt x="2999" y="65954"/>
                  </a:cubicBezTo>
                  <a:cubicBezTo>
                    <a:pt x="4952" y="66944"/>
                    <a:pt x="6157" y="68898"/>
                    <a:pt x="6157" y="71066"/>
                  </a:cubicBezTo>
                  <a:cubicBezTo>
                    <a:pt x="6157" y="73234"/>
                    <a:pt x="4952" y="75188"/>
                    <a:pt x="2999" y="76178"/>
                  </a:cubicBezTo>
                  <a:cubicBezTo>
                    <a:pt x="2945" y="76178"/>
                    <a:pt x="2918" y="76232"/>
                    <a:pt x="2918" y="76285"/>
                  </a:cubicBezTo>
                  <a:cubicBezTo>
                    <a:pt x="2865" y="78293"/>
                    <a:pt x="1821" y="80086"/>
                    <a:pt x="81" y="81076"/>
                  </a:cubicBezTo>
                  <a:cubicBezTo>
                    <a:pt x="1" y="81130"/>
                    <a:pt x="1" y="81183"/>
                    <a:pt x="28" y="81264"/>
                  </a:cubicBezTo>
                  <a:cubicBezTo>
                    <a:pt x="44" y="81297"/>
                    <a:pt x="81" y="81320"/>
                    <a:pt x="120" y="81320"/>
                  </a:cubicBezTo>
                  <a:cubicBezTo>
                    <a:pt x="143" y="81320"/>
                    <a:pt x="168" y="81311"/>
                    <a:pt x="188" y="81290"/>
                  </a:cubicBezTo>
                  <a:cubicBezTo>
                    <a:pt x="1981" y="80273"/>
                    <a:pt x="3106" y="78427"/>
                    <a:pt x="3159" y="76366"/>
                  </a:cubicBezTo>
                  <a:cubicBezTo>
                    <a:pt x="5167" y="75322"/>
                    <a:pt x="6398" y="73314"/>
                    <a:pt x="6398" y="71066"/>
                  </a:cubicBezTo>
                  <a:cubicBezTo>
                    <a:pt x="6398" y="68818"/>
                    <a:pt x="5167" y="66784"/>
                    <a:pt x="3159" y="65766"/>
                  </a:cubicBezTo>
                  <a:cubicBezTo>
                    <a:pt x="3106" y="63786"/>
                    <a:pt x="2062" y="61992"/>
                    <a:pt x="376" y="60922"/>
                  </a:cubicBezTo>
                  <a:cubicBezTo>
                    <a:pt x="2062" y="59878"/>
                    <a:pt x="3106" y="58085"/>
                    <a:pt x="3159" y="56104"/>
                  </a:cubicBezTo>
                  <a:cubicBezTo>
                    <a:pt x="5167" y="55060"/>
                    <a:pt x="6398" y="53053"/>
                    <a:pt x="6398" y="50804"/>
                  </a:cubicBezTo>
                  <a:cubicBezTo>
                    <a:pt x="6398" y="48556"/>
                    <a:pt x="5167" y="46522"/>
                    <a:pt x="3159" y="45505"/>
                  </a:cubicBezTo>
                  <a:cubicBezTo>
                    <a:pt x="3159" y="43604"/>
                    <a:pt x="2062" y="41731"/>
                    <a:pt x="376" y="40660"/>
                  </a:cubicBezTo>
                  <a:cubicBezTo>
                    <a:pt x="1901" y="39723"/>
                    <a:pt x="3293" y="37903"/>
                    <a:pt x="3186" y="35816"/>
                  </a:cubicBezTo>
                  <a:cubicBezTo>
                    <a:pt x="5167" y="34799"/>
                    <a:pt x="6398" y="32764"/>
                    <a:pt x="6398" y="30543"/>
                  </a:cubicBezTo>
                  <a:cubicBezTo>
                    <a:pt x="6398" y="28295"/>
                    <a:pt x="5167" y="26260"/>
                    <a:pt x="3159" y="25243"/>
                  </a:cubicBezTo>
                  <a:cubicBezTo>
                    <a:pt x="3079" y="23236"/>
                    <a:pt x="2035" y="21443"/>
                    <a:pt x="376" y="20399"/>
                  </a:cubicBezTo>
                  <a:cubicBezTo>
                    <a:pt x="2089" y="19328"/>
                    <a:pt x="3186" y="17401"/>
                    <a:pt x="3186" y="15554"/>
                  </a:cubicBezTo>
                  <a:cubicBezTo>
                    <a:pt x="5167" y="14537"/>
                    <a:pt x="6398" y="12503"/>
                    <a:pt x="6398" y="10255"/>
                  </a:cubicBezTo>
                  <a:cubicBezTo>
                    <a:pt x="6398" y="8033"/>
                    <a:pt x="5167" y="5999"/>
                    <a:pt x="3186" y="4982"/>
                  </a:cubicBezTo>
                  <a:lnTo>
                    <a:pt x="3186" y="4955"/>
                  </a:lnTo>
                  <a:cubicBezTo>
                    <a:pt x="3186" y="3028"/>
                    <a:pt x="1981" y="1074"/>
                    <a:pt x="188" y="30"/>
                  </a:cubicBezTo>
                  <a:cubicBezTo>
                    <a:pt x="168" y="10"/>
                    <a:pt x="143" y="1"/>
                    <a:pt x="12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6" name="Google Shape;1076;p76"/>
            <p:cNvSpPr/>
            <p:nvPr/>
          </p:nvSpPr>
          <p:spPr>
            <a:xfrm>
              <a:off x="224725" y="818875"/>
              <a:ext cx="159950" cy="2032875"/>
            </a:xfrm>
            <a:custGeom>
              <a:avLst/>
              <a:gdLst/>
              <a:ahLst/>
              <a:cxnLst/>
              <a:rect l="l" t="t" r="r" b="b"/>
              <a:pathLst>
                <a:path w="6398" h="81315" extrusionOk="0">
                  <a:moveTo>
                    <a:pt x="129" y="1"/>
                  </a:moveTo>
                  <a:cubicBezTo>
                    <a:pt x="83" y="1"/>
                    <a:pt x="44" y="20"/>
                    <a:pt x="27" y="70"/>
                  </a:cubicBezTo>
                  <a:cubicBezTo>
                    <a:pt x="27" y="70"/>
                    <a:pt x="1" y="97"/>
                    <a:pt x="1" y="124"/>
                  </a:cubicBezTo>
                  <a:cubicBezTo>
                    <a:pt x="1" y="178"/>
                    <a:pt x="27" y="204"/>
                    <a:pt x="81" y="231"/>
                  </a:cubicBezTo>
                  <a:cubicBezTo>
                    <a:pt x="1821" y="1248"/>
                    <a:pt x="2972" y="3175"/>
                    <a:pt x="2918" y="5022"/>
                  </a:cubicBezTo>
                  <a:cubicBezTo>
                    <a:pt x="2945" y="5076"/>
                    <a:pt x="2945" y="5129"/>
                    <a:pt x="2998" y="5156"/>
                  </a:cubicBezTo>
                  <a:cubicBezTo>
                    <a:pt x="4952" y="6119"/>
                    <a:pt x="6157" y="8073"/>
                    <a:pt x="6157" y="10268"/>
                  </a:cubicBezTo>
                  <a:cubicBezTo>
                    <a:pt x="6157" y="12436"/>
                    <a:pt x="4952" y="14390"/>
                    <a:pt x="2998" y="15354"/>
                  </a:cubicBezTo>
                  <a:cubicBezTo>
                    <a:pt x="2945" y="15380"/>
                    <a:pt x="2918" y="15461"/>
                    <a:pt x="2918" y="15487"/>
                  </a:cubicBezTo>
                  <a:cubicBezTo>
                    <a:pt x="2998" y="17334"/>
                    <a:pt x="1848" y="19235"/>
                    <a:pt x="108" y="20278"/>
                  </a:cubicBezTo>
                  <a:cubicBezTo>
                    <a:pt x="54" y="20278"/>
                    <a:pt x="27" y="20305"/>
                    <a:pt x="27" y="20359"/>
                  </a:cubicBezTo>
                  <a:cubicBezTo>
                    <a:pt x="1" y="20412"/>
                    <a:pt x="27" y="20466"/>
                    <a:pt x="81" y="20493"/>
                  </a:cubicBezTo>
                  <a:cubicBezTo>
                    <a:pt x="1794" y="21510"/>
                    <a:pt x="2865" y="23303"/>
                    <a:pt x="2918" y="25310"/>
                  </a:cubicBezTo>
                  <a:cubicBezTo>
                    <a:pt x="2945" y="25364"/>
                    <a:pt x="2972" y="25391"/>
                    <a:pt x="2998" y="25417"/>
                  </a:cubicBezTo>
                  <a:cubicBezTo>
                    <a:pt x="4952" y="26381"/>
                    <a:pt x="6157" y="28362"/>
                    <a:pt x="6157" y="30530"/>
                  </a:cubicBezTo>
                  <a:cubicBezTo>
                    <a:pt x="6157" y="32698"/>
                    <a:pt x="4952" y="34652"/>
                    <a:pt x="2998" y="35642"/>
                  </a:cubicBezTo>
                  <a:cubicBezTo>
                    <a:pt x="2945" y="35642"/>
                    <a:pt x="2918" y="35695"/>
                    <a:pt x="2918" y="35749"/>
                  </a:cubicBezTo>
                  <a:cubicBezTo>
                    <a:pt x="3106" y="37837"/>
                    <a:pt x="1633" y="39630"/>
                    <a:pt x="108" y="40540"/>
                  </a:cubicBezTo>
                  <a:cubicBezTo>
                    <a:pt x="54" y="40540"/>
                    <a:pt x="27" y="40594"/>
                    <a:pt x="27" y="40620"/>
                  </a:cubicBezTo>
                  <a:cubicBezTo>
                    <a:pt x="1" y="40674"/>
                    <a:pt x="27" y="40727"/>
                    <a:pt x="81" y="40754"/>
                  </a:cubicBezTo>
                  <a:cubicBezTo>
                    <a:pt x="1821" y="41771"/>
                    <a:pt x="2918" y="43645"/>
                    <a:pt x="2918" y="45545"/>
                  </a:cubicBezTo>
                  <a:cubicBezTo>
                    <a:pt x="2918" y="45545"/>
                    <a:pt x="2918" y="45545"/>
                    <a:pt x="2918" y="45572"/>
                  </a:cubicBezTo>
                  <a:cubicBezTo>
                    <a:pt x="2918" y="45626"/>
                    <a:pt x="2945" y="45652"/>
                    <a:pt x="2998" y="45679"/>
                  </a:cubicBezTo>
                  <a:cubicBezTo>
                    <a:pt x="4952" y="46669"/>
                    <a:pt x="6157" y="48623"/>
                    <a:pt x="6157" y="50791"/>
                  </a:cubicBezTo>
                  <a:cubicBezTo>
                    <a:pt x="6157" y="52959"/>
                    <a:pt x="4952" y="54913"/>
                    <a:pt x="2998" y="55904"/>
                  </a:cubicBezTo>
                  <a:cubicBezTo>
                    <a:pt x="2945" y="55930"/>
                    <a:pt x="2918" y="55957"/>
                    <a:pt x="2918" y="56011"/>
                  </a:cubicBezTo>
                  <a:cubicBezTo>
                    <a:pt x="2891" y="57991"/>
                    <a:pt x="1821" y="59785"/>
                    <a:pt x="108" y="60802"/>
                  </a:cubicBezTo>
                  <a:cubicBezTo>
                    <a:pt x="54" y="60828"/>
                    <a:pt x="27" y="60855"/>
                    <a:pt x="27" y="60882"/>
                  </a:cubicBezTo>
                  <a:cubicBezTo>
                    <a:pt x="1" y="60935"/>
                    <a:pt x="27" y="60989"/>
                    <a:pt x="81" y="61016"/>
                  </a:cubicBezTo>
                  <a:cubicBezTo>
                    <a:pt x="1821" y="62033"/>
                    <a:pt x="2891" y="63826"/>
                    <a:pt x="2918" y="65834"/>
                  </a:cubicBezTo>
                  <a:cubicBezTo>
                    <a:pt x="2918" y="65887"/>
                    <a:pt x="2945" y="65914"/>
                    <a:pt x="2998" y="65941"/>
                  </a:cubicBezTo>
                  <a:cubicBezTo>
                    <a:pt x="4952" y="66931"/>
                    <a:pt x="6157" y="68885"/>
                    <a:pt x="6157" y="71053"/>
                  </a:cubicBezTo>
                  <a:cubicBezTo>
                    <a:pt x="6157" y="73221"/>
                    <a:pt x="4952" y="75175"/>
                    <a:pt x="2998" y="76165"/>
                  </a:cubicBezTo>
                  <a:cubicBezTo>
                    <a:pt x="2945" y="76192"/>
                    <a:pt x="2918" y="76219"/>
                    <a:pt x="2918" y="76272"/>
                  </a:cubicBezTo>
                  <a:cubicBezTo>
                    <a:pt x="2891" y="78280"/>
                    <a:pt x="1821" y="80073"/>
                    <a:pt x="81" y="81090"/>
                  </a:cubicBezTo>
                  <a:cubicBezTo>
                    <a:pt x="27" y="81117"/>
                    <a:pt x="1" y="81197"/>
                    <a:pt x="27" y="81251"/>
                  </a:cubicBezTo>
                  <a:cubicBezTo>
                    <a:pt x="67" y="81290"/>
                    <a:pt x="106" y="81315"/>
                    <a:pt x="156" y="81315"/>
                  </a:cubicBezTo>
                  <a:cubicBezTo>
                    <a:pt x="174" y="81315"/>
                    <a:pt x="193" y="81311"/>
                    <a:pt x="215" y="81304"/>
                  </a:cubicBezTo>
                  <a:cubicBezTo>
                    <a:pt x="2008" y="80260"/>
                    <a:pt x="3106" y="78413"/>
                    <a:pt x="3186" y="76352"/>
                  </a:cubicBezTo>
                  <a:cubicBezTo>
                    <a:pt x="5166" y="75309"/>
                    <a:pt x="6398" y="73301"/>
                    <a:pt x="6398" y="71053"/>
                  </a:cubicBezTo>
                  <a:cubicBezTo>
                    <a:pt x="6398" y="68805"/>
                    <a:pt x="5166" y="66797"/>
                    <a:pt x="3186" y="65753"/>
                  </a:cubicBezTo>
                  <a:cubicBezTo>
                    <a:pt x="3106" y="63773"/>
                    <a:pt x="2062" y="61979"/>
                    <a:pt x="375" y="60909"/>
                  </a:cubicBezTo>
                  <a:cubicBezTo>
                    <a:pt x="2062" y="59865"/>
                    <a:pt x="3106" y="58072"/>
                    <a:pt x="3186" y="56091"/>
                  </a:cubicBezTo>
                  <a:cubicBezTo>
                    <a:pt x="5166" y="55047"/>
                    <a:pt x="6398" y="53040"/>
                    <a:pt x="6398" y="50791"/>
                  </a:cubicBezTo>
                  <a:cubicBezTo>
                    <a:pt x="6398" y="48543"/>
                    <a:pt x="5166" y="46536"/>
                    <a:pt x="3186" y="45492"/>
                  </a:cubicBezTo>
                  <a:cubicBezTo>
                    <a:pt x="3159" y="43591"/>
                    <a:pt x="2088" y="41718"/>
                    <a:pt x="375" y="40647"/>
                  </a:cubicBezTo>
                  <a:cubicBezTo>
                    <a:pt x="1901" y="39710"/>
                    <a:pt x="3320" y="37890"/>
                    <a:pt x="3186" y="35829"/>
                  </a:cubicBezTo>
                  <a:cubicBezTo>
                    <a:pt x="5166" y="34785"/>
                    <a:pt x="6398" y="32751"/>
                    <a:pt x="6398" y="30530"/>
                  </a:cubicBezTo>
                  <a:cubicBezTo>
                    <a:pt x="6398" y="28281"/>
                    <a:pt x="5166" y="26247"/>
                    <a:pt x="3186" y="25230"/>
                  </a:cubicBezTo>
                  <a:cubicBezTo>
                    <a:pt x="3079" y="23223"/>
                    <a:pt x="2062" y="21429"/>
                    <a:pt x="375" y="20386"/>
                  </a:cubicBezTo>
                  <a:cubicBezTo>
                    <a:pt x="2088" y="19315"/>
                    <a:pt x="3186" y="17441"/>
                    <a:pt x="3186" y="15595"/>
                  </a:cubicBezTo>
                  <a:cubicBezTo>
                    <a:pt x="3186" y="15595"/>
                    <a:pt x="3186" y="15568"/>
                    <a:pt x="3186" y="15541"/>
                  </a:cubicBezTo>
                  <a:cubicBezTo>
                    <a:pt x="5166" y="14524"/>
                    <a:pt x="6398" y="12490"/>
                    <a:pt x="6398" y="10268"/>
                  </a:cubicBezTo>
                  <a:cubicBezTo>
                    <a:pt x="6398" y="8020"/>
                    <a:pt x="5166" y="5986"/>
                    <a:pt x="3186" y="4969"/>
                  </a:cubicBezTo>
                  <a:lnTo>
                    <a:pt x="3186" y="4942"/>
                  </a:lnTo>
                  <a:cubicBezTo>
                    <a:pt x="3186" y="3041"/>
                    <a:pt x="1981" y="1061"/>
                    <a:pt x="215" y="17"/>
                  </a:cubicBezTo>
                  <a:cubicBezTo>
                    <a:pt x="185" y="7"/>
                    <a:pt x="156" y="1"/>
                    <a:pt x="12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7" name="Google Shape;1077;p76"/>
            <p:cNvSpPr/>
            <p:nvPr/>
          </p:nvSpPr>
          <p:spPr>
            <a:xfrm>
              <a:off x="1914975" y="2593575"/>
              <a:ext cx="160625" cy="2032875"/>
            </a:xfrm>
            <a:custGeom>
              <a:avLst/>
              <a:gdLst/>
              <a:ahLst/>
              <a:cxnLst/>
              <a:rect l="l" t="t" r="r" b="b"/>
              <a:pathLst>
                <a:path w="6425" h="81315" extrusionOk="0">
                  <a:moveTo>
                    <a:pt x="151" y="1"/>
                  </a:moveTo>
                  <a:cubicBezTo>
                    <a:pt x="95" y="1"/>
                    <a:pt x="47" y="26"/>
                    <a:pt x="27" y="65"/>
                  </a:cubicBezTo>
                  <a:cubicBezTo>
                    <a:pt x="27" y="92"/>
                    <a:pt x="27" y="118"/>
                    <a:pt x="27" y="118"/>
                  </a:cubicBezTo>
                  <a:cubicBezTo>
                    <a:pt x="27" y="172"/>
                    <a:pt x="27" y="225"/>
                    <a:pt x="81" y="225"/>
                  </a:cubicBezTo>
                  <a:cubicBezTo>
                    <a:pt x="1821" y="1243"/>
                    <a:pt x="2972" y="3170"/>
                    <a:pt x="2945" y="5043"/>
                  </a:cubicBezTo>
                  <a:cubicBezTo>
                    <a:pt x="2945" y="5070"/>
                    <a:pt x="2972" y="5124"/>
                    <a:pt x="2998" y="5150"/>
                  </a:cubicBezTo>
                  <a:cubicBezTo>
                    <a:pt x="4952" y="6141"/>
                    <a:pt x="6157" y="8095"/>
                    <a:pt x="6157" y="10263"/>
                  </a:cubicBezTo>
                  <a:cubicBezTo>
                    <a:pt x="6157" y="12431"/>
                    <a:pt x="4952" y="14384"/>
                    <a:pt x="2998" y="15375"/>
                  </a:cubicBezTo>
                  <a:cubicBezTo>
                    <a:pt x="2945" y="15402"/>
                    <a:pt x="2945" y="15428"/>
                    <a:pt x="2945" y="15482"/>
                  </a:cubicBezTo>
                  <a:cubicBezTo>
                    <a:pt x="2998" y="17355"/>
                    <a:pt x="1848" y="19256"/>
                    <a:pt x="108" y="20273"/>
                  </a:cubicBezTo>
                  <a:cubicBezTo>
                    <a:pt x="54" y="20300"/>
                    <a:pt x="27" y="20326"/>
                    <a:pt x="27" y="20353"/>
                  </a:cubicBezTo>
                  <a:cubicBezTo>
                    <a:pt x="1" y="20407"/>
                    <a:pt x="27" y="20460"/>
                    <a:pt x="81" y="20514"/>
                  </a:cubicBezTo>
                  <a:cubicBezTo>
                    <a:pt x="1794" y="21504"/>
                    <a:pt x="2865" y="23297"/>
                    <a:pt x="2945" y="25305"/>
                  </a:cubicBezTo>
                  <a:cubicBezTo>
                    <a:pt x="2945" y="25358"/>
                    <a:pt x="2972" y="25385"/>
                    <a:pt x="2998" y="25412"/>
                  </a:cubicBezTo>
                  <a:cubicBezTo>
                    <a:pt x="4952" y="26402"/>
                    <a:pt x="6157" y="28356"/>
                    <a:pt x="6157" y="30524"/>
                  </a:cubicBezTo>
                  <a:cubicBezTo>
                    <a:pt x="6157" y="32692"/>
                    <a:pt x="4952" y="34646"/>
                    <a:pt x="2998" y="35636"/>
                  </a:cubicBezTo>
                  <a:cubicBezTo>
                    <a:pt x="2945" y="35663"/>
                    <a:pt x="2918" y="35717"/>
                    <a:pt x="2945" y="35770"/>
                  </a:cubicBezTo>
                  <a:cubicBezTo>
                    <a:pt x="3106" y="37831"/>
                    <a:pt x="1633" y="39651"/>
                    <a:pt x="108" y="40535"/>
                  </a:cubicBezTo>
                  <a:cubicBezTo>
                    <a:pt x="54" y="40561"/>
                    <a:pt x="27" y="40588"/>
                    <a:pt x="27" y="40615"/>
                  </a:cubicBezTo>
                  <a:cubicBezTo>
                    <a:pt x="1" y="40668"/>
                    <a:pt x="27" y="40749"/>
                    <a:pt x="81" y="40775"/>
                  </a:cubicBezTo>
                  <a:cubicBezTo>
                    <a:pt x="1821" y="41766"/>
                    <a:pt x="2945" y="43639"/>
                    <a:pt x="2945" y="45540"/>
                  </a:cubicBezTo>
                  <a:cubicBezTo>
                    <a:pt x="2945" y="45540"/>
                    <a:pt x="2945" y="45566"/>
                    <a:pt x="2945" y="45566"/>
                  </a:cubicBezTo>
                  <a:cubicBezTo>
                    <a:pt x="2945" y="45620"/>
                    <a:pt x="2972" y="45674"/>
                    <a:pt x="2998" y="45674"/>
                  </a:cubicBezTo>
                  <a:cubicBezTo>
                    <a:pt x="4952" y="46664"/>
                    <a:pt x="6157" y="48618"/>
                    <a:pt x="6157" y="50786"/>
                  </a:cubicBezTo>
                  <a:cubicBezTo>
                    <a:pt x="6157" y="52954"/>
                    <a:pt x="4952" y="54934"/>
                    <a:pt x="2998" y="55898"/>
                  </a:cubicBezTo>
                  <a:cubicBezTo>
                    <a:pt x="2972" y="55925"/>
                    <a:pt x="2945" y="55952"/>
                    <a:pt x="2945" y="56005"/>
                  </a:cubicBezTo>
                  <a:cubicBezTo>
                    <a:pt x="2891" y="58012"/>
                    <a:pt x="1821" y="59806"/>
                    <a:pt x="108" y="60796"/>
                  </a:cubicBezTo>
                  <a:cubicBezTo>
                    <a:pt x="54" y="60823"/>
                    <a:pt x="27" y="60850"/>
                    <a:pt x="27" y="60903"/>
                  </a:cubicBezTo>
                  <a:cubicBezTo>
                    <a:pt x="1" y="60957"/>
                    <a:pt x="27" y="61010"/>
                    <a:pt x="81" y="61037"/>
                  </a:cubicBezTo>
                  <a:cubicBezTo>
                    <a:pt x="1821" y="62054"/>
                    <a:pt x="2891" y="63847"/>
                    <a:pt x="2945" y="65828"/>
                  </a:cubicBezTo>
                  <a:cubicBezTo>
                    <a:pt x="2945" y="65882"/>
                    <a:pt x="2972" y="65935"/>
                    <a:pt x="2998" y="65962"/>
                  </a:cubicBezTo>
                  <a:cubicBezTo>
                    <a:pt x="4952" y="66925"/>
                    <a:pt x="6157" y="68879"/>
                    <a:pt x="6157" y="71047"/>
                  </a:cubicBezTo>
                  <a:cubicBezTo>
                    <a:pt x="6157" y="73242"/>
                    <a:pt x="4952" y="75196"/>
                    <a:pt x="2998" y="76160"/>
                  </a:cubicBezTo>
                  <a:cubicBezTo>
                    <a:pt x="2972" y="76186"/>
                    <a:pt x="2945" y="76240"/>
                    <a:pt x="2945" y="76267"/>
                  </a:cubicBezTo>
                  <a:cubicBezTo>
                    <a:pt x="2891" y="78274"/>
                    <a:pt x="1821" y="80067"/>
                    <a:pt x="81" y="81084"/>
                  </a:cubicBezTo>
                  <a:cubicBezTo>
                    <a:pt x="27" y="81111"/>
                    <a:pt x="1" y="81191"/>
                    <a:pt x="27" y="81245"/>
                  </a:cubicBezTo>
                  <a:cubicBezTo>
                    <a:pt x="61" y="81296"/>
                    <a:pt x="106" y="81315"/>
                    <a:pt x="148" y="81315"/>
                  </a:cubicBezTo>
                  <a:cubicBezTo>
                    <a:pt x="172" y="81315"/>
                    <a:pt x="195" y="81308"/>
                    <a:pt x="215" y="81299"/>
                  </a:cubicBezTo>
                  <a:cubicBezTo>
                    <a:pt x="2008" y="80255"/>
                    <a:pt x="3106" y="78408"/>
                    <a:pt x="3186" y="76347"/>
                  </a:cubicBezTo>
                  <a:cubicBezTo>
                    <a:pt x="5166" y="75330"/>
                    <a:pt x="6424" y="73296"/>
                    <a:pt x="6424" y="71047"/>
                  </a:cubicBezTo>
                  <a:cubicBezTo>
                    <a:pt x="6424" y="68826"/>
                    <a:pt x="5166" y="66792"/>
                    <a:pt x="3186" y="65748"/>
                  </a:cubicBezTo>
                  <a:cubicBezTo>
                    <a:pt x="3106" y="63767"/>
                    <a:pt x="2062" y="61974"/>
                    <a:pt x="375" y="60930"/>
                  </a:cubicBezTo>
                  <a:cubicBezTo>
                    <a:pt x="2062" y="59859"/>
                    <a:pt x="3106" y="58093"/>
                    <a:pt x="3186" y="56085"/>
                  </a:cubicBezTo>
                  <a:cubicBezTo>
                    <a:pt x="5166" y="55068"/>
                    <a:pt x="6424" y="53034"/>
                    <a:pt x="6424" y="50786"/>
                  </a:cubicBezTo>
                  <a:cubicBezTo>
                    <a:pt x="6424" y="48537"/>
                    <a:pt x="5166" y="46530"/>
                    <a:pt x="3186" y="45486"/>
                  </a:cubicBezTo>
                  <a:cubicBezTo>
                    <a:pt x="3159" y="43586"/>
                    <a:pt x="2088" y="41739"/>
                    <a:pt x="375" y="40668"/>
                  </a:cubicBezTo>
                  <a:cubicBezTo>
                    <a:pt x="1901" y="39705"/>
                    <a:pt x="3320" y="37885"/>
                    <a:pt x="3186" y="35824"/>
                  </a:cubicBezTo>
                  <a:cubicBezTo>
                    <a:pt x="5193" y="34780"/>
                    <a:pt x="6424" y="32772"/>
                    <a:pt x="6424" y="30524"/>
                  </a:cubicBezTo>
                  <a:cubicBezTo>
                    <a:pt x="6424" y="28276"/>
                    <a:pt x="5166" y="26268"/>
                    <a:pt x="3186" y="25225"/>
                  </a:cubicBezTo>
                  <a:cubicBezTo>
                    <a:pt x="3106" y="23244"/>
                    <a:pt x="2062" y="21451"/>
                    <a:pt x="375" y="20407"/>
                  </a:cubicBezTo>
                  <a:cubicBezTo>
                    <a:pt x="2088" y="19336"/>
                    <a:pt x="3186" y="17436"/>
                    <a:pt x="3186" y="15616"/>
                  </a:cubicBezTo>
                  <a:cubicBezTo>
                    <a:pt x="3186" y="15589"/>
                    <a:pt x="3186" y="15562"/>
                    <a:pt x="3186" y="15562"/>
                  </a:cubicBezTo>
                  <a:cubicBezTo>
                    <a:pt x="5166" y="14518"/>
                    <a:pt x="6424" y="12511"/>
                    <a:pt x="6424" y="10263"/>
                  </a:cubicBezTo>
                  <a:cubicBezTo>
                    <a:pt x="6424" y="8014"/>
                    <a:pt x="5166" y="6007"/>
                    <a:pt x="3186" y="4963"/>
                  </a:cubicBezTo>
                  <a:cubicBezTo>
                    <a:pt x="3186" y="3036"/>
                    <a:pt x="2008" y="1055"/>
                    <a:pt x="215" y="11"/>
                  </a:cubicBezTo>
                  <a:cubicBezTo>
                    <a:pt x="193" y="4"/>
                    <a:pt x="172" y="1"/>
                    <a:pt x="15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8" name="Google Shape;1078;p76"/>
            <p:cNvSpPr/>
            <p:nvPr/>
          </p:nvSpPr>
          <p:spPr>
            <a:xfrm>
              <a:off x="1761075" y="2845375"/>
              <a:ext cx="160625" cy="2032675"/>
            </a:xfrm>
            <a:custGeom>
              <a:avLst/>
              <a:gdLst/>
              <a:ahLst/>
              <a:cxnLst/>
              <a:rect l="l" t="t" r="r" b="b"/>
              <a:pathLst>
                <a:path w="6425" h="81307" extrusionOk="0">
                  <a:moveTo>
                    <a:pt x="146" y="1"/>
                  </a:moveTo>
                  <a:cubicBezTo>
                    <a:pt x="108" y="1"/>
                    <a:pt x="71" y="24"/>
                    <a:pt x="54" y="57"/>
                  </a:cubicBezTo>
                  <a:cubicBezTo>
                    <a:pt x="27" y="84"/>
                    <a:pt x="27" y="110"/>
                    <a:pt x="27" y="137"/>
                  </a:cubicBezTo>
                  <a:cubicBezTo>
                    <a:pt x="27" y="164"/>
                    <a:pt x="54" y="217"/>
                    <a:pt x="81" y="244"/>
                  </a:cubicBezTo>
                  <a:cubicBezTo>
                    <a:pt x="1821" y="1234"/>
                    <a:pt x="2972" y="3162"/>
                    <a:pt x="2945" y="5035"/>
                  </a:cubicBezTo>
                  <a:cubicBezTo>
                    <a:pt x="2945" y="5089"/>
                    <a:pt x="2972" y="5142"/>
                    <a:pt x="2998" y="5142"/>
                  </a:cubicBezTo>
                  <a:cubicBezTo>
                    <a:pt x="4952" y="6133"/>
                    <a:pt x="6183" y="8086"/>
                    <a:pt x="6183" y="10254"/>
                  </a:cubicBezTo>
                  <a:cubicBezTo>
                    <a:pt x="6183" y="12422"/>
                    <a:pt x="4952" y="14376"/>
                    <a:pt x="2998" y="15367"/>
                  </a:cubicBezTo>
                  <a:cubicBezTo>
                    <a:pt x="2972" y="15393"/>
                    <a:pt x="2945" y="15447"/>
                    <a:pt x="2945" y="15474"/>
                  </a:cubicBezTo>
                  <a:cubicBezTo>
                    <a:pt x="2998" y="17321"/>
                    <a:pt x="1847" y="19248"/>
                    <a:pt x="108" y="20265"/>
                  </a:cubicBezTo>
                  <a:cubicBezTo>
                    <a:pt x="81" y="20292"/>
                    <a:pt x="27" y="20318"/>
                    <a:pt x="27" y="20345"/>
                  </a:cubicBezTo>
                  <a:cubicBezTo>
                    <a:pt x="27" y="20425"/>
                    <a:pt x="27" y="20479"/>
                    <a:pt x="81" y="20506"/>
                  </a:cubicBezTo>
                  <a:cubicBezTo>
                    <a:pt x="1821" y="21496"/>
                    <a:pt x="2891" y="23289"/>
                    <a:pt x="2945" y="25297"/>
                  </a:cubicBezTo>
                  <a:cubicBezTo>
                    <a:pt x="2945" y="25350"/>
                    <a:pt x="2972" y="25404"/>
                    <a:pt x="2998" y="25404"/>
                  </a:cubicBezTo>
                  <a:cubicBezTo>
                    <a:pt x="4952" y="26394"/>
                    <a:pt x="6183" y="28348"/>
                    <a:pt x="6183" y="30516"/>
                  </a:cubicBezTo>
                  <a:cubicBezTo>
                    <a:pt x="6183" y="32684"/>
                    <a:pt x="4952" y="34665"/>
                    <a:pt x="2998" y="35628"/>
                  </a:cubicBezTo>
                  <a:cubicBezTo>
                    <a:pt x="2972" y="35655"/>
                    <a:pt x="2945" y="35709"/>
                    <a:pt x="2945" y="35762"/>
                  </a:cubicBezTo>
                  <a:cubicBezTo>
                    <a:pt x="3105" y="37823"/>
                    <a:pt x="1633" y="39643"/>
                    <a:pt x="108" y="40526"/>
                  </a:cubicBezTo>
                  <a:cubicBezTo>
                    <a:pt x="81" y="40553"/>
                    <a:pt x="27" y="40580"/>
                    <a:pt x="27" y="40633"/>
                  </a:cubicBezTo>
                  <a:cubicBezTo>
                    <a:pt x="27" y="40687"/>
                    <a:pt x="27" y="40741"/>
                    <a:pt x="81" y="40767"/>
                  </a:cubicBezTo>
                  <a:cubicBezTo>
                    <a:pt x="1821" y="41784"/>
                    <a:pt x="2945" y="43631"/>
                    <a:pt x="2945" y="45532"/>
                  </a:cubicBezTo>
                  <a:lnTo>
                    <a:pt x="2945" y="45558"/>
                  </a:lnTo>
                  <a:cubicBezTo>
                    <a:pt x="2945" y="45612"/>
                    <a:pt x="2972" y="45665"/>
                    <a:pt x="2998" y="45692"/>
                  </a:cubicBezTo>
                  <a:cubicBezTo>
                    <a:pt x="4952" y="46656"/>
                    <a:pt x="6183" y="48610"/>
                    <a:pt x="6183" y="50778"/>
                  </a:cubicBezTo>
                  <a:cubicBezTo>
                    <a:pt x="6183" y="52972"/>
                    <a:pt x="4952" y="54926"/>
                    <a:pt x="2998" y="55890"/>
                  </a:cubicBezTo>
                  <a:cubicBezTo>
                    <a:pt x="2972" y="55917"/>
                    <a:pt x="2945" y="55970"/>
                    <a:pt x="2945" y="55997"/>
                  </a:cubicBezTo>
                  <a:cubicBezTo>
                    <a:pt x="2891" y="58004"/>
                    <a:pt x="1847" y="59798"/>
                    <a:pt x="108" y="60815"/>
                  </a:cubicBezTo>
                  <a:cubicBezTo>
                    <a:pt x="81" y="60815"/>
                    <a:pt x="27" y="60841"/>
                    <a:pt x="27" y="60895"/>
                  </a:cubicBezTo>
                  <a:cubicBezTo>
                    <a:pt x="27" y="60949"/>
                    <a:pt x="27" y="61002"/>
                    <a:pt x="81" y="61029"/>
                  </a:cubicBezTo>
                  <a:cubicBezTo>
                    <a:pt x="1821" y="62046"/>
                    <a:pt x="2891" y="63839"/>
                    <a:pt x="2945" y="65847"/>
                  </a:cubicBezTo>
                  <a:cubicBezTo>
                    <a:pt x="2945" y="65873"/>
                    <a:pt x="2972" y="65927"/>
                    <a:pt x="2998" y="65954"/>
                  </a:cubicBezTo>
                  <a:cubicBezTo>
                    <a:pt x="4952" y="66917"/>
                    <a:pt x="6183" y="68871"/>
                    <a:pt x="6183" y="71066"/>
                  </a:cubicBezTo>
                  <a:cubicBezTo>
                    <a:pt x="6183" y="73234"/>
                    <a:pt x="4952" y="75188"/>
                    <a:pt x="2998" y="76151"/>
                  </a:cubicBezTo>
                  <a:cubicBezTo>
                    <a:pt x="2972" y="76178"/>
                    <a:pt x="2945" y="76232"/>
                    <a:pt x="2945" y="76285"/>
                  </a:cubicBezTo>
                  <a:cubicBezTo>
                    <a:pt x="2891" y="78266"/>
                    <a:pt x="1821" y="80059"/>
                    <a:pt x="81" y="81076"/>
                  </a:cubicBezTo>
                  <a:cubicBezTo>
                    <a:pt x="27" y="81103"/>
                    <a:pt x="1" y="81183"/>
                    <a:pt x="54" y="81237"/>
                  </a:cubicBezTo>
                  <a:cubicBezTo>
                    <a:pt x="71" y="81288"/>
                    <a:pt x="110" y="81306"/>
                    <a:pt x="149" y="81306"/>
                  </a:cubicBezTo>
                  <a:cubicBezTo>
                    <a:pt x="172" y="81306"/>
                    <a:pt x="195" y="81300"/>
                    <a:pt x="215" y="81290"/>
                  </a:cubicBezTo>
                  <a:cubicBezTo>
                    <a:pt x="2008" y="80247"/>
                    <a:pt x="3105" y="78400"/>
                    <a:pt x="3186" y="76366"/>
                  </a:cubicBezTo>
                  <a:cubicBezTo>
                    <a:pt x="5193" y="75322"/>
                    <a:pt x="6424" y="73288"/>
                    <a:pt x="6424" y="71066"/>
                  </a:cubicBezTo>
                  <a:cubicBezTo>
                    <a:pt x="6424" y="68818"/>
                    <a:pt x="5193" y="66783"/>
                    <a:pt x="3186" y="65766"/>
                  </a:cubicBezTo>
                  <a:cubicBezTo>
                    <a:pt x="3132" y="63759"/>
                    <a:pt x="2088" y="61992"/>
                    <a:pt x="402" y="60922"/>
                  </a:cubicBezTo>
                  <a:cubicBezTo>
                    <a:pt x="2088" y="59878"/>
                    <a:pt x="3132" y="58085"/>
                    <a:pt x="3186" y="56077"/>
                  </a:cubicBezTo>
                  <a:cubicBezTo>
                    <a:pt x="5193" y="55060"/>
                    <a:pt x="6424" y="53026"/>
                    <a:pt x="6424" y="50778"/>
                  </a:cubicBezTo>
                  <a:cubicBezTo>
                    <a:pt x="6424" y="48556"/>
                    <a:pt x="5193" y="46522"/>
                    <a:pt x="3186" y="45505"/>
                  </a:cubicBezTo>
                  <a:cubicBezTo>
                    <a:pt x="3186" y="43604"/>
                    <a:pt x="2088" y="41731"/>
                    <a:pt x="402" y="40660"/>
                  </a:cubicBezTo>
                  <a:cubicBezTo>
                    <a:pt x="1901" y="39697"/>
                    <a:pt x="3320" y="37877"/>
                    <a:pt x="3186" y="35816"/>
                  </a:cubicBezTo>
                  <a:cubicBezTo>
                    <a:pt x="5193" y="34799"/>
                    <a:pt x="6424" y="32764"/>
                    <a:pt x="6424" y="30516"/>
                  </a:cubicBezTo>
                  <a:cubicBezTo>
                    <a:pt x="6424" y="28268"/>
                    <a:pt x="5193" y="26260"/>
                    <a:pt x="3186" y="25216"/>
                  </a:cubicBezTo>
                  <a:cubicBezTo>
                    <a:pt x="3105" y="23236"/>
                    <a:pt x="2062" y="21442"/>
                    <a:pt x="402" y="20399"/>
                  </a:cubicBezTo>
                  <a:cubicBezTo>
                    <a:pt x="2115" y="19328"/>
                    <a:pt x="3212" y="17401"/>
                    <a:pt x="3186" y="15554"/>
                  </a:cubicBezTo>
                  <a:cubicBezTo>
                    <a:pt x="5193" y="14510"/>
                    <a:pt x="6424" y="12503"/>
                    <a:pt x="6424" y="10254"/>
                  </a:cubicBezTo>
                  <a:cubicBezTo>
                    <a:pt x="6424" y="8006"/>
                    <a:pt x="5193" y="5999"/>
                    <a:pt x="3186" y="4955"/>
                  </a:cubicBezTo>
                  <a:cubicBezTo>
                    <a:pt x="3186" y="3028"/>
                    <a:pt x="2008" y="1047"/>
                    <a:pt x="215" y="30"/>
                  </a:cubicBezTo>
                  <a:cubicBezTo>
                    <a:pt x="194" y="10"/>
                    <a:pt x="170" y="1"/>
                    <a:pt x="14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9" name="Google Shape;1079;p76"/>
            <p:cNvSpPr/>
            <p:nvPr/>
          </p:nvSpPr>
          <p:spPr>
            <a:xfrm>
              <a:off x="1607850" y="2593575"/>
              <a:ext cx="159950" cy="2032875"/>
            </a:xfrm>
            <a:custGeom>
              <a:avLst/>
              <a:gdLst/>
              <a:ahLst/>
              <a:cxnLst/>
              <a:rect l="l" t="t" r="r" b="b"/>
              <a:pathLst>
                <a:path w="6398" h="81315" extrusionOk="0">
                  <a:moveTo>
                    <a:pt x="140" y="1"/>
                  </a:moveTo>
                  <a:cubicBezTo>
                    <a:pt x="95" y="1"/>
                    <a:pt x="47" y="26"/>
                    <a:pt x="27" y="65"/>
                  </a:cubicBezTo>
                  <a:cubicBezTo>
                    <a:pt x="0" y="92"/>
                    <a:pt x="0" y="118"/>
                    <a:pt x="0" y="118"/>
                  </a:cubicBezTo>
                  <a:cubicBezTo>
                    <a:pt x="0" y="172"/>
                    <a:pt x="27" y="225"/>
                    <a:pt x="81" y="225"/>
                  </a:cubicBezTo>
                  <a:cubicBezTo>
                    <a:pt x="1820" y="1243"/>
                    <a:pt x="2944" y="3170"/>
                    <a:pt x="2918" y="5043"/>
                  </a:cubicBezTo>
                  <a:cubicBezTo>
                    <a:pt x="2918" y="5070"/>
                    <a:pt x="2944" y="5124"/>
                    <a:pt x="2998" y="5150"/>
                  </a:cubicBezTo>
                  <a:cubicBezTo>
                    <a:pt x="4952" y="6141"/>
                    <a:pt x="6156" y="8095"/>
                    <a:pt x="6156" y="10263"/>
                  </a:cubicBezTo>
                  <a:cubicBezTo>
                    <a:pt x="6156" y="12431"/>
                    <a:pt x="4952" y="14384"/>
                    <a:pt x="2998" y="15375"/>
                  </a:cubicBezTo>
                  <a:cubicBezTo>
                    <a:pt x="2944" y="15402"/>
                    <a:pt x="2918" y="15428"/>
                    <a:pt x="2918" y="15482"/>
                  </a:cubicBezTo>
                  <a:cubicBezTo>
                    <a:pt x="2971" y="17329"/>
                    <a:pt x="1847" y="19256"/>
                    <a:pt x="81" y="20273"/>
                  </a:cubicBezTo>
                  <a:cubicBezTo>
                    <a:pt x="54" y="20300"/>
                    <a:pt x="27" y="20326"/>
                    <a:pt x="0" y="20353"/>
                  </a:cubicBezTo>
                  <a:cubicBezTo>
                    <a:pt x="0" y="20407"/>
                    <a:pt x="27" y="20460"/>
                    <a:pt x="81" y="20514"/>
                  </a:cubicBezTo>
                  <a:cubicBezTo>
                    <a:pt x="1794" y="21504"/>
                    <a:pt x="2864" y="23297"/>
                    <a:pt x="2918" y="25305"/>
                  </a:cubicBezTo>
                  <a:cubicBezTo>
                    <a:pt x="2918" y="25358"/>
                    <a:pt x="2944" y="25385"/>
                    <a:pt x="2998" y="25412"/>
                  </a:cubicBezTo>
                  <a:cubicBezTo>
                    <a:pt x="4952" y="26402"/>
                    <a:pt x="6156" y="28356"/>
                    <a:pt x="6156" y="30524"/>
                  </a:cubicBezTo>
                  <a:cubicBezTo>
                    <a:pt x="6156" y="32692"/>
                    <a:pt x="4952" y="34646"/>
                    <a:pt x="2998" y="35636"/>
                  </a:cubicBezTo>
                  <a:cubicBezTo>
                    <a:pt x="2944" y="35663"/>
                    <a:pt x="2918" y="35717"/>
                    <a:pt x="2918" y="35770"/>
                  </a:cubicBezTo>
                  <a:cubicBezTo>
                    <a:pt x="3078" y="37831"/>
                    <a:pt x="1633" y="39651"/>
                    <a:pt x="81" y="40535"/>
                  </a:cubicBezTo>
                  <a:cubicBezTo>
                    <a:pt x="54" y="40561"/>
                    <a:pt x="27" y="40588"/>
                    <a:pt x="0" y="40615"/>
                  </a:cubicBezTo>
                  <a:cubicBezTo>
                    <a:pt x="0" y="40668"/>
                    <a:pt x="27" y="40749"/>
                    <a:pt x="81" y="40775"/>
                  </a:cubicBezTo>
                  <a:cubicBezTo>
                    <a:pt x="1820" y="41766"/>
                    <a:pt x="2918" y="43639"/>
                    <a:pt x="2918" y="45540"/>
                  </a:cubicBezTo>
                  <a:cubicBezTo>
                    <a:pt x="2918" y="45540"/>
                    <a:pt x="2918" y="45566"/>
                    <a:pt x="2918" y="45566"/>
                  </a:cubicBezTo>
                  <a:cubicBezTo>
                    <a:pt x="2918" y="45620"/>
                    <a:pt x="2944" y="45674"/>
                    <a:pt x="2998" y="45674"/>
                  </a:cubicBezTo>
                  <a:cubicBezTo>
                    <a:pt x="4952" y="46664"/>
                    <a:pt x="6156" y="48618"/>
                    <a:pt x="6156" y="50786"/>
                  </a:cubicBezTo>
                  <a:cubicBezTo>
                    <a:pt x="6156" y="52954"/>
                    <a:pt x="4952" y="54934"/>
                    <a:pt x="2998" y="55898"/>
                  </a:cubicBezTo>
                  <a:cubicBezTo>
                    <a:pt x="2944" y="55925"/>
                    <a:pt x="2918" y="55952"/>
                    <a:pt x="2918" y="56005"/>
                  </a:cubicBezTo>
                  <a:cubicBezTo>
                    <a:pt x="2864" y="58012"/>
                    <a:pt x="1820" y="59806"/>
                    <a:pt x="81" y="60796"/>
                  </a:cubicBezTo>
                  <a:cubicBezTo>
                    <a:pt x="54" y="60823"/>
                    <a:pt x="27" y="60850"/>
                    <a:pt x="0" y="60903"/>
                  </a:cubicBezTo>
                  <a:cubicBezTo>
                    <a:pt x="0" y="60957"/>
                    <a:pt x="27" y="61010"/>
                    <a:pt x="81" y="61037"/>
                  </a:cubicBezTo>
                  <a:cubicBezTo>
                    <a:pt x="1820" y="62054"/>
                    <a:pt x="2864" y="63847"/>
                    <a:pt x="2918" y="65828"/>
                  </a:cubicBezTo>
                  <a:cubicBezTo>
                    <a:pt x="2918" y="65882"/>
                    <a:pt x="2944" y="65935"/>
                    <a:pt x="2998" y="65962"/>
                  </a:cubicBezTo>
                  <a:cubicBezTo>
                    <a:pt x="4952" y="66925"/>
                    <a:pt x="6156" y="68879"/>
                    <a:pt x="6156" y="71047"/>
                  </a:cubicBezTo>
                  <a:cubicBezTo>
                    <a:pt x="6156" y="73242"/>
                    <a:pt x="4952" y="75196"/>
                    <a:pt x="2998" y="76160"/>
                  </a:cubicBezTo>
                  <a:cubicBezTo>
                    <a:pt x="2944" y="76186"/>
                    <a:pt x="2918" y="76240"/>
                    <a:pt x="2918" y="76267"/>
                  </a:cubicBezTo>
                  <a:cubicBezTo>
                    <a:pt x="2864" y="78274"/>
                    <a:pt x="1820" y="80067"/>
                    <a:pt x="81" y="81084"/>
                  </a:cubicBezTo>
                  <a:cubicBezTo>
                    <a:pt x="27" y="81111"/>
                    <a:pt x="0" y="81191"/>
                    <a:pt x="27" y="81245"/>
                  </a:cubicBezTo>
                  <a:cubicBezTo>
                    <a:pt x="44" y="81296"/>
                    <a:pt x="82" y="81315"/>
                    <a:pt x="122" y="81315"/>
                  </a:cubicBezTo>
                  <a:cubicBezTo>
                    <a:pt x="145" y="81315"/>
                    <a:pt x="168" y="81308"/>
                    <a:pt x="188" y="81299"/>
                  </a:cubicBezTo>
                  <a:cubicBezTo>
                    <a:pt x="1981" y="80255"/>
                    <a:pt x="3105" y="78408"/>
                    <a:pt x="3185" y="76347"/>
                  </a:cubicBezTo>
                  <a:cubicBezTo>
                    <a:pt x="5166" y="75330"/>
                    <a:pt x="6397" y="73296"/>
                    <a:pt x="6397" y="71047"/>
                  </a:cubicBezTo>
                  <a:cubicBezTo>
                    <a:pt x="6397" y="68826"/>
                    <a:pt x="5166" y="66792"/>
                    <a:pt x="3185" y="65748"/>
                  </a:cubicBezTo>
                  <a:cubicBezTo>
                    <a:pt x="3105" y="63767"/>
                    <a:pt x="2061" y="61974"/>
                    <a:pt x="375" y="60930"/>
                  </a:cubicBezTo>
                  <a:cubicBezTo>
                    <a:pt x="2061" y="59859"/>
                    <a:pt x="3105" y="58093"/>
                    <a:pt x="3185" y="56085"/>
                  </a:cubicBezTo>
                  <a:cubicBezTo>
                    <a:pt x="5166" y="55068"/>
                    <a:pt x="6397" y="53034"/>
                    <a:pt x="6397" y="50786"/>
                  </a:cubicBezTo>
                  <a:cubicBezTo>
                    <a:pt x="6397" y="48537"/>
                    <a:pt x="5166" y="46530"/>
                    <a:pt x="3185" y="45486"/>
                  </a:cubicBezTo>
                  <a:cubicBezTo>
                    <a:pt x="3159" y="43586"/>
                    <a:pt x="2061" y="41739"/>
                    <a:pt x="375" y="40668"/>
                  </a:cubicBezTo>
                  <a:cubicBezTo>
                    <a:pt x="1901" y="39705"/>
                    <a:pt x="3292" y="37885"/>
                    <a:pt x="3185" y="35824"/>
                  </a:cubicBezTo>
                  <a:cubicBezTo>
                    <a:pt x="5166" y="34780"/>
                    <a:pt x="6397" y="32772"/>
                    <a:pt x="6397" y="30524"/>
                  </a:cubicBezTo>
                  <a:cubicBezTo>
                    <a:pt x="6397" y="28276"/>
                    <a:pt x="5166" y="26268"/>
                    <a:pt x="3185" y="25225"/>
                  </a:cubicBezTo>
                  <a:cubicBezTo>
                    <a:pt x="3078" y="23244"/>
                    <a:pt x="2061" y="21451"/>
                    <a:pt x="375" y="20407"/>
                  </a:cubicBezTo>
                  <a:cubicBezTo>
                    <a:pt x="2061" y="19336"/>
                    <a:pt x="3185" y="17436"/>
                    <a:pt x="3185" y="15616"/>
                  </a:cubicBezTo>
                  <a:cubicBezTo>
                    <a:pt x="3185" y="15589"/>
                    <a:pt x="3185" y="15562"/>
                    <a:pt x="3185" y="15562"/>
                  </a:cubicBezTo>
                  <a:cubicBezTo>
                    <a:pt x="5166" y="14518"/>
                    <a:pt x="6397" y="12511"/>
                    <a:pt x="6397" y="10263"/>
                  </a:cubicBezTo>
                  <a:cubicBezTo>
                    <a:pt x="6397" y="8014"/>
                    <a:pt x="5166" y="6007"/>
                    <a:pt x="3185" y="4963"/>
                  </a:cubicBezTo>
                  <a:cubicBezTo>
                    <a:pt x="3185" y="3036"/>
                    <a:pt x="1981" y="1055"/>
                    <a:pt x="188" y="11"/>
                  </a:cubicBezTo>
                  <a:cubicBezTo>
                    <a:pt x="173" y="4"/>
                    <a:pt x="157" y="1"/>
                    <a:pt x="14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0" name="Google Shape;1080;p76"/>
            <p:cNvSpPr/>
            <p:nvPr/>
          </p:nvSpPr>
          <p:spPr>
            <a:xfrm>
              <a:off x="1453950" y="2845375"/>
              <a:ext cx="160600" cy="2032675"/>
            </a:xfrm>
            <a:custGeom>
              <a:avLst/>
              <a:gdLst/>
              <a:ahLst/>
              <a:cxnLst/>
              <a:rect l="l" t="t" r="r" b="b"/>
              <a:pathLst>
                <a:path w="6424" h="81307" extrusionOk="0">
                  <a:moveTo>
                    <a:pt x="133" y="1"/>
                  </a:moveTo>
                  <a:cubicBezTo>
                    <a:pt x="93" y="1"/>
                    <a:pt x="60" y="24"/>
                    <a:pt x="27" y="57"/>
                  </a:cubicBezTo>
                  <a:cubicBezTo>
                    <a:pt x="27" y="84"/>
                    <a:pt x="27" y="110"/>
                    <a:pt x="27" y="137"/>
                  </a:cubicBezTo>
                  <a:cubicBezTo>
                    <a:pt x="27" y="164"/>
                    <a:pt x="27" y="217"/>
                    <a:pt x="80" y="244"/>
                  </a:cubicBezTo>
                  <a:cubicBezTo>
                    <a:pt x="1820" y="1234"/>
                    <a:pt x="2971" y="3188"/>
                    <a:pt x="2944" y="5035"/>
                  </a:cubicBezTo>
                  <a:cubicBezTo>
                    <a:pt x="2944" y="5089"/>
                    <a:pt x="2971" y="5142"/>
                    <a:pt x="2998" y="5142"/>
                  </a:cubicBezTo>
                  <a:cubicBezTo>
                    <a:pt x="4952" y="6133"/>
                    <a:pt x="6156" y="8086"/>
                    <a:pt x="6156" y="10254"/>
                  </a:cubicBezTo>
                  <a:cubicBezTo>
                    <a:pt x="6156" y="12422"/>
                    <a:pt x="4952" y="14376"/>
                    <a:pt x="2998" y="15367"/>
                  </a:cubicBezTo>
                  <a:cubicBezTo>
                    <a:pt x="2971" y="15393"/>
                    <a:pt x="2944" y="15420"/>
                    <a:pt x="2944" y="15474"/>
                  </a:cubicBezTo>
                  <a:cubicBezTo>
                    <a:pt x="2998" y="17347"/>
                    <a:pt x="1847" y="19248"/>
                    <a:pt x="107" y="20265"/>
                  </a:cubicBezTo>
                  <a:cubicBezTo>
                    <a:pt x="54" y="20292"/>
                    <a:pt x="27" y="20318"/>
                    <a:pt x="27" y="20345"/>
                  </a:cubicBezTo>
                  <a:cubicBezTo>
                    <a:pt x="0" y="20425"/>
                    <a:pt x="27" y="20479"/>
                    <a:pt x="80" y="20506"/>
                  </a:cubicBezTo>
                  <a:cubicBezTo>
                    <a:pt x="1793" y="21496"/>
                    <a:pt x="2864" y="23289"/>
                    <a:pt x="2944" y="25297"/>
                  </a:cubicBezTo>
                  <a:cubicBezTo>
                    <a:pt x="2944" y="25350"/>
                    <a:pt x="2971" y="25404"/>
                    <a:pt x="2998" y="25404"/>
                  </a:cubicBezTo>
                  <a:cubicBezTo>
                    <a:pt x="4952" y="26394"/>
                    <a:pt x="6156" y="28348"/>
                    <a:pt x="6156" y="30516"/>
                  </a:cubicBezTo>
                  <a:cubicBezTo>
                    <a:pt x="6156" y="32684"/>
                    <a:pt x="4952" y="34665"/>
                    <a:pt x="2998" y="35628"/>
                  </a:cubicBezTo>
                  <a:cubicBezTo>
                    <a:pt x="2944" y="35655"/>
                    <a:pt x="2918" y="35709"/>
                    <a:pt x="2944" y="35762"/>
                  </a:cubicBezTo>
                  <a:cubicBezTo>
                    <a:pt x="3105" y="37823"/>
                    <a:pt x="1633" y="39643"/>
                    <a:pt x="107" y="40526"/>
                  </a:cubicBezTo>
                  <a:cubicBezTo>
                    <a:pt x="54" y="40553"/>
                    <a:pt x="27" y="40580"/>
                    <a:pt x="27" y="40633"/>
                  </a:cubicBezTo>
                  <a:cubicBezTo>
                    <a:pt x="0" y="40687"/>
                    <a:pt x="27" y="40741"/>
                    <a:pt x="80" y="40767"/>
                  </a:cubicBezTo>
                  <a:cubicBezTo>
                    <a:pt x="1820" y="41784"/>
                    <a:pt x="2944" y="43631"/>
                    <a:pt x="2944" y="45532"/>
                  </a:cubicBezTo>
                  <a:cubicBezTo>
                    <a:pt x="2944" y="45558"/>
                    <a:pt x="2944" y="45558"/>
                    <a:pt x="2944" y="45558"/>
                  </a:cubicBezTo>
                  <a:cubicBezTo>
                    <a:pt x="2918" y="45612"/>
                    <a:pt x="2971" y="45665"/>
                    <a:pt x="2998" y="45692"/>
                  </a:cubicBezTo>
                  <a:cubicBezTo>
                    <a:pt x="4952" y="46656"/>
                    <a:pt x="6156" y="48610"/>
                    <a:pt x="6156" y="50778"/>
                  </a:cubicBezTo>
                  <a:cubicBezTo>
                    <a:pt x="6156" y="52972"/>
                    <a:pt x="4952" y="54926"/>
                    <a:pt x="2998" y="55890"/>
                  </a:cubicBezTo>
                  <a:cubicBezTo>
                    <a:pt x="2971" y="55917"/>
                    <a:pt x="2944" y="55970"/>
                    <a:pt x="2944" y="55997"/>
                  </a:cubicBezTo>
                  <a:cubicBezTo>
                    <a:pt x="2891" y="58004"/>
                    <a:pt x="1820" y="59798"/>
                    <a:pt x="107" y="60815"/>
                  </a:cubicBezTo>
                  <a:cubicBezTo>
                    <a:pt x="54" y="60815"/>
                    <a:pt x="27" y="60841"/>
                    <a:pt x="27" y="60895"/>
                  </a:cubicBezTo>
                  <a:cubicBezTo>
                    <a:pt x="0" y="60949"/>
                    <a:pt x="27" y="61002"/>
                    <a:pt x="80" y="61029"/>
                  </a:cubicBezTo>
                  <a:cubicBezTo>
                    <a:pt x="1820" y="62046"/>
                    <a:pt x="2891" y="63839"/>
                    <a:pt x="2944" y="65847"/>
                  </a:cubicBezTo>
                  <a:cubicBezTo>
                    <a:pt x="2944" y="65873"/>
                    <a:pt x="2971" y="65927"/>
                    <a:pt x="2998" y="65954"/>
                  </a:cubicBezTo>
                  <a:cubicBezTo>
                    <a:pt x="4952" y="66917"/>
                    <a:pt x="6156" y="68871"/>
                    <a:pt x="6156" y="71066"/>
                  </a:cubicBezTo>
                  <a:cubicBezTo>
                    <a:pt x="6156" y="73234"/>
                    <a:pt x="4952" y="75188"/>
                    <a:pt x="2998" y="76151"/>
                  </a:cubicBezTo>
                  <a:cubicBezTo>
                    <a:pt x="2971" y="76178"/>
                    <a:pt x="2944" y="76232"/>
                    <a:pt x="2944" y="76285"/>
                  </a:cubicBezTo>
                  <a:cubicBezTo>
                    <a:pt x="2891" y="78266"/>
                    <a:pt x="1820" y="80059"/>
                    <a:pt x="80" y="81076"/>
                  </a:cubicBezTo>
                  <a:cubicBezTo>
                    <a:pt x="27" y="81103"/>
                    <a:pt x="0" y="81183"/>
                    <a:pt x="27" y="81237"/>
                  </a:cubicBezTo>
                  <a:cubicBezTo>
                    <a:pt x="61" y="81288"/>
                    <a:pt x="106" y="81306"/>
                    <a:pt x="147" y="81306"/>
                  </a:cubicBezTo>
                  <a:cubicBezTo>
                    <a:pt x="172" y="81306"/>
                    <a:pt x="195" y="81300"/>
                    <a:pt x="214" y="81290"/>
                  </a:cubicBezTo>
                  <a:cubicBezTo>
                    <a:pt x="2008" y="80247"/>
                    <a:pt x="3105" y="78400"/>
                    <a:pt x="3185" y="76366"/>
                  </a:cubicBezTo>
                  <a:cubicBezTo>
                    <a:pt x="5166" y="75322"/>
                    <a:pt x="6424" y="73288"/>
                    <a:pt x="6424" y="71066"/>
                  </a:cubicBezTo>
                  <a:cubicBezTo>
                    <a:pt x="6424" y="68818"/>
                    <a:pt x="5166" y="66783"/>
                    <a:pt x="3185" y="65766"/>
                  </a:cubicBezTo>
                  <a:cubicBezTo>
                    <a:pt x="3105" y="63759"/>
                    <a:pt x="2061" y="61992"/>
                    <a:pt x="375" y="60922"/>
                  </a:cubicBezTo>
                  <a:cubicBezTo>
                    <a:pt x="2061" y="59878"/>
                    <a:pt x="3105" y="58085"/>
                    <a:pt x="3185" y="56077"/>
                  </a:cubicBezTo>
                  <a:cubicBezTo>
                    <a:pt x="5166" y="55060"/>
                    <a:pt x="6424" y="53026"/>
                    <a:pt x="6424" y="50778"/>
                  </a:cubicBezTo>
                  <a:cubicBezTo>
                    <a:pt x="6424" y="48556"/>
                    <a:pt x="5193" y="46522"/>
                    <a:pt x="3185" y="45505"/>
                  </a:cubicBezTo>
                  <a:cubicBezTo>
                    <a:pt x="3159" y="43604"/>
                    <a:pt x="2088" y="41731"/>
                    <a:pt x="375" y="40660"/>
                  </a:cubicBezTo>
                  <a:cubicBezTo>
                    <a:pt x="1901" y="39697"/>
                    <a:pt x="3319" y="37877"/>
                    <a:pt x="3185" y="35816"/>
                  </a:cubicBezTo>
                  <a:cubicBezTo>
                    <a:pt x="5193" y="34799"/>
                    <a:pt x="6424" y="32764"/>
                    <a:pt x="6424" y="30516"/>
                  </a:cubicBezTo>
                  <a:cubicBezTo>
                    <a:pt x="6424" y="28268"/>
                    <a:pt x="5166" y="26260"/>
                    <a:pt x="3185" y="25216"/>
                  </a:cubicBezTo>
                  <a:cubicBezTo>
                    <a:pt x="3105" y="23236"/>
                    <a:pt x="2061" y="21442"/>
                    <a:pt x="375" y="20399"/>
                  </a:cubicBezTo>
                  <a:cubicBezTo>
                    <a:pt x="2088" y="19328"/>
                    <a:pt x="3185" y="17454"/>
                    <a:pt x="3185" y="15608"/>
                  </a:cubicBezTo>
                  <a:cubicBezTo>
                    <a:pt x="3185" y="15581"/>
                    <a:pt x="3185" y="15581"/>
                    <a:pt x="3185" y="15554"/>
                  </a:cubicBezTo>
                  <a:cubicBezTo>
                    <a:pt x="5193" y="14510"/>
                    <a:pt x="6424" y="12503"/>
                    <a:pt x="6424" y="10254"/>
                  </a:cubicBezTo>
                  <a:cubicBezTo>
                    <a:pt x="6424" y="8006"/>
                    <a:pt x="5193" y="5999"/>
                    <a:pt x="3185" y="4955"/>
                  </a:cubicBezTo>
                  <a:cubicBezTo>
                    <a:pt x="3185" y="3028"/>
                    <a:pt x="2008" y="1047"/>
                    <a:pt x="214" y="30"/>
                  </a:cubicBezTo>
                  <a:cubicBezTo>
                    <a:pt x="184" y="10"/>
                    <a:pt x="157" y="1"/>
                    <a:pt x="13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1" name="Google Shape;1081;p76"/>
            <p:cNvSpPr/>
            <p:nvPr/>
          </p:nvSpPr>
          <p:spPr>
            <a:xfrm>
              <a:off x="1300050" y="2593575"/>
              <a:ext cx="160600" cy="2032875"/>
            </a:xfrm>
            <a:custGeom>
              <a:avLst/>
              <a:gdLst/>
              <a:ahLst/>
              <a:cxnLst/>
              <a:rect l="l" t="t" r="r" b="b"/>
              <a:pathLst>
                <a:path w="6424" h="81315" extrusionOk="0">
                  <a:moveTo>
                    <a:pt x="167" y="1"/>
                  </a:moveTo>
                  <a:cubicBezTo>
                    <a:pt x="121" y="1"/>
                    <a:pt x="73" y="26"/>
                    <a:pt x="54" y="65"/>
                  </a:cubicBezTo>
                  <a:cubicBezTo>
                    <a:pt x="27" y="92"/>
                    <a:pt x="27" y="118"/>
                    <a:pt x="27" y="118"/>
                  </a:cubicBezTo>
                  <a:cubicBezTo>
                    <a:pt x="27" y="172"/>
                    <a:pt x="54" y="225"/>
                    <a:pt x="80" y="225"/>
                  </a:cubicBezTo>
                  <a:cubicBezTo>
                    <a:pt x="1820" y="1243"/>
                    <a:pt x="2971" y="3170"/>
                    <a:pt x="2944" y="5043"/>
                  </a:cubicBezTo>
                  <a:cubicBezTo>
                    <a:pt x="2944" y="5070"/>
                    <a:pt x="2971" y="5124"/>
                    <a:pt x="3025" y="5150"/>
                  </a:cubicBezTo>
                  <a:cubicBezTo>
                    <a:pt x="4952" y="6141"/>
                    <a:pt x="6183" y="8095"/>
                    <a:pt x="6183" y="10263"/>
                  </a:cubicBezTo>
                  <a:cubicBezTo>
                    <a:pt x="6183" y="12431"/>
                    <a:pt x="4952" y="14384"/>
                    <a:pt x="3025" y="15375"/>
                  </a:cubicBezTo>
                  <a:cubicBezTo>
                    <a:pt x="2971" y="15402"/>
                    <a:pt x="2944" y="15428"/>
                    <a:pt x="2944" y="15482"/>
                  </a:cubicBezTo>
                  <a:cubicBezTo>
                    <a:pt x="2998" y="17355"/>
                    <a:pt x="1847" y="19256"/>
                    <a:pt x="107" y="20273"/>
                  </a:cubicBezTo>
                  <a:cubicBezTo>
                    <a:pt x="80" y="20300"/>
                    <a:pt x="54" y="20326"/>
                    <a:pt x="27" y="20353"/>
                  </a:cubicBezTo>
                  <a:cubicBezTo>
                    <a:pt x="27" y="20407"/>
                    <a:pt x="27" y="20460"/>
                    <a:pt x="80" y="20514"/>
                  </a:cubicBezTo>
                  <a:cubicBezTo>
                    <a:pt x="1820" y="21504"/>
                    <a:pt x="2891" y="23297"/>
                    <a:pt x="2944" y="25305"/>
                  </a:cubicBezTo>
                  <a:cubicBezTo>
                    <a:pt x="2944" y="25358"/>
                    <a:pt x="2971" y="25385"/>
                    <a:pt x="3025" y="25412"/>
                  </a:cubicBezTo>
                  <a:cubicBezTo>
                    <a:pt x="4952" y="26402"/>
                    <a:pt x="6183" y="28356"/>
                    <a:pt x="6183" y="30524"/>
                  </a:cubicBezTo>
                  <a:cubicBezTo>
                    <a:pt x="6183" y="32692"/>
                    <a:pt x="4952" y="34646"/>
                    <a:pt x="3025" y="35636"/>
                  </a:cubicBezTo>
                  <a:cubicBezTo>
                    <a:pt x="2971" y="35663"/>
                    <a:pt x="2944" y="35717"/>
                    <a:pt x="2944" y="35770"/>
                  </a:cubicBezTo>
                  <a:cubicBezTo>
                    <a:pt x="3105" y="37831"/>
                    <a:pt x="1633" y="39651"/>
                    <a:pt x="107" y="40535"/>
                  </a:cubicBezTo>
                  <a:cubicBezTo>
                    <a:pt x="80" y="40561"/>
                    <a:pt x="54" y="40588"/>
                    <a:pt x="27" y="40615"/>
                  </a:cubicBezTo>
                  <a:cubicBezTo>
                    <a:pt x="27" y="40668"/>
                    <a:pt x="27" y="40749"/>
                    <a:pt x="80" y="40775"/>
                  </a:cubicBezTo>
                  <a:cubicBezTo>
                    <a:pt x="1820" y="41766"/>
                    <a:pt x="2944" y="43639"/>
                    <a:pt x="2944" y="45540"/>
                  </a:cubicBezTo>
                  <a:cubicBezTo>
                    <a:pt x="2944" y="45540"/>
                    <a:pt x="2944" y="45566"/>
                    <a:pt x="2944" y="45566"/>
                  </a:cubicBezTo>
                  <a:cubicBezTo>
                    <a:pt x="2944" y="45620"/>
                    <a:pt x="2971" y="45674"/>
                    <a:pt x="3025" y="45674"/>
                  </a:cubicBezTo>
                  <a:cubicBezTo>
                    <a:pt x="4952" y="46664"/>
                    <a:pt x="6183" y="48618"/>
                    <a:pt x="6183" y="50786"/>
                  </a:cubicBezTo>
                  <a:cubicBezTo>
                    <a:pt x="6183" y="52954"/>
                    <a:pt x="4952" y="54934"/>
                    <a:pt x="3025" y="55898"/>
                  </a:cubicBezTo>
                  <a:cubicBezTo>
                    <a:pt x="2971" y="55925"/>
                    <a:pt x="2944" y="55952"/>
                    <a:pt x="2944" y="56005"/>
                  </a:cubicBezTo>
                  <a:cubicBezTo>
                    <a:pt x="2891" y="58012"/>
                    <a:pt x="1847" y="59806"/>
                    <a:pt x="107" y="60796"/>
                  </a:cubicBezTo>
                  <a:cubicBezTo>
                    <a:pt x="80" y="60823"/>
                    <a:pt x="54" y="60850"/>
                    <a:pt x="27" y="60903"/>
                  </a:cubicBezTo>
                  <a:cubicBezTo>
                    <a:pt x="27" y="60957"/>
                    <a:pt x="27" y="61010"/>
                    <a:pt x="80" y="61037"/>
                  </a:cubicBezTo>
                  <a:cubicBezTo>
                    <a:pt x="1820" y="62054"/>
                    <a:pt x="2891" y="63847"/>
                    <a:pt x="2944" y="65828"/>
                  </a:cubicBezTo>
                  <a:cubicBezTo>
                    <a:pt x="2944" y="65882"/>
                    <a:pt x="2971" y="65935"/>
                    <a:pt x="3025" y="65962"/>
                  </a:cubicBezTo>
                  <a:cubicBezTo>
                    <a:pt x="4952" y="66925"/>
                    <a:pt x="6183" y="68879"/>
                    <a:pt x="6183" y="71047"/>
                  </a:cubicBezTo>
                  <a:cubicBezTo>
                    <a:pt x="6183" y="73242"/>
                    <a:pt x="4952" y="75196"/>
                    <a:pt x="3025" y="76160"/>
                  </a:cubicBezTo>
                  <a:cubicBezTo>
                    <a:pt x="2971" y="76186"/>
                    <a:pt x="2944" y="76240"/>
                    <a:pt x="2944" y="76267"/>
                  </a:cubicBezTo>
                  <a:cubicBezTo>
                    <a:pt x="2891" y="78274"/>
                    <a:pt x="1820" y="80067"/>
                    <a:pt x="80" y="81084"/>
                  </a:cubicBezTo>
                  <a:cubicBezTo>
                    <a:pt x="27" y="81111"/>
                    <a:pt x="0" y="81191"/>
                    <a:pt x="54" y="81245"/>
                  </a:cubicBezTo>
                  <a:cubicBezTo>
                    <a:pt x="71" y="81296"/>
                    <a:pt x="109" y="81315"/>
                    <a:pt x="149" y="81315"/>
                  </a:cubicBezTo>
                  <a:cubicBezTo>
                    <a:pt x="171" y="81315"/>
                    <a:pt x="195" y="81308"/>
                    <a:pt x="214" y="81299"/>
                  </a:cubicBezTo>
                  <a:cubicBezTo>
                    <a:pt x="2007" y="80255"/>
                    <a:pt x="3105" y="78408"/>
                    <a:pt x="3185" y="76347"/>
                  </a:cubicBezTo>
                  <a:cubicBezTo>
                    <a:pt x="5193" y="75330"/>
                    <a:pt x="6424" y="73296"/>
                    <a:pt x="6424" y="71047"/>
                  </a:cubicBezTo>
                  <a:cubicBezTo>
                    <a:pt x="6424" y="68826"/>
                    <a:pt x="5193" y="66792"/>
                    <a:pt x="3185" y="65748"/>
                  </a:cubicBezTo>
                  <a:cubicBezTo>
                    <a:pt x="3132" y="63767"/>
                    <a:pt x="2088" y="61974"/>
                    <a:pt x="402" y="60930"/>
                  </a:cubicBezTo>
                  <a:cubicBezTo>
                    <a:pt x="2088" y="59859"/>
                    <a:pt x="3132" y="58093"/>
                    <a:pt x="3185" y="56085"/>
                  </a:cubicBezTo>
                  <a:cubicBezTo>
                    <a:pt x="5193" y="55068"/>
                    <a:pt x="6424" y="53034"/>
                    <a:pt x="6424" y="50786"/>
                  </a:cubicBezTo>
                  <a:cubicBezTo>
                    <a:pt x="6424" y="48537"/>
                    <a:pt x="5193" y="46530"/>
                    <a:pt x="3185" y="45486"/>
                  </a:cubicBezTo>
                  <a:cubicBezTo>
                    <a:pt x="3185" y="43586"/>
                    <a:pt x="2088" y="41739"/>
                    <a:pt x="402" y="40668"/>
                  </a:cubicBezTo>
                  <a:cubicBezTo>
                    <a:pt x="1927" y="39705"/>
                    <a:pt x="3319" y="37885"/>
                    <a:pt x="3212" y="35824"/>
                  </a:cubicBezTo>
                  <a:cubicBezTo>
                    <a:pt x="5193" y="34780"/>
                    <a:pt x="6424" y="32772"/>
                    <a:pt x="6424" y="30524"/>
                  </a:cubicBezTo>
                  <a:cubicBezTo>
                    <a:pt x="6424" y="28276"/>
                    <a:pt x="5193" y="26268"/>
                    <a:pt x="3185" y="25225"/>
                  </a:cubicBezTo>
                  <a:cubicBezTo>
                    <a:pt x="3105" y="23244"/>
                    <a:pt x="2061" y="21451"/>
                    <a:pt x="402" y="20407"/>
                  </a:cubicBezTo>
                  <a:cubicBezTo>
                    <a:pt x="2088" y="19336"/>
                    <a:pt x="3185" y="17436"/>
                    <a:pt x="3185" y="15616"/>
                  </a:cubicBezTo>
                  <a:cubicBezTo>
                    <a:pt x="3185" y="15589"/>
                    <a:pt x="3185" y="15562"/>
                    <a:pt x="3185" y="15562"/>
                  </a:cubicBezTo>
                  <a:cubicBezTo>
                    <a:pt x="5193" y="14518"/>
                    <a:pt x="6424" y="12511"/>
                    <a:pt x="6424" y="10263"/>
                  </a:cubicBezTo>
                  <a:cubicBezTo>
                    <a:pt x="6424" y="8014"/>
                    <a:pt x="5193" y="6007"/>
                    <a:pt x="3185" y="4963"/>
                  </a:cubicBezTo>
                  <a:cubicBezTo>
                    <a:pt x="3185" y="3036"/>
                    <a:pt x="2007" y="1055"/>
                    <a:pt x="214" y="11"/>
                  </a:cubicBezTo>
                  <a:cubicBezTo>
                    <a:pt x="200" y="4"/>
                    <a:pt x="184" y="1"/>
                    <a:pt x="16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2" name="Google Shape;1082;p76"/>
            <p:cNvSpPr/>
            <p:nvPr/>
          </p:nvSpPr>
          <p:spPr>
            <a:xfrm>
              <a:off x="1146800" y="2845375"/>
              <a:ext cx="159950" cy="2032675"/>
            </a:xfrm>
            <a:custGeom>
              <a:avLst/>
              <a:gdLst/>
              <a:ahLst/>
              <a:cxnLst/>
              <a:rect l="l" t="t" r="r" b="b"/>
              <a:pathLst>
                <a:path w="6398" h="81307" extrusionOk="0">
                  <a:moveTo>
                    <a:pt x="120" y="1"/>
                  </a:moveTo>
                  <a:cubicBezTo>
                    <a:pt x="81" y="1"/>
                    <a:pt x="44" y="24"/>
                    <a:pt x="28" y="57"/>
                  </a:cubicBezTo>
                  <a:cubicBezTo>
                    <a:pt x="28" y="84"/>
                    <a:pt x="1" y="110"/>
                    <a:pt x="1" y="137"/>
                  </a:cubicBezTo>
                  <a:cubicBezTo>
                    <a:pt x="1" y="164"/>
                    <a:pt x="28" y="217"/>
                    <a:pt x="81" y="244"/>
                  </a:cubicBezTo>
                  <a:cubicBezTo>
                    <a:pt x="1821" y="1234"/>
                    <a:pt x="2972" y="3162"/>
                    <a:pt x="2918" y="5035"/>
                  </a:cubicBezTo>
                  <a:cubicBezTo>
                    <a:pt x="2918" y="5089"/>
                    <a:pt x="2945" y="5142"/>
                    <a:pt x="2998" y="5142"/>
                  </a:cubicBezTo>
                  <a:cubicBezTo>
                    <a:pt x="4952" y="6133"/>
                    <a:pt x="6157" y="8086"/>
                    <a:pt x="6157" y="10254"/>
                  </a:cubicBezTo>
                  <a:cubicBezTo>
                    <a:pt x="6157" y="12422"/>
                    <a:pt x="4952" y="14376"/>
                    <a:pt x="2998" y="15367"/>
                  </a:cubicBezTo>
                  <a:cubicBezTo>
                    <a:pt x="2945" y="15393"/>
                    <a:pt x="2918" y="15420"/>
                    <a:pt x="2918" y="15474"/>
                  </a:cubicBezTo>
                  <a:cubicBezTo>
                    <a:pt x="2972" y="17321"/>
                    <a:pt x="1848" y="19248"/>
                    <a:pt x="81" y="20265"/>
                  </a:cubicBezTo>
                  <a:cubicBezTo>
                    <a:pt x="54" y="20292"/>
                    <a:pt x="28" y="20318"/>
                    <a:pt x="1" y="20345"/>
                  </a:cubicBezTo>
                  <a:cubicBezTo>
                    <a:pt x="1" y="20425"/>
                    <a:pt x="28" y="20479"/>
                    <a:pt x="81" y="20506"/>
                  </a:cubicBezTo>
                  <a:cubicBezTo>
                    <a:pt x="1794" y="21496"/>
                    <a:pt x="2865" y="23289"/>
                    <a:pt x="2918" y="25297"/>
                  </a:cubicBezTo>
                  <a:cubicBezTo>
                    <a:pt x="2918" y="25350"/>
                    <a:pt x="2945" y="25404"/>
                    <a:pt x="2998" y="25404"/>
                  </a:cubicBezTo>
                  <a:cubicBezTo>
                    <a:pt x="4952" y="26394"/>
                    <a:pt x="6157" y="28348"/>
                    <a:pt x="6157" y="30516"/>
                  </a:cubicBezTo>
                  <a:cubicBezTo>
                    <a:pt x="6157" y="32684"/>
                    <a:pt x="4952" y="34665"/>
                    <a:pt x="2998" y="35628"/>
                  </a:cubicBezTo>
                  <a:cubicBezTo>
                    <a:pt x="2945" y="35655"/>
                    <a:pt x="2918" y="35709"/>
                    <a:pt x="2918" y="35762"/>
                  </a:cubicBezTo>
                  <a:cubicBezTo>
                    <a:pt x="3079" y="37823"/>
                    <a:pt x="1633" y="39643"/>
                    <a:pt x="81" y="40526"/>
                  </a:cubicBezTo>
                  <a:cubicBezTo>
                    <a:pt x="54" y="40553"/>
                    <a:pt x="28" y="40580"/>
                    <a:pt x="1" y="40633"/>
                  </a:cubicBezTo>
                  <a:cubicBezTo>
                    <a:pt x="1" y="40687"/>
                    <a:pt x="28" y="40741"/>
                    <a:pt x="81" y="40767"/>
                  </a:cubicBezTo>
                  <a:cubicBezTo>
                    <a:pt x="1821" y="41784"/>
                    <a:pt x="2918" y="43631"/>
                    <a:pt x="2918" y="45532"/>
                  </a:cubicBezTo>
                  <a:cubicBezTo>
                    <a:pt x="2918" y="45532"/>
                    <a:pt x="2918" y="45558"/>
                    <a:pt x="2918" y="45558"/>
                  </a:cubicBezTo>
                  <a:cubicBezTo>
                    <a:pt x="2918" y="45612"/>
                    <a:pt x="2945" y="45665"/>
                    <a:pt x="2998" y="45692"/>
                  </a:cubicBezTo>
                  <a:cubicBezTo>
                    <a:pt x="4952" y="46656"/>
                    <a:pt x="6157" y="48610"/>
                    <a:pt x="6157" y="50778"/>
                  </a:cubicBezTo>
                  <a:cubicBezTo>
                    <a:pt x="6157" y="52972"/>
                    <a:pt x="4952" y="54926"/>
                    <a:pt x="2998" y="55890"/>
                  </a:cubicBezTo>
                  <a:cubicBezTo>
                    <a:pt x="2945" y="55917"/>
                    <a:pt x="2918" y="55970"/>
                    <a:pt x="2918" y="55997"/>
                  </a:cubicBezTo>
                  <a:cubicBezTo>
                    <a:pt x="2891" y="58004"/>
                    <a:pt x="1821" y="59798"/>
                    <a:pt x="81" y="60815"/>
                  </a:cubicBezTo>
                  <a:cubicBezTo>
                    <a:pt x="54" y="60815"/>
                    <a:pt x="28" y="60841"/>
                    <a:pt x="1" y="60895"/>
                  </a:cubicBezTo>
                  <a:cubicBezTo>
                    <a:pt x="1" y="60949"/>
                    <a:pt x="28" y="61002"/>
                    <a:pt x="81" y="61029"/>
                  </a:cubicBezTo>
                  <a:cubicBezTo>
                    <a:pt x="1821" y="62046"/>
                    <a:pt x="2891" y="63839"/>
                    <a:pt x="2918" y="65847"/>
                  </a:cubicBezTo>
                  <a:cubicBezTo>
                    <a:pt x="2918" y="65873"/>
                    <a:pt x="2945" y="65927"/>
                    <a:pt x="2998" y="65954"/>
                  </a:cubicBezTo>
                  <a:cubicBezTo>
                    <a:pt x="4952" y="66917"/>
                    <a:pt x="6157" y="68871"/>
                    <a:pt x="6157" y="71066"/>
                  </a:cubicBezTo>
                  <a:cubicBezTo>
                    <a:pt x="6157" y="73234"/>
                    <a:pt x="4952" y="75188"/>
                    <a:pt x="2998" y="76151"/>
                  </a:cubicBezTo>
                  <a:cubicBezTo>
                    <a:pt x="2945" y="76178"/>
                    <a:pt x="2918" y="76232"/>
                    <a:pt x="2918" y="76285"/>
                  </a:cubicBezTo>
                  <a:cubicBezTo>
                    <a:pt x="2891" y="78266"/>
                    <a:pt x="1821" y="80059"/>
                    <a:pt x="81" y="81076"/>
                  </a:cubicBezTo>
                  <a:cubicBezTo>
                    <a:pt x="28" y="81103"/>
                    <a:pt x="1" y="81183"/>
                    <a:pt x="28" y="81237"/>
                  </a:cubicBezTo>
                  <a:cubicBezTo>
                    <a:pt x="44" y="81288"/>
                    <a:pt x="83" y="81306"/>
                    <a:pt x="129" y="81306"/>
                  </a:cubicBezTo>
                  <a:cubicBezTo>
                    <a:pt x="156" y="81306"/>
                    <a:pt x="185" y="81300"/>
                    <a:pt x="215" y="81290"/>
                  </a:cubicBezTo>
                  <a:cubicBezTo>
                    <a:pt x="1981" y="80247"/>
                    <a:pt x="3106" y="78400"/>
                    <a:pt x="3186" y="76366"/>
                  </a:cubicBezTo>
                  <a:cubicBezTo>
                    <a:pt x="5167" y="75322"/>
                    <a:pt x="6398" y="73288"/>
                    <a:pt x="6398" y="71066"/>
                  </a:cubicBezTo>
                  <a:cubicBezTo>
                    <a:pt x="6398" y="68818"/>
                    <a:pt x="5167" y="66783"/>
                    <a:pt x="3186" y="65766"/>
                  </a:cubicBezTo>
                  <a:cubicBezTo>
                    <a:pt x="3106" y="63759"/>
                    <a:pt x="2062" y="61992"/>
                    <a:pt x="375" y="60922"/>
                  </a:cubicBezTo>
                  <a:cubicBezTo>
                    <a:pt x="2062" y="59878"/>
                    <a:pt x="3106" y="58085"/>
                    <a:pt x="3186" y="56077"/>
                  </a:cubicBezTo>
                  <a:cubicBezTo>
                    <a:pt x="5167" y="55060"/>
                    <a:pt x="6398" y="53026"/>
                    <a:pt x="6398" y="50778"/>
                  </a:cubicBezTo>
                  <a:cubicBezTo>
                    <a:pt x="6398" y="48556"/>
                    <a:pt x="5167" y="46522"/>
                    <a:pt x="3186" y="45505"/>
                  </a:cubicBezTo>
                  <a:cubicBezTo>
                    <a:pt x="3159" y="43604"/>
                    <a:pt x="2088" y="41731"/>
                    <a:pt x="375" y="40660"/>
                  </a:cubicBezTo>
                  <a:cubicBezTo>
                    <a:pt x="1901" y="39697"/>
                    <a:pt x="3293" y="37877"/>
                    <a:pt x="3186" y="35816"/>
                  </a:cubicBezTo>
                  <a:cubicBezTo>
                    <a:pt x="5167" y="34799"/>
                    <a:pt x="6398" y="32764"/>
                    <a:pt x="6398" y="30516"/>
                  </a:cubicBezTo>
                  <a:cubicBezTo>
                    <a:pt x="6398" y="28268"/>
                    <a:pt x="5167" y="26260"/>
                    <a:pt x="3186" y="25216"/>
                  </a:cubicBezTo>
                  <a:cubicBezTo>
                    <a:pt x="3079" y="23236"/>
                    <a:pt x="2062" y="21442"/>
                    <a:pt x="375" y="20399"/>
                  </a:cubicBezTo>
                  <a:cubicBezTo>
                    <a:pt x="2088" y="19328"/>
                    <a:pt x="3186" y="17401"/>
                    <a:pt x="3186" y="15554"/>
                  </a:cubicBezTo>
                  <a:cubicBezTo>
                    <a:pt x="5167" y="14510"/>
                    <a:pt x="6398" y="12503"/>
                    <a:pt x="6398" y="10254"/>
                  </a:cubicBezTo>
                  <a:cubicBezTo>
                    <a:pt x="6398" y="8006"/>
                    <a:pt x="5167" y="5999"/>
                    <a:pt x="3186" y="4955"/>
                  </a:cubicBezTo>
                  <a:cubicBezTo>
                    <a:pt x="3186" y="3028"/>
                    <a:pt x="1981" y="1047"/>
                    <a:pt x="188" y="30"/>
                  </a:cubicBezTo>
                  <a:cubicBezTo>
                    <a:pt x="168" y="10"/>
                    <a:pt x="143" y="1"/>
                    <a:pt x="12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3" name="Google Shape;1083;p76"/>
            <p:cNvSpPr/>
            <p:nvPr/>
          </p:nvSpPr>
          <p:spPr>
            <a:xfrm>
              <a:off x="992900" y="2593575"/>
              <a:ext cx="160625" cy="2032875"/>
            </a:xfrm>
            <a:custGeom>
              <a:avLst/>
              <a:gdLst/>
              <a:ahLst/>
              <a:cxnLst/>
              <a:rect l="l" t="t" r="r" b="b"/>
              <a:pathLst>
                <a:path w="6425" h="81315" extrusionOk="0">
                  <a:moveTo>
                    <a:pt x="167" y="1"/>
                  </a:moveTo>
                  <a:cubicBezTo>
                    <a:pt x="120" y="1"/>
                    <a:pt x="67" y="26"/>
                    <a:pt x="27" y="65"/>
                  </a:cubicBezTo>
                  <a:cubicBezTo>
                    <a:pt x="27" y="92"/>
                    <a:pt x="27" y="118"/>
                    <a:pt x="27" y="118"/>
                  </a:cubicBezTo>
                  <a:cubicBezTo>
                    <a:pt x="27" y="172"/>
                    <a:pt x="54" y="225"/>
                    <a:pt x="81" y="225"/>
                  </a:cubicBezTo>
                  <a:cubicBezTo>
                    <a:pt x="1821" y="1243"/>
                    <a:pt x="2972" y="3170"/>
                    <a:pt x="2945" y="5043"/>
                  </a:cubicBezTo>
                  <a:cubicBezTo>
                    <a:pt x="2945" y="5070"/>
                    <a:pt x="2972" y="5124"/>
                    <a:pt x="2998" y="5150"/>
                  </a:cubicBezTo>
                  <a:cubicBezTo>
                    <a:pt x="4952" y="6141"/>
                    <a:pt x="6157" y="8095"/>
                    <a:pt x="6157" y="10263"/>
                  </a:cubicBezTo>
                  <a:cubicBezTo>
                    <a:pt x="6157" y="12431"/>
                    <a:pt x="4952" y="14384"/>
                    <a:pt x="2998" y="15375"/>
                  </a:cubicBezTo>
                  <a:cubicBezTo>
                    <a:pt x="2972" y="15402"/>
                    <a:pt x="2945" y="15428"/>
                    <a:pt x="2945" y="15482"/>
                  </a:cubicBezTo>
                  <a:cubicBezTo>
                    <a:pt x="2998" y="17329"/>
                    <a:pt x="1847" y="19256"/>
                    <a:pt x="108" y="20273"/>
                  </a:cubicBezTo>
                  <a:cubicBezTo>
                    <a:pt x="54" y="20300"/>
                    <a:pt x="27" y="20326"/>
                    <a:pt x="27" y="20353"/>
                  </a:cubicBezTo>
                  <a:cubicBezTo>
                    <a:pt x="1" y="20407"/>
                    <a:pt x="27" y="20460"/>
                    <a:pt x="81" y="20514"/>
                  </a:cubicBezTo>
                  <a:cubicBezTo>
                    <a:pt x="1794" y="21504"/>
                    <a:pt x="2865" y="23297"/>
                    <a:pt x="2945" y="25305"/>
                  </a:cubicBezTo>
                  <a:cubicBezTo>
                    <a:pt x="2945" y="25358"/>
                    <a:pt x="2972" y="25385"/>
                    <a:pt x="2998" y="25412"/>
                  </a:cubicBezTo>
                  <a:cubicBezTo>
                    <a:pt x="4952" y="26402"/>
                    <a:pt x="6157" y="28356"/>
                    <a:pt x="6157" y="30524"/>
                  </a:cubicBezTo>
                  <a:cubicBezTo>
                    <a:pt x="6157" y="32692"/>
                    <a:pt x="4952" y="34646"/>
                    <a:pt x="2998" y="35636"/>
                  </a:cubicBezTo>
                  <a:cubicBezTo>
                    <a:pt x="2972" y="35663"/>
                    <a:pt x="2945" y="35717"/>
                    <a:pt x="2945" y="35770"/>
                  </a:cubicBezTo>
                  <a:cubicBezTo>
                    <a:pt x="3105" y="37831"/>
                    <a:pt x="1633" y="39651"/>
                    <a:pt x="108" y="40535"/>
                  </a:cubicBezTo>
                  <a:cubicBezTo>
                    <a:pt x="54" y="40561"/>
                    <a:pt x="27" y="40588"/>
                    <a:pt x="27" y="40615"/>
                  </a:cubicBezTo>
                  <a:cubicBezTo>
                    <a:pt x="1" y="40668"/>
                    <a:pt x="27" y="40749"/>
                    <a:pt x="81" y="40775"/>
                  </a:cubicBezTo>
                  <a:cubicBezTo>
                    <a:pt x="1821" y="41766"/>
                    <a:pt x="2945" y="43639"/>
                    <a:pt x="2945" y="45540"/>
                  </a:cubicBezTo>
                  <a:cubicBezTo>
                    <a:pt x="2945" y="45540"/>
                    <a:pt x="2945" y="45566"/>
                    <a:pt x="2945" y="45566"/>
                  </a:cubicBezTo>
                  <a:cubicBezTo>
                    <a:pt x="2918" y="45620"/>
                    <a:pt x="2972" y="45674"/>
                    <a:pt x="2998" y="45674"/>
                  </a:cubicBezTo>
                  <a:cubicBezTo>
                    <a:pt x="4952" y="46664"/>
                    <a:pt x="6157" y="48618"/>
                    <a:pt x="6157" y="50786"/>
                  </a:cubicBezTo>
                  <a:cubicBezTo>
                    <a:pt x="6157" y="52954"/>
                    <a:pt x="4952" y="54934"/>
                    <a:pt x="2998" y="55898"/>
                  </a:cubicBezTo>
                  <a:cubicBezTo>
                    <a:pt x="2972" y="55925"/>
                    <a:pt x="2945" y="55952"/>
                    <a:pt x="2945" y="56005"/>
                  </a:cubicBezTo>
                  <a:cubicBezTo>
                    <a:pt x="2891" y="58012"/>
                    <a:pt x="1821" y="59806"/>
                    <a:pt x="108" y="60796"/>
                  </a:cubicBezTo>
                  <a:cubicBezTo>
                    <a:pt x="54" y="60823"/>
                    <a:pt x="27" y="60850"/>
                    <a:pt x="27" y="60903"/>
                  </a:cubicBezTo>
                  <a:cubicBezTo>
                    <a:pt x="1" y="60957"/>
                    <a:pt x="27" y="61010"/>
                    <a:pt x="81" y="61037"/>
                  </a:cubicBezTo>
                  <a:cubicBezTo>
                    <a:pt x="1821" y="62054"/>
                    <a:pt x="2891" y="63847"/>
                    <a:pt x="2945" y="65828"/>
                  </a:cubicBezTo>
                  <a:cubicBezTo>
                    <a:pt x="2945" y="65882"/>
                    <a:pt x="2972" y="65935"/>
                    <a:pt x="2998" y="65962"/>
                  </a:cubicBezTo>
                  <a:cubicBezTo>
                    <a:pt x="4952" y="66925"/>
                    <a:pt x="6157" y="68879"/>
                    <a:pt x="6157" y="71047"/>
                  </a:cubicBezTo>
                  <a:cubicBezTo>
                    <a:pt x="6157" y="73242"/>
                    <a:pt x="4952" y="75196"/>
                    <a:pt x="2998" y="76160"/>
                  </a:cubicBezTo>
                  <a:cubicBezTo>
                    <a:pt x="2972" y="76186"/>
                    <a:pt x="2945" y="76240"/>
                    <a:pt x="2945" y="76267"/>
                  </a:cubicBezTo>
                  <a:cubicBezTo>
                    <a:pt x="2891" y="78274"/>
                    <a:pt x="1821" y="80067"/>
                    <a:pt x="81" y="81084"/>
                  </a:cubicBezTo>
                  <a:cubicBezTo>
                    <a:pt x="27" y="81111"/>
                    <a:pt x="1" y="81191"/>
                    <a:pt x="27" y="81245"/>
                  </a:cubicBezTo>
                  <a:cubicBezTo>
                    <a:pt x="61" y="81296"/>
                    <a:pt x="106" y="81315"/>
                    <a:pt x="148" y="81315"/>
                  </a:cubicBezTo>
                  <a:cubicBezTo>
                    <a:pt x="172" y="81315"/>
                    <a:pt x="195" y="81308"/>
                    <a:pt x="215" y="81299"/>
                  </a:cubicBezTo>
                  <a:cubicBezTo>
                    <a:pt x="2008" y="80255"/>
                    <a:pt x="3105" y="78408"/>
                    <a:pt x="3186" y="76347"/>
                  </a:cubicBezTo>
                  <a:cubicBezTo>
                    <a:pt x="5193" y="75330"/>
                    <a:pt x="6424" y="73296"/>
                    <a:pt x="6424" y="71047"/>
                  </a:cubicBezTo>
                  <a:cubicBezTo>
                    <a:pt x="6424" y="68826"/>
                    <a:pt x="5193" y="66792"/>
                    <a:pt x="3186" y="65748"/>
                  </a:cubicBezTo>
                  <a:cubicBezTo>
                    <a:pt x="3105" y="63767"/>
                    <a:pt x="2088" y="61974"/>
                    <a:pt x="402" y="60930"/>
                  </a:cubicBezTo>
                  <a:cubicBezTo>
                    <a:pt x="2088" y="59859"/>
                    <a:pt x="3105" y="58093"/>
                    <a:pt x="3186" y="56085"/>
                  </a:cubicBezTo>
                  <a:cubicBezTo>
                    <a:pt x="5193" y="55068"/>
                    <a:pt x="6424" y="53034"/>
                    <a:pt x="6424" y="50786"/>
                  </a:cubicBezTo>
                  <a:cubicBezTo>
                    <a:pt x="6424" y="48537"/>
                    <a:pt x="5193" y="46530"/>
                    <a:pt x="3186" y="45486"/>
                  </a:cubicBezTo>
                  <a:cubicBezTo>
                    <a:pt x="3159" y="43586"/>
                    <a:pt x="2088" y="41739"/>
                    <a:pt x="402" y="40668"/>
                  </a:cubicBezTo>
                  <a:cubicBezTo>
                    <a:pt x="1901" y="39705"/>
                    <a:pt x="3320" y="37885"/>
                    <a:pt x="3186" y="35824"/>
                  </a:cubicBezTo>
                  <a:cubicBezTo>
                    <a:pt x="5193" y="34780"/>
                    <a:pt x="6424" y="32772"/>
                    <a:pt x="6424" y="30524"/>
                  </a:cubicBezTo>
                  <a:cubicBezTo>
                    <a:pt x="6424" y="28276"/>
                    <a:pt x="5193" y="26268"/>
                    <a:pt x="3186" y="25225"/>
                  </a:cubicBezTo>
                  <a:cubicBezTo>
                    <a:pt x="3105" y="23244"/>
                    <a:pt x="2062" y="21451"/>
                    <a:pt x="402" y="20407"/>
                  </a:cubicBezTo>
                  <a:cubicBezTo>
                    <a:pt x="2088" y="19336"/>
                    <a:pt x="3186" y="17436"/>
                    <a:pt x="3186" y="15616"/>
                  </a:cubicBezTo>
                  <a:cubicBezTo>
                    <a:pt x="3186" y="15589"/>
                    <a:pt x="3186" y="15562"/>
                    <a:pt x="3186" y="15562"/>
                  </a:cubicBezTo>
                  <a:cubicBezTo>
                    <a:pt x="5193" y="14518"/>
                    <a:pt x="6424" y="12511"/>
                    <a:pt x="6424" y="10263"/>
                  </a:cubicBezTo>
                  <a:cubicBezTo>
                    <a:pt x="6424" y="8014"/>
                    <a:pt x="5193" y="6007"/>
                    <a:pt x="3186" y="4963"/>
                  </a:cubicBezTo>
                  <a:cubicBezTo>
                    <a:pt x="3186" y="3036"/>
                    <a:pt x="2008" y="1055"/>
                    <a:pt x="215" y="11"/>
                  </a:cubicBezTo>
                  <a:cubicBezTo>
                    <a:pt x="200" y="4"/>
                    <a:pt x="184" y="1"/>
                    <a:pt x="16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4" name="Google Shape;1084;p76"/>
            <p:cNvSpPr/>
            <p:nvPr/>
          </p:nvSpPr>
          <p:spPr>
            <a:xfrm>
              <a:off x="839675" y="2845375"/>
              <a:ext cx="159950" cy="2032675"/>
            </a:xfrm>
            <a:custGeom>
              <a:avLst/>
              <a:gdLst/>
              <a:ahLst/>
              <a:cxnLst/>
              <a:rect l="l" t="t" r="r" b="b"/>
              <a:pathLst>
                <a:path w="6398" h="81307" extrusionOk="0">
                  <a:moveTo>
                    <a:pt x="119" y="1"/>
                  </a:moveTo>
                  <a:cubicBezTo>
                    <a:pt x="81" y="1"/>
                    <a:pt x="44" y="24"/>
                    <a:pt x="27" y="57"/>
                  </a:cubicBezTo>
                  <a:cubicBezTo>
                    <a:pt x="0" y="84"/>
                    <a:pt x="0" y="110"/>
                    <a:pt x="0" y="137"/>
                  </a:cubicBezTo>
                  <a:cubicBezTo>
                    <a:pt x="0" y="164"/>
                    <a:pt x="27" y="217"/>
                    <a:pt x="54" y="244"/>
                  </a:cubicBezTo>
                  <a:cubicBezTo>
                    <a:pt x="1794" y="1234"/>
                    <a:pt x="2971" y="3162"/>
                    <a:pt x="2918" y="5035"/>
                  </a:cubicBezTo>
                  <a:cubicBezTo>
                    <a:pt x="2918" y="5089"/>
                    <a:pt x="2945" y="5142"/>
                    <a:pt x="2998" y="5142"/>
                  </a:cubicBezTo>
                  <a:cubicBezTo>
                    <a:pt x="4925" y="6133"/>
                    <a:pt x="6156" y="8086"/>
                    <a:pt x="6156" y="10254"/>
                  </a:cubicBezTo>
                  <a:cubicBezTo>
                    <a:pt x="6156" y="12422"/>
                    <a:pt x="4925" y="14376"/>
                    <a:pt x="2998" y="15367"/>
                  </a:cubicBezTo>
                  <a:cubicBezTo>
                    <a:pt x="2945" y="15393"/>
                    <a:pt x="2918" y="15420"/>
                    <a:pt x="2918" y="15474"/>
                  </a:cubicBezTo>
                  <a:cubicBezTo>
                    <a:pt x="2971" y="17321"/>
                    <a:pt x="1847" y="19248"/>
                    <a:pt x="81" y="20265"/>
                  </a:cubicBezTo>
                  <a:cubicBezTo>
                    <a:pt x="54" y="20292"/>
                    <a:pt x="27" y="20318"/>
                    <a:pt x="0" y="20345"/>
                  </a:cubicBezTo>
                  <a:cubicBezTo>
                    <a:pt x="0" y="20425"/>
                    <a:pt x="27" y="20479"/>
                    <a:pt x="54" y="20506"/>
                  </a:cubicBezTo>
                  <a:cubicBezTo>
                    <a:pt x="1794" y="21496"/>
                    <a:pt x="2864" y="23289"/>
                    <a:pt x="2918" y="25297"/>
                  </a:cubicBezTo>
                  <a:cubicBezTo>
                    <a:pt x="2918" y="25350"/>
                    <a:pt x="2945" y="25404"/>
                    <a:pt x="2998" y="25404"/>
                  </a:cubicBezTo>
                  <a:cubicBezTo>
                    <a:pt x="4925" y="26394"/>
                    <a:pt x="6156" y="28348"/>
                    <a:pt x="6156" y="30516"/>
                  </a:cubicBezTo>
                  <a:cubicBezTo>
                    <a:pt x="6156" y="32684"/>
                    <a:pt x="4925" y="34665"/>
                    <a:pt x="2998" y="35628"/>
                  </a:cubicBezTo>
                  <a:cubicBezTo>
                    <a:pt x="2945" y="35655"/>
                    <a:pt x="2918" y="35709"/>
                    <a:pt x="2918" y="35762"/>
                  </a:cubicBezTo>
                  <a:cubicBezTo>
                    <a:pt x="3078" y="37823"/>
                    <a:pt x="1606" y="39643"/>
                    <a:pt x="81" y="40526"/>
                  </a:cubicBezTo>
                  <a:cubicBezTo>
                    <a:pt x="54" y="40553"/>
                    <a:pt x="27" y="40580"/>
                    <a:pt x="0" y="40633"/>
                  </a:cubicBezTo>
                  <a:cubicBezTo>
                    <a:pt x="0" y="40687"/>
                    <a:pt x="27" y="40741"/>
                    <a:pt x="54" y="40767"/>
                  </a:cubicBezTo>
                  <a:cubicBezTo>
                    <a:pt x="1794" y="41784"/>
                    <a:pt x="2918" y="43631"/>
                    <a:pt x="2918" y="45532"/>
                  </a:cubicBezTo>
                  <a:cubicBezTo>
                    <a:pt x="2918" y="45558"/>
                    <a:pt x="2918" y="45558"/>
                    <a:pt x="2918" y="45558"/>
                  </a:cubicBezTo>
                  <a:cubicBezTo>
                    <a:pt x="2918" y="45612"/>
                    <a:pt x="2945" y="45665"/>
                    <a:pt x="2998" y="45692"/>
                  </a:cubicBezTo>
                  <a:cubicBezTo>
                    <a:pt x="4925" y="46656"/>
                    <a:pt x="6156" y="48610"/>
                    <a:pt x="6156" y="50778"/>
                  </a:cubicBezTo>
                  <a:cubicBezTo>
                    <a:pt x="6156" y="52972"/>
                    <a:pt x="4925" y="54926"/>
                    <a:pt x="2998" y="55890"/>
                  </a:cubicBezTo>
                  <a:cubicBezTo>
                    <a:pt x="2945" y="55917"/>
                    <a:pt x="2918" y="55970"/>
                    <a:pt x="2918" y="55997"/>
                  </a:cubicBezTo>
                  <a:cubicBezTo>
                    <a:pt x="2864" y="58004"/>
                    <a:pt x="1820" y="59798"/>
                    <a:pt x="81" y="60815"/>
                  </a:cubicBezTo>
                  <a:cubicBezTo>
                    <a:pt x="54" y="60815"/>
                    <a:pt x="27" y="60841"/>
                    <a:pt x="0" y="60895"/>
                  </a:cubicBezTo>
                  <a:cubicBezTo>
                    <a:pt x="0" y="60949"/>
                    <a:pt x="27" y="61002"/>
                    <a:pt x="54" y="61029"/>
                  </a:cubicBezTo>
                  <a:cubicBezTo>
                    <a:pt x="1794" y="62046"/>
                    <a:pt x="2864" y="63839"/>
                    <a:pt x="2918" y="65847"/>
                  </a:cubicBezTo>
                  <a:cubicBezTo>
                    <a:pt x="2918" y="65873"/>
                    <a:pt x="2945" y="65927"/>
                    <a:pt x="2998" y="65954"/>
                  </a:cubicBezTo>
                  <a:cubicBezTo>
                    <a:pt x="4925" y="66917"/>
                    <a:pt x="6156" y="68871"/>
                    <a:pt x="6156" y="71066"/>
                  </a:cubicBezTo>
                  <a:cubicBezTo>
                    <a:pt x="6156" y="73234"/>
                    <a:pt x="4925" y="75188"/>
                    <a:pt x="2998" y="76151"/>
                  </a:cubicBezTo>
                  <a:cubicBezTo>
                    <a:pt x="2945" y="76178"/>
                    <a:pt x="2918" y="76232"/>
                    <a:pt x="2918" y="76285"/>
                  </a:cubicBezTo>
                  <a:cubicBezTo>
                    <a:pt x="2864" y="78266"/>
                    <a:pt x="1794" y="80059"/>
                    <a:pt x="81" y="81076"/>
                  </a:cubicBezTo>
                  <a:cubicBezTo>
                    <a:pt x="0" y="81103"/>
                    <a:pt x="0" y="81183"/>
                    <a:pt x="27" y="81237"/>
                  </a:cubicBezTo>
                  <a:cubicBezTo>
                    <a:pt x="44" y="81288"/>
                    <a:pt x="83" y="81306"/>
                    <a:pt x="122" y="81306"/>
                  </a:cubicBezTo>
                  <a:cubicBezTo>
                    <a:pt x="145" y="81306"/>
                    <a:pt x="168" y="81300"/>
                    <a:pt x="188" y="81290"/>
                  </a:cubicBezTo>
                  <a:cubicBezTo>
                    <a:pt x="1981" y="80247"/>
                    <a:pt x="3105" y="78400"/>
                    <a:pt x="3159" y="76366"/>
                  </a:cubicBezTo>
                  <a:cubicBezTo>
                    <a:pt x="5166" y="75322"/>
                    <a:pt x="6397" y="73288"/>
                    <a:pt x="6397" y="71066"/>
                  </a:cubicBezTo>
                  <a:cubicBezTo>
                    <a:pt x="6397" y="68818"/>
                    <a:pt x="5166" y="66783"/>
                    <a:pt x="3159" y="65766"/>
                  </a:cubicBezTo>
                  <a:cubicBezTo>
                    <a:pt x="3105" y="63759"/>
                    <a:pt x="2061" y="61992"/>
                    <a:pt x="375" y="60922"/>
                  </a:cubicBezTo>
                  <a:cubicBezTo>
                    <a:pt x="2061" y="59878"/>
                    <a:pt x="3105" y="58085"/>
                    <a:pt x="3159" y="56077"/>
                  </a:cubicBezTo>
                  <a:cubicBezTo>
                    <a:pt x="5166" y="55060"/>
                    <a:pt x="6397" y="53026"/>
                    <a:pt x="6397" y="50778"/>
                  </a:cubicBezTo>
                  <a:cubicBezTo>
                    <a:pt x="6397" y="48556"/>
                    <a:pt x="5166" y="46522"/>
                    <a:pt x="3159" y="45505"/>
                  </a:cubicBezTo>
                  <a:cubicBezTo>
                    <a:pt x="3159" y="43604"/>
                    <a:pt x="2061" y="41731"/>
                    <a:pt x="375" y="40660"/>
                  </a:cubicBezTo>
                  <a:cubicBezTo>
                    <a:pt x="1901" y="39697"/>
                    <a:pt x="3292" y="37877"/>
                    <a:pt x="3185" y="35816"/>
                  </a:cubicBezTo>
                  <a:cubicBezTo>
                    <a:pt x="5166" y="34799"/>
                    <a:pt x="6397" y="32764"/>
                    <a:pt x="6397" y="30516"/>
                  </a:cubicBezTo>
                  <a:cubicBezTo>
                    <a:pt x="6397" y="28268"/>
                    <a:pt x="5166" y="26260"/>
                    <a:pt x="3159" y="25216"/>
                  </a:cubicBezTo>
                  <a:cubicBezTo>
                    <a:pt x="3078" y="23236"/>
                    <a:pt x="2035" y="21442"/>
                    <a:pt x="375" y="20399"/>
                  </a:cubicBezTo>
                  <a:cubicBezTo>
                    <a:pt x="2061" y="19328"/>
                    <a:pt x="3159" y="17454"/>
                    <a:pt x="3159" y="15608"/>
                  </a:cubicBezTo>
                  <a:cubicBezTo>
                    <a:pt x="3159" y="15581"/>
                    <a:pt x="3159" y="15581"/>
                    <a:pt x="3159" y="15554"/>
                  </a:cubicBezTo>
                  <a:cubicBezTo>
                    <a:pt x="5166" y="14510"/>
                    <a:pt x="6397" y="12503"/>
                    <a:pt x="6397" y="10254"/>
                  </a:cubicBezTo>
                  <a:cubicBezTo>
                    <a:pt x="6397" y="8006"/>
                    <a:pt x="5166" y="5999"/>
                    <a:pt x="3159" y="4955"/>
                  </a:cubicBezTo>
                  <a:cubicBezTo>
                    <a:pt x="3159" y="3028"/>
                    <a:pt x="1981" y="1047"/>
                    <a:pt x="188" y="30"/>
                  </a:cubicBezTo>
                  <a:cubicBezTo>
                    <a:pt x="167" y="10"/>
                    <a:pt x="143" y="1"/>
                    <a:pt x="11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5" name="Google Shape;1085;p76"/>
            <p:cNvSpPr/>
            <p:nvPr/>
          </p:nvSpPr>
          <p:spPr>
            <a:xfrm>
              <a:off x="685775" y="2593575"/>
              <a:ext cx="159950" cy="2032875"/>
            </a:xfrm>
            <a:custGeom>
              <a:avLst/>
              <a:gdLst/>
              <a:ahLst/>
              <a:cxnLst/>
              <a:rect l="l" t="t" r="r" b="b"/>
              <a:pathLst>
                <a:path w="6398" h="81315" extrusionOk="0">
                  <a:moveTo>
                    <a:pt x="140" y="1"/>
                  </a:moveTo>
                  <a:cubicBezTo>
                    <a:pt x="95" y="1"/>
                    <a:pt x="47" y="26"/>
                    <a:pt x="27" y="65"/>
                  </a:cubicBezTo>
                  <a:cubicBezTo>
                    <a:pt x="27" y="92"/>
                    <a:pt x="0" y="118"/>
                    <a:pt x="0" y="118"/>
                  </a:cubicBezTo>
                  <a:cubicBezTo>
                    <a:pt x="0" y="172"/>
                    <a:pt x="27" y="225"/>
                    <a:pt x="81" y="225"/>
                  </a:cubicBezTo>
                  <a:cubicBezTo>
                    <a:pt x="1820" y="1243"/>
                    <a:pt x="2944" y="3170"/>
                    <a:pt x="2918" y="5043"/>
                  </a:cubicBezTo>
                  <a:cubicBezTo>
                    <a:pt x="2918" y="5070"/>
                    <a:pt x="2944" y="5124"/>
                    <a:pt x="2998" y="5150"/>
                  </a:cubicBezTo>
                  <a:cubicBezTo>
                    <a:pt x="4952" y="6141"/>
                    <a:pt x="6156" y="8095"/>
                    <a:pt x="6156" y="10263"/>
                  </a:cubicBezTo>
                  <a:cubicBezTo>
                    <a:pt x="6156" y="12431"/>
                    <a:pt x="4952" y="14384"/>
                    <a:pt x="2998" y="15375"/>
                  </a:cubicBezTo>
                  <a:cubicBezTo>
                    <a:pt x="2944" y="15402"/>
                    <a:pt x="2918" y="15428"/>
                    <a:pt x="2918" y="15482"/>
                  </a:cubicBezTo>
                  <a:cubicBezTo>
                    <a:pt x="2998" y="17329"/>
                    <a:pt x="1847" y="19256"/>
                    <a:pt x="81" y="20273"/>
                  </a:cubicBezTo>
                  <a:cubicBezTo>
                    <a:pt x="54" y="20300"/>
                    <a:pt x="27" y="20326"/>
                    <a:pt x="27" y="20353"/>
                  </a:cubicBezTo>
                  <a:cubicBezTo>
                    <a:pt x="0" y="20407"/>
                    <a:pt x="27" y="20460"/>
                    <a:pt x="81" y="20514"/>
                  </a:cubicBezTo>
                  <a:cubicBezTo>
                    <a:pt x="1794" y="21504"/>
                    <a:pt x="2864" y="23297"/>
                    <a:pt x="2918" y="25305"/>
                  </a:cubicBezTo>
                  <a:cubicBezTo>
                    <a:pt x="2918" y="25358"/>
                    <a:pt x="2944" y="25385"/>
                    <a:pt x="2998" y="25412"/>
                  </a:cubicBezTo>
                  <a:cubicBezTo>
                    <a:pt x="4952" y="26402"/>
                    <a:pt x="6156" y="28356"/>
                    <a:pt x="6156" y="30524"/>
                  </a:cubicBezTo>
                  <a:cubicBezTo>
                    <a:pt x="6156" y="32692"/>
                    <a:pt x="4952" y="34646"/>
                    <a:pt x="2998" y="35636"/>
                  </a:cubicBezTo>
                  <a:cubicBezTo>
                    <a:pt x="2944" y="35663"/>
                    <a:pt x="2918" y="35717"/>
                    <a:pt x="2918" y="35770"/>
                  </a:cubicBezTo>
                  <a:cubicBezTo>
                    <a:pt x="3078" y="37831"/>
                    <a:pt x="1633" y="39651"/>
                    <a:pt x="81" y="40535"/>
                  </a:cubicBezTo>
                  <a:cubicBezTo>
                    <a:pt x="54" y="40561"/>
                    <a:pt x="27" y="40588"/>
                    <a:pt x="27" y="40615"/>
                  </a:cubicBezTo>
                  <a:cubicBezTo>
                    <a:pt x="0" y="40668"/>
                    <a:pt x="27" y="40749"/>
                    <a:pt x="81" y="40775"/>
                  </a:cubicBezTo>
                  <a:cubicBezTo>
                    <a:pt x="1820" y="41766"/>
                    <a:pt x="2918" y="43639"/>
                    <a:pt x="2918" y="45540"/>
                  </a:cubicBezTo>
                  <a:lnTo>
                    <a:pt x="2918" y="45566"/>
                  </a:lnTo>
                  <a:cubicBezTo>
                    <a:pt x="2918" y="45620"/>
                    <a:pt x="2944" y="45674"/>
                    <a:pt x="2998" y="45674"/>
                  </a:cubicBezTo>
                  <a:cubicBezTo>
                    <a:pt x="4952" y="46664"/>
                    <a:pt x="6156" y="48618"/>
                    <a:pt x="6156" y="50786"/>
                  </a:cubicBezTo>
                  <a:cubicBezTo>
                    <a:pt x="6156" y="52954"/>
                    <a:pt x="4952" y="54934"/>
                    <a:pt x="2998" y="55898"/>
                  </a:cubicBezTo>
                  <a:cubicBezTo>
                    <a:pt x="2944" y="55925"/>
                    <a:pt x="2918" y="55952"/>
                    <a:pt x="2918" y="56005"/>
                  </a:cubicBezTo>
                  <a:cubicBezTo>
                    <a:pt x="2891" y="58012"/>
                    <a:pt x="1820" y="59806"/>
                    <a:pt x="81" y="60796"/>
                  </a:cubicBezTo>
                  <a:cubicBezTo>
                    <a:pt x="54" y="60823"/>
                    <a:pt x="27" y="60850"/>
                    <a:pt x="27" y="60903"/>
                  </a:cubicBezTo>
                  <a:cubicBezTo>
                    <a:pt x="0" y="60957"/>
                    <a:pt x="27" y="61010"/>
                    <a:pt x="81" y="61037"/>
                  </a:cubicBezTo>
                  <a:cubicBezTo>
                    <a:pt x="1820" y="62054"/>
                    <a:pt x="2891" y="63847"/>
                    <a:pt x="2918" y="65828"/>
                  </a:cubicBezTo>
                  <a:cubicBezTo>
                    <a:pt x="2918" y="65882"/>
                    <a:pt x="2944" y="65935"/>
                    <a:pt x="2998" y="65962"/>
                  </a:cubicBezTo>
                  <a:cubicBezTo>
                    <a:pt x="4952" y="66925"/>
                    <a:pt x="6156" y="68879"/>
                    <a:pt x="6156" y="71047"/>
                  </a:cubicBezTo>
                  <a:cubicBezTo>
                    <a:pt x="6156" y="73242"/>
                    <a:pt x="4952" y="75196"/>
                    <a:pt x="2998" y="76160"/>
                  </a:cubicBezTo>
                  <a:cubicBezTo>
                    <a:pt x="2944" y="76186"/>
                    <a:pt x="2918" y="76240"/>
                    <a:pt x="2918" y="76267"/>
                  </a:cubicBezTo>
                  <a:cubicBezTo>
                    <a:pt x="2891" y="78274"/>
                    <a:pt x="1820" y="80067"/>
                    <a:pt x="81" y="81084"/>
                  </a:cubicBezTo>
                  <a:cubicBezTo>
                    <a:pt x="27" y="81111"/>
                    <a:pt x="0" y="81191"/>
                    <a:pt x="27" y="81245"/>
                  </a:cubicBezTo>
                  <a:cubicBezTo>
                    <a:pt x="61" y="81296"/>
                    <a:pt x="95" y="81315"/>
                    <a:pt x="136" y="81315"/>
                  </a:cubicBezTo>
                  <a:cubicBezTo>
                    <a:pt x="159" y="81315"/>
                    <a:pt x="185" y="81308"/>
                    <a:pt x="214" y="81299"/>
                  </a:cubicBezTo>
                  <a:cubicBezTo>
                    <a:pt x="2008" y="80255"/>
                    <a:pt x="3105" y="78408"/>
                    <a:pt x="3185" y="76347"/>
                  </a:cubicBezTo>
                  <a:cubicBezTo>
                    <a:pt x="5166" y="75330"/>
                    <a:pt x="6397" y="73296"/>
                    <a:pt x="6397" y="71047"/>
                  </a:cubicBezTo>
                  <a:cubicBezTo>
                    <a:pt x="6397" y="68826"/>
                    <a:pt x="5166" y="66792"/>
                    <a:pt x="3185" y="65748"/>
                  </a:cubicBezTo>
                  <a:cubicBezTo>
                    <a:pt x="3105" y="63767"/>
                    <a:pt x="2061" y="61974"/>
                    <a:pt x="375" y="60930"/>
                  </a:cubicBezTo>
                  <a:cubicBezTo>
                    <a:pt x="2061" y="59859"/>
                    <a:pt x="3105" y="58093"/>
                    <a:pt x="3185" y="56085"/>
                  </a:cubicBezTo>
                  <a:cubicBezTo>
                    <a:pt x="5166" y="55068"/>
                    <a:pt x="6397" y="53034"/>
                    <a:pt x="6397" y="50786"/>
                  </a:cubicBezTo>
                  <a:cubicBezTo>
                    <a:pt x="6397" y="48537"/>
                    <a:pt x="5166" y="46530"/>
                    <a:pt x="3185" y="45486"/>
                  </a:cubicBezTo>
                  <a:cubicBezTo>
                    <a:pt x="3159" y="43586"/>
                    <a:pt x="2088" y="41739"/>
                    <a:pt x="375" y="40668"/>
                  </a:cubicBezTo>
                  <a:cubicBezTo>
                    <a:pt x="1901" y="39705"/>
                    <a:pt x="3292" y="37885"/>
                    <a:pt x="3185" y="35824"/>
                  </a:cubicBezTo>
                  <a:cubicBezTo>
                    <a:pt x="5166" y="34780"/>
                    <a:pt x="6397" y="32772"/>
                    <a:pt x="6397" y="30524"/>
                  </a:cubicBezTo>
                  <a:cubicBezTo>
                    <a:pt x="6397" y="28276"/>
                    <a:pt x="5166" y="26268"/>
                    <a:pt x="3185" y="25225"/>
                  </a:cubicBezTo>
                  <a:cubicBezTo>
                    <a:pt x="3078" y="23244"/>
                    <a:pt x="2061" y="21451"/>
                    <a:pt x="375" y="20407"/>
                  </a:cubicBezTo>
                  <a:cubicBezTo>
                    <a:pt x="2088" y="19336"/>
                    <a:pt x="3185" y="17436"/>
                    <a:pt x="3185" y="15616"/>
                  </a:cubicBezTo>
                  <a:cubicBezTo>
                    <a:pt x="3185" y="15589"/>
                    <a:pt x="3185" y="15589"/>
                    <a:pt x="3185" y="15562"/>
                  </a:cubicBezTo>
                  <a:cubicBezTo>
                    <a:pt x="5166" y="14518"/>
                    <a:pt x="6397" y="12511"/>
                    <a:pt x="6397" y="10263"/>
                  </a:cubicBezTo>
                  <a:cubicBezTo>
                    <a:pt x="6397" y="8014"/>
                    <a:pt x="5166" y="6007"/>
                    <a:pt x="3185" y="4963"/>
                  </a:cubicBezTo>
                  <a:cubicBezTo>
                    <a:pt x="3185" y="3036"/>
                    <a:pt x="1981" y="1055"/>
                    <a:pt x="188" y="11"/>
                  </a:cubicBezTo>
                  <a:cubicBezTo>
                    <a:pt x="173" y="4"/>
                    <a:pt x="157" y="1"/>
                    <a:pt x="14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6" name="Google Shape;1086;p76"/>
            <p:cNvSpPr/>
            <p:nvPr/>
          </p:nvSpPr>
          <p:spPr>
            <a:xfrm>
              <a:off x="531875" y="2845375"/>
              <a:ext cx="160600" cy="2032675"/>
            </a:xfrm>
            <a:custGeom>
              <a:avLst/>
              <a:gdLst/>
              <a:ahLst/>
              <a:cxnLst/>
              <a:rect l="l" t="t" r="r" b="b"/>
              <a:pathLst>
                <a:path w="6424" h="81307" extrusionOk="0">
                  <a:moveTo>
                    <a:pt x="144" y="1"/>
                  </a:moveTo>
                  <a:cubicBezTo>
                    <a:pt x="103" y="1"/>
                    <a:pt x="60" y="24"/>
                    <a:pt x="27" y="57"/>
                  </a:cubicBezTo>
                  <a:cubicBezTo>
                    <a:pt x="27" y="84"/>
                    <a:pt x="27" y="110"/>
                    <a:pt x="27" y="137"/>
                  </a:cubicBezTo>
                  <a:cubicBezTo>
                    <a:pt x="27" y="164"/>
                    <a:pt x="54" y="217"/>
                    <a:pt x="80" y="244"/>
                  </a:cubicBezTo>
                  <a:cubicBezTo>
                    <a:pt x="1820" y="1234"/>
                    <a:pt x="2971" y="3162"/>
                    <a:pt x="2944" y="5035"/>
                  </a:cubicBezTo>
                  <a:cubicBezTo>
                    <a:pt x="2944" y="5089"/>
                    <a:pt x="2971" y="5142"/>
                    <a:pt x="2998" y="5142"/>
                  </a:cubicBezTo>
                  <a:cubicBezTo>
                    <a:pt x="4952" y="6133"/>
                    <a:pt x="6156" y="8086"/>
                    <a:pt x="6156" y="10254"/>
                  </a:cubicBezTo>
                  <a:cubicBezTo>
                    <a:pt x="6156" y="12422"/>
                    <a:pt x="4952" y="14376"/>
                    <a:pt x="2998" y="15367"/>
                  </a:cubicBezTo>
                  <a:cubicBezTo>
                    <a:pt x="2971" y="15393"/>
                    <a:pt x="2944" y="15447"/>
                    <a:pt x="2944" y="15474"/>
                  </a:cubicBezTo>
                  <a:cubicBezTo>
                    <a:pt x="2998" y="17321"/>
                    <a:pt x="1847" y="19248"/>
                    <a:pt x="107" y="20265"/>
                  </a:cubicBezTo>
                  <a:cubicBezTo>
                    <a:pt x="54" y="20292"/>
                    <a:pt x="27" y="20318"/>
                    <a:pt x="27" y="20345"/>
                  </a:cubicBezTo>
                  <a:cubicBezTo>
                    <a:pt x="0" y="20425"/>
                    <a:pt x="27" y="20479"/>
                    <a:pt x="80" y="20506"/>
                  </a:cubicBezTo>
                  <a:cubicBezTo>
                    <a:pt x="1793" y="21496"/>
                    <a:pt x="2864" y="23289"/>
                    <a:pt x="2944" y="25297"/>
                  </a:cubicBezTo>
                  <a:cubicBezTo>
                    <a:pt x="2944" y="25350"/>
                    <a:pt x="2971" y="25404"/>
                    <a:pt x="2998" y="25404"/>
                  </a:cubicBezTo>
                  <a:cubicBezTo>
                    <a:pt x="4952" y="26394"/>
                    <a:pt x="6156" y="28348"/>
                    <a:pt x="6156" y="30516"/>
                  </a:cubicBezTo>
                  <a:cubicBezTo>
                    <a:pt x="6156" y="32684"/>
                    <a:pt x="4952" y="34665"/>
                    <a:pt x="2998" y="35628"/>
                  </a:cubicBezTo>
                  <a:cubicBezTo>
                    <a:pt x="2971" y="35655"/>
                    <a:pt x="2944" y="35709"/>
                    <a:pt x="2944" y="35762"/>
                  </a:cubicBezTo>
                  <a:cubicBezTo>
                    <a:pt x="3105" y="37823"/>
                    <a:pt x="1633" y="39643"/>
                    <a:pt x="107" y="40526"/>
                  </a:cubicBezTo>
                  <a:cubicBezTo>
                    <a:pt x="54" y="40553"/>
                    <a:pt x="27" y="40580"/>
                    <a:pt x="27" y="40633"/>
                  </a:cubicBezTo>
                  <a:cubicBezTo>
                    <a:pt x="0" y="40687"/>
                    <a:pt x="27" y="40741"/>
                    <a:pt x="80" y="40767"/>
                  </a:cubicBezTo>
                  <a:cubicBezTo>
                    <a:pt x="1820" y="41784"/>
                    <a:pt x="2944" y="43631"/>
                    <a:pt x="2944" y="45532"/>
                  </a:cubicBezTo>
                  <a:lnTo>
                    <a:pt x="2944" y="45558"/>
                  </a:lnTo>
                  <a:cubicBezTo>
                    <a:pt x="2918" y="45612"/>
                    <a:pt x="2971" y="45665"/>
                    <a:pt x="2998" y="45692"/>
                  </a:cubicBezTo>
                  <a:cubicBezTo>
                    <a:pt x="4952" y="46656"/>
                    <a:pt x="6156" y="48610"/>
                    <a:pt x="6156" y="50778"/>
                  </a:cubicBezTo>
                  <a:cubicBezTo>
                    <a:pt x="6156" y="52972"/>
                    <a:pt x="4952" y="54926"/>
                    <a:pt x="2998" y="55890"/>
                  </a:cubicBezTo>
                  <a:cubicBezTo>
                    <a:pt x="2971" y="55917"/>
                    <a:pt x="2944" y="55970"/>
                    <a:pt x="2944" y="55997"/>
                  </a:cubicBezTo>
                  <a:cubicBezTo>
                    <a:pt x="2891" y="58004"/>
                    <a:pt x="1820" y="59798"/>
                    <a:pt x="107" y="60815"/>
                  </a:cubicBezTo>
                  <a:cubicBezTo>
                    <a:pt x="54" y="60815"/>
                    <a:pt x="27" y="60841"/>
                    <a:pt x="27" y="60895"/>
                  </a:cubicBezTo>
                  <a:cubicBezTo>
                    <a:pt x="0" y="60949"/>
                    <a:pt x="27" y="61002"/>
                    <a:pt x="80" y="61029"/>
                  </a:cubicBezTo>
                  <a:cubicBezTo>
                    <a:pt x="1820" y="62046"/>
                    <a:pt x="2891" y="63839"/>
                    <a:pt x="2944" y="65847"/>
                  </a:cubicBezTo>
                  <a:cubicBezTo>
                    <a:pt x="2944" y="65873"/>
                    <a:pt x="2971" y="65927"/>
                    <a:pt x="2998" y="65954"/>
                  </a:cubicBezTo>
                  <a:cubicBezTo>
                    <a:pt x="4952" y="66917"/>
                    <a:pt x="6156" y="68871"/>
                    <a:pt x="6156" y="71066"/>
                  </a:cubicBezTo>
                  <a:cubicBezTo>
                    <a:pt x="6156" y="73234"/>
                    <a:pt x="4952" y="75188"/>
                    <a:pt x="2998" y="76151"/>
                  </a:cubicBezTo>
                  <a:cubicBezTo>
                    <a:pt x="2971" y="76178"/>
                    <a:pt x="2944" y="76232"/>
                    <a:pt x="2944" y="76285"/>
                  </a:cubicBezTo>
                  <a:cubicBezTo>
                    <a:pt x="2891" y="78266"/>
                    <a:pt x="1820" y="80059"/>
                    <a:pt x="80" y="81076"/>
                  </a:cubicBezTo>
                  <a:cubicBezTo>
                    <a:pt x="27" y="81103"/>
                    <a:pt x="0" y="81183"/>
                    <a:pt x="54" y="81237"/>
                  </a:cubicBezTo>
                  <a:cubicBezTo>
                    <a:pt x="71" y="81288"/>
                    <a:pt x="109" y="81306"/>
                    <a:pt x="149" y="81306"/>
                  </a:cubicBezTo>
                  <a:cubicBezTo>
                    <a:pt x="171" y="81306"/>
                    <a:pt x="195" y="81300"/>
                    <a:pt x="214" y="81290"/>
                  </a:cubicBezTo>
                  <a:cubicBezTo>
                    <a:pt x="2008" y="80247"/>
                    <a:pt x="3105" y="78400"/>
                    <a:pt x="3185" y="76366"/>
                  </a:cubicBezTo>
                  <a:cubicBezTo>
                    <a:pt x="5193" y="75322"/>
                    <a:pt x="6424" y="73288"/>
                    <a:pt x="6424" y="71066"/>
                  </a:cubicBezTo>
                  <a:cubicBezTo>
                    <a:pt x="6424" y="68818"/>
                    <a:pt x="5193" y="66783"/>
                    <a:pt x="3185" y="65766"/>
                  </a:cubicBezTo>
                  <a:cubicBezTo>
                    <a:pt x="3105" y="63759"/>
                    <a:pt x="2088" y="61992"/>
                    <a:pt x="402" y="60922"/>
                  </a:cubicBezTo>
                  <a:cubicBezTo>
                    <a:pt x="2088" y="59878"/>
                    <a:pt x="3105" y="58085"/>
                    <a:pt x="3185" y="56077"/>
                  </a:cubicBezTo>
                  <a:cubicBezTo>
                    <a:pt x="5193" y="55060"/>
                    <a:pt x="6424" y="53026"/>
                    <a:pt x="6424" y="50778"/>
                  </a:cubicBezTo>
                  <a:cubicBezTo>
                    <a:pt x="6424" y="48556"/>
                    <a:pt x="5193" y="46522"/>
                    <a:pt x="3185" y="45505"/>
                  </a:cubicBezTo>
                  <a:cubicBezTo>
                    <a:pt x="3185" y="43604"/>
                    <a:pt x="2088" y="41731"/>
                    <a:pt x="402" y="40660"/>
                  </a:cubicBezTo>
                  <a:cubicBezTo>
                    <a:pt x="1900" y="39697"/>
                    <a:pt x="3319" y="37877"/>
                    <a:pt x="3185" y="35816"/>
                  </a:cubicBezTo>
                  <a:cubicBezTo>
                    <a:pt x="5193" y="34799"/>
                    <a:pt x="6424" y="32764"/>
                    <a:pt x="6424" y="30516"/>
                  </a:cubicBezTo>
                  <a:cubicBezTo>
                    <a:pt x="6424" y="28268"/>
                    <a:pt x="5193" y="26260"/>
                    <a:pt x="3185" y="25216"/>
                  </a:cubicBezTo>
                  <a:cubicBezTo>
                    <a:pt x="3105" y="23236"/>
                    <a:pt x="2061" y="21442"/>
                    <a:pt x="402" y="20399"/>
                  </a:cubicBezTo>
                  <a:cubicBezTo>
                    <a:pt x="2088" y="19328"/>
                    <a:pt x="3185" y="17454"/>
                    <a:pt x="3185" y="15608"/>
                  </a:cubicBezTo>
                  <a:cubicBezTo>
                    <a:pt x="3185" y="15581"/>
                    <a:pt x="3185" y="15581"/>
                    <a:pt x="3185" y="15554"/>
                  </a:cubicBezTo>
                  <a:cubicBezTo>
                    <a:pt x="5193" y="14510"/>
                    <a:pt x="6424" y="12503"/>
                    <a:pt x="6424" y="10254"/>
                  </a:cubicBezTo>
                  <a:cubicBezTo>
                    <a:pt x="6424" y="8006"/>
                    <a:pt x="5193" y="5999"/>
                    <a:pt x="3185" y="4955"/>
                  </a:cubicBezTo>
                  <a:cubicBezTo>
                    <a:pt x="3185" y="3028"/>
                    <a:pt x="2008" y="1047"/>
                    <a:pt x="214" y="30"/>
                  </a:cubicBezTo>
                  <a:cubicBezTo>
                    <a:pt x="194" y="10"/>
                    <a:pt x="169" y="1"/>
                    <a:pt x="14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7" name="Google Shape;1087;p76"/>
            <p:cNvSpPr/>
            <p:nvPr/>
          </p:nvSpPr>
          <p:spPr>
            <a:xfrm>
              <a:off x="378625" y="2593575"/>
              <a:ext cx="159950" cy="2032875"/>
            </a:xfrm>
            <a:custGeom>
              <a:avLst/>
              <a:gdLst/>
              <a:ahLst/>
              <a:cxnLst/>
              <a:rect l="l" t="t" r="r" b="b"/>
              <a:pathLst>
                <a:path w="6398" h="81315" extrusionOk="0">
                  <a:moveTo>
                    <a:pt x="141" y="1"/>
                  </a:moveTo>
                  <a:cubicBezTo>
                    <a:pt x="95" y="1"/>
                    <a:pt x="47" y="26"/>
                    <a:pt x="28" y="65"/>
                  </a:cubicBezTo>
                  <a:cubicBezTo>
                    <a:pt x="1" y="92"/>
                    <a:pt x="1" y="118"/>
                    <a:pt x="1" y="118"/>
                  </a:cubicBezTo>
                  <a:cubicBezTo>
                    <a:pt x="1" y="172"/>
                    <a:pt x="28" y="225"/>
                    <a:pt x="54" y="225"/>
                  </a:cubicBezTo>
                  <a:cubicBezTo>
                    <a:pt x="1794" y="1243"/>
                    <a:pt x="2918" y="3116"/>
                    <a:pt x="2918" y="4963"/>
                  </a:cubicBezTo>
                  <a:cubicBezTo>
                    <a:pt x="2918" y="4990"/>
                    <a:pt x="2918" y="5017"/>
                    <a:pt x="2918" y="5043"/>
                  </a:cubicBezTo>
                  <a:cubicBezTo>
                    <a:pt x="2918" y="5070"/>
                    <a:pt x="2945" y="5124"/>
                    <a:pt x="2999" y="5150"/>
                  </a:cubicBezTo>
                  <a:cubicBezTo>
                    <a:pt x="4952" y="6141"/>
                    <a:pt x="6157" y="8095"/>
                    <a:pt x="6157" y="10263"/>
                  </a:cubicBezTo>
                  <a:cubicBezTo>
                    <a:pt x="6157" y="12431"/>
                    <a:pt x="4952" y="14384"/>
                    <a:pt x="2999" y="15375"/>
                  </a:cubicBezTo>
                  <a:cubicBezTo>
                    <a:pt x="2945" y="15402"/>
                    <a:pt x="2918" y="15428"/>
                    <a:pt x="2918" y="15482"/>
                  </a:cubicBezTo>
                  <a:cubicBezTo>
                    <a:pt x="2972" y="17329"/>
                    <a:pt x="1848" y="19256"/>
                    <a:pt x="81" y="20273"/>
                  </a:cubicBezTo>
                  <a:cubicBezTo>
                    <a:pt x="54" y="20300"/>
                    <a:pt x="28" y="20326"/>
                    <a:pt x="1" y="20353"/>
                  </a:cubicBezTo>
                  <a:cubicBezTo>
                    <a:pt x="1" y="20407"/>
                    <a:pt x="28" y="20487"/>
                    <a:pt x="54" y="20514"/>
                  </a:cubicBezTo>
                  <a:cubicBezTo>
                    <a:pt x="1794" y="21504"/>
                    <a:pt x="2865" y="23297"/>
                    <a:pt x="2918" y="25305"/>
                  </a:cubicBezTo>
                  <a:cubicBezTo>
                    <a:pt x="2918" y="25358"/>
                    <a:pt x="2945" y="25412"/>
                    <a:pt x="2999" y="25412"/>
                  </a:cubicBezTo>
                  <a:cubicBezTo>
                    <a:pt x="4952" y="26402"/>
                    <a:pt x="6157" y="28356"/>
                    <a:pt x="6157" y="30524"/>
                  </a:cubicBezTo>
                  <a:cubicBezTo>
                    <a:pt x="6157" y="32692"/>
                    <a:pt x="4952" y="34646"/>
                    <a:pt x="2999" y="35636"/>
                  </a:cubicBezTo>
                  <a:cubicBezTo>
                    <a:pt x="2945" y="35663"/>
                    <a:pt x="2918" y="35717"/>
                    <a:pt x="2918" y="35770"/>
                  </a:cubicBezTo>
                  <a:cubicBezTo>
                    <a:pt x="3079" y="37831"/>
                    <a:pt x="1607" y="39651"/>
                    <a:pt x="81" y="40535"/>
                  </a:cubicBezTo>
                  <a:cubicBezTo>
                    <a:pt x="54" y="40561"/>
                    <a:pt x="28" y="40588"/>
                    <a:pt x="1" y="40615"/>
                  </a:cubicBezTo>
                  <a:cubicBezTo>
                    <a:pt x="1" y="40668"/>
                    <a:pt x="28" y="40749"/>
                    <a:pt x="54" y="40775"/>
                  </a:cubicBezTo>
                  <a:cubicBezTo>
                    <a:pt x="1794" y="41766"/>
                    <a:pt x="2918" y="43639"/>
                    <a:pt x="2918" y="45540"/>
                  </a:cubicBezTo>
                  <a:cubicBezTo>
                    <a:pt x="2918" y="45540"/>
                    <a:pt x="2918" y="45566"/>
                    <a:pt x="2918" y="45566"/>
                  </a:cubicBezTo>
                  <a:cubicBezTo>
                    <a:pt x="2918" y="45620"/>
                    <a:pt x="2945" y="45674"/>
                    <a:pt x="2999" y="45674"/>
                  </a:cubicBezTo>
                  <a:cubicBezTo>
                    <a:pt x="4952" y="46664"/>
                    <a:pt x="6157" y="48618"/>
                    <a:pt x="6157" y="50786"/>
                  </a:cubicBezTo>
                  <a:cubicBezTo>
                    <a:pt x="6157" y="52954"/>
                    <a:pt x="4952" y="54934"/>
                    <a:pt x="2999" y="55898"/>
                  </a:cubicBezTo>
                  <a:cubicBezTo>
                    <a:pt x="2945" y="55925"/>
                    <a:pt x="2918" y="55952"/>
                    <a:pt x="2918" y="56005"/>
                  </a:cubicBezTo>
                  <a:cubicBezTo>
                    <a:pt x="2865" y="58012"/>
                    <a:pt x="1821" y="59806"/>
                    <a:pt x="81" y="60796"/>
                  </a:cubicBezTo>
                  <a:cubicBezTo>
                    <a:pt x="54" y="60823"/>
                    <a:pt x="28" y="60850"/>
                    <a:pt x="1" y="60903"/>
                  </a:cubicBezTo>
                  <a:cubicBezTo>
                    <a:pt x="1" y="60957"/>
                    <a:pt x="28" y="61010"/>
                    <a:pt x="54" y="61037"/>
                  </a:cubicBezTo>
                  <a:cubicBezTo>
                    <a:pt x="1794" y="62054"/>
                    <a:pt x="2865" y="63847"/>
                    <a:pt x="2918" y="65828"/>
                  </a:cubicBezTo>
                  <a:cubicBezTo>
                    <a:pt x="2918" y="65882"/>
                    <a:pt x="2945" y="65935"/>
                    <a:pt x="2999" y="65962"/>
                  </a:cubicBezTo>
                  <a:cubicBezTo>
                    <a:pt x="4952" y="66925"/>
                    <a:pt x="6157" y="68879"/>
                    <a:pt x="6157" y="71047"/>
                  </a:cubicBezTo>
                  <a:cubicBezTo>
                    <a:pt x="6157" y="73242"/>
                    <a:pt x="4952" y="75196"/>
                    <a:pt x="2999" y="76160"/>
                  </a:cubicBezTo>
                  <a:cubicBezTo>
                    <a:pt x="2945" y="76186"/>
                    <a:pt x="2918" y="76240"/>
                    <a:pt x="2918" y="76267"/>
                  </a:cubicBezTo>
                  <a:cubicBezTo>
                    <a:pt x="2865" y="78274"/>
                    <a:pt x="1821" y="80067"/>
                    <a:pt x="81" y="81084"/>
                  </a:cubicBezTo>
                  <a:cubicBezTo>
                    <a:pt x="1" y="81111"/>
                    <a:pt x="1" y="81191"/>
                    <a:pt x="28" y="81245"/>
                  </a:cubicBezTo>
                  <a:cubicBezTo>
                    <a:pt x="45" y="81296"/>
                    <a:pt x="83" y="81315"/>
                    <a:pt x="123" y="81315"/>
                  </a:cubicBezTo>
                  <a:cubicBezTo>
                    <a:pt x="145" y="81315"/>
                    <a:pt x="169" y="81308"/>
                    <a:pt x="188" y="81299"/>
                  </a:cubicBezTo>
                  <a:cubicBezTo>
                    <a:pt x="1981" y="80255"/>
                    <a:pt x="3106" y="78408"/>
                    <a:pt x="3159" y="76347"/>
                  </a:cubicBezTo>
                  <a:cubicBezTo>
                    <a:pt x="5167" y="75330"/>
                    <a:pt x="6398" y="73296"/>
                    <a:pt x="6398" y="71047"/>
                  </a:cubicBezTo>
                  <a:cubicBezTo>
                    <a:pt x="6398" y="68826"/>
                    <a:pt x="5167" y="66792"/>
                    <a:pt x="3159" y="65748"/>
                  </a:cubicBezTo>
                  <a:cubicBezTo>
                    <a:pt x="3106" y="63767"/>
                    <a:pt x="2062" y="61974"/>
                    <a:pt x="376" y="60930"/>
                  </a:cubicBezTo>
                  <a:cubicBezTo>
                    <a:pt x="2062" y="59859"/>
                    <a:pt x="3106" y="58093"/>
                    <a:pt x="3159" y="56085"/>
                  </a:cubicBezTo>
                  <a:cubicBezTo>
                    <a:pt x="5167" y="55068"/>
                    <a:pt x="6398" y="53034"/>
                    <a:pt x="6398" y="50786"/>
                  </a:cubicBezTo>
                  <a:cubicBezTo>
                    <a:pt x="6398" y="48537"/>
                    <a:pt x="5167" y="46530"/>
                    <a:pt x="3159" y="45486"/>
                  </a:cubicBezTo>
                  <a:cubicBezTo>
                    <a:pt x="3159" y="43586"/>
                    <a:pt x="2062" y="41739"/>
                    <a:pt x="376" y="40668"/>
                  </a:cubicBezTo>
                  <a:cubicBezTo>
                    <a:pt x="1901" y="39705"/>
                    <a:pt x="3293" y="37885"/>
                    <a:pt x="3186" y="35824"/>
                  </a:cubicBezTo>
                  <a:cubicBezTo>
                    <a:pt x="5167" y="34780"/>
                    <a:pt x="6398" y="32772"/>
                    <a:pt x="6398" y="30524"/>
                  </a:cubicBezTo>
                  <a:cubicBezTo>
                    <a:pt x="6398" y="28276"/>
                    <a:pt x="5167" y="26268"/>
                    <a:pt x="3159" y="25225"/>
                  </a:cubicBezTo>
                  <a:cubicBezTo>
                    <a:pt x="3079" y="23244"/>
                    <a:pt x="2035" y="21451"/>
                    <a:pt x="376" y="20407"/>
                  </a:cubicBezTo>
                  <a:cubicBezTo>
                    <a:pt x="2062" y="19336"/>
                    <a:pt x="3186" y="17436"/>
                    <a:pt x="3186" y="15616"/>
                  </a:cubicBezTo>
                  <a:cubicBezTo>
                    <a:pt x="3186" y="15589"/>
                    <a:pt x="3186" y="15589"/>
                    <a:pt x="3186" y="15562"/>
                  </a:cubicBezTo>
                  <a:cubicBezTo>
                    <a:pt x="5167" y="14518"/>
                    <a:pt x="6398" y="12511"/>
                    <a:pt x="6398" y="10263"/>
                  </a:cubicBezTo>
                  <a:cubicBezTo>
                    <a:pt x="6398" y="8014"/>
                    <a:pt x="5167" y="6007"/>
                    <a:pt x="3186" y="4963"/>
                  </a:cubicBezTo>
                  <a:cubicBezTo>
                    <a:pt x="3186" y="3036"/>
                    <a:pt x="1981" y="1055"/>
                    <a:pt x="188" y="11"/>
                  </a:cubicBezTo>
                  <a:cubicBezTo>
                    <a:pt x="174" y="4"/>
                    <a:pt x="158" y="1"/>
                    <a:pt x="14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8" name="Google Shape;1088;p76"/>
            <p:cNvSpPr/>
            <p:nvPr/>
          </p:nvSpPr>
          <p:spPr>
            <a:xfrm>
              <a:off x="224725" y="2845375"/>
              <a:ext cx="159950" cy="2032675"/>
            </a:xfrm>
            <a:custGeom>
              <a:avLst/>
              <a:gdLst/>
              <a:ahLst/>
              <a:cxnLst/>
              <a:rect l="l" t="t" r="r" b="b"/>
              <a:pathLst>
                <a:path w="6398" h="81307" extrusionOk="0">
                  <a:moveTo>
                    <a:pt x="126" y="1"/>
                  </a:moveTo>
                  <a:cubicBezTo>
                    <a:pt x="81" y="1"/>
                    <a:pt x="44" y="24"/>
                    <a:pt x="27" y="57"/>
                  </a:cubicBezTo>
                  <a:cubicBezTo>
                    <a:pt x="27" y="84"/>
                    <a:pt x="1" y="110"/>
                    <a:pt x="1" y="137"/>
                  </a:cubicBezTo>
                  <a:cubicBezTo>
                    <a:pt x="1" y="164"/>
                    <a:pt x="27" y="217"/>
                    <a:pt x="81" y="244"/>
                  </a:cubicBezTo>
                  <a:cubicBezTo>
                    <a:pt x="1821" y="1234"/>
                    <a:pt x="2972" y="3162"/>
                    <a:pt x="2918" y="5035"/>
                  </a:cubicBezTo>
                  <a:cubicBezTo>
                    <a:pt x="2945" y="5089"/>
                    <a:pt x="2945" y="5142"/>
                    <a:pt x="2998" y="5142"/>
                  </a:cubicBezTo>
                  <a:cubicBezTo>
                    <a:pt x="4952" y="6133"/>
                    <a:pt x="6157" y="8086"/>
                    <a:pt x="6157" y="10254"/>
                  </a:cubicBezTo>
                  <a:cubicBezTo>
                    <a:pt x="6157" y="12422"/>
                    <a:pt x="4952" y="14376"/>
                    <a:pt x="2998" y="15367"/>
                  </a:cubicBezTo>
                  <a:cubicBezTo>
                    <a:pt x="2945" y="15393"/>
                    <a:pt x="2918" y="15447"/>
                    <a:pt x="2918" y="15474"/>
                  </a:cubicBezTo>
                  <a:cubicBezTo>
                    <a:pt x="2972" y="17321"/>
                    <a:pt x="1848" y="19248"/>
                    <a:pt x="108" y="20265"/>
                  </a:cubicBezTo>
                  <a:cubicBezTo>
                    <a:pt x="54" y="20292"/>
                    <a:pt x="27" y="20318"/>
                    <a:pt x="27" y="20345"/>
                  </a:cubicBezTo>
                  <a:cubicBezTo>
                    <a:pt x="1" y="20425"/>
                    <a:pt x="27" y="20479"/>
                    <a:pt x="81" y="20506"/>
                  </a:cubicBezTo>
                  <a:cubicBezTo>
                    <a:pt x="1794" y="21496"/>
                    <a:pt x="2865" y="23289"/>
                    <a:pt x="2918" y="25297"/>
                  </a:cubicBezTo>
                  <a:cubicBezTo>
                    <a:pt x="2945" y="25350"/>
                    <a:pt x="2972" y="25404"/>
                    <a:pt x="2998" y="25404"/>
                  </a:cubicBezTo>
                  <a:cubicBezTo>
                    <a:pt x="4952" y="26394"/>
                    <a:pt x="6157" y="28348"/>
                    <a:pt x="6157" y="30516"/>
                  </a:cubicBezTo>
                  <a:cubicBezTo>
                    <a:pt x="6157" y="32684"/>
                    <a:pt x="4952" y="34665"/>
                    <a:pt x="2998" y="35628"/>
                  </a:cubicBezTo>
                  <a:cubicBezTo>
                    <a:pt x="2945" y="35655"/>
                    <a:pt x="2918" y="35709"/>
                    <a:pt x="2918" y="35762"/>
                  </a:cubicBezTo>
                  <a:cubicBezTo>
                    <a:pt x="3106" y="37823"/>
                    <a:pt x="1633" y="39643"/>
                    <a:pt x="108" y="40526"/>
                  </a:cubicBezTo>
                  <a:cubicBezTo>
                    <a:pt x="54" y="40553"/>
                    <a:pt x="27" y="40580"/>
                    <a:pt x="27" y="40633"/>
                  </a:cubicBezTo>
                  <a:cubicBezTo>
                    <a:pt x="1" y="40687"/>
                    <a:pt x="27" y="40741"/>
                    <a:pt x="81" y="40767"/>
                  </a:cubicBezTo>
                  <a:cubicBezTo>
                    <a:pt x="1821" y="41784"/>
                    <a:pt x="2918" y="43631"/>
                    <a:pt x="2918" y="45532"/>
                  </a:cubicBezTo>
                  <a:cubicBezTo>
                    <a:pt x="2918" y="45558"/>
                    <a:pt x="2918" y="45558"/>
                    <a:pt x="2918" y="45558"/>
                  </a:cubicBezTo>
                  <a:cubicBezTo>
                    <a:pt x="2918" y="45612"/>
                    <a:pt x="2945" y="45665"/>
                    <a:pt x="2998" y="45692"/>
                  </a:cubicBezTo>
                  <a:cubicBezTo>
                    <a:pt x="4952" y="46656"/>
                    <a:pt x="6157" y="48610"/>
                    <a:pt x="6157" y="50778"/>
                  </a:cubicBezTo>
                  <a:cubicBezTo>
                    <a:pt x="6157" y="52972"/>
                    <a:pt x="4952" y="54926"/>
                    <a:pt x="2998" y="55890"/>
                  </a:cubicBezTo>
                  <a:cubicBezTo>
                    <a:pt x="2945" y="55917"/>
                    <a:pt x="2918" y="55970"/>
                    <a:pt x="2918" y="55997"/>
                  </a:cubicBezTo>
                  <a:cubicBezTo>
                    <a:pt x="2891" y="58004"/>
                    <a:pt x="1821" y="59798"/>
                    <a:pt x="108" y="60815"/>
                  </a:cubicBezTo>
                  <a:cubicBezTo>
                    <a:pt x="54" y="60815"/>
                    <a:pt x="27" y="60841"/>
                    <a:pt x="27" y="60895"/>
                  </a:cubicBezTo>
                  <a:cubicBezTo>
                    <a:pt x="1" y="60949"/>
                    <a:pt x="27" y="61002"/>
                    <a:pt x="81" y="61029"/>
                  </a:cubicBezTo>
                  <a:cubicBezTo>
                    <a:pt x="1821" y="62046"/>
                    <a:pt x="2891" y="63839"/>
                    <a:pt x="2918" y="65847"/>
                  </a:cubicBezTo>
                  <a:cubicBezTo>
                    <a:pt x="2918" y="65873"/>
                    <a:pt x="2945" y="65927"/>
                    <a:pt x="2998" y="65954"/>
                  </a:cubicBezTo>
                  <a:cubicBezTo>
                    <a:pt x="4952" y="66917"/>
                    <a:pt x="6157" y="68871"/>
                    <a:pt x="6157" y="71066"/>
                  </a:cubicBezTo>
                  <a:cubicBezTo>
                    <a:pt x="6157" y="73234"/>
                    <a:pt x="4952" y="75188"/>
                    <a:pt x="2998" y="76151"/>
                  </a:cubicBezTo>
                  <a:cubicBezTo>
                    <a:pt x="2945" y="76178"/>
                    <a:pt x="2918" y="76232"/>
                    <a:pt x="2918" y="76285"/>
                  </a:cubicBezTo>
                  <a:cubicBezTo>
                    <a:pt x="2891" y="78266"/>
                    <a:pt x="1821" y="80059"/>
                    <a:pt x="81" y="81076"/>
                  </a:cubicBezTo>
                  <a:cubicBezTo>
                    <a:pt x="27" y="81103"/>
                    <a:pt x="1" y="81183"/>
                    <a:pt x="27" y="81237"/>
                  </a:cubicBezTo>
                  <a:cubicBezTo>
                    <a:pt x="61" y="81288"/>
                    <a:pt x="95" y="81306"/>
                    <a:pt x="136" y="81306"/>
                  </a:cubicBezTo>
                  <a:cubicBezTo>
                    <a:pt x="160" y="81306"/>
                    <a:pt x="185" y="81300"/>
                    <a:pt x="215" y="81290"/>
                  </a:cubicBezTo>
                  <a:cubicBezTo>
                    <a:pt x="2008" y="80247"/>
                    <a:pt x="3106" y="78400"/>
                    <a:pt x="3186" y="76366"/>
                  </a:cubicBezTo>
                  <a:cubicBezTo>
                    <a:pt x="5166" y="75322"/>
                    <a:pt x="6398" y="73288"/>
                    <a:pt x="6398" y="71066"/>
                  </a:cubicBezTo>
                  <a:cubicBezTo>
                    <a:pt x="6398" y="68818"/>
                    <a:pt x="5166" y="66783"/>
                    <a:pt x="3186" y="65766"/>
                  </a:cubicBezTo>
                  <a:cubicBezTo>
                    <a:pt x="3106" y="63759"/>
                    <a:pt x="2062" y="61992"/>
                    <a:pt x="375" y="60922"/>
                  </a:cubicBezTo>
                  <a:cubicBezTo>
                    <a:pt x="2062" y="59878"/>
                    <a:pt x="3106" y="58085"/>
                    <a:pt x="3186" y="56077"/>
                  </a:cubicBezTo>
                  <a:cubicBezTo>
                    <a:pt x="5166" y="55060"/>
                    <a:pt x="6398" y="53026"/>
                    <a:pt x="6398" y="50778"/>
                  </a:cubicBezTo>
                  <a:cubicBezTo>
                    <a:pt x="6398" y="48556"/>
                    <a:pt x="5166" y="46522"/>
                    <a:pt x="3186" y="45505"/>
                  </a:cubicBezTo>
                  <a:cubicBezTo>
                    <a:pt x="3159" y="43604"/>
                    <a:pt x="2088" y="41731"/>
                    <a:pt x="375" y="40660"/>
                  </a:cubicBezTo>
                  <a:cubicBezTo>
                    <a:pt x="1901" y="39697"/>
                    <a:pt x="3293" y="37877"/>
                    <a:pt x="3186" y="35816"/>
                  </a:cubicBezTo>
                  <a:cubicBezTo>
                    <a:pt x="5166" y="34799"/>
                    <a:pt x="6398" y="32764"/>
                    <a:pt x="6398" y="30516"/>
                  </a:cubicBezTo>
                  <a:cubicBezTo>
                    <a:pt x="6398" y="28268"/>
                    <a:pt x="5166" y="26260"/>
                    <a:pt x="3186" y="25216"/>
                  </a:cubicBezTo>
                  <a:cubicBezTo>
                    <a:pt x="3079" y="23236"/>
                    <a:pt x="2062" y="21442"/>
                    <a:pt x="375" y="20399"/>
                  </a:cubicBezTo>
                  <a:cubicBezTo>
                    <a:pt x="2088" y="19328"/>
                    <a:pt x="3186" y="17454"/>
                    <a:pt x="3186" y="15608"/>
                  </a:cubicBezTo>
                  <a:cubicBezTo>
                    <a:pt x="3186" y="15581"/>
                    <a:pt x="3186" y="15581"/>
                    <a:pt x="3186" y="15554"/>
                  </a:cubicBezTo>
                  <a:cubicBezTo>
                    <a:pt x="5166" y="14510"/>
                    <a:pt x="6398" y="12503"/>
                    <a:pt x="6398" y="10254"/>
                  </a:cubicBezTo>
                  <a:cubicBezTo>
                    <a:pt x="6398" y="8006"/>
                    <a:pt x="5166" y="5999"/>
                    <a:pt x="3186" y="4955"/>
                  </a:cubicBezTo>
                  <a:cubicBezTo>
                    <a:pt x="3186" y="3028"/>
                    <a:pt x="1981" y="1047"/>
                    <a:pt x="215" y="30"/>
                  </a:cubicBezTo>
                  <a:cubicBezTo>
                    <a:pt x="184" y="10"/>
                    <a:pt x="153" y="1"/>
                    <a:pt x="12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089" name="Google Shape;1089;p76"/>
          <p:cNvSpPr/>
          <p:nvPr/>
        </p:nvSpPr>
        <p:spPr>
          <a:xfrm rot="5400000" flipH="1">
            <a:off x="-2397294" y="-774472"/>
            <a:ext cx="5570538" cy="3629454"/>
          </a:xfrm>
          <a:custGeom>
            <a:avLst/>
            <a:gdLst/>
            <a:ahLst/>
            <a:cxnLst/>
            <a:rect l="l" t="t" r="r" b="b"/>
            <a:pathLst>
              <a:path w="142469" h="136664" extrusionOk="0">
                <a:moveTo>
                  <a:pt x="97052" y="0"/>
                </a:moveTo>
                <a:cubicBezTo>
                  <a:pt x="94985" y="0"/>
                  <a:pt x="92658" y="685"/>
                  <a:pt x="89955" y="2065"/>
                </a:cubicBezTo>
                <a:cubicBezTo>
                  <a:pt x="76197" y="9104"/>
                  <a:pt x="81149" y="14564"/>
                  <a:pt x="82755" y="40634"/>
                </a:cubicBezTo>
                <a:cubicBezTo>
                  <a:pt x="85458" y="83646"/>
                  <a:pt x="12896" y="58112"/>
                  <a:pt x="4519" y="103881"/>
                </a:cubicBezTo>
                <a:cubicBezTo>
                  <a:pt x="0" y="128495"/>
                  <a:pt x="10558" y="136664"/>
                  <a:pt x="39417" y="136664"/>
                </a:cubicBezTo>
                <a:cubicBezTo>
                  <a:pt x="47997" y="136664"/>
                  <a:pt x="58195" y="135942"/>
                  <a:pt x="70095" y="134715"/>
                </a:cubicBezTo>
                <a:cubicBezTo>
                  <a:pt x="122047" y="129389"/>
                  <a:pt x="142469" y="101392"/>
                  <a:pt x="125767" y="56907"/>
                </a:cubicBezTo>
                <a:cubicBezTo>
                  <a:pt x="111706" y="19432"/>
                  <a:pt x="108060" y="0"/>
                  <a:pt x="97052" y="0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90" name="Google Shape;1090;p76"/>
          <p:cNvSpPr/>
          <p:nvPr/>
        </p:nvSpPr>
        <p:spPr>
          <a:xfrm rot="-7977677">
            <a:off x="6626195" y="2407944"/>
            <a:ext cx="1601627" cy="1536805"/>
          </a:xfrm>
          <a:custGeom>
            <a:avLst/>
            <a:gdLst/>
            <a:ahLst/>
            <a:cxnLst/>
            <a:rect l="l" t="t" r="r" b="b"/>
            <a:pathLst>
              <a:path w="20582" h="19749" extrusionOk="0">
                <a:moveTo>
                  <a:pt x="15178" y="401"/>
                </a:moveTo>
                <a:cubicBezTo>
                  <a:pt x="11542" y="1"/>
                  <a:pt x="4470" y="1235"/>
                  <a:pt x="2235" y="7773"/>
                </a:cubicBezTo>
                <a:cubicBezTo>
                  <a:pt x="0" y="14311"/>
                  <a:pt x="7939" y="17947"/>
                  <a:pt x="11675" y="18848"/>
                </a:cubicBezTo>
                <a:cubicBezTo>
                  <a:pt x="15445" y="19748"/>
                  <a:pt x="20315" y="19448"/>
                  <a:pt x="20448" y="13477"/>
                </a:cubicBezTo>
                <a:cubicBezTo>
                  <a:pt x="20582" y="7506"/>
                  <a:pt x="18780" y="835"/>
                  <a:pt x="15178" y="40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91" name="Google Shape;1091;p76"/>
          <p:cNvSpPr/>
          <p:nvPr/>
        </p:nvSpPr>
        <p:spPr>
          <a:xfrm rot="667591">
            <a:off x="5320685" y="2755692"/>
            <a:ext cx="1938907" cy="3305731"/>
          </a:xfrm>
          <a:custGeom>
            <a:avLst/>
            <a:gdLst/>
            <a:ahLst/>
            <a:cxnLst/>
            <a:rect l="l" t="t" r="r" b="b"/>
            <a:pathLst>
              <a:path w="19210" h="32752" extrusionOk="0">
                <a:moveTo>
                  <a:pt x="14053" y="490"/>
                </a:moveTo>
                <a:lnTo>
                  <a:pt x="14053" y="490"/>
                </a:lnTo>
                <a:cubicBezTo>
                  <a:pt x="14026" y="597"/>
                  <a:pt x="13999" y="758"/>
                  <a:pt x="13972" y="918"/>
                </a:cubicBezTo>
                <a:cubicBezTo>
                  <a:pt x="13972" y="865"/>
                  <a:pt x="13972" y="838"/>
                  <a:pt x="13946" y="838"/>
                </a:cubicBezTo>
                <a:cubicBezTo>
                  <a:pt x="13972" y="731"/>
                  <a:pt x="14026" y="597"/>
                  <a:pt x="14053" y="490"/>
                </a:cubicBezTo>
                <a:close/>
                <a:moveTo>
                  <a:pt x="13651" y="1560"/>
                </a:moveTo>
                <a:lnTo>
                  <a:pt x="13651" y="1560"/>
                </a:lnTo>
                <a:cubicBezTo>
                  <a:pt x="13276" y="3862"/>
                  <a:pt x="12045" y="5923"/>
                  <a:pt x="11189" y="8038"/>
                </a:cubicBezTo>
                <a:cubicBezTo>
                  <a:pt x="10522" y="9665"/>
                  <a:pt x="10466" y="11531"/>
                  <a:pt x="10493" y="13318"/>
                </a:cubicBezTo>
                <a:lnTo>
                  <a:pt x="10493" y="13318"/>
                </a:lnTo>
                <a:cubicBezTo>
                  <a:pt x="10490" y="13217"/>
                  <a:pt x="10464" y="13118"/>
                  <a:pt x="10439" y="13043"/>
                </a:cubicBezTo>
                <a:cubicBezTo>
                  <a:pt x="10091" y="10634"/>
                  <a:pt x="9904" y="8412"/>
                  <a:pt x="11001" y="6191"/>
                </a:cubicBezTo>
                <a:cubicBezTo>
                  <a:pt x="11724" y="4772"/>
                  <a:pt x="12714" y="3541"/>
                  <a:pt x="13410" y="2123"/>
                </a:cubicBezTo>
                <a:cubicBezTo>
                  <a:pt x="13491" y="1935"/>
                  <a:pt x="13571" y="1748"/>
                  <a:pt x="13651" y="1560"/>
                </a:cubicBezTo>
                <a:close/>
                <a:moveTo>
                  <a:pt x="13972" y="945"/>
                </a:moveTo>
                <a:lnTo>
                  <a:pt x="13972" y="945"/>
                </a:lnTo>
                <a:cubicBezTo>
                  <a:pt x="13972" y="1079"/>
                  <a:pt x="13946" y="1212"/>
                  <a:pt x="13946" y="1346"/>
                </a:cubicBezTo>
                <a:cubicBezTo>
                  <a:pt x="13946" y="2524"/>
                  <a:pt x="13758" y="3702"/>
                  <a:pt x="13517" y="4853"/>
                </a:cubicBezTo>
                <a:cubicBezTo>
                  <a:pt x="12821" y="7877"/>
                  <a:pt x="11376" y="10580"/>
                  <a:pt x="10760" y="13605"/>
                </a:cubicBezTo>
                <a:cubicBezTo>
                  <a:pt x="10787" y="11357"/>
                  <a:pt x="10921" y="9189"/>
                  <a:pt x="11858" y="7074"/>
                </a:cubicBezTo>
                <a:cubicBezTo>
                  <a:pt x="12741" y="5094"/>
                  <a:pt x="13785" y="3140"/>
                  <a:pt x="13972" y="945"/>
                </a:cubicBezTo>
                <a:close/>
                <a:moveTo>
                  <a:pt x="5002" y="14350"/>
                </a:moveTo>
                <a:cubicBezTo>
                  <a:pt x="5585" y="14350"/>
                  <a:pt x="6085" y="14646"/>
                  <a:pt x="6746" y="15104"/>
                </a:cubicBezTo>
                <a:cubicBezTo>
                  <a:pt x="6879" y="15184"/>
                  <a:pt x="7013" y="15264"/>
                  <a:pt x="7147" y="15372"/>
                </a:cubicBezTo>
                <a:cubicBezTo>
                  <a:pt x="6694" y="15252"/>
                  <a:pt x="6232" y="15200"/>
                  <a:pt x="5767" y="15200"/>
                </a:cubicBezTo>
                <a:cubicBezTo>
                  <a:pt x="4364" y="15200"/>
                  <a:pt x="2927" y="15672"/>
                  <a:pt x="1580" y="16174"/>
                </a:cubicBezTo>
                <a:cubicBezTo>
                  <a:pt x="2329" y="15666"/>
                  <a:pt x="3025" y="15077"/>
                  <a:pt x="3855" y="14676"/>
                </a:cubicBezTo>
                <a:cubicBezTo>
                  <a:pt x="4297" y="14450"/>
                  <a:pt x="4663" y="14350"/>
                  <a:pt x="5002" y="14350"/>
                </a:cubicBezTo>
                <a:close/>
                <a:moveTo>
                  <a:pt x="5753" y="15432"/>
                </a:moveTo>
                <a:cubicBezTo>
                  <a:pt x="6514" y="15432"/>
                  <a:pt x="7262" y="15581"/>
                  <a:pt x="7977" y="15960"/>
                </a:cubicBezTo>
                <a:cubicBezTo>
                  <a:pt x="8619" y="16389"/>
                  <a:pt x="9208" y="16870"/>
                  <a:pt x="9743" y="17406"/>
                </a:cubicBezTo>
                <a:cubicBezTo>
                  <a:pt x="8352" y="16737"/>
                  <a:pt x="6906" y="16389"/>
                  <a:pt x="5381" y="16335"/>
                </a:cubicBezTo>
                <a:lnTo>
                  <a:pt x="4765" y="16335"/>
                </a:lnTo>
                <a:cubicBezTo>
                  <a:pt x="3828" y="16335"/>
                  <a:pt x="2918" y="16469"/>
                  <a:pt x="1981" y="16576"/>
                </a:cubicBezTo>
                <a:cubicBezTo>
                  <a:pt x="1633" y="16603"/>
                  <a:pt x="1312" y="16629"/>
                  <a:pt x="964" y="16656"/>
                </a:cubicBezTo>
                <a:cubicBezTo>
                  <a:pt x="2489" y="16094"/>
                  <a:pt x="4149" y="15432"/>
                  <a:pt x="5753" y="15432"/>
                </a:cubicBezTo>
                <a:close/>
                <a:moveTo>
                  <a:pt x="18748" y="11060"/>
                </a:moveTo>
                <a:cubicBezTo>
                  <a:pt x="18737" y="11089"/>
                  <a:pt x="18737" y="11129"/>
                  <a:pt x="18737" y="11169"/>
                </a:cubicBezTo>
                <a:cubicBezTo>
                  <a:pt x="18603" y="11892"/>
                  <a:pt x="18442" y="12588"/>
                  <a:pt x="18282" y="13284"/>
                </a:cubicBezTo>
                <a:cubicBezTo>
                  <a:pt x="17907" y="14729"/>
                  <a:pt x="17291" y="16255"/>
                  <a:pt x="16087" y="17165"/>
                </a:cubicBezTo>
                <a:cubicBezTo>
                  <a:pt x="14963" y="17995"/>
                  <a:pt x="13223" y="18289"/>
                  <a:pt x="12045" y="19119"/>
                </a:cubicBezTo>
                <a:cubicBezTo>
                  <a:pt x="12473" y="18342"/>
                  <a:pt x="12955" y="17700"/>
                  <a:pt x="13785" y="17218"/>
                </a:cubicBezTo>
                <a:cubicBezTo>
                  <a:pt x="14508" y="16790"/>
                  <a:pt x="15257" y="16469"/>
                  <a:pt x="15873" y="15907"/>
                </a:cubicBezTo>
                <a:cubicBezTo>
                  <a:pt x="16542" y="15291"/>
                  <a:pt x="17077" y="14408"/>
                  <a:pt x="17532" y="13659"/>
                </a:cubicBezTo>
                <a:cubicBezTo>
                  <a:pt x="18036" y="12864"/>
                  <a:pt x="18250" y="11859"/>
                  <a:pt x="18748" y="11060"/>
                </a:cubicBezTo>
                <a:close/>
                <a:moveTo>
                  <a:pt x="18549" y="10928"/>
                </a:moveTo>
                <a:lnTo>
                  <a:pt x="18549" y="10928"/>
                </a:lnTo>
                <a:cubicBezTo>
                  <a:pt x="18201" y="11517"/>
                  <a:pt x="18014" y="12213"/>
                  <a:pt x="17693" y="12856"/>
                </a:cubicBezTo>
                <a:cubicBezTo>
                  <a:pt x="17184" y="13899"/>
                  <a:pt x="16488" y="14863"/>
                  <a:pt x="15712" y="15719"/>
                </a:cubicBezTo>
                <a:cubicBezTo>
                  <a:pt x="15016" y="16469"/>
                  <a:pt x="13919" y="16844"/>
                  <a:pt x="13062" y="17379"/>
                </a:cubicBezTo>
                <a:cubicBezTo>
                  <a:pt x="12313" y="17861"/>
                  <a:pt x="11911" y="18798"/>
                  <a:pt x="11510" y="19547"/>
                </a:cubicBezTo>
                <a:cubicBezTo>
                  <a:pt x="11485" y="19571"/>
                  <a:pt x="11461" y="19573"/>
                  <a:pt x="11457" y="19594"/>
                </a:cubicBezTo>
                <a:lnTo>
                  <a:pt x="11457" y="19594"/>
                </a:lnTo>
                <a:cubicBezTo>
                  <a:pt x="11836" y="15557"/>
                  <a:pt x="16249" y="13818"/>
                  <a:pt x="18549" y="10928"/>
                </a:cubicBezTo>
                <a:close/>
                <a:moveTo>
                  <a:pt x="6505" y="16683"/>
                </a:moveTo>
                <a:lnTo>
                  <a:pt x="6505" y="16683"/>
                </a:lnTo>
                <a:cubicBezTo>
                  <a:pt x="7763" y="16844"/>
                  <a:pt x="8994" y="17245"/>
                  <a:pt x="10145" y="17914"/>
                </a:cubicBezTo>
                <a:cubicBezTo>
                  <a:pt x="10573" y="18450"/>
                  <a:pt x="10921" y="19065"/>
                  <a:pt x="11135" y="19788"/>
                </a:cubicBezTo>
                <a:cubicBezTo>
                  <a:pt x="9315" y="19172"/>
                  <a:pt x="8191" y="17432"/>
                  <a:pt x="6505" y="16683"/>
                </a:cubicBezTo>
                <a:close/>
                <a:moveTo>
                  <a:pt x="6772" y="20270"/>
                </a:moveTo>
                <a:cubicBezTo>
                  <a:pt x="7736" y="21581"/>
                  <a:pt x="9342" y="22384"/>
                  <a:pt x="10466" y="23535"/>
                </a:cubicBezTo>
                <a:cubicBezTo>
                  <a:pt x="9074" y="22598"/>
                  <a:pt x="7120" y="22331"/>
                  <a:pt x="6826" y="20350"/>
                </a:cubicBezTo>
                <a:cubicBezTo>
                  <a:pt x="6799" y="20323"/>
                  <a:pt x="6772" y="20296"/>
                  <a:pt x="6746" y="20270"/>
                </a:cubicBezTo>
                <a:close/>
                <a:moveTo>
                  <a:pt x="16221" y="20698"/>
                </a:moveTo>
                <a:cubicBezTo>
                  <a:pt x="15685" y="21635"/>
                  <a:pt x="14267" y="22304"/>
                  <a:pt x="13464" y="22812"/>
                </a:cubicBezTo>
                <a:cubicBezTo>
                  <a:pt x="12955" y="23187"/>
                  <a:pt x="12233" y="23615"/>
                  <a:pt x="11831" y="24177"/>
                </a:cubicBezTo>
                <a:cubicBezTo>
                  <a:pt x="12286" y="22357"/>
                  <a:pt x="14722" y="21768"/>
                  <a:pt x="16221" y="20698"/>
                </a:cubicBezTo>
                <a:close/>
                <a:moveTo>
                  <a:pt x="6692" y="20939"/>
                </a:moveTo>
                <a:cubicBezTo>
                  <a:pt x="7388" y="22893"/>
                  <a:pt x="9957" y="22866"/>
                  <a:pt x="11135" y="24445"/>
                </a:cubicBezTo>
                <a:cubicBezTo>
                  <a:pt x="9395" y="23481"/>
                  <a:pt x="6772" y="23080"/>
                  <a:pt x="6692" y="20939"/>
                </a:cubicBezTo>
                <a:close/>
                <a:moveTo>
                  <a:pt x="16194" y="21126"/>
                </a:moveTo>
                <a:cubicBezTo>
                  <a:pt x="15766" y="22304"/>
                  <a:pt x="14749" y="22919"/>
                  <a:pt x="13571" y="23455"/>
                </a:cubicBezTo>
                <a:cubicBezTo>
                  <a:pt x="12982" y="23722"/>
                  <a:pt x="12393" y="24017"/>
                  <a:pt x="11938" y="24445"/>
                </a:cubicBezTo>
                <a:cubicBezTo>
                  <a:pt x="12447" y="23562"/>
                  <a:pt x="13785" y="22919"/>
                  <a:pt x="14534" y="22411"/>
                </a:cubicBezTo>
                <a:cubicBezTo>
                  <a:pt x="15070" y="22063"/>
                  <a:pt x="15739" y="21661"/>
                  <a:pt x="16194" y="21126"/>
                </a:cubicBezTo>
                <a:close/>
                <a:moveTo>
                  <a:pt x="14048" y="0"/>
                </a:moveTo>
                <a:cubicBezTo>
                  <a:pt x="14002" y="0"/>
                  <a:pt x="13958" y="28"/>
                  <a:pt x="13946" y="88"/>
                </a:cubicBezTo>
                <a:cubicBezTo>
                  <a:pt x="13196" y="2390"/>
                  <a:pt x="11751" y="4183"/>
                  <a:pt x="10680" y="6298"/>
                </a:cubicBezTo>
                <a:cubicBezTo>
                  <a:pt x="9610" y="8466"/>
                  <a:pt x="9877" y="10795"/>
                  <a:pt x="10225" y="13096"/>
                </a:cubicBezTo>
                <a:cubicBezTo>
                  <a:pt x="10305" y="13766"/>
                  <a:pt x="10413" y="14435"/>
                  <a:pt x="10520" y="15104"/>
                </a:cubicBezTo>
                <a:cubicBezTo>
                  <a:pt x="10520" y="15131"/>
                  <a:pt x="10520" y="15157"/>
                  <a:pt x="10520" y="15157"/>
                </a:cubicBezTo>
                <a:cubicBezTo>
                  <a:pt x="10520" y="15184"/>
                  <a:pt x="10520" y="15211"/>
                  <a:pt x="10546" y="15211"/>
                </a:cubicBezTo>
                <a:cubicBezTo>
                  <a:pt x="10734" y="16469"/>
                  <a:pt x="10921" y="17727"/>
                  <a:pt x="11082" y="18985"/>
                </a:cubicBezTo>
                <a:cubicBezTo>
                  <a:pt x="10520" y="17700"/>
                  <a:pt x="9502" y="16737"/>
                  <a:pt x="8352" y="15907"/>
                </a:cubicBezTo>
                <a:cubicBezTo>
                  <a:pt x="8352" y="15880"/>
                  <a:pt x="8352" y="15853"/>
                  <a:pt x="8325" y="15853"/>
                </a:cubicBezTo>
                <a:cubicBezTo>
                  <a:pt x="8298" y="15853"/>
                  <a:pt x="8271" y="15827"/>
                  <a:pt x="8271" y="15827"/>
                </a:cubicBezTo>
                <a:cubicBezTo>
                  <a:pt x="7602" y="15345"/>
                  <a:pt x="6906" y="14890"/>
                  <a:pt x="6237" y="14461"/>
                </a:cubicBezTo>
                <a:cubicBezTo>
                  <a:pt x="5829" y="14193"/>
                  <a:pt x="5417" y="14081"/>
                  <a:pt x="5004" y="14081"/>
                </a:cubicBezTo>
                <a:cubicBezTo>
                  <a:pt x="3280" y="14081"/>
                  <a:pt x="1550" y="16040"/>
                  <a:pt x="81" y="16710"/>
                </a:cubicBezTo>
                <a:cubicBezTo>
                  <a:pt x="27" y="16737"/>
                  <a:pt x="1" y="16790"/>
                  <a:pt x="27" y="16844"/>
                </a:cubicBezTo>
                <a:cubicBezTo>
                  <a:pt x="27" y="16870"/>
                  <a:pt x="54" y="16870"/>
                  <a:pt x="54" y="16870"/>
                </a:cubicBezTo>
                <a:cubicBezTo>
                  <a:pt x="54" y="16870"/>
                  <a:pt x="54" y="16897"/>
                  <a:pt x="81" y="16897"/>
                </a:cubicBezTo>
                <a:cubicBezTo>
                  <a:pt x="81" y="16924"/>
                  <a:pt x="108" y="16924"/>
                  <a:pt x="108" y="16924"/>
                </a:cubicBezTo>
                <a:lnTo>
                  <a:pt x="135" y="16924"/>
                </a:lnTo>
                <a:cubicBezTo>
                  <a:pt x="1580" y="16924"/>
                  <a:pt x="2972" y="16656"/>
                  <a:pt x="4390" y="16576"/>
                </a:cubicBezTo>
                <a:lnTo>
                  <a:pt x="5354" y="16576"/>
                </a:lnTo>
                <a:cubicBezTo>
                  <a:pt x="7736" y="16870"/>
                  <a:pt x="8967" y="19413"/>
                  <a:pt x="11242" y="20082"/>
                </a:cubicBezTo>
                <a:cubicBezTo>
                  <a:pt x="11376" y="21367"/>
                  <a:pt x="11483" y="22679"/>
                  <a:pt x="11483" y="23990"/>
                </a:cubicBezTo>
                <a:cubicBezTo>
                  <a:pt x="11483" y="24124"/>
                  <a:pt x="11483" y="24284"/>
                  <a:pt x="11483" y="24445"/>
                </a:cubicBezTo>
                <a:cubicBezTo>
                  <a:pt x="10413" y="22545"/>
                  <a:pt x="7977" y="21715"/>
                  <a:pt x="6799" y="19895"/>
                </a:cubicBezTo>
                <a:cubicBezTo>
                  <a:pt x="6778" y="19863"/>
                  <a:pt x="6740" y="19848"/>
                  <a:pt x="6701" y="19848"/>
                </a:cubicBezTo>
                <a:cubicBezTo>
                  <a:pt x="6640" y="19848"/>
                  <a:pt x="6574" y="19884"/>
                  <a:pt x="6558" y="19948"/>
                </a:cubicBezTo>
                <a:cubicBezTo>
                  <a:pt x="6237" y="21340"/>
                  <a:pt x="6719" y="22411"/>
                  <a:pt x="7897" y="23241"/>
                </a:cubicBezTo>
                <a:cubicBezTo>
                  <a:pt x="8967" y="23990"/>
                  <a:pt x="10386" y="24177"/>
                  <a:pt x="11456" y="24954"/>
                </a:cubicBezTo>
                <a:cubicBezTo>
                  <a:pt x="11349" y="27523"/>
                  <a:pt x="10734" y="30093"/>
                  <a:pt x="10145" y="32609"/>
                </a:cubicBezTo>
                <a:cubicBezTo>
                  <a:pt x="10112" y="32690"/>
                  <a:pt x="10188" y="32751"/>
                  <a:pt x="10265" y="32751"/>
                </a:cubicBezTo>
                <a:cubicBezTo>
                  <a:pt x="10315" y="32751"/>
                  <a:pt x="10365" y="32725"/>
                  <a:pt x="10386" y="32662"/>
                </a:cubicBezTo>
                <a:cubicBezTo>
                  <a:pt x="10760" y="31003"/>
                  <a:pt x="11108" y="29343"/>
                  <a:pt x="11430" y="27684"/>
                </a:cubicBezTo>
                <a:cubicBezTo>
                  <a:pt x="11563" y="26854"/>
                  <a:pt x="11670" y="26024"/>
                  <a:pt x="11697" y="25194"/>
                </a:cubicBezTo>
                <a:cubicBezTo>
                  <a:pt x="12179" y="24017"/>
                  <a:pt x="13839" y="23669"/>
                  <a:pt x="14829" y="23080"/>
                </a:cubicBezTo>
                <a:cubicBezTo>
                  <a:pt x="15899" y="22491"/>
                  <a:pt x="16488" y="21581"/>
                  <a:pt x="16595" y="20377"/>
                </a:cubicBezTo>
                <a:cubicBezTo>
                  <a:pt x="16595" y="20350"/>
                  <a:pt x="16595" y="20350"/>
                  <a:pt x="16595" y="20323"/>
                </a:cubicBezTo>
                <a:cubicBezTo>
                  <a:pt x="16622" y="20270"/>
                  <a:pt x="16569" y="20243"/>
                  <a:pt x="16515" y="20216"/>
                </a:cubicBezTo>
                <a:lnTo>
                  <a:pt x="16462" y="20216"/>
                </a:lnTo>
                <a:cubicBezTo>
                  <a:pt x="16435" y="20216"/>
                  <a:pt x="16435" y="20243"/>
                  <a:pt x="16408" y="20243"/>
                </a:cubicBezTo>
                <a:cubicBezTo>
                  <a:pt x="15043" y="21474"/>
                  <a:pt x="12473" y="21983"/>
                  <a:pt x="11724" y="23722"/>
                </a:cubicBezTo>
                <a:cubicBezTo>
                  <a:pt x="11724" y="22571"/>
                  <a:pt x="11644" y="21447"/>
                  <a:pt x="11510" y="20323"/>
                </a:cubicBezTo>
                <a:cubicBezTo>
                  <a:pt x="11510" y="20189"/>
                  <a:pt x="11483" y="20082"/>
                  <a:pt x="11483" y="19948"/>
                </a:cubicBezTo>
                <a:cubicBezTo>
                  <a:pt x="12072" y="19172"/>
                  <a:pt x="13250" y="18824"/>
                  <a:pt x="14106" y="18450"/>
                </a:cubicBezTo>
                <a:cubicBezTo>
                  <a:pt x="15070" y="18021"/>
                  <a:pt x="16060" y="17593"/>
                  <a:pt x="16809" y="16844"/>
                </a:cubicBezTo>
                <a:cubicBezTo>
                  <a:pt x="18522" y="15157"/>
                  <a:pt x="18790" y="12160"/>
                  <a:pt x="19192" y="9938"/>
                </a:cubicBezTo>
                <a:cubicBezTo>
                  <a:pt x="19210" y="9848"/>
                  <a:pt x="19130" y="9770"/>
                  <a:pt x="19060" y="9770"/>
                </a:cubicBezTo>
                <a:cubicBezTo>
                  <a:pt x="19026" y="9770"/>
                  <a:pt x="18995" y="9788"/>
                  <a:pt x="18978" y="9831"/>
                </a:cubicBezTo>
                <a:cubicBezTo>
                  <a:pt x="18014" y="11758"/>
                  <a:pt x="15846" y="13070"/>
                  <a:pt x="14294" y="14488"/>
                </a:cubicBezTo>
                <a:cubicBezTo>
                  <a:pt x="12982" y="15693"/>
                  <a:pt x="11751" y="17138"/>
                  <a:pt x="11349" y="18851"/>
                </a:cubicBezTo>
                <a:cubicBezTo>
                  <a:pt x="11162" y="17593"/>
                  <a:pt x="10975" y="16335"/>
                  <a:pt x="10760" y="15104"/>
                </a:cubicBezTo>
                <a:cubicBezTo>
                  <a:pt x="11028" y="12534"/>
                  <a:pt x="11911" y="10233"/>
                  <a:pt x="12821" y="7877"/>
                </a:cubicBezTo>
                <a:cubicBezTo>
                  <a:pt x="13758" y="5334"/>
                  <a:pt x="14267" y="2818"/>
                  <a:pt x="14160" y="115"/>
                </a:cubicBezTo>
                <a:cubicBezTo>
                  <a:pt x="14160" y="42"/>
                  <a:pt x="14103" y="0"/>
                  <a:pt x="14048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92" name="Google Shape;1092;p76"/>
          <p:cNvSpPr txBox="1">
            <a:spLocks noGrp="1"/>
          </p:cNvSpPr>
          <p:nvPr>
            <p:ph type="title"/>
          </p:nvPr>
        </p:nvSpPr>
        <p:spPr>
          <a:xfrm>
            <a:off x="713250" y="523025"/>
            <a:ext cx="7717500" cy="541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>
                <a:solidFill>
                  <a:schemeClr val="accen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1093" name="Google Shape;1093;p76"/>
          <p:cNvSpPr txBox="1">
            <a:spLocks noGrp="1"/>
          </p:cNvSpPr>
          <p:nvPr>
            <p:ph type="subTitle" idx="1"/>
          </p:nvPr>
        </p:nvSpPr>
        <p:spPr>
          <a:xfrm>
            <a:off x="897675" y="1477800"/>
            <a:ext cx="4809300" cy="275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6D9C8B"/>
              </a:buClr>
              <a:buSzPts val="1600"/>
              <a:buFont typeface="Cairo"/>
              <a:buChar char="●"/>
              <a:defRPr sz="16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0E2A47"/>
              </a:buClr>
              <a:buSzPts val="1600"/>
              <a:buFont typeface="Cairo"/>
              <a:buChar char="○"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0E2A47"/>
              </a:buClr>
              <a:buSzPts val="1600"/>
              <a:buFont typeface="Cairo"/>
              <a:buChar char="■"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0E2A47"/>
              </a:buClr>
              <a:buSzPts val="1600"/>
              <a:buFont typeface="Cairo"/>
              <a:buChar char="●"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0E2A47"/>
              </a:buClr>
              <a:buSzPts val="1600"/>
              <a:buFont typeface="Cairo"/>
              <a:buChar char="○"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0E2A47"/>
              </a:buClr>
              <a:buSzPts val="1600"/>
              <a:buFont typeface="Cairo"/>
              <a:buChar char="■"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0E2A47"/>
              </a:buClr>
              <a:buSzPts val="1600"/>
              <a:buFont typeface="Cairo"/>
              <a:buChar char="●"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0E2A47"/>
              </a:buClr>
              <a:buSzPts val="1600"/>
              <a:buFont typeface="Cairo"/>
              <a:buChar char="○"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0E2A47"/>
              </a:buClr>
              <a:buSzPts val="1600"/>
              <a:buFont typeface="Cairo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1">
  <p:cSld name="CUSTOM_33">
    <p:spTree>
      <p:nvGrpSpPr>
        <p:cNvPr id="1" name="Shape 10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5" name="Google Shape;1095;p77"/>
          <p:cNvSpPr/>
          <p:nvPr/>
        </p:nvSpPr>
        <p:spPr>
          <a:xfrm rot="-5620610">
            <a:off x="7759237" y="345401"/>
            <a:ext cx="3242370" cy="3111144"/>
          </a:xfrm>
          <a:custGeom>
            <a:avLst/>
            <a:gdLst/>
            <a:ahLst/>
            <a:cxnLst/>
            <a:rect l="l" t="t" r="r" b="b"/>
            <a:pathLst>
              <a:path w="20582" h="19749" extrusionOk="0">
                <a:moveTo>
                  <a:pt x="15178" y="401"/>
                </a:moveTo>
                <a:cubicBezTo>
                  <a:pt x="11542" y="1"/>
                  <a:pt x="4470" y="1235"/>
                  <a:pt x="2235" y="7773"/>
                </a:cubicBezTo>
                <a:cubicBezTo>
                  <a:pt x="0" y="14311"/>
                  <a:pt x="7939" y="17947"/>
                  <a:pt x="11675" y="18848"/>
                </a:cubicBezTo>
                <a:cubicBezTo>
                  <a:pt x="15445" y="19748"/>
                  <a:pt x="20315" y="19448"/>
                  <a:pt x="20448" y="13477"/>
                </a:cubicBezTo>
                <a:cubicBezTo>
                  <a:pt x="20582" y="7506"/>
                  <a:pt x="18780" y="835"/>
                  <a:pt x="15178" y="401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96" name="Google Shape;1096;p77"/>
          <p:cNvSpPr/>
          <p:nvPr/>
        </p:nvSpPr>
        <p:spPr>
          <a:xfrm rot="-5400000" flipH="1">
            <a:off x="-700258" y="2716121"/>
            <a:ext cx="3397312" cy="3383225"/>
          </a:xfrm>
          <a:custGeom>
            <a:avLst/>
            <a:gdLst/>
            <a:ahLst/>
            <a:cxnLst/>
            <a:rect l="l" t="t" r="r" b="b"/>
            <a:pathLst>
              <a:path w="48235" h="48035" extrusionOk="0">
                <a:moveTo>
                  <a:pt x="3770" y="17379"/>
                </a:moveTo>
                <a:cubicBezTo>
                  <a:pt x="7573" y="20948"/>
                  <a:pt x="10108" y="20948"/>
                  <a:pt x="20515" y="21349"/>
                </a:cubicBezTo>
                <a:cubicBezTo>
                  <a:pt x="30956" y="21782"/>
                  <a:pt x="19314" y="35525"/>
                  <a:pt x="27520" y="41797"/>
                </a:cubicBezTo>
                <a:cubicBezTo>
                  <a:pt x="35726" y="48034"/>
                  <a:pt x="48235" y="37827"/>
                  <a:pt x="48235" y="26986"/>
                </a:cubicBezTo>
                <a:cubicBezTo>
                  <a:pt x="48235" y="16145"/>
                  <a:pt x="35026" y="0"/>
                  <a:pt x="18080" y="867"/>
                </a:cubicBezTo>
                <a:cubicBezTo>
                  <a:pt x="1135" y="1768"/>
                  <a:pt x="1" y="13843"/>
                  <a:pt x="3770" y="17379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97" name="Google Shape;1097;p77"/>
          <p:cNvSpPr/>
          <p:nvPr/>
        </p:nvSpPr>
        <p:spPr>
          <a:xfrm rot="1891771" flipH="1">
            <a:off x="3633391" y="3134640"/>
            <a:ext cx="2182046" cy="3720269"/>
          </a:xfrm>
          <a:custGeom>
            <a:avLst/>
            <a:gdLst/>
            <a:ahLst/>
            <a:cxnLst/>
            <a:rect l="l" t="t" r="r" b="b"/>
            <a:pathLst>
              <a:path w="19210" h="32752" extrusionOk="0">
                <a:moveTo>
                  <a:pt x="14053" y="490"/>
                </a:moveTo>
                <a:lnTo>
                  <a:pt x="14053" y="490"/>
                </a:lnTo>
                <a:cubicBezTo>
                  <a:pt x="14026" y="597"/>
                  <a:pt x="13999" y="758"/>
                  <a:pt x="13972" y="918"/>
                </a:cubicBezTo>
                <a:cubicBezTo>
                  <a:pt x="13972" y="865"/>
                  <a:pt x="13972" y="838"/>
                  <a:pt x="13946" y="838"/>
                </a:cubicBezTo>
                <a:cubicBezTo>
                  <a:pt x="13972" y="731"/>
                  <a:pt x="14026" y="597"/>
                  <a:pt x="14053" y="490"/>
                </a:cubicBezTo>
                <a:close/>
                <a:moveTo>
                  <a:pt x="13651" y="1560"/>
                </a:moveTo>
                <a:lnTo>
                  <a:pt x="13651" y="1560"/>
                </a:lnTo>
                <a:cubicBezTo>
                  <a:pt x="13276" y="3862"/>
                  <a:pt x="12045" y="5923"/>
                  <a:pt x="11189" y="8038"/>
                </a:cubicBezTo>
                <a:cubicBezTo>
                  <a:pt x="10522" y="9665"/>
                  <a:pt x="10466" y="11531"/>
                  <a:pt x="10493" y="13318"/>
                </a:cubicBezTo>
                <a:lnTo>
                  <a:pt x="10493" y="13318"/>
                </a:lnTo>
                <a:cubicBezTo>
                  <a:pt x="10490" y="13217"/>
                  <a:pt x="10464" y="13118"/>
                  <a:pt x="10439" y="13043"/>
                </a:cubicBezTo>
                <a:cubicBezTo>
                  <a:pt x="10091" y="10634"/>
                  <a:pt x="9904" y="8412"/>
                  <a:pt x="11001" y="6191"/>
                </a:cubicBezTo>
                <a:cubicBezTo>
                  <a:pt x="11724" y="4772"/>
                  <a:pt x="12714" y="3541"/>
                  <a:pt x="13410" y="2123"/>
                </a:cubicBezTo>
                <a:cubicBezTo>
                  <a:pt x="13491" y="1935"/>
                  <a:pt x="13571" y="1748"/>
                  <a:pt x="13651" y="1560"/>
                </a:cubicBezTo>
                <a:close/>
                <a:moveTo>
                  <a:pt x="13972" y="945"/>
                </a:moveTo>
                <a:lnTo>
                  <a:pt x="13972" y="945"/>
                </a:lnTo>
                <a:cubicBezTo>
                  <a:pt x="13972" y="1079"/>
                  <a:pt x="13946" y="1212"/>
                  <a:pt x="13946" y="1346"/>
                </a:cubicBezTo>
                <a:cubicBezTo>
                  <a:pt x="13946" y="2524"/>
                  <a:pt x="13758" y="3702"/>
                  <a:pt x="13517" y="4853"/>
                </a:cubicBezTo>
                <a:cubicBezTo>
                  <a:pt x="12821" y="7877"/>
                  <a:pt x="11376" y="10580"/>
                  <a:pt x="10760" y="13605"/>
                </a:cubicBezTo>
                <a:cubicBezTo>
                  <a:pt x="10787" y="11357"/>
                  <a:pt x="10921" y="9189"/>
                  <a:pt x="11858" y="7074"/>
                </a:cubicBezTo>
                <a:cubicBezTo>
                  <a:pt x="12741" y="5094"/>
                  <a:pt x="13785" y="3140"/>
                  <a:pt x="13972" y="945"/>
                </a:cubicBezTo>
                <a:close/>
                <a:moveTo>
                  <a:pt x="5002" y="14350"/>
                </a:moveTo>
                <a:cubicBezTo>
                  <a:pt x="5585" y="14350"/>
                  <a:pt x="6085" y="14646"/>
                  <a:pt x="6746" y="15104"/>
                </a:cubicBezTo>
                <a:cubicBezTo>
                  <a:pt x="6879" y="15184"/>
                  <a:pt x="7013" y="15264"/>
                  <a:pt x="7147" y="15372"/>
                </a:cubicBezTo>
                <a:cubicBezTo>
                  <a:pt x="6694" y="15252"/>
                  <a:pt x="6232" y="15200"/>
                  <a:pt x="5767" y="15200"/>
                </a:cubicBezTo>
                <a:cubicBezTo>
                  <a:pt x="4364" y="15200"/>
                  <a:pt x="2927" y="15672"/>
                  <a:pt x="1580" y="16174"/>
                </a:cubicBezTo>
                <a:cubicBezTo>
                  <a:pt x="2329" y="15666"/>
                  <a:pt x="3025" y="15077"/>
                  <a:pt x="3855" y="14676"/>
                </a:cubicBezTo>
                <a:cubicBezTo>
                  <a:pt x="4297" y="14450"/>
                  <a:pt x="4663" y="14350"/>
                  <a:pt x="5002" y="14350"/>
                </a:cubicBezTo>
                <a:close/>
                <a:moveTo>
                  <a:pt x="5753" y="15432"/>
                </a:moveTo>
                <a:cubicBezTo>
                  <a:pt x="6514" y="15432"/>
                  <a:pt x="7262" y="15581"/>
                  <a:pt x="7977" y="15960"/>
                </a:cubicBezTo>
                <a:cubicBezTo>
                  <a:pt x="8619" y="16389"/>
                  <a:pt x="9208" y="16870"/>
                  <a:pt x="9743" y="17406"/>
                </a:cubicBezTo>
                <a:cubicBezTo>
                  <a:pt x="8352" y="16737"/>
                  <a:pt x="6906" y="16389"/>
                  <a:pt x="5381" y="16335"/>
                </a:cubicBezTo>
                <a:lnTo>
                  <a:pt x="4765" y="16335"/>
                </a:lnTo>
                <a:cubicBezTo>
                  <a:pt x="3828" y="16335"/>
                  <a:pt x="2918" y="16469"/>
                  <a:pt x="1981" y="16576"/>
                </a:cubicBezTo>
                <a:cubicBezTo>
                  <a:pt x="1633" y="16603"/>
                  <a:pt x="1312" y="16629"/>
                  <a:pt x="964" y="16656"/>
                </a:cubicBezTo>
                <a:cubicBezTo>
                  <a:pt x="2489" y="16094"/>
                  <a:pt x="4149" y="15432"/>
                  <a:pt x="5753" y="15432"/>
                </a:cubicBezTo>
                <a:close/>
                <a:moveTo>
                  <a:pt x="18748" y="11060"/>
                </a:moveTo>
                <a:cubicBezTo>
                  <a:pt x="18737" y="11089"/>
                  <a:pt x="18737" y="11129"/>
                  <a:pt x="18737" y="11169"/>
                </a:cubicBezTo>
                <a:cubicBezTo>
                  <a:pt x="18603" y="11892"/>
                  <a:pt x="18442" y="12588"/>
                  <a:pt x="18282" y="13284"/>
                </a:cubicBezTo>
                <a:cubicBezTo>
                  <a:pt x="17907" y="14729"/>
                  <a:pt x="17291" y="16255"/>
                  <a:pt x="16087" y="17165"/>
                </a:cubicBezTo>
                <a:cubicBezTo>
                  <a:pt x="14963" y="17995"/>
                  <a:pt x="13223" y="18289"/>
                  <a:pt x="12045" y="19119"/>
                </a:cubicBezTo>
                <a:cubicBezTo>
                  <a:pt x="12473" y="18342"/>
                  <a:pt x="12955" y="17700"/>
                  <a:pt x="13785" y="17218"/>
                </a:cubicBezTo>
                <a:cubicBezTo>
                  <a:pt x="14508" y="16790"/>
                  <a:pt x="15257" y="16469"/>
                  <a:pt x="15873" y="15907"/>
                </a:cubicBezTo>
                <a:cubicBezTo>
                  <a:pt x="16542" y="15291"/>
                  <a:pt x="17077" y="14408"/>
                  <a:pt x="17532" y="13659"/>
                </a:cubicBezTo>
                <a:cubicBezTo>
                  <a:pt x="18036" y="12864"/>
                  <a:pt x="18250" y="11859"/>
                  <a:pt x="18748" y="11060"/>
                </a:cubicBezTo>
                <a:close/>
                <a:moveTo>
                  <a:pt x="18549" y="10928"/>
                </a:moveTo>
                <a:lnTo>
                  <a:pt x="18549" y="10928"/>
                </a:lnTo>
                <a:cubicBezTo>
                  <a:pt x="18201" y="11517"/>
                  <a:pt x="18014" y="12213"/>
                  <a:pt x="17693" y="12856"/>
                </a:cubicBezTo>
                <a:cubicBezTo>
                  <a:pt x="17184" y="13899"/>
                  <a:pt x="16488" y="14863"/>
                  <a:pt x="15712" y="15719"/>
                </a:cubicBezTo>
                <a:cubicBezTo>
                  <a:pt x="15016" y="16469"/>
                  <a:pt x="13919" y="16844"/>
                  <a:pt x="13062" y="17379"/>
                </a:cubicBezTo>
                <a:cubicBezTo>
                  <a:pt x="12313" y="17861"/>
                  <a:pt x="11911" y="18798"/>
                  <a:pt x="11510" y="19547"/>
                </a:cubicBezTo>
                <a:cubicBezTo>
                  <a:pt x="11485" y="19571"/>
                  <a:pt x="11461" y="19573"/>
                  <a:pt x="11457" y="19594"/>
                </a:cubicBezTo>
                <a:lnTo>
                  <a:pt x="11457" y="19594"/>
                </a:lnTo>
                <a:cubicBezTo>
                  <a:pt x="11836" y="15557"/>
                  <a:pt x="16249" y="13818"/>
                  <a:pt x="18549" y="10928"/>
                </a:cubicBezTo>
                <a:close/>
                <a:moveTo>
                  <a:pt x="6505" y="16683"/>
                </a:moveTo>
                <a:lnTo>
                  <a:pt x="6505" y="16683"/>
                </a:lnTo>
                <a:cubicBezTo>
                  <a:pt x="7763" y="16844"/>
                  <a:pt x="8994" y="17245"/>
                  <a:pt x="10145" y="17914"/>
                </a:cubicBezTo>
                <a:cubicBezTo>
                  <a:pt x="10573" y="18450"/>
                  <a:pt x="10921" y="19065"/>
                  <a:pt x="11135" y="19788"/>
                </a:cubicBezTo>
                <a:cubicBezTo>
                  <a:pt x="9315" y="19172"/>
                  <a:pt x="8191" y="17432"/>
                  <a:pt x="6505" y="16683"/>
                </a:cubicBezTo>
                <a:close/>
                <a:moveTo>
                  <a:pt x="6772" y="20270"/>
                </a:moveTo>
                <a:cubicBezTo>
                  <a:pt x="7736" y="21581"/>
                  <a:pt x="9342" y="22384"/>
                  <a:pt x="10466" y="23535"/>
                </a:cubicBezTo>
                <a:cubicBezTo>
                  <a:pt x="9074" y="22598"/>
                  <a:pt x="7120" y="22331"/>
                  <a:pt x="6826" y="20350"/>
                </a:cubicBezTo>
                <a:cubicBezTo>
                  <a:pt x="6799" y="20323"/>
                  <a:pt x="6772" y="20296"/>
                  <a:pt x="6746" y="20270"/>
                </a:cubicBezTo>
                <a:close/>
                <a:moveTo>
                  <a:pt x="16221" y="20698"/>
                </a:moveTo>
                <a:cubicBezTo>
                  <a:pt x="15685" y="21635"/>
                  <a:pt x="14267" y="22304"/>
                  <a:pt x="13464" y="22812"/>
                </a:cubicBezTo>
                <a:cubicBezTo>
                  <a:pt x="12955" y="23187"/>
                  <a:pt x="12233" y="23615"/>
                  <a:pt x="11831" y="24177"/>
                </a:cubicBezTo>
                <a:cubicBezTo>
                  <a:pt x="12286" y="22357"/>
                  <a:pt x="14722" y="21768"/>
                  <a:pt x="16221" y="20698"/>
                </a:cubicBezTo>
                <a:close/>
                <a:moveTo>
                  <a:pt x="6692" y="20939"/>
                </a:moveTo>
                <a:cubicBezTo>
                  <a:pt x="7388" y="22893"/>
                  <a:pt x="9957" y="22866"/>
                  <a:pt x="11135" y="24445"/>
                </a:cubicBezTo>
                <a:cubicBezTo>
                  <a:pt x="9395" y="23481"/>
                  <a:pt x="6772" y="23080"/>
                  <a:pt x="6692" y="20939"/>
                </a:cubicBezTo>
                <a:close/>
                <a:moveTo>
                  <a:pt x="16194" y="21126"/>
                </a:moveTo>
                <a:cubicBezTo>
                  <a:pt x="15766" y="22304"/>
                  <a:pt x="14749" y="22919"/>
                  <a:pt x="13571" y="23455"/>
                </a:cubicBezTo>
                <a:cubicBezTo>
                  <a:pt x="12982" y="23722"/>
                  <a:pt x="12393" y="24017"/>
                  <a:pt x="11938" y="24445"/>
                </a:cubicBezTo>
                <a:cubicBezTo>
                  <a:pt x="12447" y="23562"/>
                  <a:pt x="13785" y="22919"/>
                  <a:pt x="14534" y="22411"/>
                </a:cubicBezTo>
                <a:cubicBezTo>
                  <a:pt x="15070" y="22063"/>
                  <a:pt x="15739" y="21661"/>
                  <a:pt x="16194" y="21126"/>
                </a:cubicBezTo>
                <a:close/>
                <a:moveTo>
                  <a:pt x="14048" y="0"/>
                </a:moveTo>
                <a:cubicBezTo>
                  <a:pt x="14002" y="0"/>
                  <a:pt x="13958" y="28"/>
                  <a:pt x="13946" y="88"/>
                </a:cubicBezTo>
                <a:cubicBezTo>
                  <a:pt x="13196" y="2390"/>
                  <a:pt x="11751" y="4183"/>
                  <a:pt x="10680" y="6298"/>
                </a:cubicBezTo>
                <a:cubicBezTo>
                  <a:pt x="9610" y="8466"/>
                  <a:pt x="9877" y="10795"/>
                  <a:pt x="10225" y="13096"/>
                </a:cubicBezTo>
                <a:cubicBezTo>
                  <a:pt x="10305" y="13766"/>
                  <a:pt x="10413" y="14435"/>
                  <a:pt x="10520" y="15104"/>
                </a:cubicBezTo>
                <a:cubicBezTo>
                  <a:pt x="10520" y="15131"/>
                  <a:pt x="10520" y="15157"/>
                  <a:pt x="10520" y="15157"/>
                </a:cubicBezTo>
                <a:cubicBezTo>
                  <a:pt x="10520" y="15184"/>
                  <a:pt x="10520" y="15211"/>
                  <a:pt x="10546" y="15211"/>
                </a:cubicBezTo>
                <a:cubicBezTo>
                  <a:pt x="10734" y="16469"/>
                  <a:pt x="10921" y="17727"/>
                  <a:pt x="11082" y="18985"/>
                </a:cubicBezTo>
                <a:cubicBezTo>
                  <a:pt x="10520" y="17700"/>
                  <a:pt x="9502" y="16737"/>
                  <a:pt x="8352" y="15907"/>
                </a:cubicBezTo>
                <a:cubicBezTo>
                  <a:pt x="8352" y="15880"/>
                  <a:pt x="8352" y="15853"/>
                  <a:pt x="8325" y="15853"/>
                </a:cubicBezTo>
                <a:cubicBezTo>
                  <a:pt x="8298" y="15853"/>
                  <a:pt x="8271" y="15827"/>
                  <a:pt x="8271" y="15827"/>
                </a:cubicBezTo>
                <a:cubicBezTo>
                  <a:pt x="7602" y="15345"/>
                  <a:pt x="6906" y="14890"/>
                  <a:pt x="6237" y="14461"/>
                </a:cubicBezTo>
                <a:cubicBezTo>
                  <a:pt x="5829" y="14193"/>
                  <a:pt x="5417" y="14081"/>
                  <a:pt x="5004" y="14081"/>
                </a:cubicBezTo>
                <a:cubicBezTo>
                  <a:pt x="3280" y="14081"/>
                  <a:pt x="1550" y="16040"/>
                  <a:pt x="81" y="16710"/>
                </a:cubicBezTo>
                <a:cubicBezTo>
                  <a:pt x="27" y="16737"/>
                  <a:pt x="1" y="16790"/>
                  <a:pt x="27" y="16844"/>
                </a:cubicBezTo>
                <a:cubicBezTo>
                  <a:pt x="27" y="16870"/>
                  <a:pt x="54" y="16870"/>
                  <a:pt x="54" y="16870"/>
                </a:cubicBezTo>
                <a:cubicBezTo>
                  <a:pt x="54" y="16870"/>
                  <a:pt x="54" y="16897"/>
                  <a:pt x="81" y="16897"/>
                </a:cubicBezTo>
                <a:cubicBezTo>
                  <a:pt x="81" y="16924"/>
                  <a:pt x="108" y="16924"/>
                  <a:pt x="108" y="16924"/>
                </a:cubicBezTo>
                <a:lnTo>
                  <a:pt x="135" y="16924"/>
                </a:lnTo>
                <a:cubicBezTo>
                  <a:pt x="1580" y="16924"/>
                  <a:pt x="2972" y="16656"/>
                  <a:pt x="4390" y="16576"/>
                </a:cubicBezTo>
                <a:lnTo>
                  <a:pt x="5354" y="16576"/>
                </a:lnTo>
                <a:cubicBezTo>
                  <a:pt x="7736" y="16870"/>
                  <a:pt x="8967" y="19413"/>
                  <a:pt x="11242" y="20082"/>
                </a:cubicBezTo>
                <a:cubicBezTo>
                  <a:pt x="11376" y="21367"/>
                  <a:pt x="11483" y="22679"/>
                  <a:pt x="11483" y="23990"/>
                </a:cubicBezTo>
                <a:cubicBezTo>
                  <a:pt x="11483" y="24124"/>
                  <a:pt x="11483" y="24284"/>
                  <a:pt x="11483" y="24445"/>
                </a:cubicBezTo>
                <a:cubicBezTo>
                  <a:pt x="10413" y="22545"/>
                  <a:pt x="7977" y="21715"/>
                  <a:pt x="6799" y="19895"/>
                </a:cubicBezTo>
                <a:cubicBezTo>
                  <a:pt x="6778" y="19863"/>
                  <a:pt x="6740" y="19848"/>
                  <a:pt x="6701" y="19848"/>
                </a:cubicBezTo>
                <a:cubicBezTo>
                  <a:pt x="6640" y="19848"/>
                  <a:pt x="6574" y="19884"/>
                  <a:pt x="6558" y="19948"/>
                </a:cubicBezTo>
                <a:cubicBezTo>
                  <a:pt x="6237" y="21340"/>
                  <a:pt x="6719" y="22411"/>
                  <a:pt x="7897" y="23241"/>
                </a:cubicBezTo>
                <a:cubicBezTo>
                  <a:pt x="8967" y="23990"/>
                  <a:pt x="10386" y="24177"/>
                  <a:pt x="11456" y="24954"/>
                </a:cubicBezTo>
                <a:cubicBezTo>
                  <a:pt x="11349" y="27523"/>
                  <a:pt x="10734" y="30093"/>
                  <a:pt x="10145" y="32609"/>
                </a:cubicBezTo>
                <a:cubicBezTo>
                  <a:pt x="10112" y="32690"/>
                  <a:pt x="10188" y="32751"/>
                  <a:pt x="10265" y="32751"/>
                </a:cubicBezTo>
                <a:cubicBezTo>
                  <a:pt x="10315" y="32751"/>
                  <a:pt x="10365" y="32725"/>
                  <a:pt x="10386" y="32662"/>
                </a:cubicBezTo>
                <a:cubicBezTo>
                  <a:pt x="10760" y="31003"/>
                  <a:pt x="11108" y="29343"/>
                  <a:pt x="11430" y="27684"/>
                </a:cubicBezTo>
                <a:cubicBezTo>
                  <a:pt x="11563" y="26854"/>
                  <a:pt x="11670" y="26024"/>
                  <a:pt x="11697" y="25194"/>
                </a:cubicBezTo>
                <a:cubicBezTo>
                  <a:pt x="12179" y="24017"/>
                  <a:pt x="13839" y="23669"/>
                  <a:pt x="14829" y="23080"/>
                </a:cubicBezTo>
                <a:cubicBezTo>
                  <a:pt x="15899" y="22491"/>
                  <a:pt x="16488" y="21581"/>
                  <a:pt x="16595" y="20377"/>
                </a:cubicBezTo>
                <a:cubicBezTo>
                  <a:pt x="16595" y="20350"/>
                  <a:pt x="16595" y="20350"/>
                  <a:pt x="16595" y="20323"/>
                </a:cubicBezTo>
                <a:cubicBezTo>
                  <a:pt x="16622" y="20270"/>
                  <a:pt x="16569" y="20243"/>
                  <a:pt x="16515" y="20216"/>
                </a:cubicBezTo>
                <a:lnTo>
                  <a:pt x="16462" y="20216"/>
                </a:lnTo>
                <a:cubicBezTo>
                  <a:pt x="16435" y="20216"/>
                  <a:pt x="16435" y="20243"/>
                  <a:pt x="16408" y="20243"/>
                </a:cubicBezTo>
                <a:cubicBezTo>
                  <a:pt x="15043" y="21474"/>
                  <a:pt x="12473" y="21983"/>
                  <a:pt x="11724" y="23722"/>
                </a:cubicBezTo>
                <a:cubicBezTo>
                  <a:pt x="11724" y="22571"/>
                  <a:pt x="11644" y="21447"/>
                  <a:pt x="11510" y="20323"/>
                </a:cubicBezTo>
                <a:cubicBezTo>
                  <a:pt x="11510" y="20189"/>
                  <a:pt x="11483" y="20082"/>
                  <a:pt x="11483" y="19948"/>
                </a:cubicBezTo>
                <a:cubicBezTo>
                  <a:pt x="12072" y="19172"/>
                  <a:pt x="13250" y="18824"/>
                  <a:pt x="14106" y="18450"/>
                </a:cubicBezTo>
                <a:cubicBezTo>
                  <a:pt x="15070" y="18021"/>
                  <a:pt x="16060" y="17593"/>
                  <a:pt x="16809" y="16844"/>
                </a:cubicBezTo>
                <a:cubicBezTo>
                  <a:pt x="18522" y="15157"/>
                  <a:pt x="18790" y="12160"/>
                  <a:pt x="19192" y="9938"/>
                </a:cubicBezTo>
                <a:cubicBezTo>
                  <a:pt x="19210" y="9848"/>
                  <a:pt x="19130" y="9770"/>
                  <a:pt x="19060" y="9770"/>
                </a:cubicBezTo>
                <a:cubicBezTo>
                  <a:pt x="19026" y="9770"/>
                  <a:pt x="18995" y="9788"/>
                  <a:pt x="18978" y="9831"/>
                </a:cubicBezTo>
                <a:cubicBezTo>
                  <a:pt x="18014" y="11758"/>
                  <a:pt x="15846" y="13070"/>
                  <a:pt x="14294" y="14488"/>
                </a:cubicBezTo>
                <a:cubicBezTo>
                  <a:pt x="12982" y="15693"/>
                  <a:pt x="11751" y="17138"/>
                  <a:pt x="11349" y="18851"/>
                </a:cubicBezTo>
                <a:cubicBezTo>
                  <a:pt x="11162" y="17593"/>
                  <a:pt x="10975" y="16335"/>
                  <a:pt x="10760" y="15104"/>
                </a:cubicBezTo>
                <a:cubicBezTo>
                  <a:pt x="11028" y="12534"/>
                  <a:pt x="11911" y="10233"/>
                  <a:pt x="12821" y="7877"/>
                </a:cubicBezTo>
                <a:cubicBezTo>
                  <a:pt x="13758" y="5334"/>
                  <a:pt x="14267" y="2818"/>
                  <a:pt x="14160" y="115"/>
                </a:cubicBezTo>
                <a:cubicBezTo>
                  <a:pt x="14160" y="42"/>
                  <a:pt x="14103" y="0"/>
                  <a:pt x="14048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98" name="Google Shape;1098;p77"/>
          <p:cNvSpPr txBox="1">
            <a:spLocks noGrp="1"/>
          </p:cNvSpPr>
          <p:nvPr>
            <p:ph type="title"/>
          </p:nvPr>
        </p:nvSpPr>
        <p:spPr>
          <a:xfrm>
            <a:off x="713250" y="523025"/>
            <a:ext cx="7717500" cy="541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1099" name="Google Shape;1099;p77"/>
          <p:cNvSpPr txBox="1">
            <a:spLocks noGrp="1"/>
          </p:cNvSpPr>
          <p:nvPr>
            <p:ph type="subTitle" idx="1"/>
          </p:nvPr>
        </p:nvSpPr>
        <p:spPr>
          <a:xfrm>
            <a:off x="5403875" y="1333525"/>
            <a:ext cx="2167800" cy="454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2200" b="1">
                <a:solidFill>
                  <a:schemeClr val="accent2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00" name="Google Shape;1100;p77"/>
          <p:cNvSpPr txBox="1">
            <a:spLocks noGrp="1"/>
          </p:cNvSpPr>
          <p:nvPr>
            <p:ph type="subTitle" idx="2"/>
          </p:nvPr>
        </p:nvSpPr>
        <p:spPr>
          <a:xfrm>
            <a:off x="5403875" y="2852975"/>
            <a:ext cx="2167800" cy="454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2200" b="1">
                <a:solidFill>
                  <a:schemeClr val="accent2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01" name="Google Shape;1101;p77"/>
          <p:cNvSpPr txBox="1">
            <a:spLocks noGrp="1"/>
          </p:cNvSpPr>
          <p:nvPr>
            <p:ph type="subTitle" idx="3"/>
          </p:nvPr>
        </p:nvSpPr>
        <p:spPr>
          <a:xfrm>
            <a:off x="5403875" y="1839280"/>
            <a:ext cx="2167800" cy="81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02" name="Google Shape;1102;p77"/>
          <p:cNvSpPr txBox="1">
            <a:spLocks noGrp="1"/>
          </p:cNvSpPr>
          <p:nvPr>
            <p:ph type="subTitle" idx="4"/>
          </p:nvPr>
        </p:nvSpPr>
        <p:spPr>
          <a:xfrm>
            <a:off x="5403875" y="3358730"/>
            <a:ext cx="2167800" cy="81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CUSTOM_28">
    <p:spTree>
      <p:nvGrpSpPr>
        <p:cNvPr id="1" name="Shape 1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4" name="Google Shape;1104;p78"/>
          <p:cNvSpPr/>
          <p:nvPr/>
        </p:nvSpPr>
        <p:spPr>
          <a:xfrm rot="5035045">
            <a:off x="-2322768" y="2876704"/>
            <a:ext cx="5262855" cy="3237953"/>
          </a:xfrm>
          <a:custGeom>
            <a:avLst/>
            <a:gdLst/>
            <a:ahLst/>
            <a:cxnLst/>
            <a:rect l="l" t="t" r="r" b="b"/>
            <a:pathLst>
              <a:path w="59643" h="36694" extrusionOk="0">
                <a:moveTo>
                  <a:pt x="6271" y="15779"/>
                </a:moveTo>
                <a:cubicBezTo>
                  <a:pt x="9374" y="14178"/>
                  <a:pt x="17513" y="18347"/>
                  <a:pt x="23150" y="11676"/>
                </a:cubicBezTo>
                <a:cubicBezTo>
                  <a:pt x="28787" y="5004"/>
                  <a:pt x="30455" y="1"/>
                  <a:pt x="37327" y="2302"/>
                </a:cubicBezTo>
                <a:cubicBezTo>
                  <a:pt x="44198" y="4571"/>
                  <a:pt x="43064" y="13410"/>
                  <a:pt x="47601" y="15779"/>
                </a:cubicBezTo>
                <a:cubicBezTo>
                  <a:pt x="52104" y="18147"/>
                  <a:pt x="59643" y="31690"/>
                  <a:pt x="43364" y="34192"/>
                </a:cubicBezTo>
                <a:cubicBezTo>
                  <a:pt x="27120" y="36694"/>
                  <a:pt x="10441" y="33158"/>
                  <a:pt x="5204" y="27520"/>
                </a:cubicBezTo>
                <a:cubicBezTo>
                  <a:pt x="0" y="21883"/>
                  <a:pt x="3136" y="17380"/>
                  <a:pt x="6271" y="15779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05" name="Google Shape;1105;p78"/>
          <p:cNvGrpSpPr/>
          <p:nvPr/>
        </p:nvGrpSpPr>
        <p:grpSpPr>
          <a:xfrm>
            <a:off x="-107118" y="-842535"/>
            <a:ext cx="2304462" cy="2293869"/>
            <a:chOff x="2414491" y="671177"/>
            <a:chExt cx="1830972" cy="1822411"/>
          </a:xfrm>
        </p:grpSpPr>
        <p:sp>
          <p:nvSpPr>
            <p:cNvPr id="1106" name="Google Shape;1106;p78"/>
            <p:cNvSpPr/>
            <p:nvPr/>
          </p:nvSpPr>
          <p:spPr>
            <a:xfrm>
              <a:off x="2414491" y="671177"/>
              <a:ext cx="1830972" cy="1822391"/>
            </a:xfrm>
            <a:custGeom>
              <a:avLst/>
              <a:gdLst/>
              <a:ahLst/>
              <a:cxnLst/>
              <a:rect l="l" t="t" r="r" b="b"/>
              <a:pathLst>
                <a:path w="45663" h="45449" extrusionOk="0">
                  <a:moveTo>
                    <a:pt x="10947" y="4979"/>
                  </a:moveTo>
                  <a:lnTo>
                    <a:pt x="15605" y="7656"/>
                  </a:lnTo>
                  <a:lnTo>
                    <a:pt x="15605" y="13062"/>
                  </a:lnTo>
                  <a:lnTo>
                    <a:pt x="10947" y="15766"/>
                  </a:lnTo>
                  <a:lnTo>
                    <a:pt x="6263" y="13062"/>
                  </a:lnTo>
                  <a:lnTo>
                    <a:pt x="6263" y="7656"/>
                  </a:lnTo>
                  <a:lnTo>
                    <a:pt x="10947" y="4979"/>
                  </a:lnTo>
                  <a:close/>
                  <a:moveTo>
                    <a:pt x="20449" y="4979"/>
                  </a:moveTo>
                  <a:lnTo>
                    <a:pt x="25133" y="7656"/>
                  </a:lnTo>
                  <a:lnTo>
                    <a:pt x="25133" y="13062"/>
                  </a:lnTo>
                  <a:lnTo>
                    <a:pt x="20449" y="15766"/>
                  </a:lnTo>
                  <a:lnTo>
                    <a:pt x="15792" y="13062"/>
                  </a:lnTo>
                  <a:lnTo>
                    <a:pt x="15792" y="7656"/>
                  </a:lnTo>
                  <a:lnTo>
                    <a:pt x="20449" y="4979"/>
                  </a:lnTo>
                  <a:close/>
                  <a:moveTo>
                    <a:pt x="29978" y="4979"/>
                  </a:moveTo>
                  <a:lnTo>
                    <a:pt x="34635" y="7656"/>
                  </a:lnTo>
                  <a:lnTo>
                    <a:pt x="34635" y="13062"/>
                  </a:lnTo>
                  <a:lnTo>
                    <a:pt x="29978" y="15766"/>
                  </a:lnTo>
                  <a:lnTo>
                    <a:pt x="25294" y="13062"/>
                  </a:lnTo>
                  <a:lnTo>
                    <a:pt x="25294" y="7656"/>
                  </a:lnTo>
                  <a:lnTo>
                    <a:pt x="29978" y="4979"/>
                  </a:lnTo>
                  <a:close/>
                  <a:moveTo>
                    <a:pt x="6183" y="13196"/>
                  </a:moveTo>
                  <a:lnTo>
                    <a:pt x="10867" y="15899"/>
                  </a:lnTo>
                  <a:lnTo>
                    <a:pt x="10867" y="21306"/>
                  </a:lnTo>
                  <a:lnTo>
                    <a:pt x="6183" y="23983"/>
                  </a:lnTo>
                  <a:lnTo>
                    <a:pt x="1526" y="21306"/>
                  </a:lnTo>
                  <a:lnTo>
                    <a:pt x="1526" y="15899"/>
                  </a:lnTo>
                  <a:lnTo>
                    <a:pt x="6183" y="13196"/>
                  </a:lnTo>
                  <a:close/>
                  <a:moveTo>
                    <a:pt x="15712" y="13196"/>
                  </a:moveTo>
                  <a:lnTo>
                    <a:pt x="20369" y="15899"/>
                  </a:lnTo>
                  <a:lnTo>
                    <a:pt x="20369" y="21306"/>
                  </a:lnTo>
                  <a:lnTo>
                    <a:pt x="15712" y="23983"/>
                  </a:lnTo>
                  <a:lnTo>
                    <a:pt x="11028" y="21306"/>
                  </a:lnTo>
                  <a:lnTo>
                    <a:pt x="11028" y="15899"/>
                  </a:lnTo>
                  <a:lnTo>
                    <a:pt x="15712" y="13196"/>
                  </a:lnTo>
                  <a:close/>
                  <a:moveTo>
                    <a:pt x="25213" y="13196"/>
                  </a:moveTo>
                  <a:lnTo>
                    <a:pt x="29871" y="15899"/>
                  </a:lnTo>
                  <a:lnTo>
                    <a:pt x="29871" y="21306"/>
                  </a:lnTo>
                  <a:lnTo>
                    <a:pt x="25213" y="23983"/>
                  </a:lnTo>
                  <a:lnTo>
                    <a:pt x="20529" y="21306"/>
                  </a:lnTo>
                  <a:lnTo>
                    <a:pt x="20529" y="15899"/>
                  </a:lnTo>
                  <a:lnTo>
                    <a:pt x="25213" y="13196"/>
                  </a:lnTo>
                  <a:close/>
                  <a:moveTo>
                    <a:pt x="34715" y="13196"/>
                  </a:moveTo>
                  <a:lnTo>
                    <a:pt x="39399" y="15899"/>
                  </a:lnTo>
                  <a:lnTo>
                    <a:pt x="39399" y="21306"/>
                  </a:lnTo>
                  <a:lnTo>
                    <a:pt x="34715" y="23983"/>
                  </a:lnTo>
                  <a:lnTo>
                    <a:pt x="30058" y="21306"/>
                  </a:lnTo>
                  <a:lnTo>
                    <a:pt x="30058" y="15899"/>
                  </a:lnTo>
                  <a:lnTo>
                    <a:pt x="34715" y="13196"/>
                  </a:lnTo>
                  <a:close/>
                  <a:moveTo>
                    <a:pt x="10947" y="21440"/>
                  </a:moveTo>
                  <a:lnTo>
                    <a:pt x="15605" y="24143"/>
                  </a:lnTo>
                  <a:lnTo>
                    <a:pt x="15605" y="29523"/>
                  </a:lnTo>
                  <a:lnTo>
                    <a:pt x="10947" y="32226"/>
                  </a:lnTo>
                  <a:lnTo>
                    <a:pt x="6263" y="29523"/>
                  </a:lnTo>
                  <a:lnTo>
                    <a:pt x="6263" y="24143"/>
                  </a:lnTo>
                  <a:lnTo>
                    <a:pt x="10947" y="21440"/>
                  </a:lnTo>
                  <a:close/>
                  <a:moveTo>
                    <a:pt x="20449" y="21440"/>
                  </a:moveTo>
                  <a:lnTo>
                    <a:pt x="25133" y="24143"/>
                  </a:lnTo>
                  <a:lnTo>
                    <a:pt x="25133" y="29523"/>
                  </a:lnTo>
                  <a:lnTo>
                    <a:pt x="20449" y="32226"/>
                  </a:lnTo>
                  <a:lnTo>
                    <a:pt x="15792" y="29523"/>
                  </a:lnTo>
                  <a:lnTo>
                    <a:pt x="15792" y="24143"/>
                  </a:lnTo>
                  <a:lnTo>
                    <a:pt x="20449" y="21440"/>
                  </a:lnTo>
                  <a:close/>
                  <a:moveTo>
                    <a:pt x="29978" y="21440"/>
                  </a:moveTo>
                  <a:lnTo>
                    <a:pt x="34635" y="24143"/>
                  </a:lnTo>
                  <a:lnTo>
                    <a:pt x="34635" y="29523"/>
                  </a:lnTo>
                  <a:lnTo>
                    <a:pt x="29978" y="32226"/>
                  </a:lnTo>
                  <a:lnTo>
                    <a:pt x="25294" y="29523"/>
                  </a:lnTo>
                  <a:lnTo>
                    <a:pt x="25294" y="24143"/>
                  </a:lnTo>
                  <a:lnTo>
                    <a:pt x="29978" y="21440"/>
                  </a:lnTo>
                  <a:close/>
                  <a:moveTo>
                    <a:pt x="39480" y="21440"/>
                  </a:moveTo>
                  <a:lnTo>
                    <a:pt x="44137" y="24143"/>
                  </a:lnTo>
                  <a:lnTo>
                    <a:pt x="44137" y="29523"/>
                  </a:lnTo>
                  <a:lnTo>
                    <a:pt x="39480" y="32226"/>
                  </a:lnTo>
                  <a:lnTo>
                    <a:pt x="34796" y="29523"/>
                  </a:lnTo>
                  <a:lnTo>
                    <a:pt x="34796" y="24143"/>
                  </a:lnTo>
                  <a:lnTo>
                    <a:pt x="39480" y="21440"/>
                  </a:lnTo>
                  <a:close/>
                  <a:moveTo>
                    <a:pt x="15712" y="29684"/>
                  </a:moveTo>
                  <a:lnTo>
                    <a:pt x="20369" y="32387"/>
                  </a:lnTo>
                  <a:lnTo>
                    <a:pt x="20369" y="37767"/>
                  </a:lnTo>
                  <a:lnTo>
                    <a:pt x="15712" y="40470"/>
                  </a:lnTo>
                  <a:lnTo>
                    <a:pt x="11028" y="37767"/>
                  </a:lnTo>
                  <a:lnTo>
                    <a:pt x="11028" y="32387"/>
                  </a:lnTo>
                  <a:lnTo>
                    <a:pt x="15712" y="29684"/>
                  </a:lnTo>
                  <a:close/>
                  <a:moveTo>
                    <a:pt x="25213" y="29684"/>
                  </a:moveTo>
                  <a:lnTo>
                    <a:pt x="29871" y="32387"/>
                  </a:lnTo>
                  <a:lnTo>
                    <a:pt x="29871" y="37767"/>
                  </a:lnTo>
                  <a:lnTo>
                    <a:pt x="25213" y="40470"/>
                  </a:lnTo>
                  <a:lnTo>
                    <a:pt x="20529" y="37767"/>
                  </a:lnTo>
                  <a:lnTo>
                    <a:pt x="20529" y="32387"/>
                  </a:lnTo>
                  <a:lnTo>
                    <a:pt x="25213" y="29684"/>
                  </a:lnTo>
                  <a:close/>
                  <a:moveTo>
                    <a:pt x="34715" y="29684"/>
                  </a:moveTo>
                  <a:lnTo>
                    <a:pt x="39399" y="32387"/>
                  </a:lnTo>
                  <a:lnTo>
                    <a:pt x="39399" y="37767"/>
                  </a:lnTo>
                  <a:lnTo>
                    <a:pt x="34715" y="40470"/>
                  </a:lnTo>
                  <a:lnTo>
                    <a:pt x="30058" y="37767"/>
                  </a:lnTo>
                  <a:lnTo>
                    <a:pt x="30058" y="32387"/>
                  </a:lnTo>
                  <a:lnTo>
                    <a:pt x="34715" y="29684"/>
                  </a:lnTo>
                  <a:close/>
                  <a:moveTo>
                    <a:pt x="20369" y="1"/>
                  </a:moveTo>
                  <a:lnTo>
                    <a:pt x="20369" y="4818"/>
                  </a:lnTo>
                  <a:lnTo>
                    <a:pt x="15712" y="7522"/>
                  </a:lnTo>
                  <a:lnTo>
                    <a:pt x="11028" y="4818"/>
                  </a:lnTo>
                  <a:lnTo>
                    <a:pt x="11028" y="3159"/>
                  </a:lnTo>
                  <a:cubicBezTo>
                    <a:pt x="10974" y="3186"/>
                    <a:pt x="10921" y="3239"/>
                    <a:pt x="10867" y="3266"/>
                  </a:cubicBezTo>
                  <a:lnTo>
                    <a:pt x="10867" y="4818"/>
                  </a:lnTo>
                  <a:lnTo>
                    <a:pt x="6183" y="7522"/>
                  </a:lnTo>
                  <a:lnTo>
                    <a:pt x="5915" y="7361"/>
                  </a:lnTo>
                  <a:cubicBezTo>
                    <a:pt x="5889" y="7415"/>
                    <a:pt x="5835" y="7442"/>
                    <a:pt x="5808" y="7495"/>
                  </a:cubicBezTo>
                  <a:lnTo>
                    <a:pt x="6103" y="7656"/>
                  </a:lnTo>
                  <a:lnTo>
                    <a:pt x="6103" y="13062"/>
                  </a:lnTo>
                  <a:lnTo>
                    <a:pt x="1419" y="15766"/>
                  </a:lnTo>
                  <a:lnTo>
                    <a:pt x="1124" y="15578"/>
                  </a:lnTo>
                  <a:cubicBezTo>
                    <a:pt x="1124" y="15632"/>
                    <a:pt x="1098" y="15685"/>
                    <a:pt x="1071" y="15739"/>
                  </a:cubicBezTo>
                  <a:lnTo>
                    <a:pt x="1338" y="15899"/>
                  </a:lnTo>
                  <a:lnTo>
                    <a:pt x="1338" y="21306"/>
                  </a:lnTo>
                  <a:lnTo>
                    <a:pt x="0" y="22082"/>
                  </a:lnTo>
                  <a:cubicBezTo>
                    <a:pt x="0" y="22136"/>
                    <a:pt x="0" y="22216"/>
                    <a:pt x="0" y="22270"/>
                  </a:cubicBezTo>
                  <a:lnTo>
                    <a:pt x="1419" y="21440"/>
                  </a:lnTo>
                  <a:lnTo>
                    <a:pt x="6103" y="24143"/>
                  </a:lnTo>
                  <a:lnTo>
                    <a:pt x="6103" y="29523"/>
                  </a:lnTo>
                  <a:lnTo>
                    <a:pt x="1927" y="31932"/>
                  </a:lnTo>
                  <a:cubicBezTo>
                    <a:pt x="1954" y="31986"/>
                    <a:pt x="1981" y="32039"/>
                    <a:pt x="2008" y="32093"/>
                  </a:cubicBezTo>
                  <a:lnTo>
                    <a:pt x="6183" y="29684"/>
                  </a:lnTo>
                  <a:lnTo>
                    <a:pt x="10867" y="32387"/>
                  </a:lnTo>
                  <a:lnTo>
                    <a:pt x="10867" y="37767"/>
                  </a:lnTo>
                  <a:lnTo>
                    <a:pt x="7548" y="39694"/>
                  </a:lnTo>
                  <a:cubicBezTo>
                    <a:pt x="7575" y="39721"/>
                    <a:pt x="7628" y="39774"/>
                    <a:pt x="7682" y="39801"/>
                  </a:cubicBezTo>
                  <a:lnTo>
                    <a:pt x="10947" y="37928"/>
                  </a:lnTo>
                  <a:lnTo>
                    <a:pt x="15605" y="40631"/>
                  </a:lnTo>
                  <a:lnTo>
                    <a:pt x="15605" y="44405"/>
                  </a:lnTo>
                  <a:cubicBezTo>
                    <a:pt x="15658" y="44405"/>
                    <a:pt x="15738" y="44432"/>
                    <a:pt x="15792" y="44458"/>
                  </a:cubicBezTo>
                  <a:lnTo>
                    <a:pt x="15792" y="40631"/>
                  </a:lnTo>
                  <a:lnTo>
                    <a:pt x="20449" y="37928"/>
                  </a:lnTo>
                  <a:lnTo>
                    <a:pt x="25133" y="40631"/>
                  </a:lnTo>
                  <a:lnTo>
                    <a:pt x="25133" y="45449"/>
                  </a:lnTo>
                  <a:cubicBezTo>
                    <a:pt x="25187" y="45449"/>
                    <a:pt x="25240" y="45449"/>
                    <a:pt x="25294" y="45422"/>
                  </a:cubicBezTo>
                  <a:lnTo>
                    <a:pt x="25294" y="40631"/>
                  </a:lnTo>
                  <a:lnTo>
                    <a:pt x="29978" y="37928"/>
                  </a:lnTo>
                  <a:lnTo>
                    <a:pt x="34635" y="40631"/>
                  </a:lnTo>
                  <a:lnTo>
                    <a:pt x="34635" y="42290"/>
                  </a:lnTo>
                  <a:cubicBezTo>
                    <a:pt x="34688" y="42237"/>
                    <a:pt x="34742" y="42210"/>
                    <a:pt x="34796" y="42183"/>
                  </a:cubicBezTo>
                  <a:lnTo>
                    <a:pt x="34796" y="40631"/>
                  </a:lnTo>
                  <a:lnTo>
                    <a:pt x="39480" y="37928"/>
                  </a:lnTo>
                  <a:lnTo>
                    <a:pt x="39747" y="38088"/>
                  </a:lnTo>
                  <a:cubicBezTo>
                    <a:pt x="39774" y="38035"/>
                    <a:pt x="39827" y="37981"/>
                    <a:pt x="39854" y="37954"/>
                  </a:cubicBezTo>
                  <a:lnTo>
                    <a:pt x="39560" y="37767"/>
                  </a:lnTo>
                  <a:lnTo>
                    <a:pt x="39560" y="32387"/>
                  </a:lnTo>
                  <a:lnTo>
                    <a:pt x="44244" y="29684"/>
                  </a:lnTo>
                  <a:lnTo>
                    <a:pt x="44538" y="29871"/>
                  </a:lnTo>
                  <a:cubicBezTo>
                    <a:pt x="44565" y="29791"/>
                    <a:pt x="44565" y="29737"/>
                    <a:pt x="44592" y="29684"/>
                  </a:cubicBezTo>
                  <a:lnTo>
                    <a:pt x="44324" y="29523"/>
                  </a:lnTo>
                  <a:lnTo>
                    <a:pt x="44324" y="24143"/>
                  </a:lnTo>
                  <a:lnTo>
                    <a:pt x="45662" y="23367"/>
                  </a:lnTo>
                  <a:cubicBezTo>
                    <a:pt x="45662" y="23314"/>
                    <a:pt x="45662" y="23233"/>
                    <a:pt x="45662" y="23153"/>
                  </a:cubicBezTo>
                  <a:lnTo>
                    <a:pt x="44244" y="23983"/>
                  </a:lnTo>
                  <a:lnTo>
                    <a:pt x="39560" y="21306"/>
                  </a:lnTo>
                  <a:lnTo>
                    <a:pt x="39560" y="15899"/>
                  </a:lnTo>
                  <a:lnTo>
                    <a:pt x="43735" y="13491"/>
                  </a:lnTo>
                  <a:cubicBezTo>
                    <a:pt x="43709" y="13437"/>
                    <a:pt x="43682" y="13383"/>
                    <a:pt x="43655" y="13330"/>
                  </a:cubicBezTo>
                  <a:lnTo>
                    <a:pt x="39480" y="15766"/>
                  </a:lnTo>
                  <a:lnTo>
                    <a:pt x="34796" y="13062"/>
                  </a:lnTo>
                  <a:lnTo>
                    <a:pt x="34796" y="7656"/>
                  </a:lnTo>
                  <a:lnTo>
                    <a:pt x="38114" y="5755"/>
                  </a:lnTo>
                  <a:cubicBezTo>
                    <a:pt x="38088" y="5702"/>
                    <a:pt x="38034" y="5675"/>
                    <a:pt x="37981" y="5621"/>
                  </a:cubicBezTo>
                  <a:lnTo>
                    <a:pt x="34715" y="7522"/>
                  </a:lnTo>
                  <a:lnTo>
                    <a:pt x="30058" y="4818"/>
                  </a:lnTo>
                  <a:lnTo>
                    <a:pt x="30058" y="1045"/>
                  </a:lnTo>
                  <a:cubicBezTo>
                    <a:pt x="30004" y="1018"/>
                    <a:pt x="29951" y="1018"/>
                    <a:pt x="29871" y="991"/>
                  </a:cubicBezTo>
                  <a:lnTo>
                    <a:pt x="29871" y="4818"/>
                  </a:lnTo>
                  <a:lnTo>
                    <a:pt x="25213" y="7522"/>
                  </a:lnTo>
                  <a:lnTo>
                    <a:pt x="20529" y="4818"/>
                  </a:lnTo>
                  <a:lnTo>
                    <a:pt x="2052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7" name="Google Shape;1107;p78"/>
            <p:cNvSpPr/>
            <p:nvPr/>
          </p:nvSpPr>
          <p:spPr>
            <a:xfrm>
              <a:off x="2796545" y="833253"/>
              <a:ext cx="9704" cy="7538"/>
            </a:xfrm>
            <a:custGeom>
              <a:avLst/>
              <a:gdLst/>
              <a:ahLst/>
              <a:cxnLst/>
              <a:rect l="l" t="t" r="r" b="b"/>
              <a:pathLst>
                <a:path w="242" h="188" extrusionOk="0">
                  <a:moveTo>
                    <a:pt x="161" y="0"/>
                  </a:moveTo>
                  <a:cubicBezTo>
                    <a:pt x="108" y="27"/>
                    <a:pt x="54" y="81"/>
                    <a:pt x="1" y="107"/>
                  </a:cubicBezTo>
                  <a:lnTo>
                    <a:pt x="161" y="188"/>
                  </a:lnTo>
                  <a:lnTo>
                    <a:pt x="242" y="54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8" name="Google Shape;1108;p78"/>
            <p:cNvSpPr/>
            <p:nvPr/>
          </p:nvSpPr>
          <p:spPr>
            <a:xfrm>
              <a:off x="2899597" y="677633"/>
              <a:ext cx="287659" cy="242590"/>
            </a:xfrm>
            <a:custGeom>
              <a:avLst/>
              <a:gdLst/>
              <a:ahLst/>
              <a:cxnLst/>
              <a:rect l="l" t="t" r="r" b="b"/>
              <a:pathLst>
                <a:path w="7174" h="6050" extrusionOk="0">
                  <a:moveTo>
                    <a:pt x="7173" y="0"/>
                  </a:moveTo>
                  <a:lnTo>
                    <a:pt x="7173" y="0"/>
                  </a:lnTo>
                  <a:cubicBezTo>
                    <a:pt x="7013" y="27"/>
                    <a:pt x="6852" y="54"/>
                    <a:pt x="6692" y="81"/>
                  </a:cubicBezTo>
                  <a:lnTo>
                    <a:pt x="3667" y="1794"/>
                  </a:lnTo>
                  <a:lnTo>
                    <a:pt x="3667" y="830"/>
                  </a:lnTo>
                  <a:cubicBezTo>
                    <a:pt x="3614" y="857"/>
                    <a:pt x="3560" y="857"/>
                    <a:pt x="3507" y="884"/>
                  </a:cubicBezTo>
                  <a:lnTo>
                    <a:pt x="3507" y="1794"/>
                  </a:lnTo>
                  <a:lnTo>
                    <a:pt x="2516" y="1231"/>
                  </a:lnTo>
                  <a:cubicBezTo>
                    <a:pt x="2463" y="1258"/>
                    <a:pt x="2382" y="1285"/>
                    <a:pt x="2329" y="1312"/>
                  </a:cubicBezTo>
                  <a:lnTo>
                    <a:pt x="3426" y="1954"/>
                  </a:lnTo>
                  <a:lnTo>
                    <a:pt x="0" y="3935"/>
                  </a:lnTo>
                  <a:lnTo>
                    <a:pt x="81" y="4069"/>
                  </a:lnTo>
                  <a:lnTo>
                    <a:pt x="3507" y="2115"/>
                  </a:lnTo>
                  <a:lnTo>
                    <a:pt x="3507" y="6049"/>
                  </a:lnTo>
                  <a:lnTo>
                    <a:pt x="3667" y="6049"/>
                  </a:lnTo>
                  <a:lnTo>
                    <a:pt x="3667" y="2115"/>
                  </a:lnTo>
                  <a:lnTo>
                    <a:pt x="7093" y="4069"/>
                  </a:lnTo>
                  <a:lnTo>
                    <a:pt x="7173" y="3935"/>
                  </a:lnTo>
                  <a:lnTo>
                    <a:pt x="3774" y="1954"/>
                  </a:lnTo>
                  <a:lnTo>
                    <a:pt x="717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9" name="Google Shape;1109;p78"/>
            <p:cNvSpPr/>
            <p:nvPr/>
          </p:nvSpPr>
          <p:spPr>
            <a:xfrm>
              <a:off x="3280608" y="671177"/>
              <a:ext cx="288742" cy="249046"/>
            </a:xfrm>
            <a:custGeom>
              <a:avLst/>
              <a:gdLst/>
              <a:ahLst/>
              <a:cxnLst/>
              <a:rect l="l" t="t" r="r" b="b"/>
              <a:pathLst>
                <a:path w="7201" h="6211" extrusionOk="0">
                  <a:moveTo>
                    <a:pt x="107" y="1"/>
                  </a:moveTo>
                  <a:lnTo>
                    <a:pt x="0" y="134"/>
                  </a:lnTo>
                  <a:lnTo>
                    <a:pt x="3426" y="2115"/>
                  </a:lnTo>
                  <a:lnTo>
                    <a:pt x="0" y="4096"/>
                  </a:lnTo>
                  <a:lnTo>
                    <a:pt x="107" y="4230"/>
                  </a:lnTo>
                  <a:lnTo>
                    <a:pt x="3506" y="2276"/>
                  </a:lnTo>
                  <a:lnTo>
                    <a:pt x="3506" y="6210"/>
                  </a:lnTo>
                  <a:lnTo>
                    <a:pt x="3694" y="6210"/>
                  </a:lnTo>
                  <a:lnTo>
                    <a:pt x="3694" y="2276"/>
                  </a:lnTo>
                  <a:lnTo>
                    <a:pt x="7093" y="4230"/>
                  </a:lnTo>
                  <a:lnTo>
                    <a:pt x="7200" y="4096"/>
                  </a:lnTo>
                  <a:lnTo>
                    <a:pt x="3774" y="2115"/>
                  </a:lnTo>
                  <a:lnTo>
                    <a:pt x="6558" y="509"/>
                  </a:lnTo>
                  <a:cubicBezTo>
                    <a:pt x="6477" y="482"/>
                    <a:pt x="6397" y="456"/>
                    <a:pt x="6317" y="456"/>
                  </a:cubicBezTo>
                  <a:lnTo>
                    <a:pt x="3694" y="1955"/>
                  </a:lnTo>
                  <a:lnTo>
                    <a:pt x="3694" y="1"/>
                  </a:lnTo>
                  <a:lnTo>
                    <a:pt x="3506" y="1"/>
                  </a:lnTo>
                  <a:lnTo>
                    <a:pt x="3506" y="1955"/>
                  </a:lnTo>
                  <a:lnTo>
                    <a:pt x="10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0" name="Google Shape;1110;p78"/>
            <p:cNvSpPr/>
            <p:nvPr/>
          </p:nvSpPr>
          <p:spPr>
            <a:xfrm>
              <a:off x="3662662" y="776354"/>
              <a:ext cx="109506" cy="64437"/>
            </a:xfrm>
            <a:custGeom>
              <a:avLst/>
              <a:gdLst/>
              <a:ahLst/>
              <a:cxnLst/>
              <a:rect l="l" t="t" r="r" b="b"/>
              <a:pathLst>
                <a:path w="2731" h="1607" extrusionOk="0">
                  <a:moveTo>
                    <a:pt x="2543" y="1"/>
                  </a:moveTo>
                  <a:lnTo>
                    <a:pt x="1" y="1473"/>
                  </a:lnTo>
                  <a:lnTo>
                    <a:pt x="81" y="1607"/>
                  </a:lnTo>
                  <a:lnTo>
                    <a:pt x="2731" y="81"/>
                  </a:lnTo>
                  <a:cubicBezTo>
                    <a:pt x="2677" y="54"/>
                    <a:pt x="2597" y="27"/>
                    <a:pt x="254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1" name="Google Shape;1111;p78"/>
            <p:cNvSpPr/>
            <p:nvPr/>
          </p:nvSpPr>
          <p:spPr>
            <a:xfrm>
              <a:off x="3803246" y="797847"/>
              <a:ext cx="6496" cy="122378"/>
            </a:xfrm>
            <a:custGeom>
              <a:avLst/>
              <a:gdLst/>
              <a:ahLst/>
              <a:cxnLst/>
              <a:rect l="l" t="t" r="r" b="b"/>
              <a:pathLst>
                <a:path w="162" h="3052" extrusionOk="0">
                  <a:moveTo>
                    <a:pt x="1" y="0"/>
                  </a:moveTo>
                  <a:lnTo>
                    <a:pt x="1" y="3051"/>
                  </a:lnTo>
                  <a:lnTo>
                    <a:pt x="162" y="3051"/>
                  </a:lnTo>
                  <a:lnTo>
                    <a:pt x="162" y="107"/>
                  </a:lnTo>
                  <a:cubicBezTo>
                    <a:pt x="108" y="54"/>
                    <a:pt x="54" y="27"/>
                    <a:pt x="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2" name="Google Shape;1112;p78"/>
            <p:cNvSpPr/>
            <p:nvPr/>
          </p:nvSpPr>
          <p:spPr>
            <a:xfrm>
              <a:off x="2475641" y="1246463"/>
              <a:ext cx="2205" cy="4331"/>
            </a:xfrm>
            <a:custGeom>
              <a:avLst/>
              <a:gdLst/>
              <a:ahLst/>
              <a:cxnLst/>
              <a:rect l="l" t="t" r="r" b="b"/>
              <a:pathLst>
                <a:path w="55" h="108" extrusionOk="0">
                  <a:moveTo>
                    <a:pt x="54" y="0"/>
                  </a:moveTo>
                  <a:cubicBezTo>
                    <a:pt x="28" y="27"/>
                    <a:pt x="28" y="54"/>
                    <a:pt x="1" y="107"/>
                  </a:cubicBezTo>
                  <a:lnTo>
                    <a:pt x="54" y="107"/>
                  </a:lnTo>
                  <a:lnTo>
                    <a:pt x="5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3" name="Google Shape;1113;p78"/>
            <p:cNvSpPr/>
            <p:nvPr/>
          </p:nvSpPr>
          <p:spPr>
            <a:xfrm>
              <a:off x="2616265" y="1006036"/>
              <a:ext cx="2165" cy="2205"/>
            </a:xfrm>
            <a:custGeom>
              <a:avLst/>
              <a:gdLst/>
              <a:ahLst/>
              <a:cxnLst/>
              <a:rect l="l" t="t" r="r" b="b"/>
              <a:pathLst>
                <a:path w="54" h="55" extrusionOk="0">
                  <a:moveTo>
                    <a:pt x="54" y="1"/>
                  </a:moveTo>
                  <a:cubicBezTo>
                    <a:pt x="27" y="27"/>
                    <a:pt x="27" y="27"/>
                    <a:pt x="0" y="54"/>
                  </a:cubicBezTo>
                  <a:lnTo>
                    <a:pt x="54" y="27"/>
                  </a:lnTo>
                  <a:lnTo>
                    <a:pt x="5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4" name="Google Shape;1114;p78"/>
            <p:cNvSpPr/>
            <p:nvPr/>
          </p:nvSpPr>
          <p:spPr>
            <a:xfrm>
              <a:off x="2535748" y="1119794"/>
              <a:ext cx="82681" cy="51565"/>
            </a:xfrm>
            <a:custGeom>
              <a:avLst/>
              <a:gdLst/>
              <a:ahLst/>
              <a:cxnLst/>
              <a:rect l="l" t="t" r="r" b="b"/>
              <a:pathLst>
                <a:path w="2062" h="1286" extrusionOk="0">
                  <a:moveTo>
                    <a:pt x="81" y="1"/>
                  </a:moveTo>
                  <a:cubicBezTo>
                    <a:pt x="54" y="54"/>
                    <a:pt x="27" y="108"/>
                    <a:pt x="1" y="135"/>
                  </a:cubicBezTo>
                  <a:lnTo>
                    <a:pt x="1981" y="1285"/>
                  </a:lnTo>
                  <a:lnTo>
                    <a:pt x="2062" y="1125"/>
                  </a:ln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5" name="Google Shape;1115;p78"/>
            <p:cNvSpPr/>
            <p:nvPr/>
          </p:nvSpPr>
          <p:spPr>
            <a:xfrm>
              <a:off x="2711778" y="921268"/>
              <a:ext cx="287659" cy="329521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217"/>
                  </a:lnTo>
                  <a:lnTo>
                    <a:pt x="3667" y="8217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6" name="Google Shape;1116;p78"/>
            <p:cNvSpPr/>
            <p:nvPr/>
          </p:nvSpPr>
          <p:spPr>
            <a:xfrm>
              <a:off x="3092789" y="921268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80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0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41"/>
                  </a:lnTo>
                  <a:lnTo>
                    <a:pt x="7093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7" name="Google Shape;1117;p78"/>
            <p:cNvSpPr/>
            <p:nvPr/>
          </p:nvSpPr>
          <p:spPr>
            <a:xfrm>
              <a:off x="3474843" y="92126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480" y="3961"/>
                  </a:lnTo>
                  <a:lnTo>
                    <a:pt x="81" y="1981"/>
                  </a:lnTo>
                  <a:lnTo>
                    <a:pt x="1" y="2141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36"/>
                  </a:lnTo>
                  <a:lnTo>
                    <a:pt x="3480" y="4256"/>
                  </a:lnTo>
                  <a:lnTo>
                    <a:pt x="3480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8" name="Google Shape;1118;p78"/>
            <p:cNvSpPr/>
            <p:nvPr/>
          </p:nvSpPr>
          <p:spPr>
            <a:xfrm>
              <a:off x="3855854" y="953467"/>
              <a:ext cx="287659" cy="296240"/>
            </a:xfrm>
            <a:custGeom>
              <a:avLst/>
              <a:gdLst/>
              <a:ahLst/>
              <a:cxnLst/>
              <a:rect l="l" t="t" r="r" b="b"/>
              <a:pathLst>
                <a:path w="7174" h="7388" extrusionOk="0">
                  <a:moveTo>
                    <a:pt x="3507" y="0"/>
                  </a:moveTo>
                  <a:lnTo>
                    <a:pt x="3507" y="3158"/>
                  </a:lnTo>
                  <a:lnTo>
                    <a:pt x="81" y="1178"/>
                  </a:lnTo>
                  <a:lnTo>
                    <a:pt x="0" y="1312"/>
                  </a:lnTo>
                  <a:lnTo>
                    <a:pt x="3426" y="3292"/>
                  </a:lnTo>
                  <a:lnTo>
                    <a:pt x="0" y="5273"/>
                  </a:lnTo>
                  <a:lnTo>
                    <a:pt x="81" y="5433"/>
                  </a:lnTo>
                  <a:lnTo>
                    <a:pt x="3507" y="3453"/>
                  </a:lnTo>
                  <a:lnTo>
                    <a:pt x="3507" y="7387"/>
                  </a:lnTo>
                  <a:lnTo>
                    <a:pt x="3667" y="7387"/>
                  </a:lnTo>
                  <a:lnTo>
                    <a:pt x="3667" y="3453"/>
                  </a:lnTo>
                  <a:lnTo>
                    <a:pt x="7093" y="5407"/>
                  </a:lnTo>
                  <a:lnTo>
                    <a:pt x="7174" y="5273"/>
                  </a:lnTo>
                  <a:lnTo>
                    <a:pt x="3748" y="3292"/>
                  </a:lnTo>
                  <a:lnTo>
                    <a:pt x="5434" y="2329"/>
                  </a:lnTo>
                  <a:cubicBezTo>
                    <a:pt x="5380" y="2302"/>
                    <a:pt x="5354" y="2248"/>
                    <a:pt x="5327" y="2195"/>
                  </a:cubicBezTo>
                  <a:lnTo>
                    <a:pt x="3667" y="3158"/>
                  </a:lnTo>
                  <a:lnTo>
                    <a:pt x="3667" y="187"/>
                  </a:lnTo>
                  <a:cubicBezTo>
                    <a:pt x="3614" y="134"/>
                    <a:pt x="3560" y="80"/>
                    <a:pt x="350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9" name="Google Shape;1119;p78"/>
            <p:cNvSpPr/>
            <p:nvPr/>
          </p:nvSpPr>
          <p:spPr>
            <a:xfrm>
              <a:off x="2417699" y="1498640"/>
              <a:ext cx="7538" cy="9704"/>
            </a:xfrm>
            <a:custGeom>
              <a:avLst/>
              <a:gdLst/>
              <a:ahLst/>
              <a:cxnLst/>
              <a:rect l="l" t="t" r="r" b="b"/>
              <a:pathLst>
                <a:path w="188" h="242" extrusionOk="0">
                  <a:moveTo>
                    <a:pt x="1" y="1"/>
                  </a:moveTo>
                  <a:cubicBezTo>
                    <a:pt x="1" y="54"/>
                    <a:pt x="1" y="135"/>
                    <a:pt x="1" y="188"/>
                  </a:cubicBezTo>
                  <a:lnTo>
                    <a:pt x="108" y="242"/>
                  </a:lnTo>
                  <a:lnTo>
                    <a:pt x="188" y="108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0" name="Google Shape;1120;p78"/>
            <p:cNvSpPr/>
            <p:nvPr/>
          </p:nvSpPr>
          <p:spPr>
            <a:xfrm>
              <a:off x="2518586" y="1259335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1" name="Google Shape;1121;p78"/>
            <p:cNvSpPr/>
            <p:nvPr/>
          </p:nvSpPr>
          <p:spPr>
            <a:xfrm>
              <a:off x="2899597" y="1259335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3" y="6049"/>
                  </a:lnTo>
                  <a:lnTo>
                    <a:pt x="3774" y="4095"/>
                  </a:lnTo>
                  <a:lnTo>
                    <a:pt x="7173" y="2115"/>
                  </a:lnTo>
                  <a:lnTo>
                    <a:pt x="7093" y="1954"/>
                  </a:lnTo>
                  <a:lnTo>
                    <a:pt x="3667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2" name="Google Shape;1122;p78"/>
            <p:cNvSpPr/>
            <p:nvPr/>
          </p:nvSpPr>
          <p:spPr>
            <a:xfrm>
              <a:off x="3280608" y="1259335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35"/>
                  </a:lnTo>
                  <a:lnTo>
                    <a:pt x="107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107" y="6210"/>
                  </a:lnTo>
                  <a:lnTo>
                    <a:pt x="3506" y="4229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29"/>
                  </a:lnTo>
                  <a:lnTo>
                    <a:pt x="7093" y="6210"/>
                  </a:lnTo>
                  <a:lnTo>
                    <a:pt x="7200" y="6049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54"/>
                  </a:lnTo>
                  <a:lnTo>
                    <a:pt x="3694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3" name="Google Shape;1123;p78"/>
            <p:cNvSpPr/>
            <p:nvPr/>
          </p:nvSpPr>
          <p:spPr>
            <a:xfrm>
              <a:off x="3662662" y="1258252"/>
              <a:ext cx="287659" cy="329521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122"/>
                  </a:lnTo>
                  <a:lnTo>
                    <a:pt x="1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8" y="8218"/>
                  </a:lnTo>
                  <a:lnTo>
                    <a:pt x="3668" y="4256"/>
                  </a:lnTo>
                  <a:lnTo>
                    <a:pt x="7094" y="6237"/>
                  </a:lnTo>
                  <a:lnTo>
                    <a:pt x="7174" y="6076"/>
                  </a:lnTo>
                  <a:lnTo>
                    <a:pt x="3748" y="4122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4" name="Google Shape;1124;p78"/>
            <p:cNvSpPr/>
            <p:nvPr/>
          </p:nvSpPr>
          <p:spPr>
            <a:xfrm>
              <a:off x="4043673" y="1258252"/>
              <a:ext cx="193230" cy="329521"/>
            </a:xfrm>
            <a:custGeom>
              <a:avLst/>
              <a:gdLst/>
              <a:ahLst/>
              <a:cxnLst/>
              <a:rect l="l" t="t" r="r" b="b"/>
              <a:pathLst>
                <a:path w="4819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7" y="8218"/>
                  </a:lnTo>
                  <a:lnTo>
                    <a:pt x="3667" y="4256"/>
                  </a:lnTo>
                  <a:lnTo>
                    <a:pt x="4818" y="4925"/>
                  </a:lnTo>
                  <a:cubicBezTo>
                    <a:pt x="4818" y="4845"/>
                    <a:pt x="4818" y="4765"/>
                    <a:pt x="4792" y="4711"/>
                  </a:cubicBezTo>
                  <a:lnTo>
                    <a:pt x="3774" y="4096"/>
                  </a:lnTo>
                  <a:lnTo>
                    <a:pt x="4604" y="3614"/>
                  </a:lnTo>
                  <a:cubicBezTo>
                    <a:pt x="4604" y="3560"/>
                    <a:pt x="4577" y="3507"/>
                    <a:pt x="4577" y="3453"/>
                  </a:cubicBezTo>
                  <a:lnTo>
                    <a:pt x="3667" y="3962"/>
                  </a:lnTo>
                  <a:lnTo>
                    <a:pt x="3667" y="295"/>
                  </a:lnTo>
                  <a:cubicBezTo>
                    <a:pt x="3641" y="188"/>
                    <a:pt x="3614" y="108"/>
                    <a:pt x="358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5" name="Google Shape;1125;p78"/>
            <p:cNvSpPr/>
            <p:nvPr/>
          </p:nvSpPr>
          <p:spPr>
            <a:xfrm>
              <a:off x="2423072" y="1578074"/>
              <a:ext cx="195355" cy="328439"/>
            </a:xfrm>
            <a:custGeom>
              <a:avLst/>
              <a:gdLst/>
              <a:ahLst/>
              <a:cxnLst/>
              <a:rect l="l" t="t" r="r" b="b"/>
              <a:pathLst>
                <a:path w="4872" h="8191" extrusionOk="0">
                  <a:moveTo>
                    <a:pt x="1205" y="1"/>
                  </a:moveTo>
                  <a:lnTo>
                    <a:pt x="1205" y="3935"/>
                  </a:lnTo>
                  <a:lnTo>
                    <a:pt x="0" y="3266"/>
                  </a:lnTo>
                  <a:lnTo>
                    <a:pt x="0" y="3266"/>
                  </a:lnTo>
                  <a:cubicBezTo>
                    <a:pt x="0" y="3320"/>
                    <a:pt x="27" y="3400"/>
                    <a:pt x="27" y="3480"/>
                  </a:cubicBezTo>
                  <a:lnTo>
                    <a:pt x="1098" y="4096"/>
                  </a:lnTo>
                  <a:lnTo>
                    <a:pt x="214" y="4604"/>
                  </a:lnTo>
                  <a:cubicBezTo>
                    <a:pt x="241" y="4658"/>
                    <a:pt x="241" y="4738"/>
                    <a:pt x="268" y="4792"/>
                  </a:cubicBezTo>
                  <a:lnTo>
                    <a:pt x="1205" y="4256"/>
                  </a:lnTo>
                  <a:lnTo>
                    <a:pt x="1205" y="8030"/>
                  </a:lnTo>
                  <a:cubicBezTo>
                    <a:pt x="1205" y="8084"/>
                    <a:pt x="1232" y="8137"/>
                    <a:pt x="1258" y="8191"/>
                  </a:cubicBezTo>
                  <a:lnTo>
                    <a:pt x="1365" y="8191"/>
                  </a:lnTo>
                  <a:lnTo>
                    <a:pt x="1365" y="4256"/>
                  </a:lnTo>
                  <a:lnTo>
                    <a:pt x="4791" y="6210"/>
                  </a:lnTo>
                  <a:lnTo>
                    <a:pt x="4872" y="6076"/>
                  </a:lnTo>
                  <a:lnTo>
                    <a:pt x="1446" y="4096"/>
                  </a:lnTo>
                  <a:lnTo>
                    <a:pt x="4872" y="2115"/>
                  </a:lnTo>
                  <a:lnTo>
                    <a:pt x="4791" y="1981"/>
                  </a:lnTo>
                  <a:lnTo>
                    <a:pt x="1365" y="3935"/>
                  </a:lnTo>
                  <a:lnTo>
                    <a:pt x="136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6" name="Google Shape;1126;p78"/>
            <p:cNvSpPr/>
            <p:nvPr/>
          </p:nvSpPr>
          <p:spPr>
            <a:xfrm>
              <a:off x="2711778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56"/>
                  </a:lnTo>
                  <a:lnTo>
                    <a:pt x="7093" y="6210"/>
                  </a:lnTo>
                  <a:lnTo>
                    <a:pt x="7173" y="6076"/>
                  </a:lnTo>
                  <a:lnTo>
                    <a:pt x="3774" y="4096"/>
                  </a:lnTo>
                  <a:lnTo>
                    <a:pt x="7173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7" name="Google Shape;1127;p78"/>
            <p:cNvSpPr/>
            <p:nvPr/>
          </p:nvSpPr>
          <p:spPr>
            <a:xfrm>
              <a:off x="3092789" y="1578074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1"/>
                  </a:moveTo>
                  <a:lnTo>
                    <a:pt x="3506" y="3935"/>
                  </a:lnTo>
                  <a:lnTo>
                    <a:pt x="80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0" y="6210"/>
                  </a:lnTo>
                  <a:lnTo>
                    <a:pt x="3506" y="4230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30"/>
                  </a:lnTo>
                  <a:lnTo>
                    <a:pt x="7093" y="6210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15"/>
                  </a:lnTo>
                  <a:lnTo>
                    <a:pt x="7093" y="1981"/>
                  </a:lnTo>
                  <a:lnTo>
                    <a:pt x="3694" y="3935"/>
                  </a:lnTo>
                  <a:lnTo>
                    <a:pt x="369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8" name="Google Shape;1128;p78"/>
            <p:cNvSpPr/>
            <p:nvPr/>
          </p:nvSpPr>
          <p:spPr>
            <a:xfrm>
              <a:off x="3474843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1" y="2115"/>
                  </a:lnTo>
                  <a:lnTo>
                    <a:pt x="3400" y="4096"/>
                  </a:lnTo>
                  <a:lnTo>
                    <a:pt x="1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480" y="8191"/>
                  </a:lnTo>
                  <a:lnTo>
                    <a:pt x="3668" y="8191"/>
                  </a:lnTo>
                  <a:lnTo>
                    <a:pt x="3668" y="4230"/>
                  </a:lnTo>
                  <a:lnTo>
                    <a:pt x="7094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4" y="1955"/>
                  </a:lnTo>
                  <a:lnTo>
                    <a:pt x="3668" y="3935"/>
                  </a:lnTo>
                  <a:lnTo>
                    <a:pt x="366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9" name="Google Shape;1129;p78"/>
            <p:cNvSpPr/>
            <p:nvPr/>
          </p:nvSpPr>
          <p:spPr>
            <a:xfrm>
              <a:off x="3855854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30"/>
                  </a:lnTo>
                  <a:lnTo>
                    <a:pt x="7093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3" y="1955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0" name="Google Shape;1130;p78"/>
            <p:cNvSpPr/>
            <p:nvPr/>
          </p:nvSpPr>
          <p:spPr>
            <a:xfrm>
              <a:off x="2518586" y="1919388"/>
              <a:ext cx="287659" cy="293033"/>
            </a:xfrm>
            <a:custGeom>
              <a:avLst/>
              <a:gdLst/>
              <a:ahLst/>
              <a:cxnLst/>
              <a:rect l="l" t="t" r="r" b="b"/>
              <a:pathLst>
                <a:path w="7174" h="730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1767" y="5059"/>
                  </a:lnTo>
                  <a:cubicBezTo>
                    <a:pt x="1821" y="5086"/>
                    <a:pt x="1847" y="5139"/>
                    <a:pt x="1874" y="5193"/>
                  </a:cubicBezTo>
                  <a:lnTo>
                    <a:pt x="3507" y="4256"/>
                  </a:lnTo>
                  <a:lnTo>
                    <a:pt x="3507" y="7120"/>
                  </a:lnTo>
                  <a:cubicBezTo>
                    <a:pt x="3560" y="7200"/>
                    <a:pt x="3614" y="7254"/>
                    <a:pt x="3667" y="7307"/>
                  </a:cubicBezTo>
                  <a:lnTo>
                    <a:pt x="3667" y="4256"/>
                  </a:lnTo>
                  <a:lnTo>
                    <a:pt x="7093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1" name="Google Shape;1131;p78"/>
            <p:cNvSpPr/>
            <p:nvPr/>
          </p:nvSpPr>
          <p:spPr>
            <a:xfrm>
              <a:off x="2899597" y="191938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7" y="8190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2" name="Google Shape;1132;p78"/>
            <p:cNvSpPr/>
            <p:nvPr/>
          </p:nvSpPr>
          <p:spPr>
            <a:xfrm>
              <a:off x="3280608" y="1919388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107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107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3" name="Google Shape;1133;p78"/>
            <p:cNvSpPr/>
            <p:nvPr/>
          </p:nvSpPr>
          <p:spPr>
            <a:xfrm>
              <a:off x="3662662" y="191938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1" y="2115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4" name="Google Shape;1134;p78"/>
            <p:cNvSpPr/>
            <p:nvPr/>
          </p:nvSpPr>
          <p:spPr>
            <a:xfrm>
              <a:off x="4043673" y="1998782"/>
              <a:ext cx="78391" cy="49400"/>
            </a:xfrm>
            <a:custGeom>
              <a:avLst/>
              <a:gdLst/>
              <a:ahLst/>
              <a:cxnLst/>
              <a:rect l="l" t="t" r="r" b="b"/>
              <a:pathLst>
                <a:path w="1955" h="1232" extrusionOk="0">
                  <a:moveTo>
                    <a:pt x="81" y="1"/>
                  </a:moveTo>
                  <a:lnTo>
                    <a:pt x="0" y="135"/>
                  </a:lnTo>
                  <a:lnTo>
                    <a:pt x="1874" y="1232"/>
                  </a:lnTo>
                  <a:cubicBezTo>
                    <a:pt x="1901" y="1178"/>
                    <a:pt x="1928" y="1125"/>
                    <a:pt x="1954" y="1071"/>
                  </a:cubicBez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5" name="Google Shape;1135;p78"/>
            <p:cNvSpPr/>
            <p:nvPr/>
          </p:nvSpPr>
          <p:spPr>
            <a:xfrm>
              <a:off x="2884560" y="2317561"/>
              <a:ext cx="114879" cy="68727"/>
            </a:xfrm>
            <a:custGeom>
              <a:avLst/>
              <a:gdLst/>
              <a:ahLst/>
              <a:cxnLst/>
              <a:rect l="l" t="t" r="r" b="b"/>
              <a:pathLst>
                <a:path w="2865" h="1714" extrusionOk="0">
                  <a:moveTo>
                    <a:pt x="2784" y="0"/>
                  </a:moveTo>
                  <a:lnTo>
                    <a:pt x="1" y="1606"/>
                  </a:lnTo>
                  <a:cubicBezTo>
                    <a:pt x="54" y="1660"/>
                    <a:pt x="108" y="1686"/>
                    <a:pt x="161" y="1713"/>
                  </a:cubicBezTo>
                  <a:lnTo>
                    <a:pt x="2864" y="161"/>
                  </a:lnTo>
                  <a:lnTo>
                    <a:pt x="278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6" name="Google Shape;1136;p78"/>
            <p:cNvSpPr/>
            <p:nvPr/>
          </p:nvSpPr>
          <p:spPr>
            <a:xfrm>
              <a:off x="2852362" y="2238127"/>
              <a:ext cx="6496" cy="129916"/>
            </a:xfrm>
            <a:custGeom>
              <a:avLst/>
              <a:gdLst/>
              <a:ahLst/>
              <a:cxnLst/>
              <a:rect l="l" t="t" r="r" b="b"/>
              <a:pathLst>
                <a:path w="162" h="3240" extrusionOk="0">
                  <a:moveTo>
                    <a:pt x="1" y="0"/>
                  </a:moveTo>
                  <a:lnTo>
                    <a:pt x="1" y="3132"/>
                  </a:lnTo>
                  <a:cubicBezTo>
                    <a:pt x="54" y="3159"/>
                    <a:pt x="108" y="3212"/>
                    <a:pt x="161" y="3239"/>
                  </a:cubicBez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7" name="Google Shape;1137;p78"/>
            <p:cNvSpPr/>
            <p:nvPr/>
          </p:nvSpPr>
          <p:spPr>
            <a:xfrm>
              <a:off x="3092789" y="2238127"/>
              <a:ext cx="288742" cy="255461"/>
            </a:xfrm>
            <a:custGeom>
              <a:avLst/>
              <a:gdLst/>
              <a:ahLst/>
              <a:cxnLst/>
              <a:rect l="l" t="t" r="r" b="b"/>
              <a:pathLst>
                <a:path w="7201" h="6371" extrusionOk="0">
                  <a:moveTo>
                    <a:pt x="3506" y="0"/>
                  </a:moveTo>
                  <a:lnTo>
                    <a:pt x="3506" y="3962"/>
                  </a:lnTo>
                  <a:lnTo>
                    <a:pt x="80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455" y="5835"/>
                  </a:lnTo>
                  <a:cubicBezTo>
                    <a:pt x="535" y="5835"/>
                    <a:pt x="616" y="5862"/>
                    <a:pt x="696" y="5889"/>
                  </a:cubicBezTo>
                  <a:lnTo>
                    <a:pt x="3506" y="4256"/>
                  </a:lnTo>
                  <a:lnTo>
                    <a:pt x="3506" y="6371"/>
                  </a:lnTo>
                  <a:lnTo>
                    <a:pt x="3694" y="6371"/>
                  </a:lnTo>
                  <a:lnTo>
                    <a:pt x="3694" y="4256"/>
                  </a:lnTo>
                  <a:lnTo>
                    <a:pt x="7093" y="6237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42"/>
                  </a:lnTo>
                  <a:lnTo>
                    <a:pt x="7093" y="1981"/>
                  </a:lnTo>
                  <a:lnTo>
                    <a:pt x="3694" y="3962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8" name="Google Shape;1138;p78"/>
            <p:cNvSpPr/>
            <p:nvPr/>
          </p:nvSpPr>
          <p:spPr>
            <a:xfrm>
              <a:off x="3474843" y="2238127"/>
              <a:ext cx="287659" cy="247963"/>
            </a:xfrm>
            <a:custGeom>
              <a:avLst/>
              <a:gdLst/>
              <a:ahLst/>
              <a:cxnLst/>
              <a:rect l="l" t="t" r="r" b="b"/>
              <a:pathLst>
                <a:path w="7174" h="6184" extrusionOk="0">
                  <a:moveTo>
                    <a:pt x="3507" y="0"/>
                  </a:moveTo>
                  <a:lnTo>
                    <a:pt x="3480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096"/>
                  </a:lnTo>
                  <a:lnTo>
                    <a:pt x="1" y="6076"/>
                  </a:lnTo>
                  <a:lnTo>
                    <a:pt x="54" y="6183"/>
                  </a:lnTo>
                  <a:lnTo>
                    <a:pt x="161" y="6183"/>
                  </a:lnTo>
                  <a:lnTo>
                    <a:pt x="3480" y="4256"/>
                  </a:lnTo>
                  <a:lnTo>
                    <a:pt x="3480" y="5354"/>
                  </a:lnTo>
                  <a:cubicBezTo>
                    <a:pt x="3560" y="5327"/>
                    <a:pt x="3614" y="5327"/>
                    <a:pt x="3668" y="5300"/>
                  </a:cubicBezTo>
                  <a:lnTo>
                    <a:pt x="3668" y="4256"/>
                  </a:lnTo>
                  <a:lnTo>
                    <a:pt x="4765" y="4899"/>
                  </a:lnTo>
                  <a:cubicBezTo>
                    <a:pt x="4845" y="4872"/>
                    <a:pt x="4899" y="4845"/>
                    <a:pt x="4979" y="4818"/>
                  </a:cubicBezTo>
                  <a:lnTo>
                    <a:pt x="3748" y="4096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9" name="Google Shape;1139;p78"/>
            <p:cNvSpPr/>
            <p:nvPr/>
          </p:nvSpPr>
          <p:spPr>
            <a:xfrm>
              <a:off x="3855854" y="2317561"/>
              <a:ext cx="12911" cy="9704"/>
            </a:xfrm>
            <a:custGeom>
              <a:avLst/>
              <a:gdLst/>
              <a:ahLst/>
              <a:cxnLst/>
              <a:rect l="l" t="t" r="r" b="b"/>
              <a:pathLst>
                <a:path w="322" h="242" extrusionOk="0">
                  <a:moveTo>
                    <a:pt x="81" y="0"/>
                  </a:moveTo>
                  <a:lnTo>
                    <a:pt x="0" y="134"/>
                  </a:lnTo>
                  <a:lnTo>
                    <a:pt x="161" y="241"/>
                  </a:lnTo>
                  <a:cubicBezTo>
                    <a:pt x="215" y="214"/>
                    <a:pt x="268" y="161"/>
                    <a:pt x="322" y="134"/>
                  </a:cubicBezTo>
                  <a:lnTo>
                    <a:pt x="8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140" name="Google Shape;1140;p78"/>
          <p:cNvSpPr/>
          <p:nvPr/>
        </p:nvSpPr>
        <p:spPr>
          <a:xfrm rot="-4280482">
            <a:off x="6793782" y="-1466885"/>
            <a:ext cx="3375483" cy="5024332"/>
          </a:xfrm>
          <a:custGeom>
            <a:avLst/>
            <a:gdLst/>
            <a:ahLst/>
            <a:cxnLst/>
            <a:rect l="l" t="t" r="r" b="b"/>
            <a:pathLst>
              <a:path w="142469" h="136664" extrusionOk="0">
                <a:moveTo>
                  <a:pt x="97052" y="0"/>
                </a:moveTo>
                <a:cubicBezTo>
                  <a:pt x="94985" y="0"/>
                  <a:pt x="92658" y="685"/>
                  <a:pt x="89955" y="2065"/>
                </a:cubicBezTo>
                <a:cubicBezTo>
                  <a:pt x="76197" y="9104"/>
                  <a:pt x="81149" y="14564"/>
                  <a:pt x="82755" y="40634"/>
                </a:cubicBezTo>
                <a:cubicBezTo>
                  <a:pt x="85458" y="83646"/>
                  <a:pt x="12896" y="58112"/>
                  <a:pt x="4519" y="103881"/>
                </a:cubicBezTo>
                <a:cubicBezTo>
                  <a:pt x="0" y="128495"/>
                  <a:pt x="10558" y="136664"/>
                  <a:pt x="39417" y="136664"/>
                </a:cubicBezTo>
                <a:cubicBezTo>
                  <a:pt x="47997" y="136664"/>
                  <a:pt x="58195" y="135942"/>
                  <a:pt x="70095" y="134715"/>
                </a:cubicBezTo>
                <a:cubicBezTo>
                  <a:pt x="122047" y="129389"/>
                  <a:pt x="142469" y="101392"/>
                  <a:pt x="125767" y="56907"/>
                </a:cubicBezTo>
                <a:cubicBezTo>
                  <a:pt x="111706" y="19432"/>
                  <a:pt x="108060" y="0"/>
                  <a:pt x="97052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1" name="Google Shape;1141;p78"/>
          <p:cNvSpPr/>
          <p:nvPr/>
        </p:nvSpPr>
        <p:spPr>
          <a:xfrm rot="-7977677">
            <a:off x="5123145" y="4056144"/>
            <a:ext cx="1601627" cy="1536805"/>
          </a:xfrm>
          <a:custGeom>
            <a:avLst/>
            <a:gdLst/>
            <a:ahLst/>
            <a:cxnLst/>
            <a:rect l="l" t="t" r="r" b="b"/>
            <a:pathLst>
              <a:path w="20582" h="19749" extrusionOk="0">
                <a:moveTo>
                  <a:pt x="15178" y="401"/>
                </a:moveTo>
                <a:cubicBezTo>
                  <a:pt x="11542" y="1"/>
                  <a:pt x="4470" y="1235"/>
                  <a:pt x="2235" y="7773"/>
                </a:cubicBezTo>
                <a:cubicBezTo>
                  <a:pt x="0" y="14311"/>
                  <a:pt x="7939" y="17947"/>
                  <a:pt x="11675" y="18848"/>
                </a:cubicBezTo>
                <a:cubicBezTo>
                  <a:pt x="15445" y="19748"/>
                  <a:pt x="20315" y="19448"/>
                  <a:pt x="20448" y="13477"/>
                </a:cubicBezTo>
                <a:cubicBezTo>
                  <a:pt x="20582" y="7506"/>
                  <a:pt x="18780" y="835"/>
                  <a:pt x="15178" y="40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2" name="Google Shape;1142;p78"/>
          <p:cNvSpPr txBox="1">
            <a:spLocks noGrp="1"/>
          </p:cNvSpPr>
          <p:nvPr>
            <p:ph type="title"/>
          </p:nvPr>
        </p:nvSpPr>
        <p:spPr>
          <a:xfrm>
            <a:off x="713250" y="523025"/>
            <a:ext cx="7717500" cy="541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1143" name="Google Shape;1143;p78"/>
          <p:cNvSpPr txBox="1">
            <a:spLocks noGrp="1"/>
          </p:cNvSpPr>
          <p:nvPr>
            <p:ph type="subTitle" idx="1"/>
          </p:nvPr>
        </p:nvSpPr>
        <p:spPr>
          <a:xfrm>
            <a:off x="713250" y="2661125"/>
            <a:ext cx="2167800" cy="454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200" b="1">
                <a:solidFill>
                  <a:schemeClr val="accent2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44" name="Google Shape;1144;p78"/>
          <p:cNvSpPr txBox="1">
            <a:spLocks noGrp="1"/>
          </p:cNvSpPr>
          <p:nvPr>
            <p:ph type="subTitle" idx="2"/>
          </p:nvPr>
        </p:nvSpPr>
        <p:spPr>
          <a:xfrm>
            <a:off x="3488100" y="2661125"/>
            <a:ext cx="2167800" cy="454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200" b="1">
                <a:solidFill>
                  <a:schemeClr val="accent2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45" name="Google Shape;1145;p78"/>
          <p:cNvSpPr txBox="1">
            <a:spLocks noGrp="1"/>
          </p:cNvSpPr>
          <p:nvPr>
            <p:ph type="subTitle" idx="3"/>
          </p:nvPr>
        </p:nvSpPr>
        <p:spPr>
          <a:xfrm>
            <a:off x="713250" y="3128863"/>
            <a:ext cx="21678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46" name="Google Shape;1146;p78"/>
          <p:cNvSpPr txBox="1">
            <a:spLocks noGrp="1"/>
          </p:cNvSpPr>
          <p:nvPr>
            <p:ph type="subTitle" idx="4"/>
          </p:nvPr>
        </p:nvSpPr>
        <p:spPr>
          <a:xfrm>
            <a:off x="3488100" y="3128863"/>
            <a:ext cx="21678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47" name="Google Shape;1147;p78"/>
          <p:cNvSpPr txBox="1">
            <a:spLocks noGrp="1"/>
          </p:cNvSpPr>
          <p:nvPr>
            <p:ph type="subTitle" idx="5"/>
          </p:nvPr>
        </p:nvSpPr>
        <p:spPr>
          <a:xfrm>
            <a:off x="6262950" y="2661125"/>
            <a:ext cx="2167800" cy="454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200" b="1">
                <a:solidFill>
                  <a:schemeClr val="accent2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48" name="Google Shape;1148;p78"/>
          <p:cNvSpPr txBox="1">
            <a:spLocks noGrp="1"/>
          </p:cNvSpPr>
          <p:nvPr>
            <p:ph type="subTitle" idx="6"/>
          </p:nvPr>
        </p:nvSpPr>
        <p:spPr>
          <a:xfrm>
            <a:off x="6262950" y="3128863"/>
            <a:ext cx="21678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 1">
  <p:cSld name="CUSTOM_47">
    <p:spTree>
      <p:nvGrpSpPr>
        <p:cNvPr id="1" name="Shape 1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50" name="Google Shape;1150;p79"/>
          <p:cNvGrpSpPr/>
          <p:nvPr/>
        </p:nvGrpSpPr>
        <p:grpSpPr>
          <a:xfrm flipH="1">
            <a:off x="6914055" y="-80449"/>
            <a:ext cx="2277317" cy="5304377"/>
            <a:chOff x="224725" y="566950"/>
            <a:chExt cx="1850875" cy="4311100"/>
          </a:xfrm>
        </p:grpSpPr>
        <p:sp>
          <p:nvSpPr>
            <p:cNvPr id="1151" name="Google Shape;1151;p79"/>
            <p:cNvSpPr/>
            <p:nvPr/>
          </p:nvSpPr>
          <p:spPr>
            <a:xfrm>
              <a:off x="1914975" y="566950"/>
              <a:ext cx="160625" cy="2033000"/>
            </a:xfrm>
            <a:custGeom>
              <a:avLst/>
              <a:gdLst/>
              <a:ahLst/>
              <a:cxnLst/>
              <a:rect l="l" t="t" r="r" b="b"/>
              <a:pathLst>
                <a:path w="6425" h="81320" extrusionOk="0">
                  <a:moveTo>
                    <a:pt x="126" y="1"/>
                  </a:moveTo>
                  <a:cubicBezTo>
                    <a:pt x="81" y="1"/>
                    <a:pt x="44" y="24"/>
                    <a:pt x="27" y="57"/>
                  </a:cubicBezTo>
                  <a:cubicBezTo>
                    <a:pt x="27" y="84"/>
                    <a:pt x="27" y="110"/>
                    <a:pt x="27" y="137"/>
                  </a:cubicBezTo>
                  <a:cubicBezTo>
                    <a:pt x="27" y="164"/>
                    <a:pt x="27" y="217"/>
                    <a:pt x="81" y="244"/>
                  </a:cubicBezTo>
                  <a:cubicBezTo>
                    <a:pt x="1821" y="1261"/>
                    <a:pt x="2972" y="3188"/>
                    <a:pt x="2945" y="5035"/>
                  </a:cubicBezTo>
                  <a:cubicBezTo>
                    <a:pt x="2945" y="5089"/>
                    <a:pt x="2972" y="5142"/>
                    <a:pt x="2998" y="5169"/>
                  </a:cubicBezTo>
                  <a:cubicBezTo>
                    <a:pt x="4952" y="6133"/>
                    <a:pt x="6157" y="8086"/>
                    <a:pt x="6157" y="10255"/>
                  </a:cubicBezTo>
                  <a:cubicBezTo>
                    <a:pt x="6157" y="12449"/>
                    <a:pt x="4952" y="14403"/>
                    <a:pt x="2998" y="15367"/>
                  </a:cubicBezTo>
                  <a:cubicBezTo>
                    <a:pt x="2945" y="15394"/>
                    <a:pt x="2945" y="15447"/>
                    <a:pt x="2945" y="15501"/>
                  </a:cubicBezTo>
                  <a:cubicBezTo>
                    <a:pt x="2998" y="17321"/>
                    <a:pt x="1848" y="19248"/>
                    <a:pt x="108" y="20292"/>
                  </a:cubicBezTo>
                  <a:cubicBezTo>
                    <a:pt x="54" y="20292"/>
                    <a:pt x="27" y="20318"/>
                    <a:pt x="27" y="20372"/>
                  </a:cubicBezTo>
                  <a:cubicBezTo>
                    <a:pt x="1" y="20425"/>
                    <a:pt x="27" y="20479"/>
                    <a:pt x="81" y="20506"/>
                  </a:cubicBezTo>
                  <a:cubicBezTo>
                    <a:pt x="1794" y="21496"/>
                    <a:pt x="2865" y="23316"/>
                    <a:pt x="2945" y="25324"/>
                  </a:cubicBezTo>
                  <a:cubicBezTo>
                    <a:pt x="2945" y="25350"/>
                    <a:pt x="2972" y="25404"/>
                    <a:pt x="2998" y="25431"/>
                  </a:cubicBezTo>
                  <a:cubicBezTo>
                    <a:pt x="4952" y="26394"/>
                    <a:pt x="6157" y="28348"/>
                    <a:pt x="6157" y="30543"/>
                  </a:cubicBezTo>
                  <a:cubicBezTo>
                    <a:pt x="6157" y="32711"/>
                    <a:pt x="4952" y="34665"/>
                    <a:pt x="2998" y="35628"/>
                  </a:cubicBezTo>
                  <a:cubicBezTo>
                    <a:pt x="2945" y="35655"/>
                    <a:pt x="2918" y="35709"/>
                    <a:pt x="2945" y="35762"/>
                  </a:cubicBezTo>
                  <a:cubicBezTo>
                    <a:pt x="3106" y="37823"/>
                    <a:pt x="1633" y="39643"/>
                    <a:pt x="108" y="40553"/>
                  </a:cubicBezTo>
                  <a:cubicBezTo>
                    <a:pt x="54" y="40553"/>
                    <a:pt x="27" y="40580"/>
                    <a:pt x="27" y="40633"/>
                  </a:cubicBezTo>
                  <a:cubicBezTo>
                    <a:pt x="1" y="40687"/>
                    <a:pt x="27" y="40741"/>
                    <a:pt x="81" y="40767"/>
                  </a:cubicBezTo>
                  <a:cubicBezTo>
                    <a:pt x="1821" y="41784"/>
                    <a:pt x="2945" y="43658"/>
                    <a:pt x="2945" y="45532"/>
                  </a:cubicBezTo>
                  <a:cubicBezTo>
                    <a:pt x="2945" y="45558"/>
                    <a:pt x="2945" y="45558"/>
                    <a:pt x="2945" y="45585"/>
                  </a:cubicBezTo>
                  <a:cubicBezTo>
                    <a:pt x="2945" y="45612"/>
                    <a:pt x="2972" y="45665"/>
                    <a:pt x="2998" y="45692"/>
                  </a:cubicBezTo>
                  <a:cubicBezTo>
                    <a:pt x="4952" y="46656"/>
                    <a:pt x="6157" y="48636"/>
                    <a:pt x="6157" y="50804"/>
                  </a:cubicBezTo>
                  <a:cubicBezTo>
                    <a:pt x="6157" y="52972"/>
                    <a:pt x="4952" y="54926"/>
                    <a:pt x="2998" y="55917"/>
                  </a:cubicBezTo>
                  <a:cubicBezTo>
                    <a:pt x="2972" y="55917"/>
                    <a:pt x="2945" y="55970"/>
                    <a:pt x="2945" y="56024"/>
                  </a:cubicBezTo>
                  <a:cubicBezTo>
                    <a:pt x="2891" y="58004"/>
                    <a:pt x="1821" y="59798"/>
                    <a:pt x="108" y="60815"/>
                  </a:cubicBezTo>
                  <a:cubicBezTo>
                    <a:pt x="54" y="60815"/>
                    <a:pt x="27" y="60868"/>
                    <a:pt x="27" y="60895"/>
                  </a:cubicBezTo>
                  <a:cubicBezTo>
                    <a:pt x="1" y="60949"/>
                    <a:pt x="27" y="61002"/>
                    <a:pt x="81" y="61029"/>
                  </a:cubicBezTo>
                  <a:cubicBezTo>
                    <a:pt x="1821" y="62046"/>
                    <a:pt x="2891" y="63839"/>
                    <a:pt x="2945" y="65847"/>
                  </a:cubicBezTo>
                  <a:cubicBezTo>
                    <a:pt x="2945" y="65900"/>
                    <a:pt x="2972" y="65927"/>
                    <a:pt x="2998" y="65954"/>
                  </a:cubicBezTo>
                  <a:cubicBezTo>
                    <a:pt x="4952" y="66944"/>
                    <a:pt x="6157" y="68898"/>
                    <a:pt x="6157" y="71066"/>
                  </a:cubicBezTo>
                  <a:cubicBezTo>
                    <a:pt x="6157" y="73234"/>
                    <a:pt x="4952" y="75188"/>
                    <a:pt x="2998" y="76178"/>
                  </a:cubicBezTo>
                  <a:cubicBezTo>
                    <a:pt x="2972" y="76178"/>
                    <a:pt x="2945" y="76232"/>
                    <a:pt x="2945" y="76285"/>
                  </a:cubicBezTo>
                  <a:cubicBezTo>
                    <a:pt x="2891" y="78266"/>
                    <a:pt x="1821" y="80086"/>
                    <a:pt x="81" y="81076"/>
                  </a:cubicBezTo>
                  <a:cubicBezTo>
                    <a:pt x="27" y="81130"/>
                    <a:pt x="1" y="81183"/>
                    <a:pt x="27" y="81264"/>
                  </a:cubicBezTo>
                  <a:cubicBezTo>
                    <a:pt x="61" y="81297"/>
                    <a:pt x="104" y="81320"/>
                    <a:pt x="145" y="81320"/>
                  </a:cubicBezTo>
                  <a:cubicBezTo>
                    <a:pt x="170" y="81320"/>
                    <a:pt x="194" y="81311"/>
                    <a:pt x="215" y="81290"/>
                  </a:cubicBezTo>
                  <a:cubicBezTo>
                    <a:pt x="2008" y="80273"/>
                    <a:pt x="3106" y="78427"/>
                    <a:pt x="3186" y="76366"/>
                  </a:cubicBezTo>
                  <a:cubicBezTo>
                    <a:pt x="5166" y="75322"/>
                    <a:pt x="6424" y="73314"/>
                    <a:pt x="6424" y="71066"/>
                  </a:cubicBezTo>
                  <a:cubicBezTo>
                    <a:pt x="6424" y="68818"/>
                    <a:pt x="5166" y="66784"/>
                    <a:pt x="3186" y="65766"/>
                  </a:cubicBezTo>
                  <a:cubicBezTo>
                    <a:pt x="3106" y="63786"/>
                    <a:pt x="2062" y="61992"/>
                    <a:pt x="375" y="60922"/>
                  </a:cubicBezTo>
                  <a:cubicBezTo>
                    <a:pt x="2062" y="59878"/>
                    <a:pt x="3106" y="58085"/>
                    <a:pt x="3186" y="56104"/>
                  </a:cubicBezTo>
                  <a:cubicBezTo>
                    <a:pt x="5166" y="55060"/>
                    <a:pt x="6424" y="53053"/>
                    <a:pt x="6424" y="50804"/>
                  </a:cubicBezTo>
                  <a:cubicBezTo>
                    <a:pt x="6424" y="48556"/>
                    <a:pt x="5166" y="46522"/>
                    <a:pt x="3186" y="45505"/>
                  </a:cubicBezTo>
                  <a:cubicBezTo>
                    <a:pt x="3159" y="43604"/>
                    <a:pt x="2088" y="41731"/>
                    <a:pt x="375" y="40660"/>
                  </a:cubicBezTo>
                  <a:cubicBezTo>
                    <a:pt x="1901" y="39723"/>
                    <a:pt x="3320" y="37877"/>
                    <a:pt x="3186" y="35816"/>
                  </a:cubicBezTo>
                  <a:cubicBezTo>
                    <a:pt x="5193" y="34799"/>
                    <a:pt x="6424" y="32764"/>
                    <a:pt x="6424" y="30543"/>
                  </a:cubicBezTo>
                  <a:cubicBezTo>
                    <a:pt x="6424" y="28295"/>
                    <a:pt x="5166" y="26260"/>
                    <a:pt x="3186" y="25243"/>
                  </a:cubicBezTo>
                  <a:cubicBezTo>
                    <a:pt x="3106" y="23236"/>
                    <a:pt x="2062" y="21443"/>
                    <a:pt x="375" y="20399"/>
                  </a:cubicBezTo>
                  <a:cubicBezTo>
                    <a:pt x="2088" y="19328"/>
                    <a:pt x="3186" y="17454"/>
                    <a:pt x="3186" y="15608"/>
                  </a:cubicBezTo>
                  <a:cubicBezTo>
                    <a:pt x="3186" y="15608"/>
                    <a:pt x="3186" y="15581"/>
                    <a:pt x="3186" y="15554"/>
                  </a:cubicBezTo>
                  <a:cubicBezTo>
                    <a:pt x="5166" y="14537"/>
                    <a:pt x="6424" y="12503"/>
                    <a:pt x="6424" y="10255"/>
                  </a:cubicBezTo>
                  <a:cubicBezTo>
                    <a:pt x="6424" y="8033"/>
                    <a:pt x="5166" y="5999"/>
                    <a:pt x="3186" y="4982"/>
                  </a:cubicBezTo>
                  <a:lnTo>
                    <a:pt x="3186" y="4955"/>
                  </a:lnTo>
                  <a:cubicBezTo>
                    <a:pt x="3186" y="3028"/>
                    <a:pt x="2008" y="1074"/>
                    <a:pt x="215" y="30"/>
                  </a:cubicBezTo>
                  <a:cubicBezTo>
                    <a:pt x="184" y="10"/>
                    <a:pt x="153" y="1"/>
                    <a:pt x="12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2" name="Google Shape;1152;p79"/>
            <p:cNvSpPr/>
            <p:nvPr/>
          </p:nvSpPr>
          <p:spPr>
            <a:xfrm>
              <a:off x="1761075" y="818875"/>
              <a:ext cx="160625" cy="2032875"/>
            </a:xfrm>
            <a:custGeom>
              <a:avLst/>
              <a:gdLst/>
              <a:ahLst/>
              <a:cxnLst/>
              <a:rect l="l" t="t" r="r" b="b"/>
              <a:pathLst>
                <a:path w="6425" h="81315" extrusionOk="0">
                  <a:moveTo>
                    <a:pt x="149" y="1"/>
                  </a:moveTo>
                  <a:cubicBezTo>
                    <a:pt x="110" y="1"/>
                    <a:pt x="71" y="20"/>
                    <a:pt x="54" y="70"/>
                  </a:cubicBezTo>
                  <a:cubicBezTo>
                    <a:pt x="27" y="70"/>
                    <a:pt x="27" y="97"/>
                    <a:pt x="27" y="124"/>
                  </a:cubicBezTo>
                  <a:cubicBezTo>
                    <a:pt x="27" y="178"/>
                    <a:pt x="54" y="204"/>
                    <a:pt x="81" y="231"/>
                  </a:cubicBezTo>
                  <a:cubicBezTo>
                    <a:pt x="1821" y="1248"/>
                    <a:pt x="2972" y="3175"/>
                    <a:pt x="2945" y="5022"/>
                  </a:cubicBezTo>
                  <a:cubicBezTo>
                    <a:pt x="2945" y="5076"/>
                    <a:pt x="2972" y="5129"/>
                    <a:pt x="2998" y="5156"/>
                  </a:cubicBezTo>
                  <a:cubicBezTo>
                    <a:pt x="4952" y="6119"/>
                    <a:pt x="6183" y="8073"/>
                    <a:pt x="6183" y="10268"/>
                  </a:cubicBezTo>
                  <a:cubicBezTo>
                    <a:pt x="6183" y="12436"/>
                    <a:pt x="4952" y="14390"/>
                    <a:pt x="2998" y="15354"/>
                  </a:cubicBezTo>
                  <a:cubicBezTo>
                    <a:pt x="2972" y="15380"/>
                    <a:pt x="2945" y="15461"/>
                    <a:pt x="2945" y="15487"/>
                  </a:cubicBezTo>
                  <a:cubicBezTo>
                    <a:pt x="2998" y="17334"/>
                    <a:pt x="1847" y="19235"/>
                    <a:pt x="108" y="20278"/>
                  </a:cubicBezTo>
                  <a:cubicBezTo>
                    <a:pt x="81" y="20278"/>
                    <a:pt x="27" y="20305"/>
                    <a:pt x="27" y="20359"/>
                  </a:cubicBezTo>
                  <a:cubicBezTo>
                    <a:pt x="27" y="20412"/>
                    <a:pt x="27" y="20466"/>
                    <a:pt x="81" y="20493"/>
                  </a:cubicBezTo>
                  <a:cubicBezTo>
                    <a:pt x="1821" y="21510"/>
                    <a:pt x="2891" y="23303"/>
                    <a:pt x="2945" y="25310"/>
                  </a:cubicBezTo>
                  <a:cubicBezTo>
                    <a:pt x="2945" y="25364"/>
                    <a:pt x="2972" y="25391"/>
                    <a:pt x="2998" y="25417"/>
                  </a:cubicBezTo>
                  <a:cubicBezTo>
                    <a:pt x="4952" y="26381"/>
                    <a:pt x="6183" y="28362"/>
                    <a:pt x="6183" y="30530"/>
                  </a:cubicBezTo>
                  <a:cubicBezTo>
                    <a:pt x="6183" y="32698"/>
                    <a:pt x="4952" y="34652"/>
                    <a:pt x="2998" y="35642"/>
                  </a:cubicBezTo>
                  <a:cubicBezTo>
                    <a:pt x="2972" y="35642"/>
                    <a:pt x="2945" y="35695"/>
                    <a:pt x="2945" y="35749"/>
                  </a:cubicBezTo>
                  <a:cubicBezTo>
                    <a:pt x="3105" y="37837"/>
                    <a:pt x="1633" y="39630"/>
                    <a:pt x="108" y="40540"/>
                  </a:cubicBezTo>
                  <a:cubicBezTo>
                    <a:pt x="81" y="40540"/>
                    <a:pt x="27" y="40594"/>
                    <a:pt x="27" y="40620"/>
                  </a:cubicBezTo>
                  <a:cubicBezTo>
                    <a:pt x="27" y="40674"/>
                    <a:pt x="27" y="40727"/>
                    <a:pt x="81" y="40754"/>
                  </a:cubicBezTo>
                  <a:cubicBezTo>
                    <a:pt x="1821" y="41771"/>
                    <a:pt x="2945" y="43645"/>
                    <a:pt x="2945" y="45545"/>
                  </a:cubicBezTo>
                  <a:cubicBezTo>
                    <a:pt x="2945" y="45545"/>
                    <a:pt x="2945" y="45545"/>
                    <a:pt x="2945" y="45572"/>
                  </a:cubicBezTo>
                  <a:cubicBezTo>
                    <a:pt x="2945" y="45626"/>
                    <a:pt x="2972" y="45652"/>
                    <a:pt x="2998" y="45679"/>
                  </a:cubicBezTo>
                  <a:cubicBezTo>
                    <a:pt x="4952" y="46669"/>
                    <a:pt x="6183" y="48623"/>
                    <a:pt x="6183" y="50791"/>
                  </a:cubicBezTo>
                  <a:cubicBezTo>
                    <a:pt x="6183" y="52959"/>
                    <a:pt x="4952" y="54913"/>
                    <a:pt x="2998" y="55904"/>
                  </a:cubicBezTo>
                  <a:cubicBezTo>
                    <a:pt x="2972" y="55930"/>
                    <a:pt x="2945" y="55957"/>
                    <a:pt x="2945" y="56011"/>
                  </a:cubicBezTo>
                  <a:cubicBezTo>
                    <a:pt x="2891" y="57991"/>
                    <a:pt x="1847" y="59785"/>
                    <a:pt x="108" y="60802"/>
                  </a:cubicBezTo>
                  <a:cubicBezTo>
                    <a:pt x="81" y="60828"/>
                    <a:pt x="27" y="60855"/>
                    <a:pt x="27" y="60882"/>
                  </a:cubicBezTo>
                  <a:cubicBezTo>
                    <a:pt x="27" y="60935"/>
                    <a:pt x="27" y="60989"/>
                    <a:pt x="81" y="61016"/>
                  </a:cubicBezTo>
                  <a:cubicBezTo>
                    <a:pt x="1821" y="62033"/>
                    <a:pt x="2891" y="63826"/>
                    <a:pt x="2945" y="65834"/>
                  </a:cubicBezTo>
                  <a:cubicBezTo>
                    <a:pt x="2945" y="65887"/>
                    <a:pt x="2972" y="65914"/>
                    <a:pt x="2998" y="65941"/>
                  </a:cubicBezTo>
                  <a:cubicBezTo>
                    <a:pt x="4952" y="66931"/>
                    <a:pt x="6183" y="68885"/>
                    <a:pt x="6183" y="71053"/>
                  </a:cubicBezTo>
                  <a:cubicBezTo>
                    <a:pt x="6183" y="73221"/>
                    <a:pt x="4952" y="75175"/>
                    <a:pt x="2998" y="76165"/>
                  </a:cubicBezTo>
                  <a:cubicBezTo>
                    <a:pt x="2972" y="76192"/>
                    <a:pt x="2945" y="76219"/>
                    <a:pt x="2945" y="76272"/>
                  </a:cubicBezTo>
                  <a:cubicBezTo>
                    <a:pt x="2891" y="78280"/>
                    <a:pt x="1821" y="80073"/>
                    <a:pt x="81" y="81090"/>
                  </a:cubicBezTo>
                  <a:cubicBezTo>
                    <a:pt x="27" y="81117"/>
                    <a:pt x="1" y="81197"/>
                    <a:pt x="54" y="81251"/>
                  </a:cubicBezTo>
                  <a:cubicBezTo>
                    <a:pt x="74" y="81290"/>
                    <a:pt x="122" y="81315"/>
                    <a:pt x="167" y="81315"/>
                  </a:cubicBezTo>
                  <a:cubicBezTo>
                    <a:pt x="184" y="81315"/>
                    <a:pt x="200" y="81311"/>
                    <a:pt x="215" y="81304"/>
                  </a:cubicBezTo>
                  <a:cubicBezTo>
                    <a:pt x="2008" y="80260"/>
                    <a:pt x="3105" y="78413"/>
                    <a:pt x="3186" y="76352"/>
                  </a:cubicBezTo>
                  <a:cubicBezTo>
                    <a:pt x="5193" y="75309"/>
                    <a:pt x="6424" y="73301"/>
                    <a:pt x="6424" y="71053"/>
                  </a:cubicBezTo>
                  <a:cubicBezTo>
                    <a:pt x="6424" y="68805"/>
                    <a:pt x="5193" y="66797"/>
                    <a:pt x="3186" y="65753"/>
                  </a:cubicBezTo>
                  <a:cubicBezTo>
                    <a:pt x="3132" y="63773"/>
                    <a:pt x="2088" y="61979"/>
                    <a:pt x="402" y="60909"/>
                  </a:cubicBezTo>
                  <a:cubicBezTo>
                    <a:pt x="2088" y="59865"/>
                    <a:pt x="3132" y="58072"/>
                    <a:pt x="3186" y="56091"/>
                  </a:cubicBezTo>
                  <a:cubicBezTo>
                    <a:pt x="5193" y="55047"/>
                    <a:pt x="6424" y="53040"/>
                    <a:pt x="6424" y="50791"/>
                  </a:cubicBezTo>
                  <a:cubicBezTo>
                    <a:pt x="6424" y="48543"/>
                    <a:pt x="5193" y="46536"/>
                    <a:pt x="3186" y="45492"/>
                  </a:cubicBezTo>
                  <a:cubicBezTo>
                    <a:pt x="3186" y="43591"/>
                    <a:pt x="2088" y="41718"/>
                    <a:pt x="402" y="40647"/>
                  </a:cubicBezTo>
                  <a:cubicBezTo>
                    <a:pt x="1901" y="39710"/>
                    <a:pt x="3320" y="37890"/>
                    <a:pt x="3186" y="35829"/>
                  </a:cubicBezTo>
                  <a:cubicBezTo>
                    <a:pt x="5193" y="34785"/>
                    <a:pt x="6424" y="32751"/>
                    <a:pt x="6424" y="30530"/>
                  </a:cubicBezTo>
                  <a:cubicBezTo>
                    <a:pt x="6424" y="28281"/>
                    <a:pt x="5193" y="26247"/>
                    <a:pt x="3186" y="25230"/>
                  </a:cubicBezTo>
                  <a:cubicBezTo>
                    <a:pt x="3105" y="23223"/>
                    <a:pt x="2062" y="21429"/>
                    <a:pt x="402" y="20386"/>
                  </a:cubicBezTo>
                  <a:cubicBezTo>
                    <a:pt x="2115" y="19315"/>
                    <a:pt x="3212" y="17415"/>
                    <a:pt x="3186" y="15541"/>
                  </a:cubicBezTo>
                  <a:cubicBezTo>
                    <a:pt x="5193" y="14524"/>
                    <a:pt x="6424" y="12490"/>
                    <a:pt x="6424" y="10268"/>
                  </a:cubicBezTo>
                  <a:cubicBezTo>
                    <a:pt x="6424" y="8020"/>
                    <a:pt x="5193" y="5986"/>
                    <a:pt x="3186" y="4969"/>
                  </a:cubicBezTo>
                  <a:lnTo>
                    <a:pt x="3186" y="4942"/>
                  </a:lnTo>
                  <a:cubicBezTo>
                    <a:pt x="3186" y="3041"/>
                    <a:pt x="2008" y="1061"/>
                    <a:pt x="215" y="17"/>
                  </a:cubicBezTo>
                  <a:cubicBezTo>
                    <a:pt x="195" y="7"/>
                    <a:pt x="172" y="1"/>
                    <a:pt x="14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3" name="Google Shape;1153;p79"/>
            <p:cNvSpPr/>
            <p:nvPr/>
          </p:nvSpPr>
          <p:spPr>
            <a:xfrm>
              <a:off x="1607850" y="566950"/>
              <a:ext cx="159950" cy="2033000"/>
            </a:xfrm>
            <a:custGeom>
              <a:avLst/>
              <a:gdLst/>
              <a:ahLst/>
              <a:cxnLst/>
              <a:rect l="l" t="t" r="r" b="b"/>
              <a:pathLst>
                <a:path w="6398" h="81320" extrusionOk="0">
                  <a:moveTo>
                    <a:pt x="119" y="1"/>
                  </a:moveTo>
                  <a:cubicBezTo>
                    <a:pt x="81" y="1"/>
                    <a:pt x="44" y="24"/>
                    <a:pt x="27" y="57"/>
                  </a:cubicBezTo>
                  <a:cubicBezTo>
                    <a:pt x="0" y="84"/>
                    <a:pt x="0" y="110"/>
                    <a:pt x="0" y="137"/>
                  </a:cubicBezTo>
                  <a:cubicBezTo>
                    <a:pt x="0" y="164"/>
                    <a:pt x="27" y="217"/>
                    <a:pt x="81" y="244"/>
                  </a:cubicBezTo>
                  <a:cubicBezTo>
                    <a:pt x="1820" y="1261"/>
                    <a:pt x="2944" y="3188"/>
                    <a:pt x="2918" y="5035"/>
                  </a:cubicBezTo>
                  <a:cubicBezTo>
                    <a:pt x="2918" y="5089"/>
                    <a:pt x="2944" y="5142"/>
                    <a:pt x="2998" y="5169"/>
                  </a:cubicBezTo>
                  <a:cubicBezTo>
                    <a:pt x="4952" y="6133"/>
                    <a:pt x="6156" y="8086"/>
                    <a:pt x="6156" y="10255"/>
                  </a:cubicBezTo>
                  <a:cubicBezTo>
                    <a:pt x="6156" y="12449"/>
                    <a:pt x="4952" y="14403"/>
                    <a:pt x="2998" y="15367"/>
                  </a:cubicBezTo>
                  <a:cubicBezTo>
                    <a:pt x="2944" y="15394"/>
                    <a:pt x="2918" y="15447"/>
                    <a:pt x="2918" y="15501"/>
                  </a:cubicBezTo>
                  <a:cubicBezTo>
                    <a:pt x="2971" y="17347"/>
                    <a:pt x="1847" y="19248"/>
                    <a:pt x="81" y="20292"/>
                  </a:cubicBezTo>
                  <a:cubicBezTo>
                    <a:pt x="54" y="20292"/>
                    <a:pt x="27" y="20318"/>
                    <a:pt x="0" y="20372"/>
                  </a:cubicBezTo>
                  <a:cubicBezTo>
                    <a:pt x="0" y="20425"/>
                    <a:pt x="27" y="20479"/>
                    <a:pt x="81" y="20506"/>
                  </a:cubicBezTo>
                  <a:cubicBezTo>
                    <a:pt x="1794" y="21496"/>
                    <a:pt x="2864" y="23316"/>
                    <a:pt x="2918" y="25324"/>
                  </a:cubicBezTo>
                  <a:cubicBezTo>
                    <a:pt x="2918" y="25350"/>
                    <a:pt x="2944" y="25404"/>
                    <a:pt x="2998" y="25431"/>
                  </a:cubicBezTo>
                  <a:cubicBezTo>
                    <a:pt x="4952" y="26394"/>
                    <a:pt x="6156" y="28348"/>
                    <a:pt x="6156" y="30543"/>
                  </a:cubicBezTo>
                  <a:cubicBezTo>
                    <a:pt x="6156" y="32711"/>
                    <a:pt x="4952" y="34665"/>
                    <a:pt x="2998" y="35628"/>
                  </a:cubicBezTo>
                  <a:cubicBezTo>
                    <a:pt x="2944" y="35655"/>
                    <a:pt x="2918" y="35709"/>
                    <a:pt x="2918" y="35762"/>
                  </a:cubicBezTo>
                  <a:cubicBezTo>
                    <a:pt x="3078" y="37823"/>
                    <a:pt x="1633" y="39643"/>
                    <a:pt x="81" y="40553"/>
                  </a:cubicBezTo>
                  <a:cubicBezTo>
                    <a:pt x="54" y="40553"/>
                    <a:pt x="27" y="40580"/>
                    <a:pt x="0" y="40633"/>
                  </a:cubicBezTo>
                  <a:cubicBezTo>
                    <a:pt x="0" y="40687"/>
                    <a:pt x="27" y="40741"/>
                    <a:pt x="81" y="40767"/>
                  </a:cubicBezTo>
                  <a:cubicBezTo>
                    <a:pt x="1820" y="41784"/>
                    <a:pt x="2918" y="43658"/>
                    <a:pt x="2918" y="45532"/>
                  </a:cubicBezTo>
                  <a:cubicBezTo>
                    <a:pt x="2918" y="45558"/>
                    <a:pt x="2918" y="45558"/>
                    <a:pt x="2918" y="45585"/>
                  </a:cubicBezTo>
                  <a:cubicBezTo>
                    <a:pt x="2918" y="45612"/>
                    <a:pt x="2944" y="45665"/>
                    <a:pt x="2998" y="45692"/>
                  </a:cubicBezTo>
                  <a:cubicBezTo>
                    <a:pt x="4952" y="46656"/>
                    <a:pt x="6156" y="48636"/>
                    <a:pt x="6156" y="50804"/>
                  </a:cubicBezTo>
                  <a:cubicBezTo>
                    <a:pt x="6156" y="52972"/>
                    <a:pt x="4952" y="54926"/>
                    <a:pt x="2998" y="55917"/>
                  </a:cubicBezTo>
                  <a:cubicBezTo>
                    <a:pt x="2944" y="55917"/>
                    <a:pt x="2918" y="55970"/>
                    <a:pt x="2918" y="56024"/>
                  </a:cubicBezTo>
                  <a:cubicBezTo>
                    <a:pt x="2864" y="58004"/>
                    <a:pt x="1820" y="59798"/>
                    <a:pt x="81" y="60815"/>
                  </a:cubicBezTo>
                  <a:cubicBezTo>
                    <a:pt x="54" y="60815"/>
                    <a:pt x="27" y="60868"/>
                    <a:pt x="0" y="60895"/>
                  </a:cubicBezTo>
                  <a:cubicBezTo>
                    <a:pt x="0" y="60949"/>
                    <a:pt x="27" y="61002"/>
                    <a:pt x="81" y="61029"/>
                  </a:cubicBezTo>
                  <a:cubicBezTo>
                    <a:pt x="1820" y="62046"/>
                    <a:pt x="2864" y="63839"/>
                    <a:pt x="2918" y="65847"/>
                  </a:cubicBezTo>
                  <a:cubicBezTo>
                    <a:pt x="2918" y="65900"/>
                    <a:pt x="2944" y="65927"/>
                    <a:pt x="2998" y="65954"/>
                  </a:cubicBezTo>
                  <a:cubicBezTo>
                    <a:pt x="4952" y="66944"/>
                    <a:pt x="6156" y="68898"/>
                    <a:pt x="6156" y="71066"/>
                  </a:cubicBezTo>
                  <a:cubicBezTo>
                    <a:pt x="6156" y="73234"/>
                    <a:pt x="4952" y="75188"/>
                    <a:pt x="2998" y="76178"/>
                  </a:cubicBezTo>
                  <a:cubicBezTo>
                    <a:pt x="2944" y="76178"/>
                    <a:pt x="2918" y="76232"/>
                    <a:pt x="2918" y="76285"/>
                  </a:cubicBezTo>
                  <a:cubicBezTo>
                    <a:pt x="2864" y="78266"/>
                    <a:pt x="1820" y="80086"/>
                    <a:pt x="81" y="81076"/>
                  </a:cubicBezTo>
                  <a:cubicBezTo>
                    <a:pt x="27" y="81130"/>
                    <a:pt x="0" y="81183"/>
                    <a:pt x="27" y="81264"/>
                  </a:cubicBezTo>
                  <a:cubicBezTo>
                    <a:pt x="44" y="81297"/>
                    <a:pt x="81" y="81320"/>
                    <a:pt x="119" y="81320"/>
                  </a:cubicBezTo>
                  <a:cubicBezTo>
                    <a:pt x="143" y="81320"/>
                    <a:pt x="167" y="81311"/>
                    <a:pt x="188" y="81290"/>
                  </a:cubicBezTo>
                  <a:cubicBezTo>
                    <a:pt x="1981" y="80273"/>
                    <a:pt x="3105" y="78427"/>
                    <a:pt x="3185" y="76366"/>
                  </a:cubicBezTo>
                  <a:cubicBezTo>
                    <a:pt x="5166" y="75322"/>
                    <a:pt x="6397" y="73314"/>
                    <a:pt x="6397" y="71066"/>
                  </a:cubicBezTo>
                  <a:cubicBezTo>
                    <a:pt x="6397" y="68818"/>
                    <a:pt x="5166" y="66784"/>
                    <a:pt x="3185" y="65766"/>
                  </a:cubicBezTo>
                  <a:cubicBezTo>
                    <a:pt x="3105" y="63786"/>
                    <a:pt x="2061" y="61992"/>
                    <a:pt x="375" y="60922"/>
                  </a:cubicBezTo>
                  <a:cubicBezTo>
                    <a:pt x="2061" y="59878"/>
                    <a:pt x="3105" y="58085"/>
                    <a:pt x="3185" y="56104"/>
                  </a:cubicBezTo>
                  <a:cubicBezTo>
                    <a:pt x="5166" y="55060"/>
                    <a:pt x="6397" y="53053"/>
                    <a:pt x="6397" y="50804"/>
                  </a:cubicBezTo>
                  <a:cubicBezTo>
                    <a:pt x="6397" y="48556"/>
                    <a:pt x="5166" y="46522"/>
                    <a:pt x="3185" y="45505"/>
                  </a:cubicBezTo>
                  <a:cubicBezTo>
                    <a:pt x="3159" y="43604"/>
                    <a:pt x="2061" y="41731"/>
                    <a:pt x="375" y="40660"/>
                  </a:cubicBezTo>
                  <a:cubicBezTo>
                    <a:pt x="1901" y="39723"/>
                    <a:pt x="3292" y="37877"/>
                    <a:pt x="3185" y="35816"/>
                  </a:cubicBezTo>
                  <a:cubicBezTo>
                    <a:pt x="5166" y="34799"/>
                    <a:pt x="6397" y="32764"/>
                    <a:pt x="6397" y="30543"/>
                  </a:cubicBezTo>
                  <a:cubicBezTo>
                    <a:pt x="6397" y="28295"/>
                    <a:pt x="5166" y="26260"/>
                    <a:pt x="3185" y="25243"/>
                  </a:cubicBezTo>
                  <a:cubicBezTo>
                    <a:pt x="3078" y="23236"/>
                    <a:pt x="2061" y="21443"/>
                    <a:pt x="375" y="20399"/>
                  </a:cubicBezTo>
                  <a:cubicBezTo>
                    <a:pt x="2061" y="19328"/>
                    <a:pt x="3185" y="17454"/>
                    <a:pt x="3185" y="15608"/>
                  </a:cubicBezTo>
                  <a:cubicBezTo>
                    <a:pt x="3185" y="15608"/>
                    <a:pt x="3185" y="15581"/>
                    <a:pt x="3185" y="15554"/>
                  </a:cubicBezTo>
                  <a:cubicBezTo>
                    <a:pt x="5166" y="14537"/>
                    <a:pt x="6397" y="12503"/>
                    <a:pt x="6397" y="10255"/>
                  </a:cubicBezTo>
                  <a:cubicBezTo>
                    <a:pt x="6397" y="8033"/>
                    <a:pt x="5166" y="5999"/>
                    <a:pt x="3185" y="4982"/>
                  </a:cubicBezTo>
                  <a:lnTo>
                    <a:pt x="3185" y="4955"/>
                  </a:lnTo>
                  <a:cubicBezTo>
                    <a:pt x="3185" y="3028"/>
                    <a:pt x="1981" y="1074"/>
                    <a:pt x="188" y="30"/>
                  </a:cubicBezTo>
                  <a:cubicBezTo>
                    <a:pt x="167" y="10"/>
                    <a:pt x="143" y="1"/>
                    <a:pt x="11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4" name="Google Shape;1154;p79"/>
            <p:cNvSpPr/>
            <p:nvPr/>
          </p:nvSpPr>
          <p:spPr>
            <a:xfrm>
              <a:off x="1453950" y="818875"/>
              <a:ext cx="160600" cy="2032875"/>
            </a:xfrm>
            <a:custGeom>
              <a:avLst/>
              <a:gdLst/>
              <a:ahLst/>
              <a:cxnLst/>
              <a:rect l="l" t="t" r="r" b="b"/>
              <a:pathLst>
                <a:path w="6424" h="81315" extrusionOk="0">
                  <a:moveTo>
                    <a:pt x="136" y="1"/>
                  </a:moveTo>
                  <a:cubicBezTo>
                    <a:pt x="95" y="1"/>
                    <a:pt x="61" y="20"/>
                    <a:pt x="27" y="70"/>
                  </a:cubicBezTo>
                  <a:cubicBezTo>
                    <a:pt x="27" y="70"/>
                    <a:pt x="27" y="97"/>
                    <a:pt x="27" y="124"/>
                  </a:cubicBezTo>
                  <a:cubicBezTo>
                    <a:pt x="27" y="178"/>
                    <a:pt x="27" y="204"/>
                    <a:pt x="80" y="231"/>
                  </a:cubicBezTo>
                  <a:cubicBezTo>
                    <a:pt x="1820" y="1248"/>
                    <a:pt x="2971" y="3175"/>
                    <a:pt x="2944" y="5022"/>
                  </a:cubicBezTo>
                  <a:cubicBezTo>
                    <a:pt x="2944" y="5076"/>
                    <a:pt x="2971" y="5129"/>
                    <a:pt x="2998" y="5156"/>
                  </a:cubicBezTo>
                  <a:cubicBezTo>
                    <a:pt x="4952" y="6119"/>
                    <a:pt x="6156" y="8073"/>
                    <a:pt x="6156" y="10268"/>
                  </a:cubicBezTo>
                  <a:cubicBezTo>
                    <a:pt x="6156" y="12436"/>
                    <a:pt x="4952" y="14390"/>
                    <a:pt x="2998" y="15354"/>
                  </a:cubicBezTo>
                  <a:cubicBezTo>
                    <a:pt x="2971" y="15380"/>
                    <a:pt x="2944" y="15434"/>
                    <a:pt x="2944" y="15487"/>
                  </a:cubicBezTo>
                  <a:cubicBezTo>
                    <a:pt x="2944" y="15514"/>
                    <a:pt x="2944" y="15568"/>
                    <a:pt x="2944" y="15595"/>
                  </a:cubicBezTo>
                  <a:cubicBezTo>
                    <a:pt x="2944" y="17415"/>
                    <a:pt x="1820" y="19261"/>
                    <a:pt x="107" y="20278"/>
                  </a:cubicBezTo>
                  <a:cubicBezTo>
                    <a:pt x="54" y="20278"/>
                    <a:pt x="27" y="20305"/>
                    <a:pt x="27" y="20359"/>
                  </a:cubicBezTo>
                  <a:cubicBezTo>
                    <a:pt x="0" y="20412"/>
                    <a:pt x="27" y="20466"/>
                    <a:pt x="80" y="20493"/>
                  </a:cubicBezTo>
                  <a:cubicBezTo>
                    <a:pt x="1793" y="21510"/>
                    <a:pt x="2864" y="23303"/>
                    <a:pt x="2944" y="25310"/>
                  </a:cubicBezTo>
                  <a:cubicBezTo>
                    <a:pt x="2944" y="25364"/>
                    <a:pt x="2971" y="25391"/>
                    <a:pt x="2998" y="25417"/>
                  </a:cubicBezTo>
                  <a:cubicBezTo>
                    <a:pt x="4952" y="26381"/>
                    <a:pt x="6156" y="28362"/>
                    <a:pt x="6156" y="30530"/>
                  </a:cubicBezTo>
                  <a:cubicBezTo>
                    <a:pt x="6156" y="32698"/>
                    <a:pt x="4952" y="34652"/>
                    <a:pt x="2998" y="35642"/>
                  </a:cubicBezTo>
                  <a:cubicBezTo>
                    <a:pt x="2944" y="35642"/>
                    <a:pt x="2918" y="35695"/>
                    <a:pt x="2944" y="35749"/>
                  </a:cubicBezTo>
                  <a:cubicBezTo>
                    <a:pt x="3105" y="37837"/>
                    <a:pt x="1633" y="39630"/>
                    <a:pt x="107" y="40540"/>
                  </a:cubicBezTo>
                  <a:cubicBezTo>
                    <a:pt x="54" y="40540"/>
                    <a:pt x="27" y="40594"/>
                    <a:pt x="27" y="40620"/>
                  </a:cubicBezTo>
                  <a:cubicBezTo>
                    <a:pt x="0" y="40674"/>
                    <a:pt x="27" y="40727"/>
                    <a:pt x="80" y="40754"/>
                  </a:cubicBezTo>
                  <a:cubicBezTo>
                    <a:pt x="1820" y="41771"/>
                    <a:pt x="2944" y="43645"/>
                    <a:pt x="2944" y="45545"/>
                  </a:cubicBezTo>
                  <a:cubicBezTo>
                    <a:pt x="2944" y="45545"/>
                    <a:pt x="2944" y="45572"/>
                    <a:pt x="2944" y="45572"/>
                  </a:cubicBezTo>
                  <a:cubicBezTo>
                    <a:pt x="2944" y="45626"/>
                    <a:pt x="2971" y="45652"/>
                    <a:pt x="2998" y="45679"/>
                  </a:cubicBezTo>
                  <a:cubicBezTo>
                    <a:pt x="4952" y="46669"/>
                    <a:pt x="6156" y="48623"/>
                    <a:pt x="6156" y="50791"/>
                  </a:cubicBezTo>
                  <a:cubicBezTo>
                    <a:pt x="6156" y="52959"/>
                    <a:pt x="4952" y="54913"/>
                    <a:pt x="2998" y="55904"/>
                  </a:cubicBezTo>
                  <a:cubicBezTo>
                    <a:pt x="2971" y="55930"/>
                    <a:pt x="2944" y="55957"/>
                    <a:pt x="2944" y="56011"/>
                  </a:cubicBezTo>
                  <a:cubicBezTo>
                    <a:pt x="2891" y="57991"/>
                    <a:pt x="1820" y="59785"/>
                    <a:pt x="107" y="60802"/>
                  </a:cubicBezTo>
                  <a:cubicBezTo>
                    <a:pt x="54" y="60828"/>
                    <a:pt x="27" y="60855"/>
                    <a:pt x="27" y="60882"/>
                  </a:cubicBezTo>
                  <a:cubicBezTo>
                    <a:pt x="0" y="60935"/>
                    <a:pt x="27" y="60989"/>
                    <a:pt x="80" y="61016"/>
                  </a:cubicBezTo>
                  <a:cubicBezTo>
                    <a:pt x="1820" y="62033"/>
                    <a:pt x="2891" y="63826"/>
                    <a:pt x="2944" y="65834"/>
                  </a:cubicBezTo>
                  <a:cubicBezTo>
                    <a:pt x="2944" y="65887"/>
                    <a:pt x="2971" y="65914"/>
                    <a:pt x="2998" y="65941"/>
                  </a:cubicBezTo>
                  <a:cubicBezTo>
                    <a:pt x="4952" y="66931"/>
                    <a:pt x="6156" y="68885"/>
                    <a:pt x="6156" y="71053"/>
                  </a:cubicBezTo>
                  <a:cubicBezTo>
                    <a:pt x="6156" y="73221"/>
                    <a:pt x="4952" y="75175"/>
                    <a:pt x="2998" y="76165"/>
                  </a:cubicBezTo>
                  <a:cubicBezTo>
                    <a:pt x="2971" y="76192"/>
                    <a:pt x="2944" y="76219"/>
                    <a:pt x="2944" y="76272"/>
                  </a:cubicBezTo>
                  <a:cubicBezTo>
                    <a:pt x="2891" y="78280"/>
                    <a:pt x="1820" y="80073"/>
                    <a:pt x="80" y="81090"/>
                  </a:cubicBezTo>
                  <a:cubicBezTo>
                    <a:pt x="27" y="81117"/>
                    <a:pt x="0" y="81197"/>
                    <a:pt x="27" y="81251"/>
                  </a:cubicBezTo>
                  <a:cubicBezTo>
                    <a:pt x="66" y="81290"/>
                    <a:pt x="120" y="81315"/>
                    <a:pt x="167" y="81315"/>
                  </a:cubicBezTo>
                  <a:cubicBezTo>
                    <a:pt x="184" y="81315"/>
                    <a:pt x="200" y="81311"/>
                    <a:pt x="214" y="81304"/>
                  </a:cubicBezTo>
                  <a:cubicBezTo>
                    <a:pt x="2008" y="80260"/>
                    <a:pt x="3105" y="78413"/>
                    <a:pt x="3185" y="76352"/>
                  </a:cubicBezTo>
                  <a:cubicBezTo>
                    <a:pt x="5166" y="75309"/>
                    <a:pt x="6424" y="73301"/>
                    <a:pt x="6424" y="71053"/>
                  </a:cubicBezTo>
                  <a:cubicBezTo>
                    <a:pt x="6424" y="68805"/>
                    <a:pt x="5166" y="66797"/>
                    <a:pt x="3185" y="65753"/>
                  </a:cubicBezTo>
                  <a:cubicBezTo>
                    <a:pt x="3105" y="63773"/>
                    <a:pt x="2061" y="61979"/>
                    <a:pt x="375" y="60909"/>
                  </a:cubicBezTo>
                  <a:cubicBezTo>
                    <a:pt x="2061" y="59865"/>
                    <a:pt x="3105" y="58072"/>
                    <a:pt x="3185" y="56091"/>
                  </a:cubicBezTo>
                  <a:cubicBezTo>
                    <a:pt x="5166" y="55047"/>
                    <a:pt x="6424" y="53040"/>
                    <a:pt x="6424" y="50791"/>
                  </a:cubicBezTo>
                  <a:cubicBezTo>
                    <a:pt x="6424" y="48543"/>
                    <a:pt x="5193" y="46536"/>
                    <a:pt x="3185" y="45492"/>
                  </a:cubicBezTo>
                  <a:cubicBezTo>
                    <a:pt x="3159" y="43591"/>
                    <a:pt x="2088" y="41718"/>
                    <a:pt x="375" y="40647"/>
                  </a:cubicBezTo>
                  <a:cubicBezTo>
                    <a:pt x="1901" y="39710"/>
                    <a:pt x="3319" y="37890"/>
                    <a:pt x="3185" y="35829"/>
                  </a:cubicBezTo>
                  <a:cubicBezTo>
                    <a:pt x="5193" y="34785"/>
                    <a:pt x="6424" y="32751"/>
                    <a:pt x="6424" y="30530"/>
                  </a:cubicBezTo>
                  <a:cubicBezTo>
                    <a:pt x="6424" y="28281"/>
                    <a:pt x="5166" y="26247"/>
                    <a:pt x="3185" y="25230"/>
                  </a:cubicBezTo>
                  <a:cubicBezTo>
                    <a:pt x="3105" y="23223"/>
                    <a:pt x="2061" y="21429"/>
                    <a:pt x="375" y="20386"/>
                  </a:cubicBezTo>
                  <a:cubicBezTo>
                    <a:pt x="2088" y="19315"/>
                    <a:pt x="3185" y="17441"/>
                    <a:pt x="3185" y="15595"/>
                  </a:cubicBezTo>
                  <a:cubicBezTo>
                    <a:pt x="3185" y="15595"/>
                    <a:pt x="3185" y="15568"/>
                    <a:pt x="3185" y="15541"/>
                  </a:cubicBezTo>
                  <a:cubicBezTo>
                    <a:pt x="5193" y="14524"/>
                    <a:pt x="6424" y="12490"/>
                    <a:pt x="6424" y="10268"/>
                  </a:cubicBezTo>
                  <a:cubicBezTo>
                    <a:pt x="6424" y="8020"/>
                    <a:pt x="5193" y="5986"/>
                    <a:pt x="3185" y="4969"/>
                  </a:cubicBezTo>
                  <a:cubicBezTo>
                    <a:pt x="3185" y="3041"/>
                    <a:pt x="2008" y="1061"/>
                    <a:pt x="214" y="17"/>
                  </a:cubicBezTo>
                  <a:cubicBezTo>
                    <a:pt x="185" y="7"/>
                    <a:pt x="159" y="1"/>
                    <a:pt x="13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5" name="Google Shape;1155;p79"/>
            <p:cNvSpPr/>
            <p:nvPr/>
          </p:nvSpPr>
          <p:spPr>
            <a:xfrm>
              <a:off x="1300050" y="566950"/>
              <a:ext cx="160600" cy="2033000"/>
            </a:xfrm>
            <a:custGeom>
              <a:avLst/>
              <a:gdLst/>
              <a:ahLst/>
              <a:cxnLst/>
              <a:rect l="l" t="t" r="r" b="b"/>
              <a:pathLst>
                <a:path w="6424" h="81320" extrusionOk="0">
                  <a:moveTo>
                    <a:pt x="146" y="1"/>
                  </a:moveTo>
                  <a:cubicBezTo>
                    <a:pt x="107" y="1"/>
                    <a:pt x="70" y="24"/>
                    <a:pt x="54" y="57"/>
                  </a:cubicBezTo>
                  <a:cubicBezTo>
                    <a:pt x="27" y="84"/>
                    <a:pt x="27" y="110"/>
                    <a:pt x="27" y="137"/>
                  </a:cubicBezTo>
                  <a:cubicBezTo>
                    <a:pt x="27" y="164"/>
                    <a:pt x="54" y="217"/>
                    <a:pt x="80" y="244"/>
                  </a:cubicBezTo>
                  <a:cubicBezTo>
                    <a:pt x="1820" y="1261"/>
                    <a:pt x="2971" y="3188"/>
                    <a:pt x="2944" y="5035"/>
                  </a:cubicBezTo>
                  <a:cubicBezTo>
                    <a:pt x="2944" y="5089"/>
                    <a:pt x="2971" y="5142"/>
                    <a:pt x="3025" y="5169"/>
                  </a:cubicBezTo>
                  <a:cubicBezTo>
                    <a:pt x="4952" y="6133"/>
                    <a:pt x="6183" y="8086"/>
                    <a:pt x="6183" y="10255"/>
                  </a:cubicBezTo>
                  <a:cubicBezTo>
                    <a:pt x="6183" y="12449"/>
                    <a:pt x="4952" y="14403"/>
                    <a:pt x="3025" y="15367"/>
                  </a:cubicBezTo>
                  <a:cubicBezTo>
                    <a:pt x="2971" y="15394"/>
                    <a:pt x="2944" y="15447"/>
                    <a:pt x="2944" y="15501"/>
                  </a:cubicBezTo>
                  <a:cubicBezTo>
                    <a:pt x="2998" y="17321"/>
                    <a:pt x="1847" y="19248"/>
                    <a:pt x="107" y="20292"/>
                  </a:cubicBezTo>
                  <a:cubicBezTo>
                    <a:pt x="80" y="20292"/>
                    <a:pt x="54" y="20318"/>
                    <a:pt x="27" y="20372"/>
                  </a:cubicBezTo>
                  <a:cubicBezTo>
                    <a:pt x="27" y="20425"/>
                    <a:pt x="27" y="20479"/>
                    <a:pt x="80" y="20506"/>
                  </a:cubicBezTo>
                  <a:cubicBezTo>
                    <a:pt x="1820" y="21496"/>
                    <a:pt x="2891" y="23316"/>
                    <a:pt x="2944" y="25324"/>
                  </a:cubicBezTo>
                  <a:cubicBezTo>
                    <a:pt x="2944" y="25350"/>
                    <a:pt x="2971" y="25404"/>
                    <a:pt x="3025" y="25431"/>
                  </a:cubicBezTo>
                  <a:cubicBezTo>
                    <a:pt x="4952" y="26394"/>
                    <a:pt x="6183" y="28348"/>
                    <a:pt x="6183" y="30543"/>
                  </a:cubicBezTo>
                  <a:cubicBezTo>
                    <a:pt x="6183" y="32711"/>
                    <a:pt x="4952" y="34665"/>
                    <a:pt x="3025" y="35628"/>
                  </a:cubicBezTo>
                  <a:cubicBezTo>
                    <a:pt x="2971" y="35655"/>
                    <a:pt x="2944" y="35709"/>
                    <a:pt x="2944" y="35762"/>
                  </a:cubicBezTo>
                  <a:cubicBezTo>
                    <a:pt x="3105" y="37823"/>
                    <a:pt x="1633" y="39643"/>
                    <a:pt x="107" y="40553"/>
                  </a:cubicBezTo>
                  <a:cubicBezTo>
                    <a:pt x="80" y="40553"/>
                    <a:pt x="54" y="40580"/>
                    <a:pt x="27" y="40633"/>
                  </a:cubicBezTo>
                  <a:cubicBezTo>
                    <a:pt x="27" y="40687"/>
                    <a:pt x="27" y="40741"/>
                    <a:pt x="80" y="40767"/>
                  </a:cubicBezTo>
                  <a:cubicBezTo>
                    <a:pt x="1820" y="41784"/>
                    <a:pt x="2944" y="43658"/>
                    <a:pt x="2944" y="45532"/>
                  </a:cubicBezTo>
                  <a:cubicBezTo>
                    <a:pt x="2944" y="45558"/>
                    <a:pt x="2944" y="45558"/>
                    <a:pt x="2944" y="45585"/>
                  </a:cubicBezTo>
                  <a:cubicBezTo>
                    <a:pt x="2944" y="45612"/>
                    <a:pt x="2971" y="45665"/>
                    <a:pt x="3025" y="45692"/>
                  </a:cubicBezTo>
                  <a:cubicBezTo>
                    <a:pt x="4952" y="46656"/>
                    <a:pt x="6183" y="48636"/>
                    <a:pt x="6183" y="50804"/>
                  </a:cubicBezTo>
                  <a:cubicBezTo>
                    <a:pt x="6183" y="52972"/>
                    <a:pt x="4952" y="54926"/>
                    <a:pt x="3025" y="55917"/>
                  </a:cubicBezTo>
                  <a:cubicBezTo>
                    <a:pt x="2971" y="55917"/>
                    <a:pt x="2944" y="55970"/>
                    <a:pt x="2944" y="56024"/>
                  </a:cubicBezTo>
                  <a:cubicBezTo>
                    <a:pt x="2891" y="58004"/>
                    <a:pt x="1847" y="59798"/>
                    <a:pt x="107" y="60815"/>
                  </a:cubicBezTo>
                  <a:cubicBezTo>
                    <a:pt x="80" y="60815"/>
                    <a:pt x="54" y="60868"/>
                    <a:pt x="27" y="60895"/>
                  </a:cubicBezTo>
                  <a:cubicBezTo>
                    <a:pt x="27" y="60949"/>
                    <a:pt x="27" y="61002"/>
                    <a:pt x="80" y="61029"/>
                  </a:cubicBezTo>
                  <a:cubicBezTo>
                    <a:pt x="1820" y="62046"/>
                    <a:pt x="2891" y="63839"/>
                    <a:pt x="2944" y="65847"/>
                  </a:cubicBezTo>
                  <a:cubicBezTo>
                    <a:pt x="2944" y="65900"/>
                    <a:pt x="2971" y="65927"/>
                    <a:pt x="3025" y="65954"/>
                  </a:cubicBezTo>
                  <a:cubicBezTo>
                    <a:pt x="4952" y="66944"/>
                    <a:pt x="6183" y="68898"/>
                    <a:pt x="6183" y="71066"/>
                  </a:cubicBezTo>
                  <a:cubicBezTo>
                    <a:pt x="6183" y="73234"/>
                    <a:pt x="4952" y="75188"/>
                    <a:pt x="3025" y="76178"/>
                  </a:cubicBezTo>
                  <a:cubicBezTo>
                    <a:pt x="2971" y="76178"/>
                    <a:pt x="2944" y="76232"/>
                    <a:pt x="2944" y="76285"/>
                  </a:cubicBezTo>
                  <a:cubicBezTo>
                    <a:pt x="2891" y="78266"/>
                    <a:pt x="1820" y="80086"/>
                    <a:pt x="80" y="81076"/>
                  </a:cubicBezTo>
                  <a:cubicBezTo>
                    <a:pt x="27" y="81130"/>
                    <a:pt x="0" y="81183"/>
                    <a:pt x="54" y="81264"/>
                  </a:cubicBezTo>
                  <a:cubicBezTo>
                    <a:pt x="70" y="81297"/>
                    <a:pt x="107" y="81320"/>
                    <a:pt x="146" y="81320"/>
                  </a:cubicBezTo>
                  <a:cubicBezTo>
                    <a:pt x="169" y="81320"/>
                    <a:pt x="194" y="81311"/>
                    <a:pt x="214" y="81290"/>
                  </a:cubicBezTo>
                  <a:cubicBezTo>
                    <a:pt x="2007" y="80273"/>
                    <a:pt x="3105" y="78427"/>
                    <a:pt x="3185" y="76366"/>
                  </a:cubicBezTo>
                  <a:cubicBezTo>
                    <a:pt x="5193" y="75322"/>
                    <a:pt x="6424" y="73314"/>
                    <a:pt x="6424" y="71066"/>
                  </a:cubicBezTo>
                  <a:cubicBezTo>
                    <a:pt x="6424" y="68818"/>
                    <a:pt x="5193" y="66784"/>
                    <a:pt x="3185" y="65766"/>
                  </a:cubicBezTo>
                  <a:cubicBezTo>
                    <a:pt x="3132" y="63786"/>
                    <a:pt x="2088" y="61992"/>
                    <a:pt x="402" y="60922"/>
                  </a:cubicBezTo>
                  <a:cubicBezTo>
                    <a:pt x="2088" y="59878"/>
                    <a:pt x="3132" y="58085"/>
                    <a:pt x="3185" y="56104"/>
                  </a:cubicBezTo>
                  <a:cubicBezTo>
                    <a:pt x="5193" y="55060"/>
                    <a:pt x="6424" y="53053"/>
                    <a:pt x="6424" y="50804"/>
                  </a:cubicBezTo>
                  <a:cubicBezTo>
                    <a:pt x="6424" y="48556"/>
                    <a:pt x="5193" y="46522"/>
                    <a:pt x="3185" y="45505"/>
                  </a:cubicBezTo>
                  <a:cubicBezTo>
                    <a:pt x="3185" y="43604"/>
                    <a:pt x="2088" y="41731"/>
                    <a:pt x="402" y="40660"/>
                  </a:cubicBezTo>
                  <a:cubicBezTo>
                    <a:pt x="1927" y="39723"/>
                    <a:pt x="3319" y="37903"/>
                    <a:pt x="3212" y="35816"/>
                  </a:cubicBezTo>
                  <a:cubicBezTo>
                    <a:pt x="5193" y="34799"/>
                    <a:pt x="6424" y="32764"/>
                    <a:pt x="6424" y="30543"/>
                  </a:cubicBezTo>
                  <a:cubicBezTo>
                    <a:pt x="6424" y="28295"/>
                    <a:pt x="5193" y="26260"/>
                    <a:pt x="3185" y="25243"/>
                  </a:cubicBezTo>
                  <a:cubicBezTo>
                    <a:pt x="3105" y="23236"/>
                    <a:pt x="2061" y="21443"/>
                    <a:pt x="402" y="20399"/>
                  </a:cubicBezTo>
                  <a:cubicBezTo>
                    <a:pt x="2088" y="19328"/>
                    <a:pt x="3185" y="17454"/>
                    <a:pt x="3185" y="15608"/>
                  </a:cubicBezTo>
                  <a:cubicBezTo>
                    <a:pt x="3185" y="15608"/>
                    <a:pt x="3185" y="15581"/>
                    <a:pt x="3185" y="15554"/>
                  </a:cubicBezTo>
                  <a:cubicBezTo>
                    <a:pt x="5193" y="14537"/>
                    <a:pt x="6424" y="12503"/>
                    <a:pt x="6424" y="10255"/>
                  </a:cubicBezTo>
                  <a:cubicBezTo>
                    <a:pt x="6424" y="8033"/>
                    <a:pt x="5193" y="5999"/>
                    <a:pt x="3185" y="4982"/>
                  </a:cubicBezTo>
                  <a:lnTo>
                    <a:pt x="3185" y="4955"/>
                  </a:lnTo>
                  <a:cubicBezTo>
                    <a:pt x="3185" y="3028"/>
                    <a:pt x="2007" y="1074"/>
                    <a:pt x="214" y="30"/>
                  </a:cubicBezTo>
                  <a:cubicBezTo>
                    <a:pt x="194" y="10"/>
                    <a:pt x="169" y="1"/>
                    <a:pt x="14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6" name="Google Shape;1156;p79"/>
            <p:cNvSpPr/>
            <p:nvPr/>
          </p:nvSpPr>
          <p:spPr>
            <a:xfrm>
              <a:off x="1146800" y="818875"/>
              <a:ext cx="159950" cy="2032875"/>
            </a:xfrm>
            <a:custGeom>
              <a:avLst/>
              <a:gdLst/>
              <a:ahLst/>
              <a:cxnLst/>
              <a:rect l="l" t="t" r="r" b="b"/>
              <a:pathLst>
                <a:path w="6398" h="81315" extrusionOk="0">
                  <a:moveTo>
                    <a:pt x="123" y="1"/>
                  </a:moveTo>
                  <a:cubicBezTo>
                    <a:pt x="83" y="1"/>
                    <a:pt x="44" y="20"/>
                    <a:pt x="28" y="70"/>
                  </a:cubicBezTo>
                  <a:cubicBezTo>
                    <a:pt x="28" y="70"/>
                    <a:pt x="1" y="97"/>
                    <a:pt x="1" y="124"/>
                  </a:cubicBezTo>
                  <a:cubicBezTo>
                    <a:pt x="1" y="178"/>
                    <a:pt x="28" y="204"/>
                    <a:pt x="81" y="231"/>
                  </a:cubicBezTo>
                  <a:cubicBezTo>
                    <a:pt x="1821" y="1248"/>
                    <a:pt x="2972" y="3175"/>
                    <a:pt x="2918" y="5022"/>
                  </a:cubicBezTo>
                  <a:cubicBezTo>
                    <a:pt x="2918" y="5076"/>
                    <a:pt x="2945" y="5129"/>
                    <a:pt x="2998" y="5156"/>
                  </a:cubicBezTo>
                  <a:cubicBezTo>
                    <a:pt x="4952" y="6119"/>
                    <a:pt x="6157" y="8073"/>
                    <a:pt x="6157" y="10268"/>
                  </a:cubicBezTo>
                  <a:cubicBezTo>
                    <a:pt x="6157" y="12436"/>
                    <a:pt x="4952" y="14390"/>
                    <a:pt x="2998" y="15354"/>
                  </a:cubicBezTo>
                  <a:cubicBezTo>
                    <a:pt x="2945" y="15380"/>
                    <a:pt x="2918" y="15434"/>
                    <a:pt x="2918" y="15487"/>
                  </a:cubicBezTo>
                  <a:cubicBezTo>
                    <a:pt x="2998" y="17334"/>
                    <a:pt x="1848" y="19235"/>
                    <a:pt x="81" y="20278"/>
                  </a:cubicBezTo>
                  <a:cubicBezTo>
                    <a:pt x="54" y="20278"/>
                    <a:pt x="28" y="20305"/>
                    <a:pt x="1" y="20359"/>
                  </a:cubicBezTo>
                  <a:cubicBezTo>
                    <a:pt x="1" y="20412"/>
                    <a:pt x="28" y="20466"/>
                    <a:pt x="81" y="20493"/>
                  </a:cubicBezTo>
                  <a:cubicBezTo>
                    <a:pt x="1794" y="21510"/>
                    <a:pt x="2865" y="23303"/>
                    <a:pt x="2918" y="25310"/>
                  </a:cubicBezTo>
                  <a:cubicBezTo>
                    <a:pt x="2918" y="25364"/>
                    <a:pt x="2945" y="25391"/>
                    <a:pt x="2998" y="25417"/>
                  </a:cubicBezTo>
                  <a:cubicBezTo>
                    <a:pt x="4952" y="26381"/>
                    <a:pt x="6157" y="28362"/>
                    <a:pt x="6157" y="30530"/>
                  </a:cubicBezTo>
                  <a:cubicBezTo>
                    <a:pt x="6157" y="32698"/>
                    <a:pt x="4952" y="34652"/>
                    <a:pt x="2998" y="35642"/>
                  </a:cubicBezTo>
                  <a:cubicBezTo>
                    <a:pt x="2945" y="35642"/>
                    <a:pt x="2918" y="35695"/>
                    <a:pt x="2918" y="35749"/>
                  </a:cubicBezTo>
                  <a:cubicBezTo>
                    <a:pt x="3079" y="37837"/>
                    <a:pt x="1633" y="39630"/>
                    <a:pt x="81" y="40540"/>
                  </a:cubicBezTo>
                  <a:cubicBezTo>
                    <a:pt x="54" y="40540"/>
                    <a:pt x="28" y="40594"/>
                    <a:pt x="1" y="40620"/>
                  </a:cubicBezTo>
                  <a:cubicBezTo>
                    <a:pt x="1" y="40674"/>
                    <a:pt x="28" y="40727"/>
                    <a:pt x="81" y="40754"/>
                  </a:cubicBezTo>
                  <a:cubicBezTo>
                    <a:pt x="1821" y="41771"/>
                    <a:pt x="2918" y="43645"/>
                    <a:pt x="2918" y="45545"/>
                  </a:cubicBezTo>
                  <a:cubicBezTo>
                    <a:pt x="2918" y="45545"/>
                    <a:pt x="2918" y="45545"/>
                    <a:pt x="2918" y="45572"/>
                  </a:cubicBezTo>
                  <a:cubicBezTo>
                    <a:pt x="2918" y="45626"/>
                    <a:pt x="2945" y="45652"/>
                    <a:pt x="2998" y="45679"/>
                  </a:cubicBezTo>
                  <a:cubicBezTo>
                    <a:pt x="4952" y="46669"/>
                    <a:pt x="6157" y="48623"/>
                    <a:pt x="6157" y="50791"/>
                  </a:cubicBezTo>
                  <a:cubicBezTo>
                    <a:pt x="6157" y="52959"/>
                    <a:pt x="4952" y="54913"/>
                    <a:pt x="2998" y="55904"/>
                  </a:cubicBezTo>
                  <a:cubicBezTo>
                    <a:pt x="2945" y="55930"/>
                    <a:pt x="2918" y="55957"/>
                    <a:pt x="2918" y="56011"/>
                  </a:cubicBezTo>
                  <a:cubicBezTo>
                    <a:pt x="2891" y="57991"/>
                    <a:pt x="1821" y="59785"/>
                    <a:pt x="81" y="60802"/>
                  </a:cubicBezTo>
                  <a:cubicBezTo>
                    <a:pt x="54" y="60828"/>
                    <a:pt x="28" y="60855"/>
                    <a:pt x="1" y="60882"/>
                  </a:cubicBezTo>
                  <a:cubicBezTo>
                    <a:pt x="1" y="60935"/>
                    <a:pt x="28" y="60989"/>
                    <a:pt x="81" y="61016"/>
                  </a:cubicBezTo>
                  <a:cubicBezTo>
                    <a:pt x="1821" y="62033"/>
                    <a:pt x="2891" y="63826"/>
                    <a:pt x="2918" y="65834"/>
                  </a:cubicBezTo>
                  <a:cubicBezTo>
                    <a:pt x="2918" y="65887"/>
                    <a:pt x="2945" y="65914"/>
                    <a:pt x="2998" y="65941"/>
                  </a:cubicBezTo>
                  <a:cubicBezTo>
                    <a:pt x="4952" y="66931"/>
                    <a:pt x="6157" y="68885"/>
                    <a:pt x="6157" y="71053"/>
                  </a:cubicBezTo>
                  <a:cubicBezTo>
                    <a:pt x="6157" y="73221"/>
                    <a:pt x="4952" y="75175"/>
                    <a:pt x="2998" y="76165"/>
                  </a:cubicBezTo>
                  <a:cubicBezTo>
                    <a:pt x="2945" y="76192"/>
                    <a:pt x="2918" y="76219"/>
                    <a:pt x="2918" y="76272"/>
                  </a:cubicBezTo>
                  <a:cubicBezTo>
                    <a:pt x="2891" y="78280"/>
                    <a:pt x="1821" y="80073"/>
                    <a:pt x="81" y="81090"/>
                  </a:cubicBezTo>
                  <a:cubicBezTo>
                    <a:pt x="28" y="81117"/>
                    <a:pt x="1" y="81197"/>
                    <a:pt x="28" y="81251"/>
                  </a:cubicBezTo>
                  <a:cubicBezTo>
                    <a:pt x="47" y="81290"/>
                    <a:pt x="95" y="81315"/>
                    <a:pt x="151" y="81315"/>
                  </a:cubicBezTo>
                  <a:cubicBezTo>
                    <a:pt x="172" y="81315"/>
                    <a:pt x="193" y="81311"/>
                    <a:pt x="215" y="81304"/>
                  </a:cubicBezTo>
                  <a:cubicBezTo>
                    <a:pt x="1981" y="80260"/>
                    <a:pt x="3106" y="78413"/>
                    <a:pt x="3186" y="76352"/>
                  </a:cubicBezTo>
                  <a:cubicBezTo>
                    <a:pt x="5167" y="75309"/>
                    <a:pt x="6398" y="73301"/>
                    <a:pt x="6398" y="71053"/>
                  </a:cubicBezTo>
                  <a:cubicBezTo>
                    <a:pt x="6398" y="68805"/>
                    <a:pt x="5167" y="66797"/>
                    <a:pt x="3186" y="65753"/>
                  </a:cubicBezTo>
                  <a:cubicBezTo>
                    <a:pt x="3106" y="63773"/>
                    <a:pt x="2062" y="61979"/>
                    <a:pt x="375" y="60909"/>
                  </a:cubicBezTo>
                  <a:cubicBezTo>
                    <a:pt x="2062" y="59865"/>
                    <a:pt x="3106" y="58072"/>
                    <a:pt x="3186" y="56091"/>
                  </a:cubicBezTo>
                  <a:cubicBezTo>
                    <a:pt x="5167" y="55047"/>
                    <a:pt x="6398" y="53040"/>
                    <a:pt x="6398" y="50791"/>
                  </a:cubicBezTo>
                  <a:cubicBezTo>
                    <a:pt x="6398" y="48543"/>
                    <a:pt x="5167" y="46536"/>
                    <a:pt x="3186" y="45492"/>
                  </a:cubicBezTo>
                  <a:cubicBezTo>
                    <a:pt x="3159" y="43591"/>
                    <a:pt x="2088" y="41718"/>
                    <a:pt x="375" y="40647"/>
                  </a:cubicBezTo>
                  <a:cubicBezTo>
                    <a:pt x="1901" y="39710"/>
                    <a:pt x="3293" y="37890"/>
                    <a:pt x="3186" y="35829"/>
                  </a:cubicBezTo>
                  <a:cubicBezTo>
                    <a:pt x="5167" y="34785"/>
                    <a:pt x="6398" y="32751"/>
                    <a:pt x="6398" y="30530"/>
                  </a:cubicBezTo>
                  <a:cubicBezTo>
                    <a:pt x="6398" y="28281"/>
                    <a:pt x="5167" y="26247"/>
                    <a:pt x="3186" y="25230"/>
                  </a:cubicBezTo>
                  <a:cubicBezTo>
                    <a:pt x="3079" y="23223"/>
                    <a:pt x="2062" y="21429"/>
                    <a:pt x="375" y="20386"/>
                  </a:cubicBezTo>
                  <a:cubicBezTo>
                    <a:pt x="2088" y="19315"/>
                    <a:pt x="3186" y="17415"/>
                    <a:pt x="3186" y="15541"/>
                  </a:cubicBezTo>
                  <a:cubicBezTo>
                    <a:pt x="5167" y="14524"/>
                    <a:pt x="6398" y="12490"/>
                    <a:pt x="6398" y="10268"/>
                  </a:cubicBezTo>
                  <a:cubicBezTo>
                    <a:pt x="6398" y="8020"/>
                    <a:pt x="5167" y="5986"/>
                    <a:pt x="3186" y="4969"/>
                  </a:cubicBezTo>
                  <a:lnTo>
                    <a:pt x="3186" y="4942"/>
                  </a:lnTo>
                  <a:cubicBezTo>
                    <a:pt x="3186" y="3041"/>
                    <a:pt x="1981" y="1061"/>
                    <a:pt x="188" y="17"/>
                  </a:cubicBezTo>
                  <a:cubicBezTo>
                    <a:pt x="169" y="7"/>
                    <a:pt x="145" y="1"/>
                    <a:pt x="12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7" name="Google Shape;1157;p79"/>
            <p:cNvSpPr/>
            <p:nvPr/>
          </p:nvSpPr>
          <p:spPr>
            <a:xfrm>
              <a:off x="992900" y="566950"/>
              <a:ext cx="160625" cy="2033000"/>
            </a:xfrm>
            <a:custGeom>
              <a:avLst/>
              <a:gdLst/>
              <a:ahLst/>
              <a:cxnLst/>
              <a:rect l="l" t="t" r="r" b="b"/>
              <a:pathLst>
                <a:path w="6425" h="81320" extrusionOk="0">
                  <a:moveTo>
                    <a:pt x="145" y="1"/>
                  </a:moveTo>
                  <a:cubicBezTo>
                    <a:pt x="104" y="1"/>
                    <a:pt x="60" y="24"/>
                    <a:pt x="27" y="57"/>
                  </a:cubicBezTo>
                  <a:cubicBezTo>
                    <a:pt x="27" y="84"/>
                    <a:pt x="27" y="110"/>
                    <a:pt x="27" y="137"/>
                  </a:cubicBezTo>
                  <a:cubicBezTo>
                    <a:pt x="27" y="164"/>
                    <a:pt x="54" y="217"/>
                    <a:pt x="81" y="244"/>
                  </a:cubicBezTo>
                  <a:cubicBezTo>
                    <a:pt x="1821" y="1261"/>
                    <a:pt x="2972" y="3188"/>
                    <a:pt x="2945" y="5035"/>
                  </a:cubicBezTo>
                  <a:cubicBezTo>
                    <a:pt x="2945" y="5089"/>
                    <a:pt x="2972" y="5142"/>
                    <a:pt x="2998" y="5169"/>
                  </a:cubicBezTo>
                  <a:cubicBezTo>
                    <a:pt x="4952" y="6133"/>
                    <a:pt x="6157" y="8086"/>
                    <a:pt x="6157" y="10255"/>
                  </a:cubicBezTo>
                  <a:cubicBezTo>
                    <a:pt x="6157" y="12449"/>
                    <a:pt x="4952" y="14403"/>
                    <a:pt x="2998" y="15367"/>
                  </a:cubicBezTo>
                  <a:cubicBezTo>
                    <a:pt x="2972" y="15394"/>
                    <a:pt x="2945" y="15447"/>
                    <a:pt x="2945" y="15501"/>
                  </a:cubicBezTo>
                  <a:cubicBezTo>
                    <a:pt x="2998" y="17347"/>
                    <a:pt x="1847" y="19248"/>
                    <a:pt x="108" y="20292"/>
                  </a:cubicBezTo>
                  <a:cubicBezTo>
                    <a:pt x="54" y="20292"/>
                    <a:pt x="27" y="20318"/>
                    <a:pt x="27" y="20372"/>
                  </a:cubicBezTo>
                  <a:cubicBezTo>
                    <a:pt x="1" y="20425"/>
                    <a:pt x="27" y="20479"/>
                    <a:pt x="81" y="20506"/>
                  </a:cubicBezTo>
                  <a:cubicBezTo>
                    <a:pt x="1794" y="21496"/>
                    <a:pt x="2865" y="23289"/>
                    <a:pt x="2945" y="25324"/>
                  </a:cubicBezTo>
                  <a:cubicBezTo>
                    <a:pt x="2945" y="25350"/>
                    <a:pt x="2972" y="25404"/>
                    <a:pt x="2998" y="25431"/>
                  </a:cubicBezTo>
                  <a:cubicBezTo>
                    <a:pt x="4952" y="26394"/>
                    <a:pt x="6157" y="28348"/>
                    <a:pt x="6157" y="30543"/>
                  </a:cubicBezTo>
                  <a:cubicBezTo>
                    <a:pt x="6157" y="32711"/>
                    <a:pt x="4952" y="34665"/>
                    <a:pt x="2998" y="35628"/>
                  </a:cubicBezTo>
                  <a:cubicBezTo>
                    <a:pt x="2972" y="35655"/>
                    <a:pt x="2945" y="35709"/>
                    <a:pt x="2945" y="35762"/>
                  </a:cubicBezTo>
                  <a:cubicBezTo>
                    <a:pt x="3105" y="37823"/>
                    <a:pt x="1633" y="39643"/>
                    <a:pt x="108" y="40553"/>
                  </a:cubicBezTo>
                  <a:cubicBezTo>
                    <a:pt x="54" y="40553"/>
                    <a:pt x="27" y="40580"/>
                    <a:pt x="27" y="40633"/>
                  </a:cubicBezTo>
                  <a:cubicBezTo>
                    <a:pt x="1" y="40687"/>
                    <a:pt x="27" y="40741"/>
                    <a:pt x="81" y="40767"/>
                  </a:cubicBezTo>
                  <a:cubicBezTo>
                    <a:pt x="1821" y="41784"/>
                    <a:pt x="2945" y="43658"/>
                    <a:pt x="2945" y="45532"/>
                  </a:cubicBezTo>
                  <a:cubicBezTo>
                    <a:pt x="2945" y="45558"/>
                    <a:pt x="2945" y="45558"/>
                    <a:pt x="2945" y="45585"/>
                  </a:cubicBezTo>
                  <a:cubicBezTo>
                    <a:pt x="2945" y="45612"/>
                    <a:pt x="2972" y="45665"/>
                    <a:pt x="2998" y="45692"/>
                  </a:cubicBezTo>
                  <a:cubicBezTo>
                    <a:pt x="4952" y="46656"/>
                    <a:pt x="6157" y="48636"/>
                    <a:pt x="6157" y="50804"/>
                  </a:cubicBezTo>
                  <a:cubicBezTo>
                    <a:pt x="6157" y="52972"/>
                    <a:pt x="4952" y="54926"/>
                    <a:pt x="2998" y="55917"/>
                  </a:cubicBezTo>
                  <a:cubicBezTo>
                    <a:pt x="2972" y="55917"/>
                    <a:pt x="2945" y="55970"/>
                    <a:pt x="2945" y="56024"/>
                  </a:cubicBezTo>
                  <a:cubicBezTo>
                    <a:pt x="2891" y="58004"/>
                    <a:pt x="1821" y="59798"/>
                    <a:pt x="108" y="60815"/>
                  </a:cubicBezTo>
                  <a:cubicBezTo>
                    <a:pt x="54" y="60815"/>
                    <a:pt x="27" y="60868"/>
                    <a:pt x="27" y="60895"/>
                  </a:cubicBezTo>
                  <a:cubicBezTo>
                    <a:pt x="1" y="60949"/>
                    <a:pt x="27" y="61002"/>
                    <a:pt x="81" y="61029"/>
                  </a:cubicBezTo>
                  <a:cubicBezTo>
                    <a:pt x="1821" y="62046"/>
                    <a:pt x="2891" y="63839"/>
                    <a:pt x="2945" y="65847"/>
                  </a:cubicBezTo>
                  <a:cubicBezTo>
                    <a:pt x="2945" y="65900"/>
                    <a:pt x="2972" y="65927"/>
                    <a:pt x="2998" y="65954"/>
                  </a:cubicBezTo>
                  <a:cubicBezTo>
                    <a:pt x="4952" y="66944"/>
                    <a:pt x="6157" y="68898"/>
                    <a:pt x="6157" y="71066"/>
                  </a:cubicBezTo>
                  <a:cubicBezTo>
                    <a:pt x="6157" y="73234"/>
                    <a:pt x="4952" y="75188"/>
                    <a:pt x="2998" y="76178"/>
                  </a:cubicBezTo>
                  <a:cubicBezTo>
                    <a:pt x="2972" y="76178"/>
                    <a:pt x="2945" y="76232"/>
                    <a:pt x="2945" y="76285"/>
                  </a:cubicBezTo>
                  <a:cubicBezTo>
                    <a:pt x="2891" y="78266"/>
                    <a:pt x="1821" y="80086"/>
                    <a:pt x="81" y="81076"/>
                  </a:cubicBezTo>
                  <a:cubicBezTo>
                    <a:pt x="27" y="81130"/>
                    <a:pt x="1" y="81183"/>
                    <a:pt x="27" y="81264"/>
                  </a:cubicBezTo>
                  <a:cubicBezTo>
                    <a:pt x="60" y="81297"/>
                    <a:pt x="104" y="81320"/>
                    <a:pt x="145" y="81320"/>
                  </a:cubicBezTo>
                  <a:cubicBezTo>
                    <a:pt x="170" y="81320"/>
                    <a:pt x="194" y="81311"/>
                    <a:pt x="215" y="81290"/>
                  </a:cubicBezTo>
                  <a:cubicBezTo>
                    <a:pt x="2008" y="80273"/>
                    <a:pt x="3105" y="78427"/>
                    <a:pt x="3186" y="76366"/>
                  </a:cubicBezTo>
                  <a:cubicBezTo>
                    <a:pt x="5193" y="75322"/>
                    <a:pt x="6424" y="73314"/>
                    <a:pt x="6424" y="71066"/>
                  </a:cubicBezTo>
                  <a:cubicBezTo>
                    <a:pt x="6424" y="68818"/>
                    <a:pt x="5193" y="66784"/>
                    <a:pt x="3186" y="65766"/>
                  </a:cubicBezTo>
                  <a:cubicBezTo>
                    <a:pt x="3105" y="63786"/>
                    <a:pt x="2088" y="61992"/>
                    <a:pt x="402" y="60922"/>
                  </a:cubicBezTo>
                  <a:cubicBezTo>
                    <a:pt x="2088" y="59878"/>
                    <a:pt x="3105" y="58085"/>
                    <a:pt x="3186" y="56104"/>
                  </a:cubicBezTo>
                  <a:cubicBezTo>
                    <a:pt x="5193" y="55060"/>
                    <a:pt x="6424" y="53053"/>
                    <a:pt x="6424" y="50804"/>
                  </a:cubicBezTo>
                  <a:cubicBezTo>
                    <a:pt x="6424" y="48556"/>
                    <a:pt x="5193" y="46522"/>
                    <a:pt x="3186" y="45505"/>
                  </a:cubicBezTo>
                  <a:cubicBezTo>
                    <a:pt x="3159" y="43604"/>
                    <a:pt x="2088" y="41731"/>
                    <a:pt x="402" y="40660"/>
                  </a:cubicBezTo>
                  <a:cubicBezTo>
                    <a:pt x="1901" y="39723"/>
                    <a:pt x="3320" y="37877"/>
                    <a:pt x="3186" y="35816"/>
                  </a:cubicBezTo>
                  <a:cubicBezTo>
                    <a:pt x="5193" y="34799"/>
                    <a:pt x="6424" y="32764"/>
                    <a:pt x="6424" y="30543"/>
                  </a:cubicBezTo>
                  <a:cubicBezTo>
                    <a:pt x="6424" y="28295"/>
                    <a:pt x="5193" y="26260"/>
                    <a:pt x="3186" y="25243"/>
                  </a:cubicBezTo>
                  <a:cubicBezTo>
                    <a:pt x="3105" y="23236"/>
                    <a:pt x="2062" y="21443"/>
                    <a:pt x="402" y="20399"/>
                  </a:cubicBezTo>
                  <a:cubicBezTo>
                    <a:pt x="2088" y="19328"/>
                    <a:pt x="3186" y="17454"/>
                    <a:pt x="3186" y="15608"/>
                  </a:cubicBezTo>
                  <a:cubicBezTo>
                    <a:pt x="3186" y="15608"/>
                    <a:pt x="3186" y="15581"/>
                    <a:pt x="3186" y="15554"/>
                  </a:cubicBezTo>
                  <a:cubicBezTo>
                    <a:pt x="5193" y="14537"/>
                    <a:pt x="6424" y="12503"/>
                    <a:pt x="6424" y="10255"/>
                  </a:cubicBezTo>
                  <a:cubicBezTo>
                    <a:pt x="6424" y="8033"/>
                    <a:pt x="5193" y="5999"/>
                    <a:pt x="3186" y="4982"/>
                  </a:cubicBezTo>
                  <a:lnTo>
                    <a:pt x="3186" y="4955"/>
                  </a:lnTo>
                  <a:cubicBezTo>
                    <a:pt x="3186" y="3028"/>
                    <a:pt x="2008" y="1074"/>
                    <a:pt x="215" y="30"/>
                  </a:cubicBezTo>
                  <a:cubicBezTo>
                    <a:pt x="194" y="10"/>
                    <a:pt x="170" y="1"/>
                    <a:pt x="14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8" name="Google Shape;1158;p79"/>
            <p:cNvSpPr/>
            <p:nvPr/>
          </p:nvSpPr>
          <p:spPr>
            <a:xfrm>
              <a:off x="839675" y="818875"/>
              <a:ext cx="159950" cy="2032875"/>
            </a:xfrm>
            <a:custGeom>
              <a:avLst/>
              <a:gdLst/>
              <a:ahLst/>
              <a:cxnLst/>
              <a:rect l="l" t="t" r="r" b="b"/>
              <a:pathLst>
                <a:path w="6398" h="81315" extrusionOk="0">
                  <a:moveTo>
                    <a:pt x="122" y="1"/>
                  </a:moveTo>
                  <a:cubicBezTo>
                    <a:pt x="83" y="1"/>
                    <a:pt x="44" y="20"/>
                    <a:pt x="27" y="70"/>
                  </a:cubicBezTo>
                  <a:cubicBezTo>
                    <a:pt x="0" y="70"/>
                    <a:pt x="0" y="97"/>
                    <a:pt x="0" y="124"/>
                  </a:cubicBezTo>
                  <a:cubicBezTo>
                    <a:pt x="0" y="178"/>
                    <a:pt x="27" y="204"/>
                    <a:pt x="54" y="231"/>
                  </a:cubicBezTo>
                  <a:cubicBezTo>
                    <a:pt x="1794" y="1248"/>
                    <a:pt x="2971" y="3175"/>
                    <a:pt x="2918" y="5022"/>
                  </a:cubicBezTo>
                  <a:cubicBezTo>
                    <a:pt x="2918" y="5076"/>
                    <a:pt x="2945" y="5129"/>
                    <a:pt x="2998" y="5156"/>
                  </a:cubicBezTo>
                  <a:cubicBezTo>
                    <a:pt x="4925" y="6119"/>
                    <a:pt x="6156" y="8073"/>
                    <a:pt x="6156" y="10268"/>
                  </a:cubicBezTo>
                  <a:cubicBezTo>
                    <a:pt x="6156" y="12436"/>
                    <a:pt x="4925" y="14390"/>
                    <a:pt x="2998" y="15354"/>
                  </a:cubicBezTo>
                  <a:cubicBezTo>
                    <a:pt x="2945" y="15380"/>
                    <a:pt x="2918" y="15434"/>
                    <a:pt x="2918" y="15487"/>
                  </a:cubicBezTo>
                  <a:cubicBezTo>
                    <a:pt x="2971" y="17334"/>
                    <a:pt x="1847" y="19235"/>
                    <a:pt x="81" y="20278"/>
                  </a:cubicBezTo>
                  <a:cubicBezTo>
                    <a:pt x="54" y="20278"/>
                    <a:pt x="27" y="20305"/>
                    <a:pt x="0" y="20359"/>
                  </a:cubicBezTo>
                  <a:cubicBezTo>
                    <a:pt x="0" y="20412"/>
                    <a:pt x="27" y="20466"/>
                    <a:pt x="54" y="20493"/>
                  </a:cubicBezTo>
                  <a:cubicBezTo>
                    <a:pt x="1794" y="21510"/>
                    <a:pt x="2864" y="23303"/>
                    <a:pt x="2918" y="25310"/>
                  </a:cubicBezTo>
                  <a:cubicBezTo>
                    <a:pt x="2918" y="25364"/>
                    <a:pt x="2945" y="25391"/>
                    <a:pt x="2998" y="25417"/>
                  </a:cubicBezTo>
                  <a:cubicBezTo>
                    <a:pt x="4925" y="26381"/>
                    <a:pt x="6156" y="28362"/>
                    <a:pt x="6156" y="30530"/>
                  </a:cubicBezTo>
                  <a:cubicBezTo>
                    <a:pt x="6156" y="32698"/>
                    <a:pt x="4925" y="34652"/>
                    <a:pt x="2998" y="35642"/>
                  </a:cubicBezTo>
                  <a:cubicBezTo>
                    <a:pt x="2945" y="35642"/>
                    <a:pt x="2918" y="35695"/>
                    <a:pt x="2918" y="35749"/>
                  </a:cubicBezTo>
                  <a:cubicBezTo>
                    <a:pt x="3078" y="37837"/>
                    <a:pt x="1606" y="39630"/>
                    <a:pt x="81" y="40540"/>
                  </a:cubicBezTo>
                  <a:cubicBezTo>
                    <a:pt x="54" y="40540"/>
                    <a:pt x="27" y="40594"/>
                    <a:pt x="0" y="40620"/>
                  </a:cubicBezTo>
                  <a:cubicBezTo>
                    <a:pt x="0" y="40674"/>
                    <a:pt x="27" y="40727"/>
                    <a:pt x="54" y="40754"/>
                  </a:cubicBezTo>
                  <a:cubicBezTo>
                    <a:pt x="1794" y="41771"/>
                    <a:pt x="2918" y="43645"/>
                    <a:pt x="2918" y="45545"/>
                  </a:cubicBezTo>
                  <a:cubicBezTo>
                    <a:pt x="2918" y="45545"/>
                    <a:pt x="2918" y="45545"/>
                    <a:pt x="2918" y="45572"/>
                  </a:cubicBezTo>
                  <a:cubicBezTo>
                    <a:pt x="2918" y="45626"/>
                    <a:pt x="2945" y="45652"/>
                    <a:pt x="2998" y="45679"/>
                  </a:cubicBezTo>
                  <a:cubicBezTo>
                    <a:pt x="4925" y="46669"/>
                    <a:pt x="6156" y="48623"/>
                    <a:pt x="6156" y="50791"/>
                  </a:cubicBezTo>
                  <a:cubicBezTo>
                    <a:pt x="6156" y="52959"/>
                    <a:pt x="4925" y="54913"/>
                    <a:pt x="2998" y="55904"/>
                  </a:cubicBezTo>
                  <a:cubicBezTo>
                    <a:pt x="2945" y="55930"/>
                    <a:pt x="2918" y="55957"/>
                    <a:pt x="2918" y="56011"/>
                  </a:cubicBezTo>
                  <a:cubicBezTo>
                    <a:pt x="2864" y="57991"/>
                    <a:pt x="1820" y="59785"/>
                    <a:pt x="81" y="60802"/>
                  </a:cubicBezTo>
                  <a:cubicBezTo>
                    <a:pt x="54" y="60828"/>
                    <a:pt x="27" y="60855"/>
                    <a:pt x="0" y="60882"/>
                  </a:cubicBezTo>
                  <a:cubicBezTo>
                    <a:pt x="0" y="60935"/>
                    <a:pt x="27" y="60989"/>
                    <a:pt x="54" y="61016"/>
                  </a:cubicBezTo>
                  <a:cubicBezTo>
                    <a:pt x="1794" y="62033"/>
                    <a:pt x="2864" y="63826"/>
                    <a:pt x="2918" y="65834"/>
                  </a:cubicBezTo>
                  <a:cubicBezTo>
                    <a:pt x="2918" y="65887"/>
                    <a:pt x="2945" y="65914"/>
                    <a:pt x="2998" y="65941"/>
                  </a:cubicBezTo>
                  <a:cubicBezTo>
                    <a:pt x="4925" y="66931"/>
                    <a:pt x="6156" y="68885"/>
                    <a:pt x="6156" y="71053"/>
                  </a:cubicBezTo>
                  <a:cubicBezTo>
                    <a:pt x="6156" y="73221"/>
                    <a:pt x="4925" y="75175"/>
                    <a:pt x="2998" y="76165"/>
                  </a:cubicBezTo>
                  <a:cubicBezTo>
                    <a:pt x="2945" y="76192"/>
                    <a:pt x="2918" y="76219"/>
                    <a:pt x="2918" y="76272"/>
                  </a:cubicBezTo>
                  <a:cubicBezTo>
                    <a:pt x="2864" y="78280"/>
                    <a:pt x="1794" y="80073"/>
                    <a:pt x="81" y="81090"/>
                  </a:cubicBezTo>
                  <a:cubicBezTo>
                    <a:pt x="0" y="81117"/>
                    <a:pt x="0" y="81197"/>
                    <a:pt x="27" y="81251"/>
                  </a:cubicBezTo>
                  <a:cubicBezTo>
                    <a:pt x="47" y="81290"/>
                    <a:pt x="95" y="81315"/>
                    <a:pt x="140" y="81315"/>
                  </a:cubicBezTo>
                  <a:cubicBezTo>
                    <a:pt x="157" y="81315"/>
                    <a:pt x="173" y="81311"/>
                    <a:pt x="188" y="81304"/>
                  </a:cubicBezTo>
                  <a:cubicBezTo>
                    <a:pt x="1981" y="80260"/>
                    <a:pt x="3105" y="78413"/>
                    <a:pt x="3159" y="76352"/>
                  </a:cubicBezTo>
                  <a:cubicBezTo>
                    <a:pt x="5166" y="75309"/>
                    <a:pt x="6397" y="73301"/>
                    <a:pt x="6397" y="71053"/>
                  </a:cubicBezTo>
                  <a:cubicBezTo>
                    <a:pt x="6397" y="68805"/>
                    <a:pt x="5166" y="66797"/>
                    <a:pt x="3159" y="65753"/>
                  </a:cubicBezTo>
                  <a:cubicBezTo>
                    <a:pt x="3105" y="63773"/>
                    <a:pt x="2061" y="61979"/>
                    <a:pt x="375" y="60909"/>
                  </a:cubicBezTo>
                  <a:cubicBezTo>
                    <a:pt x="2061" y="59865"/>
                    <a:pt x="3105" y="58072"/>
                    <a:pt x="3159" y="56091"/>
                  </a:cubicBezTo>
                  <a:cubicBezTo>
                    <a:pt x="5166" y="55047"/>
                    <a:pt x="6397" y="53040"/>
                    <a:pt x="6397" y="50791"/>
                  </a:cubicBezTo>
                  <a:cubicBezTo>
                    <a:pt x="6397" y="48543"/>
                    <a:pt x="5166" y="46536"/>
                    <a:pt x="3159" y="45492"/>
                  </a:cubicBezTo>
                  <a:cubicBezTo>
                    <a:pt x="3159" y="43591"/>
                    <a:pt x="2061" y="41718"/>
                    <a:pt x="375" y="40647"/>
                  </a:cubicBezTo>
                  <a:cubicBezTo>
                    <a:pt x="1901" y="39710"/>
                    <a:pt x="3292" y="37890"/>
                    <a:pt x="3185" y="35829"/>
                  </a:cubicBezTo>
                  <a:cubicBezTo>
                    <a:pt x="5166" y="34785"/>
                    <a:pt x="6397" y="32751"/>
                    <a:pt x="6397" y="30530"/>
                  </a:cubicBezTo>
                  <a:cubicBezTo>
                    <a:pt x="6397" y="28281"/>
                    <a:pt x="5166" y="26247"/>
                    <a:pt x="3159" y="25230"/>
                  </a:cubicBezTo>
                  <a:cubicBezTo>
                    <a:pt x="3078" y="23223"/>
                    <a:pt x="2035" y="21429"/>
                    <a:pt x="375" y="20386"/>
                  </a:cubicBezTo>
                  <a:cubicBezTo>
                    <a:pt x="2061" y="19315"/>
                    <a:pt x="3159" y="17441"/>
                    <a:pt x="3159" y="15595"/>
                  </a:cubicBezTo>
                  <a:cubicBezTo>
                    <a:pt x="3159" y="15595"/>
                    <a:pt x="3159" y="15568"/>
                    <a:pt x="3159" y="15541"/>
                  </a:cubicBezTo>
                  <a:cubicBezTo>
                    <a:pt x="5166" y="14524"/>
                    <a:pt x="6397" y="12490"/>
                    <a:pt x="6397" y="10268"/>
                  </a:cubicBezTo>
                  <a:cubicBezTo>
                    <a:pt x="6397" y="8020"/>
                    <a:pt x="5166" y="5986"/>
                    <a:pt x="3159" y="4969"/>
                  </a:cubicBezTo>
                  <a:lnTo>
                    <a:pt x="3159" y="4942"/>
                  </a:lnTo>
                  <a:cubicBezTo>
                    <a:pt x="3159" y="3041"/>
                    <a:pt x="1981" y="1061"/>
                    <a:pt x="188" y="17"/>
                  </a:cubicBezTo>
                  <a:cubicBezTo>
                    <a:pt x="168" y="7"/>
                    <a:pt x="145" y="1"/>
                    <a:pt x="12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9" name="Google Shape;1159;p79"/>
            <p:cNvSpPr/>
            <p:nvPr/>
          </p:nvSpPr>
          <p:spPr>
            <a:xfrm>
              <a:off x="685775" y="566950"/>
              <a:ext cx="159950" cy="2033000"/>
            </a:xfrm>
            <a:custGeom>
              <a:avLst/>
              <a:gdLst/>
              <a:ahLst/>
              <a:cxnLst/>
              <a:rect l="l" t="t" r="r" b="b"/>
              <a:pathLst>
                <a:path w="6398" h="81320" extrusionOk="0">
                  <a:moveTo>
                    <a:pt x="119" y="1"/>
                  </a:moveTo>
                  <a:cubicBezTo>
                    <a:pt x="81" y="1"/>
                    <a:pt x="44" y="24"/>
                    <a:pt x="27" y="57"/>
                  </a:cubicBezTo>
                  <a:cubicBezTo>
                    <a:pt x="27" y="84"/>
                    <a:pt x="0" y="110"/>
                    <a:pt x="0" y="137"/>
                  </a:cubicBezTo>
                  <a:cubicBezTo>
                    <a:pt x="0" y="164"/>
                    <a:pt x="27" y="217"/>
                    <a:pt x="81" y="244"/>
                  </a:cubicBezTo>
                  <a:cubicBezTo>
                    <a:pt x="1820" y="1261"/>
                    <a:pt x="2944" y="3188"/>
                    <a:pt x="2918" y="5035"/>
                  </a:cubicBezTo>
                  <a:cubicBezTo>
                    <a:pt x="2918" y="5089"/>
                    <a:pt x="2944" y="5142"/>
                    <a:pt x="2998" y="5169"/>
                  </a:cubicBezTo>
                  <a:cubicBezTo>
                    <a:pt x="4952" y="6133"/>
                    <a:pt x="6156" y="8086"/>
                    <a:pt x="6156" y="10255"/>
                  </a:cubicBezTo>
                  <a:cubicBezTo>
                    <a:pt x="6156" y="12449"/>
                    <a:pt x="4952" y="14403"/>
                    <a:pt x="2998" y="15367"/>
                  </a:cubicBezTo>
                  <a:cubicBezTo>
                    <a:pt x="2944" y="15394"/>
                    <a:pt x="2918" y="15447"/>
                    <a:pt x="2918" y="15501"/>
                  </a:cubicBezTo>
                  <a:cubicBezTo>
                    <a:pt x="2998" y="17347"/>
                    <a:pt x="1847" y="19248"/>
                    <a:pt x="81" y="20292"/>
                  </a:cubicBezTo>
                  <a:cubicBezTo>
                    <a:pt x="54" y="20292"/>
                    <a:pt x="27" y="20318"/>
                    <a:pt x="27" y="20372"/>
                  </a:cubicBezTo>
                  <a:cubicBezTo>
                    <a:pt x="0" y="20425"/>
                    <a:pt x="27" y="20479"/>
                    <a:pt x="81" y="20506"/>
                  </a:cubicBezTo>
                  <a:cubicBezTo>
                    <a:pt x="1794" y="21496"/>
                    <a:pt x="2864" y="23316"/>
                    <a:pt x="2918" y="25324"/>
                  </a:cubicBezTo>
                  <a:cubicBezTo>
                    <a:pt x="2918" y="25350"/>
                    <a:pt x="2944" y="25404"/>
                    <a:pt x="2998" y="25431"/>
                  </a:cubicBezTo>
                  <a:cubicBezTo>
                    <a:pt x="4952" y="26394"/>
                    <a:pt x="6156" y="28348"/>
                    <a:pt x="6156" y="30543"/>
                  </a:cubicBezTo>
                  <a:cubicBezTo>
                    <a:pt x="6156" y="32711"/>
                    <a:pt x="4952" y="34665"/>
                    <a:pt x="2998" y="35628"/>
                  </a:cubicBezTo>
                  <a:cubicBezTo>
                    <a:pt x="2944" y="35655"/>
                    <a:pt x="2918" y="35709"/>
                    <a:pt x="2918" y="35762"/>
                  </a:cubicBezTo>
                  <a:cubicBezTo>
                    <a:pt x="3078" y="37823"/>
                    <a:pt x="1633" y="39643"/>
                    <a:pt x="81" y="40553"/>
                  </a:cubicBezTo>
                  <a:cubicBezTo>
                    <a:pt x="54" y="40553"/>
                    <a:pt x="27" y="40580"/>
                    <a:pt x="27" y="40633"/>
                  </a:cubicBezTo>
                  <a:cubicBezTo>
                    <a:pt x="0" y="40687"/>
                    <a:pt x="27" y="40741"/>
                    <a:pt x="81" y="40767"/>
                  </a:cubicBezTo>
                  <a:cubicBezTo>
                    <a:pt x="1820" y="41784"/>
                    <a:pt x="2918" y="43658"/>
                    <a:pt x="2918" y="45532"/>
                  </a:cubicBezTo>
                  <a:cubicBezTo>
                    <a:pt x="2918" y="45558"/>
                    <a:pt x="2918" y="45558"/>
                    <a:pt x="2918" y="45585"/>
                  </a:cubicBezTo>
                  <a:cubicBezTo>
                    <a:pt x="2918" y="45612"/>
                    <a:pt x="2944" y="45665"/>
                    <a:pt x="2998" y="45692"/>
                  </a:cubicBezTo>
                  <a:cubicBezTo>
                    <a:pt x="4952" y="46656"/>
                    <a:pt x="6156" y="48636"/>
                    <a:pt x="6156" y="50804"/>
                  </a:cubicBezTo>
                  <a:cubicBezTo>
                    <a:pt x="6156" y="52972"/>
                    <a:pt x="4952" y="54926"/>
                    <a:pt x="2998" y="55917"/>
                  </a:cubicBezTo>
                  <a:cubicBezTo>
                    <a:pt x="2944" y="55917"/>
                    <a:pt x="2918" y="55970"/>
                    <a:pt x="2918" y="56024"/>
                  </a:cubicBezTo>
                  <a:cubicBezTo>
                    <a:pt x="2891" y="58004"/>
                    <a:pt x="1820" y="59798"/>
                    <a:pt x="81" y="60815"/>
                  </a:cubicBezTo>
                  <a:cubicBezTo>
                    <a:pt x="54" y="60815"/>
                    <a:pt x="27" y="60868"/>
                    <a:pt x="27" y="60895"/>
                  </a:cubicBezTo>
                  <a:cubicBezTo>
                    <a:pt x="0" y="60949"/>
                    <a:pt x="27" y="61002"/>
                    <a:pt x="81" y="61029"/>
                  </a:cubicBezTo>
                  <a:cubicBezTo>
                    <a:pt x="1820" y="62046"/>
                    <a:pt x="2891" y="63839"/>
                    <a:pt x="2918" y="65847"/>
                  </a:cubicBezTo>
                  <a:cubicBezTo>
                    <a:pt x="2918" y="65900"/>
                    <a:pt x="2944" y="65927"/>
                    <a:pt x="2998" y="65954"/>
                  </a:cubicBezTo>
                  <a:cubicBezTo>
                    <a:pt x="4952" y="66944"/>
                    <a:pt x="6156" y="68898"/>
                    <a:pt x="6156" y="71066"/>
                  </a:cubicBezTo>
                  <a:cubicBezTo>
                    <a:pt x="6156" y="73234"/>
                    <a:pt x="4952" y="75188"/>
                    <a:pt x="2998" y="76178"/>
                  </a:cubicBezTo>
                  <a:cubicBezTo>
                    <a:pt x="2944" y="76178"/>
                    <a:pt x="2918" y="76232"/>
                    <a:pt x="2918" y="76285"/>
                  </a:cubicBezTo>
                  <a:cubicBezTo>
                    <a:pt x="2891" y="78293"/>
                    <a:pt x="1820" y="80086"/>
                    <a:pt x="81" y="81076"/>
                  </a:cubicBezTo>
                  <a:cubicBezTo>
                    <a:pt x="27" y="81130"/>
                    <a:pt x="0" y="81183"/>
                    <a:pt x="27" y="81264"/>
                  </a:cubicBezTo>
                  <a:cubicBezTo>
                    <a:pt x="60" y="81297"/>
                    <a:pt x="93" y="81320"/>
                    <a:pt x="133" y="81320"/>
                  </a:cubicBezTo>
                  <a:cubicBezTo>
                    <a:pt x="157" y="81320"/>
                    <a:pt x="184" y="81311"/>
                    <a:pt x="214" y="81290"/>
                  </a:cubicBezTo>
                  <a:cubicBezTo>
                    <a:pt x="2008" y="80273"/>
                    <a:pt x="3105" y="78427"/>
                    <a:pt x="3185" y="76366"/>
                  </a:cubicBezTo>
                  <a:cubicBezTo>
                    <a:pt x="5166" y="75322"/>
                    <a:pt x="6397" y="73314"/>
                    <a:pt x="6397" y="71066"/>
                  </a:cubicBezTo>
                  <a:cubicBezTo>
                    <a:pt x="6397" y="68818"/>
                    <a:pt x="5166" y="66784"/>
                    <a:pt x="3185" y="65766"/>
                  </a:cubicBezTo>
                  <a:cubicBezTo>
                    <a:pt x="3105" y="63786"/>
                    <a:pt x="2061" y="61992"/>
                    <a:pt x="375" y="60922"/>
                  </a:cubicBezTo>
                  <a:cubicBezTo>
                    <a:pt x="2061" y="59878"/>
                    <a:pt x="3105" y="58085"/>
                    <a:pt x="3185" y="56104"/>
                  </a:cubicBezTo>
                  <a:cubicBezTo>
                    <a:pt x="5166" y="55060"/>
                    <a:pt x="6397" y="53053"/>
                    <a:pt x="6397" y="50804"/>
                  </a:cubicBezTo>
                  <a:cubicBezTo>
                    <a:pt x="6397" y="48556"/>
                    <a:pt x="5166" y="46522"/>
                    <a:pt x="3185" y="45505"/>
                  </a:cubicBezTo>
                  <a:cubicBezTo>
                    <a:pt x="3159" y="43604"/>
                    <a:pt x="2088" y="41731"/>
                    <a:pt x="375" y="40660"/>
                  </a:cubicBezTo>
                  <a:cubicBezTo>
                    <a:pt x="1901" y="39723"/>
                    <a:pt x="3292" y="37903"/>
                    <a:pt x="3185" y="35816"/>
                  </a:cubicBezTo>
                  <a:cubicBezTo>
                    <a:pt x="5166" y="34799"/>
                    <a:pt x="6397" y="32764"/>
                    <a:pt x="6397" y="30543"/>
                  </a:cubicBezTo>
                  <a:cubicBezTo>
                    <a:pt x="6397" y="28295"/>
                    <a:pt x="5166" y="26260"/>
                    <a:pt x="3185" y="25243"/>
                  </a:cubicBezTo>
                  <a:cubicBezTo>
                    <a:pt x="3078" y="23236"/>
                    <a:pt x="2061" y="21443"/>
                    <a:pt x="375" y="20399"/>
                  </a:cubicBezTo>
                  <a:cubicBezTo>
                    <a:pt x="2088" y="19328"/>
                    <a:pt x="3185" y="17401"/>
                    <a:pt x="3185" y="15554"/>
                  </a:cubicBezTo>
                  <a:cubicBezTo>
                    <a:pt x="5166" y="14537"/>
                    <a:pt x="6397" y="12503"/>
                    <a:pt x="6397" y="10255"/>
                  </a:cubicBezTo>
                  <a:cubicBezTo>
                    <a:pt x="6397" y="8033"/>
                    <a:pt x="5166" y="5999"/>
                    <a:pt x="3185" y="4982"/>
                  </a:cubicBezTo>
                  <a:lnTo>
                    <a:pt x="3185" y="4955"/>
                  </a:lnTo>
                  <a:cubicBezTo>
                    <a:pt x="3185" y="3028"/>
                    <a:pt x="1981" y="1074"/>
                    <a:pt x="188" y="30"/>
                  </a:cubicBezTo>
                  <a:cubicBezTo>
                    <a:pt x="167" y="10"/>
                    <a:pt x="143" y="1"/>
                    <a:pt x="11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0" name="Google Shape;1160;p79"/>
            <p:cNvSpPr/>
            <p:nvPr/>
          </p:nvSpPr>
          <p:spPr>
            <a:xfrm>
              <a:off x="531875" y="818875"/>
              <a:ext cx="160600" cy="2032875"/>
            </a:xfrm>
            <a:custGeom>
              <a:avLst/>
              <a:gdLst/>
              <a:ahLst/>
              <a:cxnLst/>
              <a:rect l="l" t="t" r="r" b="b"/>
              <a:pathLst>
                <a:path w="6424" h="81315" extrusionOk="0">
                  <a:moveTo>
                    <a:pt x="147" y="1"/>
                  </a:moveTo>
                  <a:cubicBezTo>
                    <a:pt x="106" y="1"/>
                    <a:pt x="61" y="20"/>
                    <a:pt x="27" y="70"/>
                  </a:cubicBezTo>
                  <a:cubicBezTo>
                    <a:pt x="27" y="70"/>
                    <a:pt x="27" y="97"/>
                    <a:pt x="27" y="124"/>
                  </a:cubicBezTo>
                  <a:cubicBezTo>
                    <a:pt x="27" y="178"/>
                    <a:pt x="54" y="204"/>
                    <a:pt x="80" y="231"/>
                  </a:cubicBezTo>
                  <a:cubicBezTo>
                    <a:pt x="1820" y="1248"/>
                    <a:pt x="2971" y="3175"/>
                    <a:pt x="2944" y="5022"/>
                  </a:cubicBezTo>
                  <a:cubicBezTo>
                    <a:pt x="2944" y="5076"/>
                    <a:pt x="2971" y="5129"/>
                    <a:pt x="2998" y="5156"/>
                  </a:cubicBezTo>
                  <a:cubicBezTo>
                    <a:pt x="4952" y="6119"/>
                    <a:pt x="6156" y="8073"/>
                    <a:pt x="6156" y="10268"/>
                  </a:cubicBezTo>
                  <a:cubicBezTo>
                    <a:pt x="6156" y="12436"/>
                    <a:pt x="4952" y="14390"/>
                    <a:pt x="2998" y="15354"/>
                  </a:cubicBezTo>
                  <a:cubicBezTo>
                    <a:pt x="2971" y="15380"/>
                    <a:pt x="2944" y="15461"/>
                    <a:pt x="2944" y="15487"/>
                  </a:cubicBezTo>
                  <a:cubicBezTo>
                    <a:pt x="2998" y="17334"/>
                    <a:pt x="1847" y="19235"/>
                    <a:pt x="107" y="20278"/>
                  </a:cubicBezTo>
                  <a:cubicBezTo>
                    <a:pt x="54" y="20278"/>
                    <a:pt x="27" y="20305"/>
                    <a:pt x="27" y="20359"/>
                  </a:cubicBezTo>
                  <a:cubicBezTo>
                    <a:pt x="0" y="20412"/>
                    <a:pt x="27" y="20466"/>
                    <a:pt x="80" y="20493"/>
                  </a:cubicBezTo>
                  <a:cubicBezTo>
                    <a:pt x="1793" y="21510"/>
                    <a:pt x="2864" y="23303"/>
                    <a:pt x="2944" y="25310"/>
                  </a:cubicBezTo>
                  <a:cubicBezTo>
                    <a:pt x="2944" y="25364"/>
                    <a:pt x="2971" y="25391"/>
                    <a:pt x="2998" y="25417"/>
                  </a:cubicBezTo>
                  <a:cubicBezTo>
                    <a:pt x="4952" y="26381"/>
                    <a:pt x="6156" y="28362"/>
                    <a:pt x="6156" y="30530"/>
                  </a:cubicBezTo>
                  <a:cubicBezTo>
                    <a:pt x="6156" y="32698"/>
                    <a:pt x="4952" y="34652"/>
                    <a:pt x="2998" y="35642"/>
                  </a:cubicBezTo>
                  <a:cubicBezTo>
                    <a:pt x="2971" y="35642"/>
                    <a:pt x="2944" y="35695"/>
                    <a:pt x="2944" y="35749"/>
                  </a:cubicBezTo>
                  <a:cubicBezTo>
                    <a:pt x="3105" y="37837"/>
                    <a:pt x="1633" y="39630"/>
                    <a:pt x="107" y="40540"/>
                  </a:cubicBezTo>
                  <a:cubicBezTo>
                    <a:pt x="54" y="40540"/>
                    <a:pt x="27" y="40594"/>
                    <a:pt x="27" y="40620"/>
                  </a:cubicBezTo>
                  <a:cubicBezTo>
                    <a:pt x="0" y="40674"/>
                    <a:pt x="27" y="40727"/>
                    <a:pt x="80" y="40754"/>
                  </a:cubicBezTo>
                  <a:cubicBezTo>
                    <a:pt x="1820" y="41771"/>
                    <a:pt x="2944" y="43645"/>
                    <a:pt x="2944" y="45545"/>
                  </a:cubicBezTo>
                  <a:cubicBezTo>
                    <a:pt x="2944" y="45545"/>
                    <a:pt x="2944" y="45545"/>
                    <a:pt x="2944" y="45572"/>
                  </a:cubicBezTo>
                  <a:cubicBezTo>
                    <a:pt x="2944" y="45626"/>
                    <a:pt x="2971" y="45652"/>
                    <a:pt x="2998" y="45679"/>
                  </a:cubicBezTo>
                  <a:cubicBezTo>
                    <a:pt x="4952" y="46669"/>
                    <a:pt x="6156" y="48623"/>
                    <a:pt x="6156" y="50791"/>
                  </a:cubicBezTo>
                  <a:cubicBezTo>
                    <a:pt x="6156" y="52959"/>
                    <a:pt x="4952" y="54913"/>
                    <a:pt x="2998" y="55904"/>
                  </a:cubicBezTo>
                  <a:cubicBezTo>
                    <a:pt x="2971" y="55930"/>
                    <a:pt x="2944" y="55957"/>
                    <a:pt x="2944" y="56011"/>
                  </a:cubicBezTo>
                  <a:cubicBezTo>
                    <a:pt x="2891" y="57991"/>
                    <a:pt x="1820" y="59785"/>
                    <a:pt x="107" y="60802"/>
                  </a:cubicBezTo>
                  <a:cubicBezTo>
                    <a:pt x="54" y="60828"/>
                    <a:pt x="27" y="60855"/>
                    <a:pt x="27" y="60882"/>
                  </a:cubicBezTo>
                  <a:cubicBezTo>
                    <a:pt x="0" y="60935"/>
                    <a:pt x="27" y="60989"/>
                    <a:pt x="80" y="61016"/>
                  </a:cubicBezTo>
                  <a:cubicBezTo>
                    <a:pt x="1820" y="62033"/>
                    <a:pt x="2891" y="63826"/>
                    <a:pt x="2944" y="65834"/>
                  </a:cubicBezTo>
                  <a:cubicBezTo>
                    <a:pt x="2944" y="65887"/>
                    <a:pt x="2971" y="65914"/>
                    <a:pt x="2998" y="65941"/>
                  </a:cubicBezTo>
                  <a:cubicBezTo>
                    <a:pt x="4952" y="66931"/>
                    <a:pt x="6156" y="68885"/>
                    <a:pt x="6156" y="71053"/>
                  </a:cubicBezTo>
                  <a:cubicBezTo>
                    <a:pt x="6156" y="73221"/>
                    <a:pt x="4952" y="75175"/>
                    <a:pt x="2998" y="76165"/>
                  </a:cubicBezTo>
                  <a:cubicBezTo>
                    <a:pt x="2971" y="76192"/>
                    <a:pt x="2944" y="76219"/>
                    <a:pt x="2944" y="76272"/>
                  </a:cubicBezTo>
                  <a:cubicBezTo>
                    <a:pt x="2891" y="78280"/>
                    <a:pt x="1820" y="80073"/>
                    <a:pt x="80" y="81090"/>
                  </a:cubicBezTo>
                  <a:cubicBezTo>
                    <a:pt x="27" y="81117"/>
                    <a:pt x="0" y="81197"/>
                    <a:pt x="54" y="81251"/>
                  </a:cubicBezTo>
                  <a:cubicBezTo>
                    <a:pt x="73" y="81290"/>
                    <a:pt x="122" y="81315"/>
                    <a:pt x="167" y="81315"/>
                  </a:cubicBezTo>
                  <a:cubicBezTo>
                    <a:pt x="184" y="81315"/>
                    <a:pt x="200" y="81311"/>
                    <a:pt x="214" y="81304"/>
                  </a:cubicBezTo>
                  <a:cubicBezTo>
                    <a:pt x="2008" y="80260"/>
                    <a:pt x="3105" y="78413"/>
                    <a:pt x="3185" y="76352"/>
                  </a:cubicBezTo>
                  <a:cubicBezTo>
                    <a:pt x="5193" y="75309"/>
                    <a:pt x="6424" y="73301"/>
                    <a:pt x="6424" y="71053"/>
                  </a:cubicBezTo>
                  <a:cubicBezTo>
                    <a:pt x="6424" y="68805"/>
                    <a:pt x="5193" y="66797"/>
                    <a:pt x="3185" y="65753"/>
                  </a:cubicBezTo>
                  <a:cubicBezTo>
                    <a:pt x="3105" y="63773"/>
                    <a:pt x="2088" y="61979"/>
                    <a:pt x="402" y="60909"/>
                  </a:cubicBezTo>
                  <a:cubicBezTo>
                    <a:pt x="2088" y="59865"/>
                    <a:pt x="3105" y="58072"/>
                    <a:pt x="3185" y="56091"/>
                  </a:cubicBezTo>
                  <a:cubicBezTo>
                    <a:pt x="5193" y="55047"/>
                    <a:pt x="6424" y="53040"/>
                    <a:pt x="6424" y="50791"/>
                  </a:cubicBezTo>
                  <a:cubicBezTo>
                    <a:pt x="6424" y="48543"/>
                    <a:pt x="5193" y="46536"/>
                    <a:pt x="3185" y="45492"/>
                  </a:cubicBezTo>
                  <a:cubicBezTo>
                    <a:pt x="3185" y="43591"/>
                    <a:pt x="2088" y="41718"/>
                    <a:pt x="402" y="40647"/>
                  </a:cubicBezTo>
                  <a:cubicBezTo>
                    <a:pt x="1900" y="39710"/>
                    <a:pt x="3319" y="37890"/>
                    <a:pt x="3185" y="35829"/>
                  </a:cubicBezTo>
                  <a:cubicBezTo>
                    <a:pt x="5193" y="34785"/>
                    <a:pt x="6424" y="32751"/>
                    <a:pt x="6424" y="30530"/>
                  </a:cubicBezTo>
                  <a:cubicBezTo>
                    <a:pt x="6424" y="28281"/>
                    <a:pt x="5193" y="26247"/>
                    <a:pt x="3185" y="25230"/>
                  </a:cubicBezTo>
                  <a:cubicBezTo>
                    <a:pt x="3105" y="23223"/>
                    <a:pt x="2061" y="21429"/>
                    <a:pt x="402" y="20386"/>
                  </a:cubicBezTo>
                  <a:cubicBezTo>
                    <a:pt x="2088" y="19315"/>
                    <a:pt x="3185" y="17441"/>
                    <a:pt x="3185" y="15595"/>
                  </a:cubicBezTo>
                  <a:cubicBezTo>
                    <a:pt x="3185" y="15595"/>
                    <a:pt x="3185" y="15568"/>
                    <a:pt x="3185" y="15541"/>
                  </a:cubicBezTo>
                  <a:cubicBezTo>
                    <a:pt x="5193" y="14524"/>
                    <a:pt x="6424" y="12490"/>
                    <a:pt x="6424" y="10268"/>
                  </a:cubicBezTo>
                  <a:cubicBezTo>
                    <a:pt x="6424" y="8020"/>
                    <a:pt x="5193" y="5986"/>
                    <a:pt x="3185" y="4969"/>
                  </a:cubicBezTo>
                  <a:lnTo>
                    <a:pt x="3185" y="4942"/>
                  </a:lnTo>
                  <a:cubicBezTo>
                    <a:pt x="3185" y="3041"/>
                    <a:pt x="2008" y="1061"/>
                    <a:pt x="214" y="17"/>
                  </a:cubicBezTo>
                  <a:cubicBezTo>
                    <a:pt x="195" y="7"/>
                    <a:pt x="171" y="1"/>
                    <a:pt x="1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1" name="Google Shape;1161;p79"/>
            <p:cNvSpPr/>
            <p:nvPr/>
          </p:nvSpPr>
          <p:spPr>
            <a:xfrm>
              <a:off x="378625" y="566950"/>
              <a:ext cx="159950" cy="2033000"/>
            </a:xfrm>
            <a:custGeom>
              <a:avLst/>
              <a:gdLst/>
              <a:ahLst/>
              <a:cxnLst/>
              <a:rect l="l" t="t" r="r" b="b"/>
              <a:pathLst>
                <a:path w="6398" h="81320" extrusionOk="0">
                  <a:moveTo>
                    <a:pt x="120" y="1"/>
                  </a:moveTo>
                  <a:cubicBezTo>
                    <a:pt x="81" y="1"/>
                    <a:pt x="44" y="24"/>
                    <a:pt x="28" y="57"/>
                  </a:cubicBezTo>
                  <a:cubicBezTo>
                    <a:pt x="1" y="84"/>
                    <a:pt x="1" y="110"/>
                    <a:pt x="1" y="137"/>
                  </a:cubicBezTo>
                  <a:cubicBezTo>
                    <a:pt x="1" y="164"/>
                    <a:pt x="28" y="217"/>
                    <a:pt x="54" y="244"/>
                  </a:cubicBezTo>
                  <a:cubicBezTo>
                    <a:pt x="1821" y="1261"/>
                    <a:pt x="2972" y="3188"/>
                    <a:pt x="2918" y="5035"/>
                  </a:cubicBezTo>
                  <a:cubicBezTo>
                    <a:pt x="2918" y="5116"/>
                    <a:pt x="2945" y="5142"/>
                    <a:pt x="2999" y="5169"/>
                  </a:cubicBezTo>
                  <a:cubicBezTo>
                    <a:pt x="4952" y="6133"/>
                    <a:pt x="6157" y="8086"/>
                    <a:pt x="6157" y="10255"/>
                  </a:cubicBezTo>
                  <a:cubicBezTo>
                    <a:pt x="6157" y="12449"/>
                    <a:pt x="4952" y="14403"/>
                    <a:pt x="2999" y="15367"/>
                  </a:cubicBezTo>
                  <a:cubicBezTo>
                    <a:pt x="2945" y="15394"/>
                    <a:pt x="2918" y="15447"/>
                    <a:pt x="2918" y="15501"/>
                  </a:cubicBezTo>
                  <a:cubicBezTo>
                    <a:pt x="2972" y="17347"/>
                    <a:pt x="1848" y="19248"/>
                    <a:pt x="81" y="20292"/>
                  </a:cubicBezTo>
                  <a:cubicBezTo>
                    <a:pt x="54" y="20292"/>
                    <a:pt x="28" y="20318"/>
                    <a:pt x="1" y="20372"/>
                  </a:cubicBezTo>
                  <a:cubicBezTo>
                    <a:pt x="1" y="20425"/>
                    <a:pt x="28" y="20479"/>
                    <a:pt x="54" y="20506"/>
                  </a:cubicBezTo>
                  <a:cubicBezTo>
                    <a:pt x="1794" y="21496"/>
                    <a:pt x="2865" y="23316"/>
                    <a:pt x="2918" y="25324"/>
                  </a:cubicBezTo>
                  <a:cubicBezTo>
                    <a:pt x="2918" y="25350"/>
                    <a:pt x="2945" y="25404"/>
                    <a:pt x="2999" y="25431"/>
                  </a:cubicBezTo>
                  <a:cubicBezTo>
                    <a:pt x="4952" y="26394"/>
                    <a:pt x="6157" y="28348"/>
                    <a:pt x="6157" y="30543"/>
                  </a:cubicBezTo>
                  <a:cubicBezTo>
                    <a:pt x="6157" y="32711"/>
                    <a:pt x="4952" y="34665"/>
                    <a:pt x="2999" y="35628"/>
                  </a:cubicBezTo>
                  <a:cubicBezTo>
                    <a:pt x="2945" y="35655"/>
                    <a:pt x="2918" y="35709"/>
                    <a:pt x="2918" y="35762"/>
                  </a:cubicBezTo>
                  <a:cubicBezTo>
                    <a:pt x="3079" y="37823"/>
                    <a:pt x="1607" y="39643"/>
                    <a:pt x="81" y="40553"/>
                  </a:cubicBezTo>
                  <a:cubicBezTo>
                    <a:pt x="54" y="40553"/>
                    <a:pt x="28" y="40580"/>
                    <a:pt x="1" y="40633"/>
                  </a:cubicBezTo>
                  <a:cubicBezTo>
                    <a:pt x="1" y="40687"/>
                    <a:pt x="28" y="40741"/>
                    <a:pt x="54" y="40767"/>
                  </a:cubicBezTo>
                  <a:cubicBezTo>
                    <a:pt x="1794" y="41784"/>
                    <a:pt x="2918" y="43658"/>
                    <a:pt x="2918" y="45532"/>
                  </a:cubicBezTo>
                  <a:cubicBezTo>
                    <a:pt x="2918" y="45558"/>
                    <a:pt x="2918" y="45558"/>
                    <a:pt x="2918" y="45585"/>
                  </a:cubicBezTo>
                  <a:cubicBezTo>
                    <a:pt x="2918" y="45612"/>
                    <a:pt x="2945" y="45665"/>
                    <a:pt x="2999" y="45692"/>
                  </a:cubicBezTo>
                  <a:cubicBezTo>
                    <a:pt x="4952" y="46656"/>
                    <a:pt x="6157" y="48636"/>
                    <a:pt x="6157" y="50804"/>
                  </a:cubicBezTo>
                  <a:cubicBezTo>
                    <a:pt x="6157" y="52972"/>
                    <a:pt x="4952" y="54926"/>
                    <a:pt x="2999" y="55917"/>
                  </a:cubicBezTo>
                  <a:cubicBezTo>
                    <a:pt x="2945" y="55917"/>
                    <a:pt x="2918" y="55970"/>
                    <a:pt x="2918" y="56024"/>
                  </a:cubicBezTo>
                  <a:cubicBezTo>
                    <a:pt x="2865" y="58004"/>
                    <a:pt x="1821" y="59798"/>
                    <a:pt x="81" y="60815"/>
                  </a:cubicBezTo>
                  <a:cubicBezTo>
                    <a:pt x="54" y="60815"/>
                    <a:pt x="28" y="60868"/>
                    <a:pt x="1" y="60895"/>
                  </a:cubicBezTo>
                  <a:cubicBezTo>
                    <a:pt x="1" y="60949"/>
                    <a:pt x="28" y="61002"/>
                    <a:pt x="54" y="61029"/>
                  </a:cubicBezTo>
                  <a:cubicBezTo>
                    <a:pt x="1794" y="62046"/>
                    <a:pt x="2865" y="63839"/>
                    <a:pt x="2918" y="65847"/>
                  </a:cubicBezTo>
                  <a:cubicBezTo>
                    <a:pt x="2918" y="65900"/>
                    <a:pt x="2945" y="65927"/>
                    <a:pt x="2999" y="65954"/>
                  </a:cubicBezTo>
                  <a:cubicBezTo>
                    <a:pt x="4952" y="66944"/>
                    <a:pt x="6157" y="68898"/>
                    <a:pt x="6157" y="71066"/>
                  </a:cubicBezTo>
                  <a:cubicBezTo>
                    <a:pt x="6157" y="73234"/>
                    <a:pt x="4952" y="75188"/>
                    <a:pt x="2999" y="76178"/>
                  </a:cubicBezTo>
                  <a:cubicBezTo>
                    <a:pt x="2945" y="76178"/>
                    <a:pt x="2918" y="76232"/>
                    <a:pt x="2918" y="76285"/>
                  </a:cubicBezTo>
                  <a:cubicBezTo>
                    <a:pt x="2865" y="78293"/>
                    <a:pt x="1821" y="80086"/>
                    <a:pt x="81" y="81076"/>
                  </a:cubicBezTo>
                  <a:cubicBezTo>
                    <a:pt x="1" y="81130"/>
                    <a:pt x="1" y="81183"/>
                    <a:pt x="28" y="81264"/>
                  </a:cubicBezTo>
                  <a:cubicBezTo>
                    <a:pt x="44" y="81297"/>
                    <a:pt x="81" y="81320"/>
                    <a:pt x="120" y="81320"/>
                  </a:cubicBezTo>
                  <a:cubicBezTo>
                    <a:pt x="143" y="81320"/>
                    <a:pt x="168" y="81311"/>
                    <a:pt x="188" y="81290"/>
                  </a:cubicBezTo>
                  <a:cubicBezTo>
                    <a:pt x="1981" y="80273"/>
                    <a:pt x="3106" y="78427"/>
                    <a:pt x="3159" y="76366"/>
                  </a:cubicBezTo>
                  <a:cubicBezTo>
                    <a:pt x="5167" y="75322"/>
                    <a:pt x="6398" y="73314"/>
                    <a:pt x="6398" y="71066"/>
                  </a:cubicBezTo>
                  <a:cubicBezTo>
                    <a:pt x="6398" y="68818"/>
                    <a:pt x="5167" y="66784"/>
                    <a:pt x="3159" y="65766"/>
                  </a:cubicBezTo>
                  <a:cubicBezTo>
                    <a:pt x="3106" y="63786"/>
                    <a:pt x="2062" y="61992"/>
                    <a:pt x="376" y="60922"/>
                  </a:cubicBezTo>
                  <a:cubicBezTo>
                    <a:pt x="2062" y="59878"/>
                    <a:pt x="3106" y="58085"/>
                    <a:pt x="3159" y="56104"/>
                  </a:cubicBezTo>
                  <a:cubicBezTo>
                    <a:pt x="5167" y="55060"/>
                    <a:pt x="6398" y="53053"/>
                    <a:pt x="6398" y="50804"/>
                  </a:cubicBezTo>
                  <a:cubicBezTo>
                    <a:pt x="6398" y="48556"/>
                    <a:pt x="5167" y="46522"/>
                    <a:pt x="3159" y="45505"/>
                  </a:cubicBezTo>
                  <a:cubicBezTo>
                    <a:pt x="3159" y="43604"/>
                    <a:pt x="2062" y="41731"/>
                    <a:pt x="376" y="40660"/>
                  </a:cubicBezTo>
                  <a:cubicBezTo>
                    <a:pt x="1901" y="39723"/>
                    <a:pt x="3293" y="37903"/>
                    <a:pt x="3186" y="35816"/>
                  </a:cubicBezTo>
                  <a:cubicBezTo>
                    <a:pt x="5167" y="34799"/>
                    <a:pt x="6398" y="32764"/>
                    <a:pt x="6398" y="30543"/>
                  </a:cubicBezTo>
                  <a:cubicBezTo>
                    <a:pt x="6398" y="28295"/>
                    <a:pt x="5167" y="26260"/>
                    <a:pt x="3159" y="25243"/>
                  </a:cubicBezTo>
                  <a:cubicBezTo>
                    <a:pt x="3079" y="23236"/>
                    <a:pt x="2035" y="21443"/>
                    <a:pt x="376" y="20399"/>
                  </a:cubicBezTo>
                  <a:cubicBezTo>
                    <a:pt x="2089" y="19328"/>
                    <a:pt x="3186" y="17401"/>
                    <a:pt x="3186" y="15554"/>
                  </a:cubicBezTo>
                  <a:cubicBezTo>
                    <a:pt x="5167" y="14537"/>
                    <a:pt x="6398" y="12503"/>
                    <a:pt x="6398" y="10255"/>
                  </a:cubicBezTo>
                  <a:cubicBezTo>
                    <a:pt x="6398" y="8033"/>
                    <a:pt x="5167" y="5999"/>
                    <a:pt x="3186" y="4982"/>
                  </a:cubicBezTo>
                  <a:lnTo>
                    <a:pt x="3186" y="4955"/>
                  </a:lnTo>
                  <a:cubicBezTo>
                    <a:pt x="3186" y="3028"/>
                    <a:pt x="1981" y="1074"/>
                    <a:pt x="188" y="30"/>
                  </a:cubicBezTo>
                  <a:cubicBezTo>
                    <a:pt x="168" y="10"/>
                    <a:pt x="143" y="1"/>
                    <a:pt x="12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2" name="Google Shape;1162;p79"/>
            <p:cNvSpPr/>
            <p:nvPr/>
          </p:nvSpPr>
          <p:spPr>
            <a:xfrm>
              <a:off x="224725" y="818875"/>
              <a:ext cx="159950" cy="2032875"/>
            </a:xfrm>
            <a:custGeom>
              <a:avLst/>
              <a:gdLst/>
              <a:ahLst/>
              <a:cxnLst/>
              <a:rect l="l" t="t" r="r" b="b"/>
              <a:pathLst>
                <a:path w="6398" h="81315" extrusionOk="0">
                  <a:moveTo>
                    <a:pt x="129" y="1"/>
                  </a:moveTo>
                  <a:cubicBezTo>
                    <a:pt x="83" y="1"/>
                    <a:pt x="44" y="20"/>
                    <a:pt x="27" y="70"/>
                  </a:cubicBezTo>
                  <a:cubicBezTo>
                    <a:pt x="27" y="70"/>
                    <a:pt x="1" y="97"/>
                    <a:pt x="1" y="124"/>
                  </a:cubicBezTo>
                  <a:cubicBezTo>
                    <a:pt x="1" y="178"/>
                    <a:pt x="27" y="204"/>
                    <a:pt x="81" y="231"/>
                  </a:cubicBezTo>
                  <a:cubicBezTo>
                    <a:pt x="1821" y="1248"/>
                    <a:pt x="2972" y="3175"/>
                    <a:pt x="2918" y="5022"/>
                  </a:cubicBezTo>
                  <a:cubicBezTo>
                    <a:pt x="2945" y="5076"/>
                    <a:pt x="2945" y="5129"/>
                    <a:pt x="2998" y="5156"/>
                  </a:cubicBezTo>
                  <a:cubicBezTo>
                    <a:pt x="4952" y="6119"/>
                    <a:pt x="6157" y="8073"/>
                    <a:pt x="6157" y="10268"/>
                  </a:cubicBezTo>
                  <a:cubicBezTo>
                    <a:pt x="6157" y="12436"/>
                    <a:pt x="4952" y="14390"/>
                    <a:pt x="2998" y="15354"/>
                  </a:cubicBezTo>
                  <a:cubicBezTo>
                    <a:pt x="2945" y="15380"/>
                    <a:pt x="2918" y="15461"/>
                    <a:pt x="2918" y="15487"/>
                  </a:cubicBezTo>
                  <a:cubicBezTo>
                    <a:pt x="2998" y="17334"/>
                    <a:pt x="1848" y="19235"/>
                    <a:pt x="108" y="20278"/>
                  </a:cubicBezTo>
                  <a:cubicBezTo>
                    <a:pt x="54" y="20278"/>
                    <a:pt x="27" y="20305"/>
                    <a:pt x="27" y="20359"/>
                  </a:cubicBezTo>
                  <a:cubicBezTo>
                    <a:pt x="1" y="20412"/>
                    <a:pt x="27" y="20466"/>
                    <a:pt x="81" y="20493"/>
                  </a:cubicBezTo>
                  <a:cubicBezTo>
                    <a:pt x="1794" y="21510"/>
                    <a:pt x="2865" y="23303"/>
                    <a:pt x="2918" y="25310"/>
                  </a:cubicBezTo>
                  <a:cubicBezTo>
                    <a:pt x="2945" y="25364"/>
                    <a:pt x="2972" y="25391"/>
                    <a:pt x="2998" y="25417"/>
                  </a:cubicBezTo>
                  <a:cubicBezTo>
                    <a:pt x="4952" y="26381"/>
                    <a:pt x="6157" y="28362"/>
                    <a:pt x="6157" y="30530"/>
                  </a:cubicBezTo>
                  <a:cubicBezTo>
                    <a:pt x="6157" y="32698"/>
                    <a:pt x="4952" y="34652"/>
                    <a:pt x="2998" y="35642"/>
                  </a:cubicBezTo>
                  <a:cubicBezTo>
                    <a:pt x="2945" y="35642"/>
                    <a:pt x="2918" y="35695"/>
                    <a:pt x="2918" y="35749"/>
                  </a:cubicBezTo>
                  <a:cubicBezTo>
                    <a:pt x="3106" y="37837"/>
                    <a:pt x="1633" y="39630"/>
                    <a:pt x="108" y="40540"/>
                  </a:cubicBezTo>
                  <a:cubicBezTo>
                    <a:pt x="54" y="40540"/>
                    <a:pt x="27" y="40594"/>
                    <a:pt x="27" y="40620"/>
                  </a:cubicBezTo>
                  <a:cubicBezTo>
                    <a:pt x="1" y="40674"/>
                    <a:pt x="27" y="40727"/>
                    <a:pt x="81" y="40754"/>
                  </a:cubicBezTo>
                  <a:cubicBezTo>
                    <a:pt x="1821" y="41771"/>
                    <a:pt x="2918" y="43645"/>
                    <a:pt x="2918" y="45545"/>
                  </a:cubicBezTo>
                  <a:cubicBezTo>
                    <a:pt x="2918" y="45545"/>
                    <a:pt x="2918" y="45545"/>
                    <a:pt x="2918" y="45572"/>
                  </a:cubicBezTo>
                  <a:cubicBezTo>
                    <a:pt x="2918" y="45626"/>
                    <a:pt x="2945" y="45652"/>
                    <a:pt x="2998" y="45679"/>
                  </a:cubicBezTo>
                  <a:cubicBezTo>
                    <a:pt x="4952" y="46669"/>
                    <a:pt x="6157" y="48623"/>
                    <a:pt x="6157" y="50791"/>
                  </a:cubicBezTo>
                  <a:cubicBezTo>
                    <a:pt x="6157" y="52959"/>
                    <a:pt x="4952" y="54913"/>
                    <a:pt x="2998" y="55904"/>
                  </a:cubicBezTo>
                  <a:cubicBezTo>
                    <a:pt x="2945" y="55930"/>
                    <a:pt x="2918" y="55957"/>
                    <a:pt x="2918" y="56011"/>
                  </a:cubicBezTo>
                  <a:cubicBezTo>
                    <a:pt x="2891" y="57991"/>
                    <a:pt x="1821" y="59785"/>
                    <a:pt x="108" y="60802"/>
                  </a:cubicBezTo>
                  <a:cubicBezTo>
                    <a:pt x="54" y="60828"/>
                    <a:pt x="27" y="60855"/>
                    <a:pt x="27" y="60882"/>
                  </a:cubicBezTo>
                  <a:cubicBezTo>
                    <a:pt x="1" y="60935"/>
                    <a:pt x="27" y="60989"/>
                    <a:pt x="81" y="61016"/>
                  </a:cubicBezTo>
                  <a:cubicBezTo>
                    <a:pt x="1821" y="62033"/>
                    <a:pt x="2891" y="63826"/>
                    <a:pt x="2918" y="65834"/>
                  </a:cubicBezTo>
                  <a:cubicBezTo>
                    <a:pt x="2918" y="65887"/>
                    <a:pt x="2945" y="65914"/>
                    <a:pt x="2998" y="65941"/>
                  </a:cubicBezTo>
                  <a:cubicBezTo>
                    <a:pt x="4952" y="66931"/>
                    <a:pt x="6157" y="68885"/>
                    <a:pt x="6157" y="71053"/>
                  </a:cubicBezTo>
                  <a:cubicBezTo>
                    <a:pt x="6157" y="73221"/>
                    <a:pt x="4952" y="75175"/>
                    <a:pt x="2998" y="76165"/>
                  </a:cubicBezTo>
                  <a:cubicBezTo>
                    <a:pt x="2945" y="76192"/>
                    <a:pt x="2918" y="76219"/>
                    <a:pt x="2918" y="76272"/>
                  </a:cubicBezTo>
                  <a:cubicBezTo>
                    <a:pt x="2891" y="78280"/>
                    <a:pt x="1821" y="80073"/>
                    <a:pt x="81" y="81090"/>
                  </a:cubicBezTo>
                  <a:cubicBezTo>
                    <a:pt x="27" y="81117"/>
                    <a:pt x="1" y="81197"/>
                    <a:pt x="27" y="81251"/>
                  </a:cubicBezTo>
                  <a:cubicBezTo>
                    <a:pt x="67" y="81290"/>
                    <a:pt x="106" y="81315"/>
                    <a:pt x="156" y="81315"/>
                  </a:cubicBezTo>
                  <a:cubicBezTo>
                    <a:pt x="174" y="81315"/>
                    <a:pt x="193" y="81311"/>
                    <a:pt x="215" y="81304"/>
                  </a:cubicBezTo>
                  <a:cubicBezTo>
                    <a:pt x="2008" y="80260"/>
                    <a:pt x="3106" y="78413"/>
                    <a:pt x="3186" y="76352"/>
                  </a:cubicBezTo>
                  <a:cubicBezTo>
                    <a:pt x="5166" y="75309"/>
                    <a:pt x="6398" y="73301"/>
                    <a:pt x="6398" y="71053"/>
                  </a:cubicBezTo>
                  <a:cubicBezTo>
                    <a:pt x="6398" y="68805"/>
                    <a:pt x="5166" y="66797"/>
                    <a:pt x="3186" y="65753"/>
                  </a:cubicBezTo>
                  <a:cubicBezTo>
                    <a:pt x="3106" y="63773"/>
                    <a:pt x="2062" y="61979"/>
                    <a:pt x="375" y="60909"/>
                  </a:cubicBezTo>
                  <a:cubicBezTo>
                    <a:pt x="2062" y="59865"/>
                    <a:pt x="3106" y="58072"/>
                    <a:pt x="3186" y="56091"/>
                  </a:cubicBezTo>
                  <a:cubicBezTo>
                    <a:pt x="5166" y="55047"/>
                    <a:pt x="6398" y="53040"/>
                    <a:pt x="6398" y="50791"/>
                  </a:cubicBezTo>
                  <a:cubicBezTo>
                    <a:pt x="6398" y="48543"/>
                    <a:pt x="5166" y="46536"/>
                    <a:pt x="3186" y="45492"/>
                  </a:cubicBezTo>
                  <a:cubicBezTo>
                    <a:pt x="3159" y="43591"/>
                    <a:pt x="2088" y="41718"/>
                    <a:pt x="375" y="40647"/>
                  </a:cubicBezTo>
                  <a:cubicBezTo>
                    <a:pt x="1901" y="39710"/>
                    <a:pt x="3320" y="37890"/>
                    <a:pt x="3186" y="35829"/>
                  </a:cubicBezTo>
                  <a:cubicBezTo>
                    <a:pt x="5166" y="34785"/>
                    <a:pt x="6398" y="32751"/>
                    <a:pt x="6398" y="30530"/>
                  </a:cubicBezTo>
                  <a:cubicBezTo>
                    <a:pt x="6398" y="28281"/>
                    <a:pt x="5166" y="26247"/>
                    <a:pt x="3186" y="25230"/>
                  </a:cubicBezTo>
                  <a:cubicBezTo>
                    <a:pt x="3079" y="23223"/>
                    <a:pt x="2062" y="21429"/>
                    <a:pt x="375" y="20386"/>
                  </a:cubicBezTo>
                  <a:cubicBezTo>
                    <a:pt x="2088" y="19315"/>
                    <a:pt x="3186" y="17441"/>
                    <a:pt x="3186" y="15595"/>
                  </a:cubicBezTo>
                  <a:cubicBezTo>
                    <a:pt x="3186" y="15595"/>
                    <a:pt x="3186" y="15568"/>
                    <a:pt x="3186" y="15541"/>
                  </a:cubicBezTo>
                  <a:cubicBezTo>
                    <a:pt x="5166" y="14524"/>
                    <a:pt x="6398" y="12490"/>
                    <a:pt x="6398" y="10268"/>
                  </a:cubicBezTo>
                  <a:cubicBezTo>
                    <a:pt x="6398" y="8020"/>
                    <a:pt x="5166" y="5986"/>
                    <a:pt x="3186" y="4969"/>
                  </a:cubicBezTo>
                  <a:lnTo>
                    <a:pt x="3186" y="4942"/>
                  </a:lnTo>
                  <a:cubicBezTo>
                    <a:pt x="3186" y="3041"/>
                    <a:pt x="1981" y="1061"/>
                    <a:pt x="215" y="17"/>
                  </a:cubicBezTo>
                  <a:cubicBezTo>
                    <a:pt x="185" y="7"/>
                    <a:pt x="156" y="1"/>
                    <a:pt x="12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3" name="Google Shape;1163;p79"/>
            <p:cNvSpPr/>
            <p:nvPr/>
          </p:nvSpPr>
          <p:spPr>
            <a:xfrm>
              <a:off x="1914975" y="2593575"/>
              <a:ext cx="160625" cy="2032875"/>
            </a:xfrm>
            <a:custGeom>
              <a:avLst/>
              <a:gdLst/>
              <a:ahLst/>
              <a:cxnLst/>
              <a:rect l="l" t="t" r="r" b="b"/>
              <a:pathLst>
                <a:path w="6425" h="81315" extrusionOk="0">
                  <a:moveTo>
                    <a:pt x="151" y="1"/>
                  </a:moveTo>
                  <a:cubicBezTo>
                    <a:pt x="95" y="1"/>
                    <a:pt x="47" y="26"/>
                    <a:pt x="27" y="65"/>
                  </a:cubicBezTo>
                  <a:cubicBezTo>
                    <a:pt x="27" y="92"/>
                    <a:pt x="27" y="118"/>
                    <a:pt x="27" y="118"/>
                  </a:cubicBezTo>
                  <a:cubicBezTo>
                    <a:pt x="27" y="172"/>
                    <a:pt x="27" y="225"/>
                    <a:pt x="81" y="225"/>
                  </a:cubicBezTo>
                  <a:cubicBezTo>
                    <a:pt x="1821" y="1243"/>
                    <a:pt x="2972" y="3170"/>
                    <a:pt x="2945" y="5043"/>
                  </a:cubicBezTo>
                  <a:cubicBezTo>
                    <a:pt x="2945" y="5070"/>
                    <a:pt x="2972" y="5124"/>
                    <a:pt x="2998" y="5150"/>
                  </a:cubicBezTo>
                  <a:cubicBezTo>
                    <a:pt x="4952" y="6141"/>
                    <a:pt x="6157" y="8095"/>
                    <a:pt x="6157" y="10263"/>
                  </a:cubicBezTo>
                  <a:cubicBezTo>
                    <a:pt x="6157" y="12431"/>
                    <a:pt x="4952" y="14384"/>
                    <a:pt x="2998" y="15375"/>
                  </a:cubicBezTo>
                  <a:cubicBezTo>
                    <a:pt x="2945" y="15402"/>
                    <a:pt x="2945" y="15428"/>
                    <a:pt x="2945" y="15482"/>
                  </a:cubicBezTo>
                  <a:cubicBezTo>
                    <a:pt x="2998" y="17355"/>
                    <a:pt x="1848" y="19256"/>
                    <a:pt x="108" y="20273"/>
                  </a:cubicBezTo>
                  <a:cubicBezTo>
                    <a:pt x="54" y="20300"/>
                    <a:pt x="27" y="20326"/>
                    <a:pt x="27" y="20353"/>
                  </a:cubicBezTo>
                  <a:cubicBezTo>
                    <a:pt x="1" y="20407"/>
                    <a:pt x="27" y="20460"/>
                    <a:pt x="81" y="20514"/>
                  </a:cubicBezTo>
                  <a:cubicBezTo>
                    <a:pt x="1794" y="21504"/>
                    <a:pt x="2865" y="23297"/>
                    <a:pt x="2945" y="25305"/>
                  </a:cubicBezTo>
                  <a:cubicBezTo>
                    <a:pt x="2945" y="25358"/>
                    <a:pt x="2972" y="25385"/>
                    <a:pt x="2998" y="25412"/>
                  </a:cubicBezTo>
                  <a:cubicBezTo>
                    <a:pt x="4952" y="26402"/>
                    <a:pt x="6157" y="28356"/>
                    <a:pt x="6157" y="30524"/>
                  </a:cubicBezTo>
                  <a:cubicBezTo>
                    <a:pt x="6157" y="32692"/>
                    <a:pt x="4952" y="34646"/>
                    <a:pt x="2998" y="35636"/>
                  </a:cubicBezTo>
                  <a:cubicBezTo>
                    <a:pt x="2945" y="35663"/>
                    <a:pt x="2918" y="35717"/>
                    <a:pt x="2945" y="35770"/>
                  </a:cubicBezTo>
                  <a:cubicBezTo>
                    <a:pt x="3106" y="37831"/>
                    <a:pt x="1633" y="39651"/>
                    <a:pt x="108" y="40535"/>
                  </a:cubicBezTo>
                  <a:cubicBezTo>
                    <a:pt x="54" y="40561"/>
                    <a:pt x="27" y="40588"/>
                    <a:pt x="27" y="40615"/>
                  </a:cubicBezTo>
                  <a:cubicBezTo>
                    <a:pt x="1" y="40668"/>
                    <a:pt x="27" y="40749"/>
                    <a:pt x="81" y="40775"/>
                  </a:cubicBezTo>
                  <a:cubicBezTo>
                    <a:pt x="1821" y="41766"/>
                    <a:pt x="2945" y="43639"/>
                    <a:pt x="2945" y="45540"/>
                  </a:cubicBezTo>
                  <a:cubicBezTo>
                    <a:pt x="2945" y="45540"/>
                    <a:pt x="2945" y="45566"/>
                    <a:pt x="2945" y="45566"/>
                  </a:cubicBezTo>
                  <a:cubicBezTo>
                    <a:pt x="2945" y="45620"/>
                    <a:pt x="2972" y="45674"/>
                    <a:pt x="2998" y="45674"/>
                  </a:cubicBezTo>
                  <a:cubicBezTo>
                    <a:pt x="4952" y="46664"/>
                    <a:pt x="6157" y="48618"/>
                    <a:pt x="6157" y="50786"/>
                  </a:cubicBezTo>
                  <a:cubicBezTo>
                    <a:pt x="6157" y="52954"/>
                    <a:pt x="4952" y="54934"/>
                    <a:pt x="2998" y="55898"/>
                  </a:cubicBezTo>
                  <a:cubicBezTo>
                    <a:pt x="2972" y="55925"/>
                    <a:pt x="2945" y="55952"/>
                    <a:pt x="2945" y="56005"/>
                  </a:cubicBezTo>
                  <a:cubicBezTo>
                    <a:pt x="2891" y="58012"/>
                    <a:pt x="1821" y="59806"/>
                    <a:pt x="108" y="60796"/>
                  </a:cubicBezTo>
                  <a:cubicBezTo>
                    <a:pt x="54" y="60823"/>
                    <a:pt x="27" y="60850"/>
                    <a:pt x="27" y="60903"/>
                  </a:cubicBezTo>
                  <a:cubicBezTo>
                    <a:pt x="1" y="60957"/>
                    <a:pt x="27" y="61010"/>
                    <a:pt x="81" y="61037"/>
                  </a:cubicBezTo>
                  <a:cubicBezTo>
                    <a:pt x="1821" y="62054"/>
                    <a:pt x="2891" y="63847"/>
                    <a:pt x="2945" y="65828"/>
                  </a:cubicBezTo>
                  <a:cubicBezTo>
                    <a:pt x="2945" y="65882"/>
                    <a:pt x="2972" y="65935"/>
                    <a:pt x="2998" y="65962"/>
                  </a:cubicBezTo>
                  <a:cubicBezTo>
                    <a:pt x="4952" y="66925"/>
                    <a:pt x="6157" y="68879"/>
                    <a:pt x="6157" y="71047"/>
                  </a:cubicBezTo>
                  <a:cubicBezTo>
                    <a:pt x="6157" y="73242"/>
                    <a:pt x="4952" y="75196"/>
                    <a:pt x="2998" y="76160"/>
                  </a:cubicBezTo>
                  <a:cubicBezTo>
                    <a:pt x="2972" y="76186"/>
                    <a:pt x="2945" y="76240"/>
                    <a:pt x="2945" y="76267"/>
                  </a:cubicBezTo>
                  <a:cubicBezTo>
                    <a:pt x="2891" y="78274"/>
                    <a:pt x="1821" y="80067"/>
                    <a:pt x="81" y="81084"/>
                  </a:cubicBezTo>
                  <a:cubicBezTo>
                    <a:pt x="27" y="81111"/>
                    <a:pt x="1" y="81191"/>
                    <a:pt x="27" y="81245"/>
                  </a:cubicBezTo>
                  <a:cubicBezTo>
                    <a:pt x="61" y="81296"/>
                    <a:pt x="106" y="81315"/>
                    <a:pt x="148" y="81315"/>
                  </a:cubicBezTo>
                  <a:cubicBezTo>
                    <a:pt x="172" y="81315"/>
                    <a:pt x="195" y="81308"/>
                    <a:pt x="215" y="81299"/>
                  </a:cubicBezTo>
                  <a:cubicBezTo>
                    <a:pt x="2008" y="80255"/>
                    <a:pt x="3106" y="78408"/>
                    <a:pt x="3186" y="76347"/>
                  </a:cubicBezTo>
                  <a:cubicBezTo>
                    <a:pt x="5166" y="75330"/>
                    <a:pt x="6424" y="73296"/>
                    <a:pt x="6424" y="71047"/>
                  </a:cubicBezTo>
                  <a:cubicBezTo>
                    <a:pt x="6424" y="68826"/>
                    <a:pt x="5166" y="66792"/>
                    <a:pt x="3186" y="65748"/>
                  </a:cubicBezTo>
                  <a:cubicBezTo>
                    <a:pt x="3106" y="63767"/>
                    <a:pt x="2062" y="61974"/>
                    <a:pt x="375" y="60930"/>
                  </a:cubicBezTo>
                  <a:cubicBezTo>
                    <a:pt x="2062" y="59859"/>
                    <a:pt x="3106" y="58093"/>
                    <a:pt x="3186" y="56085"/>
                  </a:cubicBezTo>
                  <a:cubicBezTo>
                    <a:pt x="5166" y="55068"/>
                    <a:pt x="6424" y="53034"/>
                    <a:pt x="6424" y="50786"/>
                  </a:cubicBezTo>
                  <a:cubicBezTo>
                    <a:pt x="6424" y="48537"/>
                    <a:pt x="5166" y="46530"/>
                    <a:pt x="3186" y="45486"/>
                  </a:cubicBezTo>
                  <a:cubicBezTo>
                    <a:pt x="3159" y="43586"/>
                    <a:pt x="2088" y="41739"/>
                    <a:pt x="375" y="40668"/>
                  </a:cubicBezTo>
                  <a:cubicBezTo>
                    <a:pt x="1901" y="39705"/>
                    <a:pt x="3320" y="37885"/>
                    <a:pt x="3186" y="35824"/>
                  </a:cubicBezTo>
                  <a:cubicBezTo>
                    <a:pt x="5193" y="34780"/>
                    <a:pt x="6424" y="32772"/>
                    <a:pt x="6424" y="30524"/>
                  </a:cubicBezTo>
                  <a:cubicBezTo>
                    <a:pt x="6424" y="28276"/>
                    <a:pt x="5166" y="26268"/>
                    <a:pt x="3186" y="25225"/>
                  </a:cubicBezTo>
                  <a:cubicBezTo>
                    <a:pt x="3106" y="23244"/>
                    <a:pt x="2062" y="21451"/>
                    <a:pt x="375" y="20407"/>
                  </a:cubicBezTo>
                  <a:cubicBezTo>
                    <a:pt x="2088" y="19336"/>
                    <a:pt x="3186" y="17436"/>
                    <a:pt x="3186" y="15616"/>
                  </a:cubicBezTo>
                  <a:cubicBezTo>
                    <a:pt x="3186" y="15589"/>
                    <a:pt x="3186" y="15562"/>
                    <a:pt x="3186" y="15562"/>
                  </a:cubicBezTo>
                  <a:cubicBezTo>
                    <a:pt x="5166" y="14518"/>
                    <a:pt x="6424" y="12511"/>
                    <a:pt x="6424" y="10263"/>
                  </a:cubicBezTo>
                  <a:cubicBezTo>
                    <a:pt x="6424" y="8014"/>
                    <a:pt x="5166" y="6007"/>
                    <a:pt x="3186" y="4963"/>
                  </a:cubicBezTo>
                  <a:cubicBezTo>
                    <a:pt x="3186" y="3036"/>
                    <a:pt x="2008" y="1055"/>
                    <a:pt x="215" y="11"/>
                  </a:cubicBezTo>
                  <a:cubicBezTo>
                    <a:pt x="193" y="4"/>
                    <a:pt x="172" y="1"/>
                    <a:pt x="15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4" name="Google Shape;1164;p79"/>
            <p:cNvSpPr/>
            <p:nvPr/>
          </p:nvSpPr>
          <p:spPr>
            <a:xfrm>
              <a:off x="1761075" y="2845375"/>
              <a:ext cx="160625" cy="2032675"/>
            </a:xfrm>
            <a:custGeom>
              <a:avLst/>
              <a:gdLst/>
              <a:ahLst/>
              <a:cxnLst/>
              <a:rect l="l" t="t" r="r" b="b"/>
              <a:pathLst>
                <a:path w="6425" h="81307" extrusionOk="0">
                  <a:moveTo>
                    <a:pt x="146" y="1"/>
                  </a:moveTo>
                  <a:cubicBezTo>
                    <a:pt x="108" y="1"/>
                    <a:pt x="71" y="24"/>
                    <a:pt x="54" y="57"/>
                  </a:cubicBezTo>
                  <a:cubicBezTo>
                    <a:pt x="27" y="84"/>
                    <a:pt x="27" y="110"/>
                    <a:pt x="27" y="137"/>
                  </a:cubicBezTo>
                  <a:cubicBezTo>
                    <a:pt x="27" y="164"/>
                    <a:pt x="54" y="217"/>
                    <a:pt x="81" y="244"/>
                  </a:cubicBezTo>
                  <a:cubicBezTo>
                    <a:pt x="1821" y="1234"/>
                    <a:pt x="2972" y="3162"/>
                    <a:pt x="2945" y="5035"/>
                  </a:cubicBezTo>
                  <a:cubicBezTo>
                    <a:pt x="2945" y="5089"/>
                    <a:pt x="2972" y="5142"/>
                    <a:pt x="2998" y="5142"/>
                  </a:cubicBezTo>
                  <a:cubicBezTo>
                    <a:pt x="4952" y="6133"/>
                    <a:pt x="6183" y="8086"/>
                    <a:pt x="6183" y="10254"/>
                  </a:cubicBezTo>
                  <a:cubicBezTo>
                    <a:pt x="6183" y="12422"/>
                    <a:pt x="4952" y="14376"/>
                    <a:pt x="2998" y="15367"/>
                  </a:cubicBezTo>
                  <a:cubicBezTo>
                    <a:pt x="2972" y="15393"/>
                    <a:pt x="2945" y="15447"/>
                    <a:pt x="2945" y="15474"/>
                  </a:cubicBezTo>
                  <a:cubicBezTo>
                    <a:pt x="2998" y="17321"/>
                    <a:pt x="1847" y="19248"/>
                    <a:pt x="108" y="20265"/>
                  </a:cubicBezTo>
                  <a:cubicBezTo>
                    <a:pt x="81" y="20292"/>
                    <a:pt x="27" y="20318"/>
                    <a:pt x="27" y="20345"/>
                  </a:cubicBezTo>
                  <a:cubicBezTo>
                    <a:pt x="27" y="20425"/>
                    <a:pt x="27" y="20479"/>
                    <a:pt x="81" y="20506"/>
                  </a:cubicBezTo>
                  <a:cubicBezTo>
                    <a:pt x="1821" y="21496"/>
                    <a:pt x="2891" y="23289"/>
                    <a:pt x="2945" y="25297"/>
                  </a:cubicBezTo>
                  <a:cubicBezTo>
                    <a:pt x="2945" y="25350"/>
                    <a:pt x="2972" y="25404"/>
                    <a:pt x="2998" y="25404"/>
                  </a:cubicBezTo>
                  <a:cubicBezTo>
                    <a:pt x="4952" y="26394"/>
                    <a:pt x="6183" y="28348"/>
                    <a:pt x="6183" y="30516"/>
                  </a:cubicBezTo>
                  <a:cubicBezTo>
                    <a:pt x="6183" y="32684"/>
                    <a:pt x="4952" y="34665"/>
                    <a:pt x="2998" y="35628"/>
                  </a:cubicBezTo>
                  <a:cubicBezTo>
                    <a:pt x="2972" y="35655"/>
                    <a:pt x="2945" y="35709"/>
                    <a:pt x="2945" y="35762"/>
                  </a:cubicBezTo>
                  <a:cubicBezTo>
                    <a:pt x="3105" y="37823"/>
                    <a:pt x="1633" y="39643"/>
                    <a:pt x="108" y="40526"/>
                  </a:cubicBezTo>
                  <a:cubicBezTo>
                    <a:pt x="81" y="40553"/>
                    <a:pt x="27" y="40580"/>
                    <a:pt x="27" y="40633"/>
                  </a:cubicBezTo>
                  <a:cubicBezTo>
                    <a:pt x="27" y="40687"/>
                    <a:pt x="27" y="40741"/>
                    <a:pt x="81" y="40767"/>
                  </a:cubicBezTo>
                  <a:cubicBezTo>
                    <a:pt x="1821" y="41784"/>
                    <a:pt x="2945" y="43631"/>
                    <a:pt x="2945" y="45532"/>
                  </a:cubicBezTo>
                  <a:lnTo>
                    <a:pt x="2945" y="45558"/>
                  </a:lnTo>
                  <a:cubicBezTo>
                    <a:pt x="2945" y="45612"/>
                    <a:pt x="2972" y="45665"/>
                    <a:pt x="2998" y="45692"/>
                  </a:cubicBezTo>
                  <a:cubicBezTo>
                    <a:pt x="4952" y="46656"/>
                    <a:pt x="6183" y="48610"/>
                    <a:pt x="6183" y="50778"/>
                  </a:cubicBezTo>
                  <a:cubicBezTo>
                    <a:pt x="6183" y="52972"/>
                    <a:pt x="4952" y="54926"/>
                    <a:pt x="2998" y="55890"/>
                  </a:cubicBezTo>
                  <a:cubicBezTo>
                    <a:pt x="2972" y="55917"/>
                    <a:pt x="2945" y="55970"/>
                    <a:pt x="2945" y="55997"/>
                  </a:cubicBezTo>
                  <a:cubicBezTo>
                    <a:pt x="2891" y="58004"/>
                    <a:pt x="1847" y="59798"/>
                    <a:pt x="108" y="60815"/>
                  </a:cubicBezTo>
                  <a:cubicBezTo>
                    <a:pt x="81" y="60815"/>
                    <a:pt x="27" y="60841"/>
                    <a:pt x="27" y="60895"/>
                  </a:cubicBezTo>
                  <a:cubicBezTo>
                    <a:pt x="27" y="60949"/>
                    <a:pt x="27" y="61002"/>
                    <a:pt x="81" y="61029"/>
                  </a:cubicBezTo>
                  <a:cubicBezTo>
                    <a:pt x="1821" y="62046"/>
                    <a:pt x="2891" y="63839"/>
                    <a:pt x="2945" y="65847"/>
                  </a:cubicBezTo>
                  <a:cubicBezTo>
                    <a:pt x="2945" y="65873"/>
                    <a:pt x="2972" y="65927"/>
                    <a:pt x="2998" y="65954"/>
                  </a:cubicBezTo>
                  <a:cubicBezTo>
                    <a:pt x="4952" y="66917"/>
                    <a:pt x="6183" y="68871"/>
                    <a:pt x="6183" y="71066"/>
                  </a:cubicBezTo>
                  <a:cubicBezTo>
                    <a:pt x="6183" y="73234"/>
                    <a:pt x="4952" y="75188"/>
                    <a:pt x="2998" y="76151"/>
                  </a:cubicBezTo>
                  <a:cubicBezTo>
                    <a:pt x="2972" y="76178"/>
                    <a:pt x="2945" y="76232"/>
                    <a:pt x="2945" y="76285"/>
                  </a:cubicBezTo>
                  <a:cubicBezTo>
                    <a:pt x="2891" y="78266"/>
                    <a:pt x="1821" y="80059"/>
                    <a:pt x="81" y="81076"/>
                  </a:cubicBezTo>
                  <a:cubicBezTo>
                    <a:pt x="27" y="81103"/>
                    <a:pt x="1" y="81183"/>
                    <a:pt x="54" y="81237"/>
                  </a:cubicBezTo>
                  <a:cubicBezTo>
                    <a:pt x="71" y="81288"/>
                    <a:pt x="110" y="81306"/>
                    <a:pt x="149" y="81306"/>
                  </a:cubicBezTo>
                  <a:cubicBezTo>
                    <a:pt x="172" y="81306"/>
                    <a:pt x="195" y="81300"/>
                    <a:pt x="215" y="81290"/>
                  </a:cubicBezTo>
                  <a:cubicBezTo>
                    <a:pt x="2008" y="80247"/>
                    <a:pt x="3105" y="78400"/>
                    <a:pt x="3186" y="76366"/>
                  </a:cubicBezTo>
                  <a:cubicBezTo>
                    <a:pt x="5193" y="75322"/>
                    <a:pt x="6424" y="73288"/>
                    <a:pt x="6424" y="71066"/>
                  </a:cubicBezTo>
                  <a:cubicBezTo>
                    <a:pt x="6424" y="68818"/>
                    <a:pt x="5193" y="66783"/>
                    <a:pt x="3186" y="65766"/>
                  </a:cubicBezTo>
                  <a:cubicBezTo>
                    <a:pt x="3132" y="63759"/>
                    <a:pt x="2088" y="61992"/>
                    <a:pt x="402" y="60922"/>
                  </a:cubicBezTo>
                  <a:cubicBezTo>
                    <a:pt x="2088" y="59878"/>
                    <a:pt x="3132" y="58085"/>
                    <a:pt x="3186" y="56077"/>
                  </a:cubicBezTo>
                  <a:cubicBezTo>
                    <a:pt x="5193" y="55060"/>
                    <a:pt x="6424" y="53026"/>
                    <a:pt x="6424" y="50778"/>
                  </a:cubicBezTo>
                  <a:cubicBezTo>
                    <a:pt x="6424" y="48556"/>
                    <a:pt x="5193" y="46522"/>
                    <a:pt x="3186" y="45505"/>
                  </a:cubicBezTo>
                  <a:cubicBezTo>
                    <a:pt x="3186" y="43604"/>
                    <a:pt x="2088" y="41731"/>
                    <a:pt x="402" y="40660"/>
                  </a:cubicBezTo>
                  <a:cubicBezTo>
                    <a:pt x="1901" y="39697"/>
                    <a:pt x="3320" y="37877"/>
                    <a:pt x="3186" y="35816"/>
                  </a:cubicBezTo>
                  <a:cubicBezTo>
                    <a:pt x="5193" y="34799"/>
                    <a:pt x="6424" y="32764"/>
                    <a:pt x="6424" y="30516"/>
                  </a:cubicBezTo>
                  <a:cubicBezTo>
                    <a:pt x="6424" y="28268"/>
                    <a:pt x="5193" y="26260"/>
                    <a:pt x="3186" y="25216"/>
                  </a:cubicBezTo>
                  <a:cubicBezTo>
                    <a:pt x="3105" y="23236"/>
                    <a:pt x="2062" y="21442"/>
                    <a:pt x="402" y="20399"/>
                  </a:cubicBezTo>
                  <a:cubicBezTo>
                    <a:pt x="2115" y="19328"/>
                    <a:pt x="3212" y="17401"/>
                    <a:pt x="3186" y="15554"/>
                  </a:cubicBezTo>
                  <a:cubicBezTo>
                    <a:pt x="5193" y="14510"/>
                    <a:pt x="6424" y="12503"/>
                    <a:pt x="6424" y="10254"/>
                  </a:cubicBezTo>
                  <a:cubicBezTo>
                    <a:pt x="6424" y="8006"/>
                    <a:pt x="5193" y="5999"/>
                    <a:pt x="3186" y="4955"/>
                  </a:cubicBezTo>
                  <a:cubicBezTo>
                    <a:pt x="3186" y="3028"/>
                    <a:pt x="2008" y="1047"/>
                    <a:pt x="215" y="30"/>
                  </a:cubicBezTo>
                  <a:cubicBezTo>
                    <a:pt x="194" y="10"/>
                    <a:pt x="170" y="1"/>
                    <a:pt x="14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5" name="Google Shape;1165;p79"/>
            <p:cNvSpPr/>
            <p:nvPr/>
          </p:nvSpPr>
          <p:spPr>
            <a:xfrm>
              <a:off x="1607850" y="2593575"/>
              <a:ext cx="159950" cy="2032875"/>
            </a:xfrm>
            <a:custGeom>
              <a:avLst/>
              <a:gdLst/>
              <a:ahLst/>
              <a:cxnLst/>
              <a:rect l="l" t="t" r="r" b="b"/>
              <a:pathLst>
                <a:path w="6398" h="81315" extrusionOk="0">
                  <a:moveTo>
                    <a:pt x="140" y="1"/>
                  </a:moveTo>
                  <a:cubicBezTo>
                    <a:pt x="95" y="1"/>
                    <a:pt x="47" y="26"/>
                    <a:pt x="27" y="65"/>
                  </a:cubicBezTo>
                  <a:cubicBezTo>
                    <a:pt x="0" y="92"/>
                    <a:pt x="0" y="118"/>
                    <a:pt x="0" y="118"/>
                  </a:cubicBezTo>
                  <a:cubicBezTo>
                    <a:pt x="0" y="172"/>
                    <a:pt x="27" y="225"/>
                    <a:pt x="81" y="225"/>
                  </a:cubicBezTo>
                  <a:cubicBezTo>
                    <a:pt x="1820" y="1243"/>
                    <a:pt x="2944" y="3170"/>
                    <a:pt x="2918" y="5043"/>
                  </a:cubicBezTo>
                  <a:cubicBezTo>
                    <a:pt x="2918" y="5070"/>
                    <a:pt x="2944" y="5124"/>
                    <a:pt x="2998" y="5150"/>
                  </a:cubicBezTo>
                  <a:cubicBezTo>
                    <a:pt x="4952" y="6141"/>
                    <a:pt x="6156" y="8095"/>
                    <a:pt x="6156" y="10263"/>
                  </a:cubicBezTo>
                  <a:cubicBezTo>
                    <a:pt x="6156" y="12431"/>
                    <a:pt x="4952" y="14384"/>
                    <a:pt x="2998" y="15375"/>
                  </a:cubicBezTo>
                  <a:cubicBezTo>
                    <a:pt x="2944" y="15402"/>
                    <a:pt x="2918" y="15428"/>
                    <a:pt x="2918" y="15482"/>
                  </a:cubicBezTo>
                  <a:cubicBezTo>
                    <a:pt x="2971" y="17329"/>
                    <a:pt x="1847" y="19256"/>
                    <a:pt x="81" y="20273"/>
                  </a:cubicBezTo>
                  <a:cubicBezTo>
                    <a:pt x="54" y="20300"/>
                    <a:pt x="27" y="20326"/>
                    <a:pt x="0" y="20353"/>
                  </a:cubicBezTo>
                  <a:cubicBezTo>
                    <a:pt x="0" y="20407"/>
                    <a:pt x="27" y="20460"/>
                    <a:pt x="81" y="20514"/>
                  </a:cubicBezTo>
                  <a:cubicBezTo>
                    <a:pt x="1794" y="21504"/>
                    <a:pt x="2864" y="23297"/>
                    <a:pt x="2918" y="25305"/>
                  </a:cubicBezTo>
                  <a:cubicBezTo>
                    <a:pt x="2918" y="25358"/>
                    <a:pt x="2944" y="25385"/>
                    <a:pt x="2998" y="25412"/>
                  </a:cubicBezTo>
                  <a:cubicBezTo>
                    <a:pt x="4952" y="26402"/>
                    <a:pt x="6156" y="28356"/>
                    <a:pt x="6156" y="30524"/>
                  </a:cubicBezTo>
                  <a:cubicBezTo>
                    <a:pt x="6156" y="32692"/>
                    <a:pt x="4952" y="34646"/>
                    <a:pt x="2998" y="35636"/>
                  </a:cubicBezTo>
                  <a:cubicBezTo>
                    <a:pt x="2944" y="35663"/>
                    <a:pt x="2918" y="35717"/>
                    <a:pt x="2918" y="35770"/>
                  </a:cubicBezTo>
                  <a:cubicBezTo>
                    <a:pt x="3078" y="37831"/>
                    <a:pt x="1633" y="39651"/>
                    <a:pt x="81" y="40535"/>
                  </a:cubicBezTo>
                  <a:cubicBezTo>
                    <a:pt x="54" y="40561"/>
                    <a:pt x="27" y="40588"/>
                    <a:pt x="0" y="40615"/>
                  </a:cubicBezTo>
                  <a:cubicBezTo>
                    <a:pt x="0" y="40668"/>
                    <a:pt x="27" y="40749"/>
                    <a:pt x="81" y="40775"/>
                  </a:cubicBezTo>
                  <a:cubicBezTo>
                    <a:pt x="1820" y="41766"/>
                    <a:pt x="2918" y="43639"/>
                    <a:pt x="2918" y="45540"/>
                  </a:cubicBezTo>
                  <a:cubicBezTo>
                    <a:pt x="2918" y="45540"/>
                    <a:pt x="2918" y="45566"/>
                    <a:pt x="2918" y="45566"/>
                  </a:cubicBezTo>
                  <a:cubicBezTo>
                    <a:pt x="2918" y="45620"/>
                    <a:pt x="2944" y="45674"/>
                    <a:pt x="2998" y="45674"/>
                  </a:cubicBezTo>
                  <a:cubicBezTo>
                    <a:pt x="4952" y="46664"/>
                    <a:pt x="6156" y="48618"/>
                    <a:pt x="6156" y="50786"/>
                  </a:cubicBezTo>
                  <a:cubicBezTo>
                    <a:pt x="6156" y="52954"/>
                    <a:pt x="4952" y="54934"/>
                    <a:pt x="2998" y="55898"/>
                  </a:cubicBezTo>
                  <a:cubicBezTo>
                    <a:pt x="2944" y="55925"/>
                    <a:pt x="2918" y="55952"/>
                    <a:pt x="2918" y="56005"/>
                  </a:cubicBezTo>
                  <a:cubicBezTo>
                    <a:pt x="2864" y="58012"/>
                    <a:pt x="1820" y="59806"/>
                    <a:pt x="81" y="60796"/>
                  </a:cubicBezTo>
                  <a:cubicBezTo>
                    <a:pt x="54" y="60823"/>
                    <a:pt x="27" y="60850"/>
                    <a:pt x="0" y="60903"/>
                  </a:cubicBezTo>
                  <a:cubicBezTo>
                    <a:pt x="0" y="60957"/>
                    <a:pt x="27" y="61010"/>
                    <a:pt x="81" y="61037"/>
                  </a:cubicBezTo>
                  <a:cubicBezTo>
                    <a:pt x="1820" y="62054"/>
                    <a:pt x="2864" y="63847"/>
                    <a:pt x="2918" y="65828"/>
                  </a:cubicBezTo>
                  <a:cubicBezTo>
                    <a:pt x="2918" y="65882"/>
                    <a:pt x="2944" y="65935"/>
                    <a:pt x="2998" y="65962"/>
                  </a:cubicBezTo>
                  <a:cubicBezTo>
                    <a:pt x="4952" y="66925"/>
                    <a:pt x="6156" y="68879"/>
                    <a:pt x="6156" y="71047"/>
                  </a:cubicBezTo>
                  <a:cubicBezTo>
                    <a:pt x="6156" y="73242"/>
                    <a:pt x="4952" y="75196"/>
                    <a:pt x="2998" y="76160"/>
                  </a:cubicBezTo>
                  <a:cubicBezTo>
                    <a:pt x="2944" y="76186"/>
                    <a:pt x="2918" y="76240"/>
                    <a:pt x="2918" y="76267"/>
                  </a:cubicBezTo>
                  <a:cubicBezTo>
                    <a:pt x="2864" y="78274"/>
                    <a:pt x="1820" y="80067"/>
                    <a:pt x="81" y="81084"/>
                  </a:cubicBezTo>
                  <a:cubicBezTo>
                    <a:pt x="27" y="81111"/>
                    <a:pt x="0" y="81191"/>
                    <a:pt x="27" y="81245"/>
                  </a:cubicBezTo>
                  <a:cubicBezTo>
                    <a:pt x="44" y="81296"/>
                    <a:pt x="82" y="81315"/>
                    <a:pt x="122" y="81315"/>
                  </a:cubicBezTo>
                  <a:cubicBezTo>
                    <a:pt x="145" y="81315"/>
                    <a:pt x="168" y="81308"/>
                    <a:pt x="188" y="81299"/>
                  </a:cubicBezTo>
                  <a:cubicBezTo>
                    <a:pt x="1981" y="80255"/>
                    <a:pt x="3105" y="78408"/>
                    <a:pt x="3185" y="76347"/>
                  </a:cubicBezTo>
                  <a:cubicBezTo>
                    <a:pt x="5166" y="75330"/>
                    <a:pt x="6397" y="73296"/>
                    <a:pt x="6397" y="71047"/>
                  </a:cubicBezTo>
                  <a:cubicBezTo>
                    <a:pt x="6397" y="68826"/>
                    <a:pt x="5166" y="66792"/>
                    <a:pt x="3185" y="65748"/>
                  </a:cubicBezTo>
                  <a:cubicBezTo>
                    <a:pt x="3105" y="63767"/>
                    <a:pt x="2061" y="61974"/>
                    <a:pt x="375" y="60930"/>
                  </a:cubicBezTo>
                  <a:cubicBezTo>
                    <a:pt x="2061" y="59859"/>
                    <a:pt x="3105" y="58093"/>
                    <a:pt x="3185" y="56085"/>
                  </a:cubicBezTo>
                  <a:cubicBezTo>
                    <a:pt x="5166" y="55068"/>
                    <a:pt x="6397" y="53034"/>
                    <a:pt x="6397" y="50786"/>
                  </a:cubicBezTo>
                  <a:cubicBezTo>
                    <a:pt x="6397" y="48537"/>
                    <a:pt x="5166" y="46530"/>
                    <a:pt x="3185" y="45486"/>
                  </a:cubicBezTo>
                  <a:cubicBezTo>
                    <a:pt x="3159" y="43586"/>
                    <a:pt x="2061" y="41739"/>
                    <a:pt x="375" y="40668"/>
                  </a:cubicBezTo>
                  <a:cubicBezTo>
                    <a:pt x="1901" y="39705"/>
                    <a:pt x="3292" y="37885"/>
                    <a:pt x="3185" y="35824"/>
                  </a:cubicBezTo>
                  <a:cubicBezTo>
                    <a:pt x="5166" y="34780"/>
                    <a:pt x="6397" y="32772"/>
                    <a:pt x="6397" y="30524"/>
                  </a:cubicBezTo>
                  <a:cubicBezTo>
                    <a:pt x="6397" y="28276"/>
                    <a:pt x="5166" y="26268"/>
                    <a:pt x="3185" y="25225"/>
                  </a:cubicBezTo>
                  <a:cubicBezTo>
                    <a:pt x="3078" y="23244"/>
                    <a:pt x="2061" y="21451"/>
                    <a:pt x="375" y="20407"/>
                  </a:cubicBezTo>
                  <a:cubicBezTo>
                    <a:pt x="2061" y="19336"/>
                    <a:pt x="3185" y="17436"/>
                    <a:pt x="3185" y="15616"/>
                  </a:cubicBezTo>
                  <a:cubicBezTo>
                    <a:pt x="3185" y="15589"/>
                    <a:pt x="3185" y="15562"/>
                    <a:pt x="3185" y="15562"/>
                  </a:cubicBezTo>
                  <a:cubicBezTo>
                    <a:pt x="5166" y="14518"/>
                    <a:pt x="6397" y="12511"/>
                    <a:pt x="6397" y="10263"/>
                  </a:cubicBezTo>
                  <a:cubicBezTo>
                    <a:pt x="6397" y="8014"/>
                    <a:pt x="5166" y="6007"/>
                    <a:pt x="3185" y="4963"/>
                  </a:cubicBezTo>
                  <a:cubicBezTo>
                    <a:pt x="3185" y="3036"/>
                    <a:pt x="1981" y="1055"/>
                    <a:pt x="188" y="11"/>
                  </a:cubicBezTo>
                  <a:cubicBezTo>
                    <a:pt x="173" y="4"/>
                    <a:pt x="157" y="1"/>
                    <a:pt x="14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6" name="Google Shape;1166;p79"/>
            <p:cNvSpPr/>
            <p:nvPr/>
          </p:nvSpPr>
          <p:spPr>
            <a:xfrm>
              <a:off x="1453950" y="2845375"/>
              <a:ext cx="160600" cy="2032675"/>
            </a:xfrm>
            <a:custGeom>
              <a:avLst/>
              <a:gdLst/>
              <a:ahLst/>
              <a:cxnLst/>
              <a:rect l="l" t="t" r="r" b="b"/>
              <a:pathLst>
                <a:path w="6424" h="81307" extrusionOk="0">
                  <a:moveTo>
                    <a:pt x="133" y="1"/>
                  </a:moveTo>
                  <a:cubicBezTo>
                    <a:pt x="93" y="1"/>
                    <a:pt x="60" y="24"/>
                    <a:pt x="27" y="57"/>
                  </a:cubicBezTo>
                  <a:cubicBezTo>
                    <a:pt x="27" y="84"/>
                    <a:pt x="27" y="110"/>
                    <a:pt x="27" y="137"/>
                  </a:cubicBezTo>
                  <a:cubicBezTo>
                    <a:pt x="27" y="164"/>
                    <a:pt x="27" y="217"/>
                    <a:pt x="80" y="244"/>
                  </a:cubicBezTo>
                  <a:cubicBezTo>
                    <a:pt x="1820" y="1234"/>
                    <a:pt x="2971" y="3188"/>
                    <a:pt x="2944" y="5035"/>
                  </a:cubicBezTo>
                  <a:cubicBezTo>
                    <a:pt x="2944" y="5089"/>
                    <a:pt x="2971" y="5142"/>
                    <a:pt x="2998" y="5142"/>
                  </a:cubicBezTo>
                  <a:cubicBezTo>
                    <a:pt x="4952" y="6133"/>
                    <a:pt x="6156" y="8086"/>
                    <a:pt x="6156" y="10254"/>
                  </a:cubicBezTo>
                  <a:cubicBezTo>
                    <a:pt x="6156" y="12422"/>
                    <a:pt x="4952" y="14376"/>
                    <a:pt x="2998" y="15367"/>
                  </a:cubicBezTo>
                  <a:cubicBezTo>
                    <a:pt x="2971" y="15393"/>
                    <a:pt x="2944" y="15420"/>
                    <a:pt x="2944" y="15474"/>
                  </a:cubicBezTo>
                  <a:cubicBezTo>
                    <a:pt x="2998" y="17347"/>
                    <a:pt x="1847" y="19248"/>
                    <a:pt x="107" y="20265"/>
                  </a:cubicBezTo>
                  <a:cubicBezTo>
                    <a:pt x="54" y="20292"/>
                    <a:pt x="27" y="20318"/>
                    <a:pt x="27" y="20345"/>
                  </a:cubicBezTo>
                  <a:cubicBezTo>
                    <a:pt x="0" y="20425"/>
                    <a:pt x="27" y="20479"/>
                    <a:pt x="80" y="20506"/>
                  </a:cubicBezTo>
                  <a:cubicBezTo>
                    <a:pt x="1793" y="21496"/>
                    <a:pt x="2864" y="23289"/>
                    <a:pt x="2944" y="25297"/>
                  </a:cubicBezTo>
                  <a:cubicBezTo>
                    <a:pt x="2944" y="25350"/>
                    <a:pt x="2971" y="25404"/>
                    <a:pt x="2998" y="25404"/>
                  </a:cubicBezTo>
                  <a:cubicBezTo>
                    <a:pt x="4952" y="26394"/>
                    <a:pt x="6156" y="28348"/>
                    <a:pt x="6156" y="30516"/>
                  </a:cubicBezTo>
                  <a:cubicBezTo>
                    <a:pt x="6156" y="32684"/>
                    <a:pt x="4952" y="34665"/>
                    <a:pt x="2998" y="35628"/>
                  </a:cubicBezTo>
                  <a:cubicBezTo>
                    <a:pt x="2944" y="35655"/>
                    <a:pt x="2918" y="35709"/>
                    <a:pt x="2944" y="35762"/>
                  </a:cubicBezTo>
                  <a:cubicBezTo>
                    <a:pt x="3105" y="37823"/>
                    <a:pt x="1633" y="39643"/>
                    <a:pt x="107" y="40526"/>
                  </a:cubicBezTo>
                  <a:cubicBezTo>
                    <a:pt x="54" y="40553"/>
                    <a:pt x="27" y="40580"/>
                    <a:pt x="27" y="40633"/>
                  </a:cubicBezTo>
                  <a:cubicBezTo>
                    <a:pt x="0" y="40687"/>
                    <a:pt x="27" y="40741"/>
                    <a:pt x="80" y="40767"/>
                  </a:cubicBezTo>
                  <a:cubicBezTo>
                    <a:pt x="1820" y="41784"/>
                    <a:pt x="2944" y="43631"/>
                    <a:pt x="2944" y="45532"/>
                  </a:cubicBezTo>
                  <a:cubicBezTo>
                    <a:pt x="2944" y="45558"/>
                    <a:pt x="2944" y="45558"/>
                    <a:pt x="2944" y="45558"/>
                  </a:cubicBezTo>
                  <a:cubicBezTo>
                    <a:pt x="2918" y="45612"/>
                    <a:pt x="2971" y="45665"/>
                    <a:pt x="2998" y="45692"/>
                  </a:cubicBezTo>
                  <a:cubicBezTo>
                    <a:pt x="4952" y="46656"/>
                    <a:pt x="6156" y="48610"/>
                    <a:pt x="6156" y="50778"/>
                  </a:cubicBezTo>
                  <a:cubicBezTo>
                    <a:pt x="6156" y="52972"/>
                    <a:pt x="4952" y="54926"/>
                    <a:pt x="2998" y="55890"/>
                  </a:cubicBezTo>
                  <a:cubicBezTo>
                    <a:pt x="2971" y="55917"/>
                    <a:pt x="2944" y="55970"/>
                    <a:pt x="2944" y="55997"/>
                  </a:cubicBezTo>
                  <a:cubicBezTo>
                    <a:pt x="2891" y="58004"/>
                    <a:pt x="1820" y="59798"/>
                    <a:pt x="107" y="60815"/>
                  </a:cubicBezTo>
                  <a:cubicBezTo>
                    <a:pt x="54" y="60815"/>
                    <a:pt x="27" y="60841"/>
                    <a:pt x="27" y="60895"/>
                  </a:cubicBezTo>
                  <a:cubicBezTo>
                    <a:pt x="0" y="60949"/>
                    <a:pt x="27" y="61002"/>
                    <a:pt x="80" y="61029"/>
                  </a:cubicBezTo>
                  <a:cubicBezTo>
                    <a:pt x="1820" y="62046"/>
                    <a:pt x="2891" y="63839"/>
                    <a:pt x="2944" y="65847"/>
                  </a:cubicBezTo>
                  <a:cubicBezTo>
                    <a:pt x="2944" y="65873"/>
                    <a:pt x="2971" y="65927"/>
                    <a:pt x="2998" y="65954"/>
                  </a:cubicBezTo>
                  <a:cubicBezTo>
                    <a:pt x="4952" y="66917"/>
                    <a:pt x="6156" y="68871"/>
                    <a:pt x="6156" y="71066"/>
                  </a:cubicBezTo>
                  <a:cubicBezTo>
                    <a:pt x="6156" y="73234"/>
                    <a:pt x="4952" y="75188"/>
                    <a:pt x="2998" y="76151"/>
                  </a:cubicBezTo>
                  <a:cubicBezTo>
                    <a:pt x="2971" y="76178"/>
                    <a:pt x="2944" y="76232"/>
                    <a:pt x="2944" y="76285"/>
                  </a:cubicBezTo>
                  <a:cubicBezTo>
                    <a:pt x="2891" y="78266"/>
                    <a:pt x="1820" y="80059"/>
                    <a:pt x="80" y="81076"/>
                  </a:cubicBezTo>
                  <a:cubicBezTo>
                    <a:pt x="27" y="81103"/>
                    <a:pt x="0" y="81183"/>
                    <a:pt x="27" y="81237"/>
                  </a:cubicBezTo>
                  <a:cubicBezTo>
                    <a:pt x="61" y="81288"/>
                    <a:pt x="106" y="81306"/>
                    <a:pt x="147" y="81306"/>
                  </a:cubicBezTo>
                  <a:cubicBezTo>
                    <a:pt x="172" y="81306"/>
                    <a:pt x="195" y="81300"/>
                    <a:pt x="214" y="81290"/>
                  </a:cubicBezTo>
                  <a:cubicBezTo>
                    <a:pt x="2008" y="80247"/>
                    <a:pt x="3105" y="78400"/>
                    <a:pt x="3185" y="76366"/>
                  </a:cubicBezTo>
                  <a:cubicBezTo>
                    <a:pt x="5166" y="75322"/>
                    <a:pt x="6424" y="73288"/>
                    <a:pt x="6424" y="71066"/>
                  </a:cubicBezTo>
                  <a:cubicBezTo>
                    <a:pt x="6424" y="68818"/>
                    <a:pt x="5166" y="66783"/>
                    <a:pt x="3185" y="65766"/>
                  </a:cubicBezTo>
                  <a:cubicBezTo>
                    <a:pt x="3105" y="63759"/>
                    <a:pt x="2061" y="61992"/>
                    <a:pt x="375" y="60922"/>
                  </a:cubicBezTo>
                  <a:cubicBezTo>
                    <a:pt x="2061" y="59878"/>
                    <a:pt x="3105" y="58085"/>
                    <a:pt x="3185" y="56077"/>
                  </a:cubicBezTo>
                  <a:cubicBezTo>
                    <a:pt x="5166" y="55060"/>
                    <a:pt x="6424" y="53026"/>
                    <a:pt x="6424" y="50778"/>
                  </a:cubicBezTo>
                  <a:cubicBezTo>
                    <a:pt x="6424" y="48556"/>
                    <a:pt x="5193" y="46522"/>
                    <a:pt x="3185" y="45505"/>
                  </a:cubicBezTo>
                  <a:cubicBezTo>
                    <a:pt x="3159" y="43604"/>
                    <a:pt x="2088" y="41731"/>
                    <a:pt x="375" y="40660"/>
                  </a:cubicBezTo>
                  <a:cubicBezTo>
                    <a:pt x="1901" y="39697"/>
                    <a:pt x="3319" y="37877"/>
                    <a:pt x="3185" y="35816"/>
                  </a:cubicBezTo>
                  <a:cubicBezTo>
                    <a:pt x="5193" y="34799"/>
                    <a:pt x="6424" y="32764"/>
                    <a:pt x="6424" y="30516"/>
                  </a:cubicBezTo>
                  <a:cubicBezTo>
                    <a:pt x="6424" y="28268"/>
                    <a:pt x="5166" y="26260"/>
                    <a:pt x="3185" y="25216"/>
                  </a:cubicBezTo>
                  <a:cubicBezTo>
                    <a:pt x="3105" y="23236"/>
                    <a:pt x="2061" y="21442"/>
                    <a:pt x="375" y="20399"/>
                  </a:cubicBezTo>
                  <a:cubicBezTo>
                    <a:pt x="2088" y="19328"/>
                    <a:pt x="3185" y="17454"/>
                    <a:pt x="3185" y="15608"/>
                  </a:cubicBezTo>
                  <a:cubicBezTo>
                    <a:pt x="3185" y="15581"/>
                    <a:pt x="3185" y="15581"/>
                    <a:pt x="3185" y="15554"/>
                  </a:cubicBezTo>
                  <a:cubicBezTo>
                    <a:pt x="5193" y="14510"/>
                    <a:pt x="6424" y="12503"/>
                    <a:pt x="6424" y="10254"/>
                  </a:cubicBezTo>
                  <a:cubicBezTo>
                    <a:pt x="6424" y="8006"/>
                    <a:pt x="5193" y="5999"/>
                    <a:pt x="3185" y="4955"/>
                  </a:cubicBezTo>
                  <a:cubicBezTo>
                    <a:pt x="3185" y="3028"/>
                    <a:pt x="2008" y="1047"/>
                    <a:pt x="214" y="30"/>
                  </a:cubicBezTo>
                  <a:cubicBezTo>
                    <a:pt x="184" y="10"/>
                    <a:pt x="157" y="1"/>
                    <a:pt x="13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7" name="Google Shape;1167;p79"/>
            <p:cNvSpPr/>
            <p:nvPr/>
          </p:nvSpPr>
          <p:spPr>
            <a:xfrm>
              <a:off x="1300050" y="2593575"/>
              <a:ext cx="160600" cy="2032875"/>
            </a:xfrm>
            <a:custGeom>
              <a:avLst/>
              <a:gdLst/>
              <a:ahLst/>
              <a:cxnLst/>
              <a:rect l="l" t="t" r="r" b="b"/>
              <a:pathLst>
                <a:path w="6424" h="81315" extrusionOk="0">
                  <a:moveTo>
                    <a:pt x="167" y="1"/>
                  </a:moveTo>
                  <a:cubicBezTo>
                    <a:pt x="121" y="1"/>
                    <a:pt x="73" y="26"/>
                    <a:pt x="54" y="65"/>
                  </a:cubicBezTo>
                  <a:cubicBezTo>
                    <a:pt x="27" y="92"/>
                    <a:pt x="27" y="118"/>
                    <a:pt x="27" y="118"/>
                  </a:cubicBezTo>
                  <a:cubicBezTo>
                    <a:pt x="27" y="172"/>
                    <a:pt x="54" y="225"/>
                    <a:pt x="80" y="225"/>
                  </a:cubicBezTo>
                  <a:cubicBezTo>
                    <a:pt x="1820" y="1243"/>
                    <a:pt x="2971" y="3170"/>
                    <a:pt x="2944" y="5043"/>
                  </a:cubicBezTo>
                  <a:cubicBezTo>
                    <a:pt x="2944" y="5070"/>
                    <a:pt x="2971" y="5124"/>
                    <a:pt x="3025" y="5150"/>
                  </a:cubicBezTo>
                  <a:cubicBezTo>
                    <a:pt x="4952" y="6141"/>
                    <a:pt x="6183" y="8095"/>
                    <a:pt x="6183" y="10263"/>
                  </a:cubicBezTo>
                  <a:cubicBezTo>
                    <a:pt x="6183" y="12431"/>
                    <a:pt x="4952" y="14384"/>
                    <a:pt x="3025" y="15375"/>
                  </a:cubicBezTo>
                  <a:cubicBezTo>
                    <a:pt x="2971" y="15402"/>
                    <a:pt x="2944" y="15428"/>
                    <a:pt x="2944" y="15482"/>
                  </a:cubicBezTo>
                  <a:cubicBezTo>
                    <a:pt x="2998" y="17355"/>
                    <a:pt x="1847" y="19256"/>
                    <a:pt x="107" y="20273"/>
                  </a:cubicBezTo>
                  <a:cubicBezTo>
                    <a:pt x="80" y="20300"/>
                    <a:pt x="54" y="20326"/>
                    <a:pt x="27" y="20353"/>
                  </a:cubicBezTo>
                  <a:cubicBezTo>
                    <a:pt x="27" y="20407"/>
                    <a:pt x="27" y="20460"/>
                    <a:pt x="80" y="20514"/>
                  </a:cubicBezTo>
                  <a:cubicBezTo>
                    <a:pt x="1820" y="21504"/>
                    <a:pt x="2891" y="23297"/>
                    <a:pt x="2944" y="25305"/>
                  </a:cubicBezTo>
                  <a:cubicBezTo>
                    <a:pt x="2944" y="25358"/>
                    <a:pt x="2971" y="25385"/>
                    <a:pt x="3025" y="25412"/>
                  </a:cubicBezTo>
                  <a:cubicBezTo>
                    <a:pt x="4952" y="26402"/>
                    <a:pt x="6183" y="28356"/>
                    <a:pt x="6183" y="30524"/>
                  </a:cubicBezTo>
                  <a:cubicBezTo>
                    <a:pt x="6183" y="32692"/>
                    <a:pt x="4952" y="34646"/>
                    <a:pt x="3025" y="35636"/>
                  </a:cubicBezTo>
                  <a:cubicBezTo>
                    <a:pt x="2971" y="35663"/>
                    <a:pt x="2944" y="35717"/>
                    <a:pt x="2944" y="35770"/>
                  </a:cubicBezTo>
                  <a:cubicBezTo>
                    <a:pt x="3105" y="37831"/>
                    <a:pt x="1633" y="39651"/>
                    <a:pt x="107" y="40535"/>
                  </a:cubicBezTo>
                  <a:cubicBezTo>
                    <a:pt x="80" y="40561"/>
                    <a:pt x="54" y="40588"/>
                    <a:pt x="27" y="40615"/>
                  </a:cubicBezTo>
                  <a:cubicBezTo>
                    <a:pt x="27" y="40668"/>
                    <a:pt x="27" y="40749"/>
                    <a:pt x="80" y="40775"/>
                  </a:cubicBezTo>
                  <a:cubicBezTo>
                    <a:pt x="1820" y="41766"/>
                    <a:pt x="2944" y="43639"/>
                    <a:pt x="2944" y="45540"/>
                  </a:cubicBezTo>
                  <a:cubicBezTo>
                    <a:pt x="2944" y="45540"/>
                    <a:pt x="2944" y="45566"/>
                    <a:pt x="2944" y="45566"/>
                  </a:cubicBezTo>
                  <a:cubicBezTo>
                    <a:pt x="2944" y="45620"/>
                    <a:pt x="2971" y="45674"/>
                    <a:pt x="3025" y="45674"/>
                  </a:cubicBezTo>
                  <a:cubicBezTo>
                    <a:pt x="4952" y="46664"/>
                    <a:pt x="6183" y="48618"/>
                    <a:pt x="6183" y="50786"/>
                  </a:cubicBezTo>
                  <a:cubicBezTo>
                    <a:pt x="6183" y="52954"/>
                    <a:pt x="4952" y="54934"/>
                    <a:pt x="3025" y="55898"/>
                  </a:cubicBezTo>
                  <a:cubicBezTo>
                    <a:pt x="2971" y="55925"/>
                    <a:pt x="2944" y="55952"/>
                    <a:pt x="2944" y="56005"/>
                  </a:cubicBezTo>
                  <a:cubicBezTo>
                    <a:pt x="2891" y="58012"/>
                    <a:pt x="1847" y="59806"/>
                    <a:pt x="107" y="60796"/>
                  </a:cubicBezTo>
                  <a:cubicBezTo>
                    <a:pt x="80" y="60823"/>
                    <a:pt x="54" y="60850"/>
                    <a:pt x="27" y="60903"/>
                  </a:cubicBezTo>
                  <a:cubicBezTo>
                    <a:pt x="27" y="60957"/>
                    <a:pt x="27" y="61010"/>
                    <a:pt x="80" y="61037"/>
                  </a:cubicBezTo>
                  <a:cubicBezTo>
                    <a:pt x="1820" y="62054"/>
                    <a:pt x="2891" y="63847"/>
                    <a:pt x="2944" y="65828"/>
                  </a:cubicBezTo>
                  <a:cubicBezTo>
                    <a:pt x="2944" y="65882"/>
                    <a:pt x="2971" y="65935"/>
                    <a:pt x="3025" y="65962"/>
                  </a:cubicBezTo>
                  <a:cubicBezTo>
                    <a:pt x="4952" y="66925"/>
                    <a:pt x="6183" y="68879"/>
                    <a:pt x="6183" y="71047"/>
                  </a:cubicBezTo>
                  <a:cubicBezTo>
                    <a:pt x="6183" y="73242"/>
                    <a:pt x="4952" y="75196"/>
                    <a:pt x="3025" y="76160"/>
                  </a:cubicBezTo>
                  <a:cubicBezTo>
                    <a:pt x="2971" y="76186"/>
                    <a:pt x="2944" y="76240"/>
                    <a:pt x="2944" y="76267"/>
                  </a:cubicBezTo>
                  <a:cubicBezTo>
                    <a:pt x="2891" y="78274"/>
                    <a:pt x="1820" y="80067"/>
                    <a:pt x="80" y="81084"/>
                  </a:cubicBezTo>
                  <a:cubicBezTo>
                    <a:pt x="27" y="81111"/>
                    <a:pt x="0" y="81191"/>
                    <a:pt x="54" y="81245"/>
                  </a:cubicBezTo>
                  <a:cubicBezTo>
                    <a:pt x="71" y="81296"/>
                    <a:pt x="109" y="81315"/>
                    <a:pt x="149" y="81315"/>
                  </a:cubicBezTo>
                  <a:cubicBezTo>
                    <a:pt x="171" y="81315"/>
                    <a:pt x="195" y="81308"/>
                    <a:pt x="214" y="81299"/>
                  </a:cubicBezTo>
                  <a:cubicBezTo>
                    <a:pt x="2007" y="80255"/>
                    <a:pt x="3105" y="78408"/>
                    <a:pt x="3185" y="76347"/>
                  </a:cubicBezTo>
                  <a:cubicBezTo>
                    <a:pt x="5193" y="75330"/>
                    <a:pt x="6424" y="73296"/>
                    <a:pt x="6424" y="71047"/>
                  </a:cubicBezTo>
                  <a:cubicBezTo>
                    <a:pt x="6424" y="68826"/>
                    <a:pt x="5193" y="66792"/>
                    <a:pt x="3185" y="65748"/>
                  </a:cubicBezTo>
                  <a:cubicBezTo>
                    <a:pt x="3132" y="63767"/>
                    <a:pt x="2088" y="61974"/>
                    <a:pt x="402" y="60930"/>
                  </a:cubicBezTo>
                  <a:cubicBezTo>
                    <a:pt x="2088" y="59859"/>
                    <a:pt x="3132" y="58093"/>
                    <a:pt x="3185" y="56085"/>
                  </a:cubicBezTo>
                  <a:cubicBezTo>
                    <a:pt x="5193" y="55068"/>
                    <a:pt x="6424" y="53034"/>
                    <a:pt x="6424" y="50786"/>
                  </a:cubicBezTo>
                  <a:cubicBezTo>
                    <a:pt x="6424" y="48537"/>
                    <a:pt x="5193" y="46530"/>
                    <a:pt x="3185" y="45486"/>
                  </a:cubicBezTo>
                  <a:cubicBezTo>
                    <a:pt x="3185" y="43586"/>
                    <a:pt x="2088" y="41739"/>
                    <a:pt x="402" y="40668"/>
                  </a:cubicBezTo>
                  <a:cubicBezTo>
                    <a:pt x="1927" y="39705"/>
                    <a:pt x="3319" y="37885"/>
                    <a:pt x="3212" y="35824"/>
                  </a:cubicBezTo>
                  <a:cubicBezTo>
                    <a:pt x="5193" y="34780"/>
                    <a:pt x="6424" y="32772"/>
                    <a:pt x="6424" y="30524"/>
                  </a:cubicBezTo>
                  <a:cubicBezTo>
                    <a:pt x="6424" y="28276"/>
                    <a:pt x="5193" y="26268"/>
                    <a:pt x="3185" y="25225"/>
                  </a:cubicBezTo>
                  <a:cubicBezTo>
                    <a:pt x="3105" y="23244"/>
                    <a:pt x="2061" y="21451"/>
                    <a:pt x="402" y="20407"/>
                  </a:cubicBezTo>
                  <a:cubicBezTo>
                    <a:pt x="2088" y="19336"/>
                    <a:pt x="3185" y="17436"/>
                    <a:pt x="3185" y="15616"/>
                  </a:cubicBezTo>
                  <a:cubicBezTo>
                    <a:pt x="3185" y="15589"/>
                    <a:pt x="3185" y="15562"/>
                    <a:pt x="3185" y="15562"/>
                  </a:cubicBezTo>
                  <a:cubicBezTo>
                    <a:pt x="5193" y="14518"/>
                    <a:pt x="6424" y="12511"/>
                    <a:pt x="6424" y="10263"/>
                  </a:cubicBezTo>
                  <a:cubicBezTo>
                    <a:pt x="6424" y="8014"/>
                    <a:pt x="5193" y="6007"/>
                    <a:pt x="3185" y="4963"/>
                  </a:cubicBezTo>
                  <a:cubicBezTo>
                    <a:pt x="3185" y="3036"/>
                    <a:pt x="2007" y="1055"/>
                    <a:pt x="214" y="11"/>
                  </a:cubicBezTo>
                  <a:cubicBezTo>
                    <a:pt x="200" y="4"/>
                    <a:pt x="184" y="1"/>
                    <a:pt x="16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8" name="Google Shape;1168;p79"/>
            <p:cNvSpPr/>
            <p:nvPr/>
          </p:nvSpPr>
          <p:spPr>
            <a:xfrm>
              <a:off x="1146800" y="2845375"/>
              <a:ext cx="159950" cy="2032675"/>
            </a:xfrm>
            <a:custGeom>
              <a:avLst/>
              <a:gdLst/>
              <a:ahLst/>
              <a:cxnLst/>
              <a:rect l="l" t="t" r="r" b="b"/>
              <a:pathLst>
                <a:path w="6398" h="81307" extrusionOk="0">
                  <a:moveTo>
                    <a:pt x="120" y="1"/>
                  </a:moveTo>
                  <a:cubicBezTo>
                    <a:pt x="81" y="1"/>
                    <a:pt x="44" y="24"/>
                    <a:pt x="28" y="57"/>
                  </a:cubicBezTo>
                  <a:cubicBezTo>
                    <a:pt x="28" y="84"/>
                    <a:pt x="1" y="110"/>
                    <a:pt x="1" y="137"/>
                  </a:cubicBezTo>
                  <a:cubicBezTo>
                    <a:pt x="1" y="164"/>
                    <a:pt x="28" y="217"/>
                    <a:pt x="81" y="244"/>
                  </a:cubicBezTo>
                  <a:cubicBezTo>
                    <a:pt x="1821" y="1234"/>
                    <a:pt x="2972" y="3162"/>
                    <a:pt x="2918" y="5035"/>
                  </a:cubicBezTo>
                  <a:cubicBezTo>
                    <a:pt x="2918" y="5089"/>
                    <a:pt x="2945" y="5142"/>
                    <a:pt x="2998" y="5142"/>
                  </a:cubicBezTo>
                  <a:cubicBezTo>
                    <a:pt x="4952" y="6133"/>
                    <a:pt x="6157" y="8086"/>
                    <a:pt x="6157" y="10254"/>
                  </a:cubicBezTo>
                  <a:cubicBezTo>
                    <a:pt x="6157" y="12422"/>
                    <a:pt x="4952" y="14376"/>
                    <a:pt x="2998" y="15367"/>
                  </a:cubicBezTo>
                  <a:cubicBezTo>
                    <a:pt x="2945" y="15393"/>
                    <a:pt x="2918" y="15420"/>
                    <a:pt x="2918" y="15474"/>
                  </a:cubicBezTo>
                  <a:cubicBezTo>
                    <a:pt x="2972" y="17321"/>
                    <a:pt x="1848" y="19248"/>
                    <a:pt x="81" y="20265"/>
                  </a:cubicBezTo>
                  <a:cubicBezTo>
                    <a:pt x="54" y="20292"/>
                    <a:pt x="28" y="20318"/>
                    <a:pt x="1" y="20345"/>
                  </a:cubicBezTo>
                  <a:cubicBezTo>
                    <a:pt x="1" y="20425"/>
                    <a:pt x="28" y="20479"/>
                    <a:pt x="81" y="20506"/>
                  </a:cubicBezTo>
                  <a:cubicBezTo>
                    <a:pt x="1794" y="21496"/>
                    <a:pt x="2865" y="23289"/>
                    <a:pt x="2918" y="25297"/>
                  </a:cubicBezTo>
                  <a:cubicBezTo>
                    <a:pt x="2918" y="25350"/>
                    <a:pt x="2945" y="25404"/>
                    <a:pt x="2998" y="25404"/>
                  </a:cubicBezTo>
                  <a:cubicBezTo>
                    <a:pt x="4952" y="26394"/>
                    <a:pt x="6157" y="28348"/>
                    <a:pt x="6157" y="30516"/>
                  </a:cubicBezTo>
                  <a:cubicBezTo>
                    <a:pt x="6157" y="32684"/>
                    <a:pt x="4952" y="34665"/>
                    <a:pt x="2998" y="35628"/>
                  </a:cubicBezTo>
                  <a:cubicBezTo>
                    <a:pt x="2945" y="35655"/>
                    <a:pt x="2918" y="35709"/>
                    <a:pt x="2918" y="35762"/>
                  </a:cubicBezTo>
                  <a:cubicBezTo>
                    <a:pt x="3079" y="37823"/>
                    <a:pt x="1633" y="39643"/>
                    <a:pt x="81" y="40526"/>
                  </a:cubicBezTo>
                  <a:cubicBezTo>
                    <a:pt x="54" y="40553"/>
                    <a:pt x="28" y="40580"/>
                    <a:pt x="1" y="40633"/>
                  </a:cubicBezTo>
                  <a:cubicBezTo>
                    <a:pt x="1" y="40687"/>
                    <a:pt x="28" y="40741"/>
                    <a:pt x="81" y="40767"/>
                  </a:cubicBezTo>
                  <a:cubicBezTo>
                    <a:pt x="1821" y="41784"/>
                    <a:pt x="2918" y="43631"/>
                    <a:pt x="2918" y="45532"/>
                  </a:cubicBezTo>
                  <a:cubicBezTo>
                    <a:pt x="2918" y="45532"/>
                    <a:pt x="2918" y="45558"/>
                    <a:pt x="2918" y="45558"/>
                  </a:cubicBezTo>
                  <a:cubicBezTo>
                    <a:pt x="2918" y="45612"/>
                    <a:pt x="2945" y="45665"/>
                    <a:pt x="2998" y="45692"/>
                  </a:cubicBezTo>
                  <a:cubicBezTo>
                    <a:pt x="4952" y="46656"/>
                    <a:pt x="6157" y="48610"/>
                    <a:pt x="6157" y="50778"/>
                  </a:cubicBezTo>
                  <a:cubicBezTo>
                    <a:pt x="6157" y="52972"/>
                    <a:pt x="4952" y="54926"/>
                    <a:pt x="2998" y="55890"/>
                  </a:cubicBezTo>
                  <a:cubicBezTo>
                    <a:pt x="2945" y="55917"/>
                    <a:pt x="2918" y="55970"/>
                    <a:pt x="2918" y="55997"/>
                  </a:cubicBezTo>
                  <a:cubicBezTo>
                    <a:pt x="2891" y="58004"/>
                    <a:pt x="1821" y="59798"/>
                    <a:pt x="81" y="60815"/>
                  </a:cubicBezTo>
                  <a:cubicBezTo>
                    <a:pt x="54" y="60815"/>
                    <a:pt x="28" y="60841"/>
                    <a:pt x="1" y="60895"/>
                  </a:cubicBezTo>
                  <a:cubicBezTo>
                    <a:pt x="1" y="60949"/>
                    <a:pt x="28" y="61002"/>
                    <a:pt x="81" y="61029"/>
                  </a:cubicBezTo>
                  <a:cubicBezTo>
                    <a:pt x="1821" y="62046"/>
                    <a:pt x="2891" y="63839"/>
                    <a:pt x="2918" y="65847"/>
                  </a:cubicBezTo>
                  <a:cubicBezTo>
                    <a:pt x="2918" y="65873"/>
                    <a:pt x="2945" y="65927"/>
                    <a:pt x="2998" y="65954"/>
                  </a:cubicBezTo>
                  <a:cubicBezTo>
                    <a:pt x="4952" y="66917"/>
                    <a:pt x="6157" y="68871"/>
                    <a:pt x="6157" y="71066"/>
                  </a:cubicBezTo>
                  <a:cubicBezTo>
                    <a:pt x="6157" y="73234"/>
                    <a:pt x="4952" y="75188"/>
                    <a:pt x="2998" y="76151"/>
                  </a:cubicBezTo>
                  <a:cubicBezTo>
                    <a:pt x="2945" y="76178"/>
                    <a:pt x="2918" y="76232"/>
                    <a:pt x="2918" y="76285"/>
                  </a:cubicBezTo>
                  <a:cubicBezTo>
                    <a:pt x="2891" y="78266"/>
                    <a:pt x="1821" y="80059"/>
                    <a:pt x="81" y="81076"/>
                  </a:cubicBezTo>
                  <a:cubicBezTo>
                    <a:pt x="28" y="81103"/>
                    <a:pt x="1" y="81183"/>
                    <a:pt x="28" y="81237"/>
                  </a:cubicBezTo>
                  <a:cubicBezTo>
                    <a:pt x="44" y="81288"/>
                    <a:pt x="83" y="81306"/>
                    <a:pt x="129" y="81306"/>
                  </a:cubicBezTo>
                  <a:cubicBezTo>
                    <a:pt x="156" y="81306"/>
                    <a:pt x="185" y="81300"/>
                    <a:pt x="215" y="81290"/>
                  </a:cubicBezTo>
                  <a:cubicBezTo>
                    <a:pt x="1981" y="80247"/>
                    <a:pt x="3106" y="78400"/>
                    <a:pt x="3186" y="76366"/>
                  </a:cubicBezTo>
                  <a:cubicBezTo>
                    <a:pt x="5167" y="75322"/>
                    <a:pt x="6398" y="73288"/>
                    <a:pt x="6398" y="71066"/>
                  </a:cubicBezTo>
                  <a:cubicBezTo>
                    <a:pt x="6398" y="68818"/>
                    <a:pt x="5167" y="66783"/>
                    <a:pt x="3186" y="65766"/>
                  </a:cubicBezTo>
                  <a:cubicBezTo>
                    <a:pt x="3106" y="63759"/>
                    <a:pt x="2062" y="61992"/>
                    <a:pt x="375" y="60922"/>
                  </a:cubicBezTo>
                  <a:cubicBezTo>
                    <a:pt x="2062" y="59878"/>
                    <a:pt x="3106" y="58085"/>
                    <a:pt x="3186" y="56077"/>
                  </a:cubicBezTo>
                  <a:cubicBezTo>
                    <a:pt x="5167" y="55060"/>
                    <a:pt x="6398" y="53026"/>
                    <a:pt x="6398" y="50778"/>
                  </a:cubicBezTo>
                  <a:cubicBezTo>
                    <a:pt x="6398" y="48556"/>
                    <a:pt x="5167" y="46522"/>
                    <a:pt x="3186" y="45505"/>
                  </a:cubicBezTo>
                  <a:cubicBezTo>
                    <a:pt x="3159" y="43604"/>
                    <a:pt x="2088" y="41731"/>
                    <a:pt x="375" y="40660"/>
                  </a:cubicBezTo>
                  <a:cubicBezTo>
                    <a:pt x="1901" y="39697"/>
                    <a:pt x="3293" y="37877"/>
                    <a:pt x="3186" y="35816"/>
                  </a:cubicBezTo>
                  <a:cubicBezTo>
                    <a:pt x="5167" y="34799"/>
                    <a:pt x="6398" y="32764"/>
                    <a:pt x="6398" y="30516"/>
                  </a:cubicBezTo>
                  <a:cubicBezTo>
                    <a:pt x="6398" y="28268"/>
                    <a:pt x="5167" y="26260"/>
                    <a:pt x="3186" y="25216"/>
                  </a:cubicBezTo>
                  <a:cubicBezTo>
                    <a:pt x="3079" y="23236"/>
                    <a:pt x="2062" y="21442"/>
                    <a:pt x="375" y="20399"/>
                  </a:cubicBezTo>
                  <a:cubicBezTo>
                    <a:pt x="2088" y="19328"/>
                    <a:pt x="3186" y="17401"/>
                    <a:pt x="3186" y="15554"/>
                  </a:cubicBezTo>
                  <a:cubicBezTo>
                    <a:pt x="5167" y="14510"/>
                    <a:pt x="6398" y="12503"/>
                    <a:pt x="6398" y="10254"/>
                  </a:cubicBezTo>
                  <a:cubicBezTo>
                    <a:pt x="6398" y="8006"/>
                    <a:pt x="5167" y="5999"/>
                    <a:pt x="3186" y="4955"/>
                  </a:cubicBezTo>
                  <a:cubicBezTo>
                    <a:pt x="3186" y="3028"/>
                    <a:pt x="1981" y="1047"/>
                    <a:pt x="188" y="30"/>
                  </a:cubicBezTo>
                  <a:cubicBezTo>
                    <a:pt x="168" y="10"/>
                    <a:pt x="143" y="1"/>
                    <a:pt x="12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9" name="Google Shape;1169;p79"/>
            <p:cNvSpPr/>
            <p:nvPr/>
          </p:nvSpPr>
          <p:spPr>
            <a:xfrm>
              <a:off x="992900" y="2593575"/>
              <a:ext cx="160625" cy="2032875"/>
            </a:xfrm>
            <a:custGeom>
              <a:avLst/>
              <a:gdLst/>
              <a:ahLst/>
              <a:cxnLst/>
              <a:rect l="l" t="t" r="r" b="b"/>
              <a:pathLst>
                <a:path w="6425" h="81315" extrusionOk="0">
                  <a:moveTo>
                    <a:pt x="167" y="1"/>
                  </a:moveTo>
                  <a:cubicBezTo>
                    <a:pt x="120" y="1"/>
                    <a:pt x="67" y="26"/>
                    <a:pt x="27" y="65"/>
                  </a:cubicBezTo>
                  <a:cubicBezTo>
                    <a:pt x="27" y="92"/>
                    <a:pt x="27" y="118"/>
                    <a:pt x="27" y="118"/>
                  </a:cubicBezTo>
                  <a:cubicBezTo>
                    <a:pt x="27" y="172"/>
                    <a:pt x="54" y="225"/>
                    <a:pt x="81" y="225"/>
                  </a:cubicBezTo>
                  <a:cubicBezTo>
                    <a:pt x="1821" y="1243"/>
                    <a:pt x="2972" y="3170"/>
                    <a:pt x="2945" y="5043"/>
                  </a:cubicBezTo>
                  <a:cubicBezTo>
                    <a:pt x="2945" y="5070"/>
                    <a:pt x="2972" y="5124"/>
                    <a:pt x="2998" y="5150"/>
                  </a:cubicBezTo>
                  <a:cubicBezTo>
                    <a:pt x="4952" y="6141"/>
                    <a:pt x="6157" y="8095"/>
                    <a:pt x="6157" y="10263"/>
                  </a:cubicBezTo>
                  <a:cubicBezTo>
                    <a:pt x="6157" y="12431"/>
                    <a:pt x="4952" y="14384"/>
                    <a:pt x="2998" y="15375"/>
                  </a:cubicBezTo>
                  <a:cubicBezTo>
                    <a:pt x="2972" y="15402"/>
                    <a:pt x="2945" y="15428"/>
                    <a:pt x="2945" y="15482"/>
                  </a:cubicBezTo>
                  <a:cubicBezTo>
                    <a:pt x="2998" y="17329"/>
                    <a:pt x="1847" y="19256"/>
                    <a:pt x="108" y="20273"/>
                  </a:cubicBezTo>
                  <a:cubicBezTo>
                    <a:pt x="54" y="20300"/>
                    <a:pt x="27" y="20326"/>
                    <a:pt x="27" y="20353"/>
                  </a:cubicBezTo>
                  <a:cubicBezTo>
                    <a:pt x="1" y="20407"/>
                    <a:pt x="27" y="20460"/>
                    <a:pt x="81" y="20514"/>
                  </a:cubicBezTo>
                  <a:cubicBezTo>
                    <a:pt x="1794" y="21504"/>
                    <a:pt x="2865" y="23297"/>
                    <a:pt x="2945" y="25305"/>
                  </a:cubicBezTo>
                  <a:cubicBezTo>
                    <a:pt x="2945" y="25358"/>
                    <a:pt x="2972" y="25385"/>
                    <a:pt x="2998" y="25412"/>
                  </a:cubicBezTo>
                  <a:cubicBezTo>
                    <a:pt x="4952" y="26402"/>
                    <a:pt x="6157" y="28356"/>
                    <a:pt x="6157" y="30524"/>
                  </a:cubicBezTo>
                  <a:cubicBezTo>
                    <a:pt x="6157" y="32692"/>
                    <a:pt x="4952" y="34646"/>
                    <a:pt x="2998" y="35636"/>
                  </a:cubicBezTo>
                  <a:cubicBezTo>
                    <a:pt x="2972" y="35663"/>
                    <a:pt x="2945" y="35717"/>
                    <a:pt x="2945" y="35770"/>
                  </a:cubicBezTo>
                  <a:cubicBezTo>
                    <a:pt x="3105" y="37831"/>
                    <a:pt x="1633" y="39651"/>
                    <a:pt x="108" y="40535"/>
                  </a:cubicBezTo>
                  <a:cubicBezTo>
                    <a:pt x="54" y="40561"/>
                    <a:pt x="27" y="40588"/>
                    <a:pt x="27" y="40615"/>
                  </a:cubicBezTo>
                  <a:cubicBezTo>
                    <a:pt x="1" y="40668"/>
                    <a:pt x="27" y="40749"/>
                    <a:pt x="81" y="40775"/>
                  </a:cubicBezTo>
                  <a:cubicBezTo>
                    <a:pt x="1821" y="41766"/>
                    <a:pt x="2945" y="43639"/>
                    <a:pt x="2945" y="45540"/>
                  </a:cubicBezTo>
                  <a:cubicBezTo>
                    <a:pt x="2945" y="45540"/>
                    <a:pt x="2945" y="45566"/>
                    <a:pt x="2945" y="45566"/>
                  </a:cubicBezTo>
                  <a:cubicBezTo>
                    <a:pt x="2918" y="45620"/>
                    <a:pt x="2972" y="45674"/>
                    <a:pt x="2998" y="45674"/>
                  </a:cubicBezTo>
                  <a:cubicBezTo>
                    <a:pt x="4952" y="46664"/>
                    <a:pt x="6157" y="48618"/>
                    <a:pt x="6157" y="50786"/>
                  </a:cubicBezTo>
                  <a:cubicBezTo>
                    <a:pt x="6157" y="52954"/>
                    <a:pt x="4952" y="54934"/>
                    <a:pt x="2998" y="55898"/>
                  </a:cubicBezTo>
                  <a:cubicBezTo>
                    <a:pt x="2972" y="55925"/>
                    <a:pt x="2945" y="55952"/>
                    <a:pt x="2945" y="56005"/>
                  </a:cubicBezTo>
                  <a:cubicBezTo>
                    <a:pt x="2891" y="58012"/>
                    <a:pt x="1821" y="59806"/>
                    <a:pt x="108" y="60796"/>
                  </a:cubicBezTo>
                  <a:cubicBezTo>
                    <a:pt x="54" y="60823"/>
                    <a:pt x="27" y="60850"/>
                    <a:pt x="27" y="60903"/>
                  </a:cubicBezTo>
                  <a:cubicBezTo>
                    <a:pt x="1" y="60957"/>
                    <a:pt x="27" y="61010"/>
                    <a:pt x="81" y="61037"/>
                  </a:cubicBezTo>
                  <a:cubicBezTo>
                    <a:pt x="1821" y="62054"/>
                    <a:pt x="2891" y="63847"/>
                    <a:pt x="2945" y="65828"/>
                  </a:cubicBezTo>
                  <a:cubicBezTo>
                    <a:pt x="2945" y="65882"/>
                    <a:pt x="2972" y="65935"/>
                    <a:pt x="2998" y="65962"/>
                  </a:cubicBezTo>
                  <a:cubicBezTo>
                    <a:pt x="4952" y="66925"/>
                    <a:pt x="6157" y="68879"/>
                    <a:pt x="6157" y="71047"/>
                  </a:cubicBezTo>
                  <a:cubicBezTo>
                    <a:pt x="6157" y="73242"/>
                    <a:pt x="4952" y="75196"/>
                    <a:pt x="2998" y="76160"/>
                  </a:cubicBezTo>
                  <a:cubicBezTo>
                    <a:pt x="2972" y="76186"/>
                    <a:pt x="2945" y="76240"/>
                    <a:pt x="2945" y="76267"/>
                  </a:cubicBezTo>
                  <a:cubicBezTo>
                    <a:pt x="2891" y="78274"/>
                    <a:pt x="1821" y="80067"/>
                    <a:pt x="81" y="81084"/>
                  </a:cubicBezTo>
                  <a:cubicBezTo>
                    <a:pt x="27" y="81111"/>
                    <a:pt x="1" y="81191"/>
                    <a:pt x="27" y="81245"/>
                  </a:cubicBezTo>
                  <a:cubicBezTo>
                    <a:pt x="61" y="81296"/>
                    <a:pt x="106" y="81315"/>
                    <a:pt x="148" y="81315"/>
                  </a:cubicBezTo>
                  <a:cubicBezTo>
                    <a:pt x="172" y="81315"/>
                    <a:pt x="195" y="81308"/>
                    <a:pt x="215" y="81299"/>
                  </a:cubicBezTo>
                  <a:cubicBezTo>
                    <a:pt x="2008" y="80255"/>
                    <a:pt x="3105" y="78408"/>
                    <a:pt x="3186" y="76347"/>
                  </a:cubicBezTo>
                  <a:cubicBezTo>
                    <a:pt x="5193" y="75330"/>
                    <a:pt x="6424" y="73296"/>
                    <a:pt x="6424" y="71047"/>
                  </a:cubicBezTo>
                  <a:cubicBezTo>
                    <a:pt x="6424" y="68826"/>
                    <a:pt x="5193" y="66792"/>
                    <a:pt x="3186" y="65748"/>
                  </a:cubicBezTo>
                  <a:cubicBezTo>
                    <a:pt x="3105" y="63767"/>
                    <a:pt x="2088" y="61974"/>
                    <a:pt x="402" y="60930"/>
                  </a:cubicBezTo>
                  <a:cubicBezTo>
                    <a:pt x="2088" y="59859"/>
                    <a:pt x="3105" y="58093"/>
                    <a:pt x="3186" y="56085"/>
                  </a:cubicBezTo>
                  <a:cubicBezTo>
                    <a:pt x="5193" y="55068"/>
                    <a:pt x="6424" y="53034"/>
                    <a:pt x="6424" y="50786"/>
                  </a:cubicBezTo>
                  <a:cubicBezTo>
                    <a:pt x="6424" y="48537"/>
                    <a:pt x="5193" y="46530"/>
                    <a:pt x="3186" y="45486"/>
                  </a:cubicBezTo>
                  <a:cubicBezTo>
                    <a:pt x="3159" y="43586"/>
                    <a:pt x="2088" y="41739"/>
                    <a:pt x="402" y="40668"/>
                  </a:cubicBezTo>
                  <a:cubicBezTo>
                    <a:pt x="1901" y="39705"/>
                    <a:pt x="3320" y="37885"/>
                    <a:pt x="3186" y="35824"/>
                  </a:cubicBezTo>
                  <a:cubicBezTo>
                    <a:pt x="5193" y="34780"/>
                    <a:pt x="6424" y="32772"/>
                    <a:pt x="6424" y="30524"/>
                  </a:cubicBezTo>
                  <a:cubicBezTo>
                    <a:pt x="6424" y="28276"/>
                    <a:pt x="5193" y="26268"/>
                    <a:pt x="3186" y="25225"/>
                  </a:cubicBezTo>
                  <a:cubicBezTo>
                    <a:pt x="3105" y="23244"/>
                    <a:pt x="2062" y="21451"/>
                    <a:pt x="402" y="20407"/>
                  </a:cubicBezTo>
                  <a:cubicBezTo>
                    <a:pt x="2088" y="19336"/>
                    <a:pt x="3186" y="17436"/>
                    <a:pt x="3186" y="15616"/>
                  </a:cubicBezTo>
                  <a:cubicBezTo>
                    <a:pt x="3186" y="15589"/>
                    <a:pt x="3186" y="15562"/>
                    <a:pt x="3186" y="15562"/>
                  </a:cubicBezTo>
                  <a:cubicBezTo>
                    <a:pt x="5193" y="14518"/>
                    <a:pt x="6424" y="12511"/>
                    <a:pt x="6424" y="10263"/>
                  </a:cubicBezTo>
                  <a:cubicBezTo>
                    <a:pt x="6424" y="8014"/>
                    <a:pt x="5193" y="6007"/>
                    <a:pt x="3186" y="4963"/>
                  </a:cubicBezTo>
                  <a:cubicBezTo>
                    <a:pt x="3186" y="3036"/>
                    <a:pt x="2008" y="1055"/>
                    <a:pt x="215" y="11"/>
                  </a:cubicBezTo>
                  <a:cubicBezTo>
                    <a:pt x="200" y="4"/>
                    <a:pt x="184" y="1"/>
                    <a:pt x="16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0" name="Google Shape;1170;p79"/>
            <p:cNvSpPr/>
            <p:nvPr/>
          </p:nvSpPr>
          <p:spPr>
            <a:xfrm>
              <a:off x="839675" y="2845375"/>
              <a:ext cx="159950" cy="2032675"/>
            </a:xfrm>
            <a:custGeom>
              <a:avLst/>
              <a:gdLst/>
              <a:ahLst/>
              <a:cxnLst/>
              <a:rect l="l" t="t" r="r" b="b"/>
              <a:pathLst>
                <a:path w="6398" h="81307" extrusionOk="0">
                  <a:moveTo>
                    <a:pt x="119" y="1"/>
                  </a:moveTo>
                  <a:cubicBezTo>
                    <a:pt x="81" y="1"/>
                    <a:pt x="44" y="24"/>
                    <a:pt x="27" y="57"/>
                  </a:cubicBezTo>
                  <a:cubicBezTo>
                    <a:pt x="0" y="84"/>
                    <a:pt x="0" y="110"/>
                    <a:pt x="0" y="137"/>
                  </a:cubicBezTo>
                  <a:cubicBezTo>
                    <a:pt x="0" y="164"/>
                    <a:pt x="27" y="217"/>
                    <a:pt x="54" y="244"/>
                  </a:cubicBezTo>
                  <a:cubicBezTo>
                    <a:pt x="1794" y="1234"/>
                    <a:pt x="2971" y="3162"/>
                    <a:pt x="2918" y="5035"/>
                  </a:cubicBezTo>
                  <a:cubicBezTo>
                    <a:pt x="2918" y="5089"/>
                    <a:pt x="2945" y="5142"/>
                    <a:pt x="2998" y="5142"/>
                  </a:cubicBezTo>
                  <a:cubicBezTo>
                    <a:pt x="4925" y="6133"/>
                    <a:pt x="6156" y="8086"/>
                    <a:pt x="6156" y="10254"/>
                  </a:cubicBezTo>
                  <a:cubicBezTo>
                    <a:pt x="6156" y="12422"/>
                    <a:pt x="4925" y="14376"/>
                    <a:pt x="2998" y="15367"/>
                  </a:cubicBezTo>
                  <a:cubicBezTo>
                    <a:pt x="2945" y="15393"/>
                    <a:pt x="2918" y="15420"/>
                    <a:pt x="2918" y="15474"/>
                  </a:cubicBezTo>
                  <a:cubicBezTo>
                    <a:pt x="2971" y="17321"/>
                    <a:pt x="1847" y="19248"/>
                    <a:pt x="81" y="20265"/>
                  </a:cubicBezTo>
                  <a:cubicBezTo>
                    <a:pt x="54" y="20292"/>
                    <a:pt x="27" y="20318"/>
                    <a:pt x="0" y="20345"/>
                  </a:cubicBezTo>
                  <a:cubicBezTo>
                    <a:pt x="0" y="20425"/>
                    <a:pt x="27" y="20479"/>
                    <a:pt x="54" y="20506"/>
                  </a:cubicBezTo>
                  <a:cubicBezTo>
                    <a:pt x="1794" y="21496"/>
                    <a:pt x="2864" y="23289"/>
                    <a:pt x="2918" y="25297"/>
                  </a:cubicBezTo>
                  <a:cubicBezTo>
                    <a:pt x="2918" y="25350"/>
                    <a:pt x="2945" y="25404"/>
                    <a:pt x="2998" y="25404"/>
                  </a:cubicBezTo>
                  <a:cubicBezTo>
                    <a:pt x="4925" y="26394"/>
                    <a:pt x="6156" y="28348"/>
                    <a:pt x="6156" y="30516"/>
                  </a:cubicBezTo>
                  <a:cubicBezTo>
                    <a:pt x="6156" y="32684"/>
                    <a:pt x="4925" y="34665"/>
                    <a:pt x="2998" y="35628"/>
                  </a:cubicBezTo>
                  <a:cubicBezTo>
                    <a:pt x="2945" y="35655"/>
                    <a:pt x="2918" y="35709"/>
                    <a:pt x="2918" y="35762"/>
                  </a:cubicBezTo>
                  <a:cubicBezTo>
                    <a:pt x="3078" y="37823"/>
                    <a:pt x="1606" y="39643"/>
                    <a:pt x="81" y="40526"/>
                  </a:cubicBezTo>
                  <a:cubicBezTo>
                    <a:pt x="54" y="40553"/>
                    <a:pt x="27" y="40580"/>
                    <a:pt x="0" y="40633"/>
                  </a:cubicBezTo>
                  <a:cubicBezTo>
                    <a:pt x="0" y="40687"/>
                    <a:pt x="27" y="40741"/>
                    <a:pt x="54" y="40767"/>
                  </a:cubicBezTo>
                  <a:cubicBezTo>
                    <a:pt x="1794" y="41784"/>
                    <a:pt x="2918" y="43631"/>
                    <a:pt x="2918" y="45532"/>
                  </a:cubicBezTo>
                  <a:cubicBezTo>
                    <a:pt x="2918" y="45558"/>
                    <a:pt x="2918" y="45558"/>
                    <a:pt x="2918" y="45558"/>
                  </a:cubicBezTo>
                  <a:cubicBezTo>
                    <a:pt x="2918" y="45612"/>
                    <a:pt x="2945" y="45665"/>
                    <a:pt x="2998" y="45692"/>
                  </a:cubicBezTo>
                  <a:cubicBezTo>
                    <a:pt x="4925" y="46656"/>
                    <a:pt x="6156" y="48610"/>
                    <a:pt x="6156" y="50778"/>
                  </a:cubicBezTo>
                  <a:cubicBezTo>
                    <a:pt x="6156" y="52972"/>
                    <a:pt x="4925" y="54926"/>
                    <a:pt x="2998" y="55890"/>
                  </a:cubicBezTo>
                  <a:cubicBezTo>
                    <a:pt x="2945" y="55917"/>
                    <a:pt x="2918" y="55970"/>
                    <a:pt x="2918" y="55997"/>
                  </a:cubicBezTo>
                  <a:cubicBezTo>
                    <a:pt x="2864" y="58004"/>
                    <a:pt x="1820" y="59798"/>
                    <a:pt x="81" y="60815"/>
                  </a:cubicBezTo>
                  <a:cubicBezTo>
                    <a:pt x="54" y="60815"/>
                    <a:pt x="27" y="60841"/>
                    <a:pt x="0" y="60895"/>
                  </a:cubicBezTo>
                  <a:cubicBezTo>
                    <a:pt x="0" y="60949"/>
                    <a:pt x="27" y="61002"/>
                    <a:pt x="54" y="61029"/>
                  </a:cubicBezTo>
                  <a:cubicBezTo>
                    <a:pt x="1794" y="62046"/>
                    <a:pt x="2864" y="63839"/>
                    <a:pt x="2918" y="65847"/>
                  </a:cubicBezTo>
                  <a:cubicBezTo>
                    <a:pt x="2918" y="65873"/>
                    <a:pt x="2945" y="65927"/>
                    <a:pt x="2998" y="65954"/>
                  </a:cubicBezTo>
                  <a:cubicBezTo>
                    <a:pt x="4925" y="66917"/>
                    <a:pt x="6156" y="68871"/>
                    <a:pt x="6156" y="71066"/>
                  </a:cubicBezTo>
                  <a:cubicBezTo>
                    <a:pt x="6156" y="73234"/>
                    <a:pt x="4925" y="75188"/>
                    <a:pt x="2998" y="76151"/>
                  </a:cubicBezTo>
                  <a:cubicBezTo>
                    <a:pt x="2945" y="76178"/>
                    <a:pt x="2918" y="76232"/>
                    <a:pt x="2918" y="76285"/>
                  </a:cubicBezTo>
                  <a:cubicBezTo>
                    <a:pt x="2864" y="78266"/>
                    <a:pt x="1794" y="80059"/>
                    <a:pt x="81" y="81076"/>
                  </a:cubicBezTo>
                  <a:cubicBezTo>
                    <a:pt x="0" y="81103"/>
                    <a:pt x="0" y="81183"/>
                    <a:pt x="27" y="81237"/>
                  </a:cubicBezTo>
                  <a:cubicBezTo>
                    <a:pt x="44" y="81288"/>
                    <a:pt x="83" y="81306"/>
                    <a:pt x="122" y="81306"/>
                  </a:cubicBezTo>
                  <a:cubicBezTo>
                    <a:pt x="145" y="81306"/>
                    <a:pt x="168" y="81300"/>
                    <a:pt x="188" y="81290"/>
                  </a:cubicBezTo>
                  <a:cubicBezTo>
                    <a:pt x="1981" y="80247"/>
                    <a:pt x="3105" y="78400"/>
                    <a:pt x="3159" y="76366"/>
                  </a:cubicBezTo>
                  <a:cubicBezTo>
                    <a:pt x="5166" y="75322"/>
                    <a:pt x="6397" y="73288"/>
                    <a:pt x="6397" y="71066"/>
                  </a:cubicBezTo>
                  <a:cubicBezTo>
                    <a:pt x="6397" y="68818"/>
                    <a:pt x="5166" y="66783"/>
                    <a:pt x="3159" y="65766"/>
                  </a:cubicBezTo>
                  <a:cubicBezTo>
                    <a:pt x="3105" y="63759"/>
                    <a:pt x="2061" y="61992"/>
                    <a:pt x="375" y="60922"/>
                  </a:cubicBezTo>
                  <a:cubicBezTo>
                    <a:pt x="2061" y="59878"/>
                    <a:pt x="3105" y="58085"/>
                    <a:pt x="3159" y="56077"/>
                  </a:cubicBezTo>
                  <a:cubicBezTo>
                    <a:pt x="5166" y="55060"/>
                    <a:pt x="6397" y="53026"/>
                    <a:pt x="6397" y="50778"/>
                  </a:cubicBezTo>
                  <a:cubicBezTo>
                    <a:pt x="6397" y="48556"/>
                    <a:pt x="5166" y="46522"/>
                    <a:pt x="3159" y="45505"/>
                  </a:cubicBezTo>
                  <a:cubicBezTo>
                    <a:pt x="3159" y="43604"/>
                    <a:pt x="2061" y="41731"/>
                    <a:pt x="375" y="40660"/>
                  </a:cubicBezTo>
                  <a:cubicBezTo>
                    <a:pt x="1901" y="39697"/>
                    <a:pt x="3292" y="37877"/>
                    <a:pt x="3185" y="35816"/>
                  </a:cubicBezTo>
                  <a:cubicBezTo>
                    <a:pt x="5166" y="34799"/>
                    <a:pt x="6397" y="32764"/>
                    <a:pt x="6397" y="30516"/>
                  </a:cubicBezTo>
                  <a:cubicBezTo>
                    <a:pt x="6397" y="28268"/>
                    <a:pt x="5166" y="26260"/>
                    <a:pt x="3159" y="25216"/>
                  </a:cubicBezTo>
                  <a:cubicBezTo>
                    <a:pt x="3078" y="23236"/>
                    <a:pt x="2035" y="21442"/>
                    <a:pt x="375" y="20399"/>
                  </a:cubicBezTo>
                  <a:cubicBezTo>
                    <a:pt x="2061" y="19328"/>
                    <a:pt x="3159" y="17454"/>
                    <a:pt x="3159" y="15608"/>
                  </a:cubicBezTo>
                  <a:cubicBezTo>
                    <a:pt x="3159" y="15581"/>
                    <a:pt x="3159" y="15581"/>
                    <a:pt x="3159" y="15554"/>
                  </a:cubicBezTo>
                  <a:cubicBezTo>
                    <a:pt x="5166" y="14510"/>
                    <a:pt x="6397" y="12503"/>
                    <a:pt x="6397" y="10254"/>
                  </a:cubicBezTo>
                  <a:cubicBezTo>
                    <a:pt x="6397" y="8006"/>
                    <a:pt x="5166" y="5999"/>
                    <a:pt x="3159" y="4955"/>
                  </a:cubicBezTo>
                  <a:cubicBezTo>
                    <a:pt x="3159" y="3028"/>
                    <a:pt x="1981" y="1047"/>
                    <a:pt x="188" y="30"/>
                  </a:cubicBezTo>
                  <a:cubicBezTo>
                    <a:pt x="167" y="10"/>
                    <a:pt x="143" y="1"/>
                    <a:pt x="11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1" name="Google Shape;1171;p79"/>
            <p:cNvSpPr/>
            <p:nvPr/>
          </p:nvSpPr>
          <p:spPr>
            <a:xfrm>
              <a:off x="685775" y="2593575"/>
              <a:ext cx="159950" cy="2032875"/>
            </a:xfrm>
            <a:custGeom>
              <a:avLst/>
              <a:gdLst/>
              <a:ahLst/>
              <a:cxnLst/>
              <a:rect l="l" t="t" r="r" b="b"/>
              <a:pathLst>
                <a:path w="6398" h="81315" extrusionOk="0">
                  <a:moveTo>
                    <a:pt x="140" y="1"/>
                  </a:moveTo>
                  <a:cubicBezTo>
                    <a:pt x="95" y="1"/>
                    <a:pt x="47" y="26"/>
                    <a:pt x="27" y="65"/>
                  </a:cubicBezTo>
                  <a:cubicBezTo>
                    <a:pt x="27" y="92"/>
                    <a:pt x="0" y="118"/>
                    <a:pt x="0" y="118"/>
                  </a:cubicBezTo>
                  <a:cubicBezTo>
                    <a:pt x="0" y="172"/>
                    <a:pt x="27" y="225"/>
                    <a:pt x="81" y="225"/>
                  </a:cubicBezTo>
                  <a:cubicBezTo>
                    <a:pt x="1820" y="1243"/>
                    <a:pt x="2944" y="3170"/>
                    <a:pt x="2918" y="5043"/>
                  </a:cubicBezTo>
                  <a:cubicBezTo>
                    <a:pt x="2918" y="5070"/>
                    <a:pt x="2944" y="5124"/>
                    <a:pt x="2998" y="5150"/>
                  </a:cubicBezTo>
                  <a:cubicBezTo>
                    <a:pt x="4952" y="6141"/>
                    <a:pt x="6156" y="8095"/>
                    <a:pt x="6156" y="10263"/>
                  </a:cubicBezTo>
                  <a:cubicBezTo>
                    <a:pt x="6156" y="12431"/>
                    <a:pt x="4952" y="14384"/>
                    <a:pt x="2998" y="15375"/>
                  </a:cubicBezTo>
                  <a:cubicBezTo>
                    <a:pt x="2944" y="15402"/>
                    <a:pt x="2918" y="15428"/>
                    <a:pt x="2918" y="15482"/>
                  </a:cubicBezTo>
                  <a:cubicBezTo>
                    <a:pt x="2998" y="17329"/>
                    <a:pt x="1847" y="19256"/>
                    <a:pt x="81" y="20273"/>
                  </a:cubicBezTo>
                  <a:cubicBezTo>
                    <a:pt x="54" y="20300"/>
                    <a:pt x="27" y="20326"/>
                    <a:pt x="27" y="20353"/>
                  </a:cubicBezTo>
                  <a:cubicBezTo>
                    <a:pt x="0" y="20407"/>
                    <a:pt x="27" y="20460"/>
                    <a:pt x="81" y="20514"/>
                  </a:cubicBezTo>
                  <a:cubicBezTo>
                    <a:pt x="1794" y="21504"/>
                    <a:pt x="2864" y="23297"/>
                    <a:pt x="2918" y="25305"/>
                  </a:cubicBezTo>
                  <a:cubicBezTo>
                    <a:pt x="2918" y="25358"/>
                    <a:pt x="2944" y="25385"/>
                    <a:pt x="2998" y="25412"/>
                  </a:cubicBezTo>
                  <a:cubicBezTo>
                    <a:pt x="4952" y="26402"/>
                    <a:pt x="6156" y="28356"/>
                    <a:pt x="6156" y="30524"/>
                  </a:cubicBezTo>
                  <a:cubicBezTo>
                    <a:pt x="6156" y="32692"/>
                    <a:pt x="4952" y="34646"/>
                    <a:pt x="2998" y="35636"/>
                  </a:cubicBezTo>
                  <a:cubicBezTo>
                    <a:pt x="2944" y="35663"/>
                    <a:pt x="2918" y="35717"/>
                    <a:pt x="2918" y="35770"/>
                  </a:cubicBezTo>
                  <a:cubicBezTo>
                    <a:pt x="3078" y="37831"/>
                    <a:pt x="1633" y="39651"/>
                    <a:pt x="81" y="40535"/>
                  </a:cubicBezTo>
                  <a:cubicBezTo>
                    <a:pt x="54" y="40561"/>
                    <a:pt x="27" y="40588"/>
                    <a:pt x="27" y="40615"/>
                  </a:cubicBezTo>
                  <a:cubicBezTo>
                    <a:pt x="0" y="40668"/>
                    <a:pt x="27" y="40749"/>
                    <a:pt x="81" y="40775"/>
                  </a:cubicBezTo>
                  <a:cubicBezTo>
                    <a:pt x="1820" y="41766"/>
                    <a:pt x="2918" y="43639"/>
                    <a:pt x="2918" y="45540"/>
                  </a:cubicBezTo>
                  <a:lnTo>
                    <a:pt x="2918" y="45566"/>
                  </a:lnTo>
                  <a:cubicBezTo>
                    <a:pt x="2918" y="45620"/>
                    <a:pt x="2944" y="45674"/>
                    <a:pt x="2998" y="45674"/>
                  </a:cubicBezTo>
                  <a:cubicBezTo>
                    <a:pt x="4952" y="46664"/>
                    <a:pt x="6156" y="48618"/>
                    <a:pt x="6156" y="50786"/>
                  </a:cubicBezTo>
                  <a:cubicBezTo>
                    <a:pt x="6156" y="52954"/>
                    <a:pt x="4952" y="54934"/>
                    <a:pt x="2998" y="55898"/>
                  </a:cubicBezTo>
                  <a:cubicBezTo>
                    <a:pt x="2944" y="55925"/>
                    <a:pt x="2918" y="55952"/>
                    <a:pt x="2918" y="56005"/>
                  </a:cubicBezTo>
                  <a:cubicBezTo>
                    <a:pt x="2891" y="58012"/>
                    <a:pt x="1820" y="59806"/>
                    <a:pt x="81" y="60796"/>
                  </a:cubicBezTo>
                  <a:cubicBezTo>
                    <a:pt x="54" y="60823"/>
                    <a:pt x="27" y="60850"/>
                    <a:pt x="27" y="60903"/>
                  </a:cubicBezTo>
                  <a:cubicBezTo>
                    <a:pt x="0" y="60957"/>
                    <a:pt x="27" y="61010"/>
                    <a:pt x="81" y="61037"/>
                  </a:cubicBezTo>
                  <a:cubicBezTo>
                    <a:pt x="1820" y="62054"/>
                    <a:pt x="2891" y="63847"/>
                    <a:pt x="2918" y="65828"/>
                  </a:cubicBezTo>
                  <a:cubicBezTo>
                    <a:pt x="2918" y="65882"/>
                    <a:pt x="2944" y="65935"/>
                    <a:pt x="2998" y="65962"/>
                  </a:cubicBezTo>
                  <a:cubicBezTo>
                    <a:pt x="4952" y="66925"/>
                    <a:pt x="6156" y="68879"/>
                    <a:pt x="6156" y="71047"/>
                  </a:cubicBezTo>
                  <a:cubicBezTo>
                    <a:pt x="6156" y="73242"/>
                    <a:pt x="4952" y="75196"/>
                    <a:pt x="2998" y="76160"/>
                  </a:cubicBezTo>
                  <a:cubicBezTo>
                    <a:pt x="2944" y="76186"/>
                    <a:pt x="2918" y="76240"/>
                    <a:pt x="2918" y="76267"/>
                  </a:cubicBezTo>
                  <a:cubicBezTo>
                    <a:pt x="2891" y="78274"/>
                    <a:pt x="1820" y="80067"/>
                    <a:pt x="81" y="81084"/>
                  </a:cubicBezTo>
                  <a:cubicBezTo>
                    <a:pt x="27" y="81111"/>
                    <a:pt x="0" y="81191"/>
                    <a:pt x="27" y="81245"/>
                  </a:cubicBezTo>
                  <a:cubicBezTo>
                    <a:pt x="61" y="81296"/>
                    <a:pt x="95" y="81315"/>
                    <a:pt x="136" y="81315"/>
                  </a:cubicBezTo>
                  <a:cubicBezTo>
                    <a:pt x="159" y="81315"/>
                    <a:pt x="185" y="81308"/>
                    <a:pt x="214" y="81299"/>
                  </a:cubicBezTo>
                  <a:cubicBezTo>
                    <a:pt x="2008" y="80255"/>
                    <a:pt x="3105" y="78408"/>
                    <a:pt x="3185" y="76347"/>
                  </a:cubicBezTo>
                  <a:cubicBezTo>
                    <a:pt x="5166" y="75330"/>
                    <a:pt x="6397" y="73296"/>
                    <a:pt x="6397" y="71047"/>
                  </a:cubicBezTo>
                  <a:cubicBezTo>
                    <a:pt x="6397" y="68826"/>
                    <a:pt x="5166" y="66792"/>
                    <a:pt x="3185" y="65748"/>
                  </a:cubicBezTo>
                  <a:cubicBezTo>
                    <a:pt x="3105" y="63767"/>
                    <a:pt x="2061" y="61974"/>
                    <a:pt x="375" y="60930"/>
                  </a:cubicBezTo>
                  <a:cubicBezTo>
                    <a:pt x="2061" y="59859"/>
                    <a:pt x="3105" y="58093"/>
                    <a:pt x="3185" y="56085"/>
                  </a:cubicBezTo>
                  <a:cubicBezTo>
                    <a:pt x="5166" y="55068"/>
                    <a:pt x="6397" y="53034"/>
                    <a:pt x="6397" y="50786"/>
                  </a:cubicBezTo>
                  <a:cubicBezTo>
                    <a:pt x="6397" y="48537"/>
                    <a:pt x="5166" y="46530"/>
                    <a:pt x="3185" y="45486"/>
                  </a:cubicBezTo>
                  <a:cubicBezTo>
                    <a:pt x="3159" y="43586"/>
                    <a:pt x="2088" y="41739"/>
                    <a:pt x="375" y="40668"/>
                  </a:cubicBezTo>
                  <a:cubicBezTo>
                    <a:pt x="1901" y="39705"/>
                    <a:pt x="3292" y="37885"/>
                    <a:pt x="3185" y="35824"/>
                  </a:cubicBezTo>
                  <a:cubicBezTo>
                    <a:pt x="5166" y="34780"/>
                    <a:pt x="6397" y="32772"/>
                    <a:pt x="6397" y="30524"/>
                  </a:cubicBezTo>
                  <a:cubicBezTo>
                    <a:pt x="6397" y="28276"/>
                    <a:pt x="5166" y="26268"/>
                    <a:pt x="3185" y="25225"/>
                  </a:cubicBezTo>
                  <a:cubicBezTo>
                    <a:pt x="3078" y="23244"/>
                    <a:pt x="2061" y="21451"/>
                    <a:pt x="375" y="20407"/>
                  </a:cubicBezTo>
                  <a:cubicBezTo>
                    <a:pt x="2088" y="19336"/>
                    <a:pt x="3185" y="17436"/>
                    <a:pt x="3185" y="15616"/>
                  </a:cubicBezTo>
                  <a:cubicBezTo>
                    <a:pt x="3185" y="15589"/>
                    <a:pt x="3185" y="15589"/>
                    <a:pt x="3185" y="15562"/>
                  </a:cubicBezTo>
                  <a:cubicBezTo>
                    <a:pt x="5166" y="14518"/>
                    <a:pt x="6397" y="12511"/>
                    <a:pt x="6397" y="10263"/>
                  </a:cubicBezTo>
                  <a:cubicBezTo>
                    <a:pt x="6397" y="8014"/>
                    <a:pt x="5166" y="6007"/>
                    <a:pt x="3185" y="4963"/>
                  </a:cubicBezTo>
                  <a:cubicBezTo>
                    <a:pt x="3185" y="3036"/>
                    <a:pt x="1981" y="1055"/>
                    <a:pt x="188" y="11"/>
                  </a:cubicBezTo>
                  <a:cubicBezTo>
                    <a:pt x="173" y="4"/>
                    <a:pt x="157" y="1"/>
                    <a:pt x="14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2" name="Google Shape;1172;p79"/>
            <p:cNvSpPr/>
            <p:nvPr/>
          </p:nvSpPr>
          <p:spPr>
            <a:xfrm>
              <a:off x="531875" y="2845375"/>
              <a:ext cx="160600" cy="2032675"/>
            </a:xfrm>
            <a:custGeom>
              <a:avLst/>
              <a:gdLst/>
              <a:ahLst/>
              <a:cxnLst/>
              <a:rect l="l" t="t" r="r" b="b"/>
              <a:pathLst>
                <a:path w="6424" h="81307" extrusionOk="0">
                  <a:moveTo>
                    <a:pt x="144" y="1"/>
                  </a:moveTo>
                  <a:cubicBezTo>
                    <a:pt x="103" y="1"/>
                    <a:pt x="60" y="24"/>
                    <a:pt x="27" y="57"/>
                  </a:cubicBezTo>
                  <a:cubicBezTo>
                    <a:pt x="27" y="84"/>
                    <a:pt x="27" y="110"/>
                    <a:pt x="27" y="137"/>
                  </a:cubicBezTo>
                  <a:cubicBezTo>
                    <a:pt x="27" y="164"/>
                    <a:pt x="54" y="217"/>
                    <a:pt x="80" y="244"/>
                  </a:cubicBezTo>
                  <a:cubicBezTo>
                    <a:pt x="1820" y="1234"/>
                    <a:pt x="2971" y="3162"/>
                    <a:pt x="2944" y="5035"/>
                  </a:cubicBezTo>
                  <a:cubicBezTo>
                    <a:pt x="2944" y="5089"/>
                    <a:pt x="2971" y="5142"/>
                    <a:pt x="2998" y="5142"/>
                  </a:cubicBezTo>
                  <a:cubicBezTo>
                    <a:pt x="4952" y="6133"/>
                    <a:pt x="6156" y="8086"/>
                    <a:pt x="6156" y="10254"/>
                  </a:cubicBezTo>
                  <a:cubicBezTo>
                    <a:pt x="6156" y="12422"/>
                    <a:pt x="4952" y="14376"/>
                    <a:pt x="2998" y="15367"/>
                  </a:cubicBezTo>
                  <a:cubicBezTo>
                    <a:pt x="2971" y="15393"/>
                    <a:pt x="2944" y="15447"/>
                    <a:pt x="2944" y="15474"/>
                  </a:cubicBezTo>
                  <a:cubicBezTo>
                    <a:pt x="2998" y="17321"/>
                    <a:pt x="1847" y="19248"/>
                    <a:pt x="107" y="20265"/>
                  </a:cubicBezTo>
                  <a:cubicBezTo>
                    <a:pt x="54" y="20292"/>
                    <a:pt x="27" y="20318"/>
                    <a:pt x="27" y="20345"/>
                  </a:cubicBezTo>
                  <a:cubicBezTo>
                    <a:pt x="0" y="20425"/>
                    <a:pt x="27" y="20479"/>
                    <a:pt x="80" y="20506"/>
                  </a:cubicBezTo>
                  <a:cubicBezTo>
                    <a:pt x="1793" y="21496"/>
                    <a:pt x="2864" y="23289"/>
                    <a:pt x="2944" y="25297"/>
                  </a:cubicBezTo>
                  <a:cubicBezTo>
                    <a:pt x="2944" y="25350"/>
                    <a:pt x="2971" y="25404"/>
                    <a:pt x="2998" y="25404"/>
                  </a:cubicBezTo>
                  <a:cubicBezTo>
                    <a:pt x="4952" y="26394"/>
                    <a:pt x="6156" y="28348"/>
                    <a:pt x="6156" y="30516"/>
                  </a:cubicBezTo>
                  <a:cubicBezTo>
                    <a:pt x="6156" y="32684"/>
                    <a:pt x="4952" y="34665"/>
                    <a:pt x="2998" y="35628"/>
                  </a:cubicBezTo>
                  <a:cubicBezTo>
                    <a:pt x="2971" y="35655"/>
                    <a:pt x="2944" y="35709"/>
                    <a:pt x="2944" y="35762"/>
                  </a:cubicBezTo>
                  <a:cubicBezTo>
                    <a:pt x="3105" y="37823"/>
                    <a:pt x="1633" y="39643"/>
                    <a:pt x="107" y="40526"/>
                  </a:cubicBezTo>
                  <a:cubicBezTo>
                    <a:pt x="54" y="40553"/>
                    <a:pt x="27" y="40580"/>
                    <a:pt x="27" y="40633"/>
                  </a:cubicBezTo>
                  <a:cubicBezTo>
                    <a:pt x="0" y="40687"/>
                    <a:pt x="27" y="40741"/>
                    <a:pt x="80" y="40767"/>
                  </a:cubicBezTo>
                  <a:cubicBezTo>
                    <a:pt x="1820" y="41784"/>
                    <a:pt x="2944" y="43631"/>
                    <a:pt x="2944" y="45532"/>
                  </a:cubicBezTo>
                  <a:lnTo>
                    <a:pt x="2944" y="45558"/>
                  </a:lnTo>
                  <a:cubicBezTo>
                    <a:pt x="2918" y="45612"/>
                    <a:pt x="2971" y="45665"/>
                    <a:pt x="2998" y="45692"/>
                  </a:cubicBezTo>
                  <a:cubicBezTo>
                    <a:pt x="4952" y="46656"/>
                    <a:pt x="6156" y="48610"/>
                    <a:pt x="6156" y="50778"/>
                  </a:cubicBezTo>
                  <a:cubicBezTo>
                    <a:pt x="6156" y="52972"/>
                    <a:pt x="4952" y="54926"/>
                    <a:pt x="2998" y="55890"/>
                  </a:cubicBezTo>
                  <a:cubicBezTo>
                    <a:pt x="2971" y="55917"/>
                    <a:pt x="2944" y="55970"/>
                    <a:pt x="2944" y="55997"/>
                  </a:cubicBezTo>
                  <a:cubicBezTo>
                    <a:pt x="2891" y="58004"/>
                    <a:pt x="1820" y="59798"/>
                    <a:pt x="107" y="60815"/>
                  </a:cubicBezTo>
                  <a:cubicBezTo>
                    <a:pt x="54" y="60815"/>
                    <a:pt x="27" y="60841"/>
                    <a:pt x="27" y="60895"/>
                  </a:cubicBezTo>
                  <a:cubicBezTo>
                    <a:pt x="0" y="60949"/>
                    <a:pt x="27" y="61002"/>
                    <a:pt x="80" y="61029"/>
                  </a:cubicBezTo>
                  <a:cubicBezTo>
                    <a:pt x="1820" y="62046"/>
                    <a:pt x="2891" y="63839"/>
                    <a:pt x="2944" y="65847"/>
                  </a:cubicBezTo>
                  <a:cubicBezTo>
                    <a:pt x="2944" y="65873"/>
                    <a:pt x="2971" y="65927"/>
                    <a:pt x="2998" y="65954"/>
                  </a:cubicBezTo>
                  <a:cubicBezTo>
                    <a:pt x="4952" y="66917"/>
                    <a:pt x="6156" y="68871"/>
                    <a:pt x="6156" y="71066"/>
                  </a:cubicBezTo>
                  <a:cubicBezTo>
                    <a:pt x="6156" y="73234"/>
                    <a:pt x="4952" y="75188"/>
                    <a:pt x="2998" y="76151"/>
                  </a:cubicBezTo>
                  <a:cubicBezTo>
                    <a:pt x="2971" y="76178"/>
                    <a:pt x="2944" y="76232"/>
                    <a:pt x="2944" y="76285"/>
                  </a:cubicBezTo>
                  <a:cubicBezTo>
                    <a:pt x="2891" y="78266"/>
                    <a:pt x="1820" y="80059"/>
                    <a:pt x="80" y="81076"/>
                  </a:cubicBezTo>
                  <a:cubicBezTo>
                    <a:pt x="27" y="81103"/>
                    <a:pt x="0" y="81183"/>
                    <a:pt x="54" y="81237"/>
                  </a:cubicBezTo>
                  <a:cubicBezTo>
                    <a:pt x="71" y="81288"/>
                    <a:pt x="109" y="81306"/>
                    <a:pt x="149" y="81306"/>
                  </a:cubicBezTo>
                  <a:cubicBezTo>
                    <a:pt x="171" y="81306"/>
                    <a:pt x="195" y="81300"/>
                    <a:pt x="214" y="81290"/>
                  </a:cubicBezTo>
                  <a:cubicBezTo>
                    <a:pt x="2008" y="80247"/>
                    <a:pt x="3105" y="78400"/>
                    <a:pt x="3185" y="76366"/>
                  </a:cubicBezTo>
                  <a:cubicBezTo>
                    <a:pt x="5193" y="75322"/>
                    <a:pt x="6424" y="73288"/>
                    <a:pt x="6424" y="71066"/>
                  </a:cubicBezTo>
                  <a:cubicBezTo>
                    <a:pt x="6424" y="68818"/>
                    <a:pt x="5193" y="66783"/>
                    <a:pt x="3185" y="65766"/>
                  </a:cubicBezTo>
                  <a:cubicBezTo>
                    <a:pt x="3105" y="63759"/>
                    <a:pt x="2088" y="61992"/>
                    <a:pt x="402" y="60922"/>
                  </a:cubicBezTo>
                  <a:cubicBezTo>
                    <a:pt x="2088" y="59878"/>
                    <a:pt x="3105" y="58085"/>
                    <a:pt x="3185" y="56077"/>
                  </a:cubicBezTo>
                  <a:cubicBezTo>
                    <a:pt x="5193" y="55060"/>
                    <a:pt x="6424" y="53026"/>
                    <a:pt x="6424" y="50778"/>
                  </a:cubicBezTo>
                  <a:cubicBezTo>
                    <a:pt x="6424" y="48556"/>
                    <a:pt x="5193" y="46522"/>
                    <a:pt x="3185" y="45505"/>
                  </a:cubicBezTo>
                  <a:cubicBezTo>
                    <a:pt x="3185" y="43604"/>
                    <a:pt x="2088" y="41731"/>
                    <a:pt x="402" y="40660"/>
                  </a:cubicBezTo>
                  <a:cubicBezTo>
                    <a:pt x="1900" y="39697"/>
                    <a:pt x="3319" y="37877"/>
                    <a:pt x="3185" y="35816"/>
                  </a:cubicBezTo>
                  <a:cubicBezTo>
                    <a:pt x="5193" y="34799"/>
                    <a:pt x="6424" y="32764"/>
                    <a:pt x="6424" y="30516"/>
                  </a:cubicBezTo>
                  <a:cubicBezTo>
                    <a:pt x="6424" y="28268"/>
                    <a:pt x="5193" y="26260"/>
                    <a:pt x="3185" y="25216"/>
                  </a:cubicBezTo>
                  <a:cubicBezTo>
                    <a:pt x="3105" y="23236"/>
                    <a:pt x="2061" y="21442"/>
                    <a:pt x="402" y="20399"/>
                  </a:cubicBezTo>
                  <a:cubicBezTo>
                    <a:pt x="2088" y="19328"/>
                    <a:pt x="3185" y="17454"/>
                    <a:pt x="3185" y="15608"/>
                  </a:cubicBezTo>
                  <a:cubicBezTo>
                    <a:pt x="3185" y="15581"/>
                    <a:pt x="3185" y="15581"/>
                    <a:pt x="3185" y="15554"/>
                  </a:cubicBezTo>
                  <a:cubicBezTo>
                    <a:pt x="5193" y="14510"/>
                    <a:pt x="6424" y="12503"/>
                    <a:pt x="6424" y="10254"/>
                  </a:cubicBezTo>
                  <a:cubicBezTo>
                    <a:pt x="6424" y="8006"/>
                    <a:pt x="5193" y="5999"/>
                    <a:pt x="3185" y="4955"/>
                  </a:cubicBezTo>
                  <a:cubicBezTo>
                    <a:pt x="3185" y="3028"/>
                    <a:pt x="2008" y="1047"/>
                    <a:pt x="214" y="30"/>
                  </a:cubicBezTo>
                  <a:cubicBezTo>
                    <a:pt x="194" y="10"/>
                    <a:pt x="169" y="1"/>
                    <a:pt x="14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3" name="Google Shape;1173;p79"/>
            <p:cNvSpPr/>
            <p:nvPr/>
          </p:nvSpPr>
          <p:spPr>
            <a:xfrm>
              <a:off x="378625" y="2593575"/>
              <a:ext cx="159950" cy="2032875"/>
            </a:xfrm>
            <a:custGeom>
              <a:avLst/>
              <a:gdLst/>
              <a:ahLst/>
              <a:cxnLst/>
              <a:rect l="l" t="t" r="r" b="b"/>
              <a:pathLst>
                <a:path w="6398" h="81315" extrusionOk="0">
                  <a:moveTo>
                    <a:pt x="141" y="1"/>
                  </a:moveTo>
                  <a:cubicBezTo>
                    <a:pt x="95" y="1"/>
                    <a:pt x="47" y="26"/>
                    <a:pt x="28" y="65"/>
                  </a:cubicBezTo>
                  <a:cubicBezTo>
                    <a:pt x="1" y="92"/>
                    <a:pt x="1" y="118"/>
                    <a:pt x="1" y="118"/>
                  </a:cubicBezTo>
                  <a:cubicBezTo>
                    <a:pt x="1" y="172"/>
                    <a:pt x="28" y="225"/>
                    <a:pt x="54" y="225"/>
                  </a:cubicBezTo>
                  <a:cubicBezTo>
                    <a:pt x="1794" y="1243"/>
                    <a:pt x="2918" y="3116"/>
                    <a:pt x="2918" y="4963"/>
                  </a:cubicBezTo>
                  <a:cubicBezTo>
                    <a:pt x="2918" y="4990"/>
                    <a:pt x="2918" y="5017"/>
                    <a:pt x="2918" y="5043"/>
                  </a:cubicBezTo>
                  <a:cubicBezTo>
                    <a:pt x="2918" y="5070"/>
                    <a:pt x="2945" y="5124"/>
                    <a:pt x="2999" y="5150"/>
                  </a:cubicBezTo>
                  <a:cubicBezTo>
                    <a:pt x="4952" y="6141"/>
                    <a:pt x="6157" y="8095"/>
                    <a:pt x="6157" y="10263"/>
                  </a:cubicBezTo>
                  <a:cubicBezTo>
                    <a:pt x="6157" y="12431"/>
                    <a:pt x="4952" y="14384"/>
                    <a:pt x="2999" y="15375"/>
                  </a:cubicBezTo>
                  <a:cubicBezTo>
                    <a:pt x="2945" y="15402"/>
                    <a:pt x="2918" y="15428"/>
                    <a:pt x="2918" y="15482"/>
                  </a:cubicBezTo>
                  <a:cubicBezTo>
                    <a:pt x="2972" y="17329"/>
                    <a:pt x="1848" y="19256"/>
                    <a:pt x="81" y="20273"/>
                  </a:cubicBezTo>
                  <a:cubicBezTo>
                    <a:pt x="54" y="20300"/>
                    <a:pt x="28" y="20326"/>
                    <a:pt x="1" y="20353"/>
                  </a:cubicBezTo>
                  <a:cubicBezTo>
                    <a:pt x="1" y="20407"/>
                    <a:pt x="28" y="20487"/>
                    <a:pt x="54" y="20514"/>
                  </a:cubicBezTo>
                  <a:cubicBezTo>
                    <a:pt x="1794" y="21504"/>
                    <a:pt x="2865" y="23297"/>
                    <a:pt x="2918" y="25305"/>
                  </a:cubicBezTo>
                  <a:cubicBezTo>
                    <a:pt x="2918" y="25358"/>
                    <a:pt x="2945" y="25412"/>
                    <a:pt x="2999" y="25412"/>
                  </a:cubicBezTo>
                  <a:cubicBezTo>
                    <a:pt x="4952" y="26402"/>
                    <a:pt x="6157" y="28356"/>
                    <a:pt x="6157" y="30524"/>
                  </a:cubicBezTo>
                  <a:cubicBezTo>
                    <a:pt x="6157" y="32692"/>
                    <a:pt x="4952" y="34646"/>
                    <a:pt x="2999" y="35636"/>
                  </a:cubicBezTo>
                  <a:cubicBezTo>
                    <a:pt x="2945" y="35663"/>
                    <a:pt x="2918" y="35717"/>
                    <a:pt x="2918" y="35770"/>
                  </a:cubicBezTo>
                  <a:cubicBezTo>
                    <a:pt x="3079" y="37831"/>
                    <a:pt x="1607" y="39651"/>
                    <a:pt x="81" y="40535"/>
                  </a:cubicBezTo>
                  <a:cubicBezTo>
                    <a:pt x="54" y="40561"/>
                    <a:pt x="28" y="40588"/>
                    <a:pt x="1" y="40615"/>
                  </a:cubicBezTo>
                  <a:cubicBezTo>
                    <a:pt x="1" y="40668"/>
                    <a:pt x="28" y="40749"/>
                    <a:pt x="54" y="40775"/>
                  </a:cubicBezTo>
                  <a:cubicBezTo>
                    <a:pt x="1794" y="41766"/>
                    <a:pt x="2918" y="43639"/>
                    <a:pt x="2918" y="45540"/>
                  </a:cubicBezTo>
                  <a:cubicBezTo>
                    <a:pt x="2918" y="45540"/>
                    <a:pt x="2918" y="45566"/>
                    <a:pt x="2918" y="45566"/>
                  </a:cubicBezTo>
                  <a:cubicBezTo>
                    <a:pt x="2918" y="45620"/>
                    <a:pt x="2945" y="45674"/>
                    <a:pt x="2999" y="45674"/>
                  </a:cubicBezTo>
                  <a:cubicBezTo>
                    <a:pt x="4952" y="46664"/>
                    <a:pt x="6157" y="48618"/>
                    <a:pt x="6157" y="50786"/>
                  </a:cubicBezTo>
                  <a:cubicBezTo>
                    <a:pt x="6157" y="52954"/>
                    <a:pt x="4952" y="54934"/>
                    <a:pt x="2999" y="55898"/>
                  </a:cubicBezTo>
                  <a:cubicBezTo>
                    <a:pt x="2945" y="55925"/>
                    <a:pt x="2918" y="55952"/>
                    <a:pt x="2918" y="56005"/>
                  </a:cubicBezTo>
                  <a:cubicBezTo>
                    <a:pt x="2865" y="58012"/>
                    <a:pt x="1821" y="59806"/>
                    <a:pt x="81" y="60796"/>
                  </a:cubicBezTo>
                  <a:cubicBezTo>
                    <a:pt x="54" y="60823"/>
                    <a:pt x="28" y="60850"/>
                    <a:pt x="1" y="60903"/>
                  </a:cubicBezTo>
                  <a:cubicBezTo>
                    <a:pt x="1" y="60957"/>
                    <a:pt x="28" y="61010"/>
                    <a:pt x="54" y="61037"/>
                  </a:cubicBezTo>
                  <a:cubicBezTo>
                    <a:pt x="1794" y="62054"/>
                    <a:pt x="2865" y="63847"/>
                    <a:pt x="2918" y="65828"/>
                  </a:cubicBezTo>
                  <a:cubicBezTo>
                    <a:pt x="2918" y="65882"/>
                    <a:pt x="2945" y="65935"/>
                    <a:pt x="2999" y="65962"/>
                  </a:cubicBezTo>
                  <a:cubicBezTo>
                    <a:pt x="4952" y="66925"/>
                    <a:pt x="6157" y="68879"/>
                    <a:pt x="6157" y="71047"/>
                  </a:cubicBezTo>
                  <a:cubicBezTo>
                    <a:pt x="6157" y="73242"/>
                    <a:pt x="4952" y="75196"/>
                    <a:pt x="2999" y="76160"/>
                  </a:cubicBezTo>
                  <a:cubicBezTo>
                    <a:pt x="2945" y="76186"/>
                    <a:pt x="2918" y="76240"/>
                    <a:pt x="2918" y="76267"/>
                  </a:cubicBezTo>
                  <a:cubicBezTo>
                    <a:pt x="2865" y="78274"/>
                    <a:pt x="1821" y="80067"/>
                    <a:pt x="81" y="81084"/>
                  </a:cubicBezTo>
                  <a:cubicBezTo>
                    <a:pt x="1" y="81111"/>
                    <a:pt x="1" y="81191"/>
                    <a:pt x="28" y="81245"/>
                  </a:cubicBezTo>
                  <a:cubicBezTo>
                    <a:pt x="45" y="81296"/>
                    <a:pt x="83" y="81315"/>
                    <a:pt x="123" y="81315"/>
                  </a:cubicBezTo>
                  <a:cubicBezTo>
                    <a:pt x="145" y="81315"/>
                    <a:pt x="169" y="81308"/>
                    <a:pt x="188" y="81299"/>
                  </a:cubicBezTo>
                  <a:cubicBezTo>
                    <a:pt x="1981" y="80255"/>
                    <a:pt x="3106" y="78408"/>
                    <a:pt x="3159" y="76347"/>
                  </a:cubicBezTo>
                  <a:cubicBezTo>
                    <a:pt x="5167" y="75330"/>
                    <a:pt x="6398" y="73296"/>
                    <a:pt x="6398" y="71047"/>
                  </a:cubicBezTo>
                  <a:cubicBezTo>
                    <a:pt x="6398" y="68826"/>
                    <a:pt x="5167" y="66792"/>
                    <a:pt x="3159" y="65748"/>
                  </a:cubicBezTo>
                  <a:cubicBezTo>
                    <a:pt x="3106" y="63767"/>
                    <a:pt x="2062" y="61974"/>
                    <a:pt x="376" y="60930"/>
                  </a:cubicBezTo>
                  <a:cubicBezTo>
                    <a:pt x="2062" y="59859"/>
                    <a:pt x="3106" y="58093"/>
                    <a:pt x="3159" y="56085"/>
                  </a:cubicBezTo>
                  <a:cubicBezTo>
                    <a:pt x="5167" y="55068"/>
                    <a:pt x="6398" y="53034"/>
                    <a:pt x="6398" y="50786"/>
                  </a:cubicBezTo>
                  <a:cubicBezTo>
                    <a:pt x="6398" y="48537"/>
                    <a:pt x="5167" y="46530"/>
                    <a:pt x="3159" y="45486"/>
                  </a:cubicBezTo>
                  <a:cubicBezTo>
                    <a:pt x="3159" y="43586"/>
                    <a:pt x="2062" y="41739"/>
                    <a:pt x="376" y="40668"/>
                  </a:cubicBezTo>
                  <a:cubicBezTo>
                    <a:pt x="1901" y="39705"/>
                    <a:pt x="3293" y="37885"/>
                    <a:pt x="3186" y="35824"/>
                  </a:cubicBezTo>
                  <a:cubicBezTo>
                    <a:pt x="5167" y="34780"/>
                    <a:pt x="6398" y="32772"/>
                    <a:pt x="6398" y="30524"/>
                  </a:cubicBezTo>
                  <a:cubicBezTo>
                    <a:pt x="6398" y="28276"/>
                    <a:pt x="5167" y="26268"/>
                    <a:pt x="3159" y="25225"/>
                  </a:cubicBezTo>
                  <a:cubicBezTo>
                    <a:pt x="3079" y="23244"/>
                    <a:pt x="2035" y="21451"/>
                    <a:pt x="376" y="20407"/>
                  </a:cubicBezTo>
                  <a:cubicBezTo>
                    <a:pt x="2062" y="19336"/>
                    <a:pt x="3186" y="17436"/>
                    <a:pt x="3186" y="15616"/>
                  </a:cubicBezTo>
                  <a:cubicBezTo>
                    <a:pt x="3186" y="15589"/>
                    <a:pt x="3186" y="15589"/>
                    <a:pt x="3186" y="15562"/>
                  </a:cubicBezTo>
                  <a:cubicBezTo>
                    <a:pt x="5167" y="14518"/>
                    <a:pt x="6398" y="12511"/>
                    <a:pt x="6398" y="10263"/>
                  </a:cubicBezTo>
                  <a:cubicBezTo>
                    <a:pt x="6398" y="8014"/>
                    <a:pt x="5167" y="6007"/>
                    <a:pt x="3186" y="4963"/>
                  </a:cubicBezTo>
                  <a:cubicBezTo>
                    <a:pt x="3186" y="3036"/>
                    <a:pt x="1981" y="1055"/>
                    <a:pt x="188" y="11"/>
                  </a:cubicBezTo>
                  <a:cubicBezTo>
                    <a:pt x="174" y="4"/>
                    <a:pt x="158" y="1"/>
                    <a:pt x="14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4" name="Google Shape;1174;p79"/>
            <p:cNvSpPr/>
            <p:nvPr/>
          </p:nvSpPr>
          <p:spPr>
            <a:xfrm>
              <a:off x="224725" y="2845375"/>
              <a:ext cx="159950" cy="2032675"/>
            </a:xfrm>
            <a:custGeom>
              <a:avLst/>
              <a:gdLst/>
              <a:ahLst/>
              <a:cxnLst/>
              <a:rect l="l" t="t" r="r" b="b"/>
              <a:pathLst>
                <a:path w="6398" h="81307" extrusionOk="0">
                  <a:moveTo>
                    <a:pt x="126" y="1"/>
                  </a:moveTo>
                  <a:cubicBezTo>
                    <a:pt x="81" y="1"/>
                    <a:pt x="44" y="24"/>
                    <a:pt x="27" y="57"/>
                  </a:cubicBezTo>
                  <a:cubicBezTo>
                    <a:pt x="27" y="84"/>
                    <a:pt x="1" y="110"/>
                    <a:pt x="1" y="137"/>
                  </a:cubicBezTo>
                  <a:cubicBezTo>
                    <a:pt x="1" y="164"/>
                    <a:pt x="27" y="217"/>
                    <a:pt x="81" y="244"/>
                  </a:cubicBezTo>
                  <a:cubicBezTo>
                    <a:pt x="1821" y="1234"/>
                    <a:pt x="2972" y="3162"/>
                    <a:pt x="2918" y="5035"/>
                  </a:cubicBezTo>
                  <a:cubicBezTo>
                    <a:pt x="2945" y="5089"/>
                    <a:pt x="2945" y="5142"/>
                    <a:pt x="2998" y="5142"/>
                  </a:cubicBezTo>
                  <a:cubicBezTo>
                    <a:pt x="4952" y="6133"/>
                    <a:pt x="6157" y="8086"/>
                    <a:pt x="6157" y="10254"/>
                  </a:cubicBezTo>
                  <a:cubicBezTo>
                    <a:pt x="6157" y="12422"/>
                    <a:pt x="4952" y="14376"/>
                    <a:pt x="2998" y="15367"/>
                  </a:cubicBezTo>
                  <a:cubicBezTo>
                    <a:pt x="2945" y="15393"/>
                    <a:pt x="2918" y="15447"/>
                    <a:pt x="2918" y="15474"/>
                  </a:cubicBezTo>
                  <a:cubicBezTo>
                    <a:pt x="2972" y="17321"/>
                    <a:pt x="1848" y="19248"/>
                    <a:pt x="108" y="20265"/>
                  </a:cubicBezTo>
                  <a:cubicBezTo>
                    <a:pt x="54" y="20292"/>
                    <a:pt x="27" y="20318"/>
                    <a:pt x="27" y="20345"/>
                  </a:cubicBezTo>
                  <a:cubicBezTo>
                    <a:pt x="1" y="20425"/>
                    <a:pt x="27" y="20479"/>
                    <a:pt x="81" y="20506"/>
                  </a:cubicBezTo>
                  <a:cubicBezTo>
                    <a:pt x="1794" y="21496"/>
                    <a:pt x="2865" y="23289"/>
                    <a:pt x="2918" y="25297"/>
                  </a:cubicBezTo>
                  <a:cubicBezTo>
                    <a:pt x="2945" y="25350"/>
                    <a:pt x="2972" y="25404"/>
                    <a:pt x="2998" y="25404"/>
                  </a:cubicBezTo>
                  <a:cubicBezTo>
                    <a:pt x="4952" y="26394"/>
                    <a:pt x="6157" y="28348"/>
                    <a:pt x="6157" y="30516"/>
                  </a:cubicBezTo>
                  <a:cubicBezTo>
                    <a:pt x="6157" y="32684"/>
                    <a:pt x="4952" y="34665"/>
                    <a:pt x="2998" y="35628"/>
                  </a:cubicBezTo>
                  <a:cubicBezTo>
                    <a:pt x="2945" y="35655"/>
                    <a:pt x="2918" y="35709"/>
                    <a:pt x="2918" y="35762"/>
                  </a:cubicBezTo>
                  <a:cubicBezTo>
                    <a:pt x="3106" y="37823"/>
                    <a:pt x="1633" y="39643"/>
                    <a:pt x="108" y="40526"/>
                  </a:cubicBezTo>
                  <a:cubicBezTo>
                    <a:pt x="54" y="40553"/>
                    <a:pt x="27" y="40580"/>
                    <a:pt x="27" y="40633"/>
                  </a:cubicBezTo>
                  <a:cubicBezTo>
                    <a:pt x="1" y="40687"/>
                    <a:pt x="27" y="40741"/>
                    <a:pt x="81" y="40767"/>
                  </a:cubicBezTo>
                  <a:cubicBezTo>
                    <a:pt x="1821" y="41784"/>
                    <a:pt x="2918" y="43631"/>
                    <a:pt x="2918" y="45532"/>
                  </a:cubicBezTo>
                  <a:cubicBezTo>
                    <a:pt x="2918" y="45558"/>
                    <a:pt x="2918" y="45558"/>
                    <a:pt x="2918" y="45558"/>
                  </a:cubicBezTo>
                  <a:cubicBezTo>
                    <a:pt x="2918" y="45612"/>
                    <a:pt x="2945" y="45665"/>
                    <a:pt x="2998" y="45692"/>
                  </a:cubicBezTo>
                  <a:cubicBezTo>
                    <a:pt x="4952" y="46656"/>
                    <a:pt x="6157" y="48610"/>
                    <a:pt x="6157" y="50778"/>
                  </a:cubicBezTo>
                  <a:cubicBezTo>
                    <a:pt x="6157" y="52972"/>
                    <a:pt x="4952" y="54926"/>
                    <a:pt x="2998" y="55890"/>
                  </a:cubicBezTo>
                  <a:cubicBezTo>
                    <a:pt x="2945" y="55917"/>
                    <a:pt x="2918" y="55970"/>
                    <a:pt x="2918" y="55997"/>
                  </a:cubicBezTo>
                  <a:cubicBezTo>
                    <a:pt x="2891" y="58004"/>
                    <a:pt x="1821" y="59798"/>
                    <a:pt x="108" y="60815"/>
                  </a:cubicBezTo>
                  <a:cubicBezTo>
                    <a:pt x="54" y="60815"/>
                    <a:pt x="27" y="60841"/>
                    <a:pt x="27" y="60895"/>
                  </a:cubicBezTo>
                  <a:cubicBezTo>
                    <a:pt x="1" y="60949"/>
                    <a:pt x="27" y="61002"/>
                    <a:pt x="81" y="61029"/>
                  </a:cubicBezTo>
                  <a:cubicBezTo>
                    <a:pt x="1821" y="62046"/>
                    <a:pt x="2891" y="63839"/>
                    <a:pt x="2918" y="65847"/>
                  </a:cubicBezTo>
                  <a:cubicBezTo>
                    <a:pt x="2918" y="65873"/>
                    <a:pt x="2945" y="65927"/>
                    <a:pt x="2998" y="65954"/>
                  </a:cubicBezTo>
                  <a:cubicBezTo>
                    <a:pt x="4952" y="66917"/>
                    <a:pt x="6157" y="68871"/>
                    <a:pt x="6157" y="71066"/>
                  </a:cubicBezTo>
                  <a:cubicBezTo>
                    <a:pt x="6157" y="73234"/>
                    <a:pt x="4952" y="75188"/>
                    <a:pt x="2998" y="76151"/>
                  </a:cubicBezTo>
                  <a:cubicBezTo>
                    <a:pt x="2945" y="76178"/>
                    <a:pt x="2918" y="76232"/>
                    <a:pt x="2918" y="76285"/>
                  </a:cubicBezTo>
                  <a:cubicBezTo>
                    <a:pt x="2891" y="78266"/>
                    <a:pt x="1821" y="80059"/>
                    <a:pt x="81" y="81076"/>
                  </a:cubicBezTo>
                  <a:cubicBezTo>
                    <a:pt x="27" y="81103"/>
                    <a:pt x="1" y="81183"/>
                    <a:pt x="27" y="81237"/>
                  </a:cubicBezTo>
                  <a:cubicBezTo>
                    <a:pt x="61" y="81288"/>
                    <a:pt x="95" y="81306"/>
                    <a:pt x="136" y="81306"/>
                  </a:cubicBezTo>
                  <a:cubicBezTo>
                    <a:pt x="160" y="81306"/>
                    <a:pt x="185" y="81300"/>
                    <a:pt x="215" y="81290"/>
                  </a:cubicBezTo>
                  <a:cubicBezTo>
                    <a:pt x="2008" y="80247"/>
                    <a:pt x="3106" y="78400"/>
                    <a:pt x="3186" y="76366"/>
                  </a:cubicBezTo>
                  <a:cubicBezTo>
                    <a:pt x="5166" y="75322"/>
                    <a:pt x="6398" y="73288"/>
                    <a:pt x="6398" y="71066"/>
                  </a:cubicBezTo>
                  <a:cubicBezTo>
                    <a:pt x="6398" y="68818"/>
                    <a:pt x="5166" y="66783"/>
                    <a:pt x="3186" y="65766"/>
                  </a:cubicBezTo>
                  <a:cubicBezTo>
                    <a:pt x="3106" y="63759"/>
                    <a:pt x="2062" y="61992"/>
                    <a:pt x="375" y="60922"/>
                  </a:cubicBezTo>
                  <a:cubicBezTo>
                    <a:pt x="2062" y="59878"/>
                    <a:pt x="3106" y="58085"/>
                    <a:pt x="3186" y="56077"/>
                  </a:cubicBezTo>
                  <a:cubicBezTo>
                    <a:pt x="5166" y="55060"/>
                    <a:pt x="6398" y="53026"/>
                    <a:pt x="6398" y="50778"/>
                  </a:cubicBezTo>
                  <a:cubicBezTo>
                    <a:pt x="6398" y="48556"/>
                    <a:pt x="5166" y="46522"/>
                    <a:pt x="3186" y="45505"/>
                  </a:cubicBezTo>
                  <a:cubicBezTo>
                    <a:pt x="3159" y="43604"/>
                    <a:pt x="2088" y="41731"/>
                    <a:pt x="375" y="40660"/>
                  </a:cubicBezTo>
                  <a:cubicBezTo>
                    <a:pt x="1901" y="39697"/>
                    <a:pt x="3293" y="37877"/>
                    <a:pt x="3186" y="35816"/>
                  </a:cubicBezTo>
                  <a:cubicBezTo>
                    <a:pt x="5166" y="34799"/>
                    <a:pt x="6398" y="32764"/>
                    <a:pt x="6398" y="30516"/>
                  </a:cubicBezTo>
                  <a:cubicBezTo>
                    <a:pt x="6398" y="28268"/>
                    <a:pt x="5166" y="26260"/>
                    <a:pt x="3186" y="25216"/>
                  </a:cubicBezTo>
                  <a:cubicBezTo>
                    <a:pt x="3079" y="23236"/>
                    <a:pt x="2062" y="21442"/>
                    <a:pt x="375" y="20399"/>
                  </a:cubicBezTo>
                  <a:cubicBezTo>
                    <a:pt x="2088" y="19328"/>
                    <a:pt x="3186" y="17454"/>
                    <a:pt x="3186" y="15608"/>
                  </a:cubicBezTo>
                  <a:cubicBezTo>
                    <a:pt x="3186" y="15581"/>
                    <a:pt x="3186" y="15581"/>
                    <a:pt x="3186" y="15554"/>
                  </a:cubicBezTo>
                  <a:cubicBezTo>
                    <a:pt x="5166" y="14510"/>
                    <a:pt x="6398" y="12503"/>
                    <a:pt x="6398" y="10254"/>
                  </a:cubicBezTo>
                  <a:cubicBezTo>
                    <a:pt x="6398" y="8006"/>
                    <a:pt x="5166" y="5999"/>
                    <a:pt x="3186" y="4955"/>
                  </a:cubicBezTo>
                  <a:cubicBezTo>
                    <a:pt x="3186" y="3028"/>
                    <a:pt x="1981" y="1047"/>
                    <a:pt x="215" y="30"/>
                  </a:cubicBezTo>
                  <a:cubicBezTo>
                    <a:pt x="184" y="10"/>
                    <a:pt x="153" y="1"/>
                    <a:pt x="12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175" name="Google Shape;1175;p79"/>
          <p:cNvSpPr/>
          <p:nvPr/>
        </p:nvSpPr>
        <p:spPr>
          <a:xfrm rot="5400000" flipH="1">
            <a:off x="-2397294" y="-774472"/>
            <a:ext cx="5570538" cy="3629454"/>
          </a:xfrm>
          <a:custGeom>
            <a:avLst/>
            <a:gdLst/>
            <a:ahLst/>
            <a:cxnLst/>
            <a:rect l="l" t="t" r="r" b="b"/>
            <a:pathLst>
              <a:path w="142469" h="136664" extrusionOk="0">
                <a:moveTo>
                  <a:pt x="97052" y="0"/>
                </a:moveTo>
                <a:cubicBezTo>
                  <a:pt x="94985" y="0"/>
                  <a:pt x="92658" y="685"/>
                  <a:pt x="89955" y="2065"/>
                </a:cubicBezTo>
                <a:cubicBezTo>
                  <a:pt x="76197" y="9104"/>
                  <a:pt x="81149" y="14564"/>
                  <a:pt x="82755" y="40634"/>
                </a:cubicBezTo>
                <a:cubicBezTo>
                  <a:pt x="85458" y="83646"/>
                  <a:pt x="12896" y="58112"/>
                  <a:pt x="4519" y="103881"/>
                </a:cubicBezTo>
                <a:cubicBezTo>
                  <a:pt x="0" y="128495"/>
                  <a:pt x="10558" y="136664"/>
                  <a:pt x="39417" y="136664"/>
                </a:cubicBezTo>
                <a:cubicBezTo>
                  <a:pt x="47997" y="136664"/>
                  <a:pt x="58195" y="135942"/>
                  <a:pt x="70095" y="134715"/>
                </a:cubicBezTo>
                <a:cubicBezTo>
                  <a:pt x="122047" y="129389"/>
                  <a:pt x="142469" y="101392"/>
                  <a:pt x="125767" y="56907"/>
                </a:cubicBezTo>
                <a:cubicBezTo>
                  <a:pt x="111706" y="19432"/>
                  <a:pt x="108060" y="0"/>
                  <a:pt x="97052" y="0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76" name="Google Shape;1176;p79"/>
          <p:cNvSpPr/>
          <p:nvPr/>
        </p:nvSpPr>
        <p:spPr>
          <a:xfrm rot="-7977677">
            <a:off x="6626195" y="2407944"/>
            <a:ext cx="1601627" cy="1536805"/>
          </a:xfrm>
          <a:custGeom>
            <a:avLst/>
            <a:gdLst/>
            <a:ahLst/>
            <a:cxnLst/>
            <a:rect l="l" t="t" r="r" b="b"/>
            <a:pathLst>
              <a:path w="20582" h="19749" extrusionOk="0">
                <a:moveTo>
                  <a:pt x="15178" y="401"/>
                </a:moveTo>
                <a:cubicBezTo>
                  <a:pt x="11542" y="1"/>
                  <a:pt x="4470" y="1235"/>
                  <a:pt x="2235" y="7773"/>
                </a:cubicBezTo>
                <a:cubicBezTo>
                  <a:pt x="0" y="14311"/>
                  <a:pt x="7939" y="17947"/>
                  <a:pt x="11675" y="18848"/>
                </a:cubicBezTo>
                <a:cubicBezTo>
                  <a:pt x="15445" y="19748"/>
                  <a:pt x="20315" y="19448"/>
                  <a:pt x="20448" y="13477"/>
                </a:cubicBezTo>
                <a:cubicBezTo>
                  <a:pt x="20582" y="7506"/>
                  <a:pt x="18780" y="835"/>
                  <a:pt x="15178" y="40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77" name="Google Shape;1177;p79"/>
          <p:cNvSpPr/>
          <p:nvPr/>
        </p:nvSpPr>
        <p:spPr>
          <a:xfrm rot="667591">
            <a:off x="5320685" y="2755692"/>
            <a:ext cx="1938907" cy="3305731"/>
          </a:xfrm>
          <a:custGeom>
            <a:avLst/>
            <a:gdLst/>
            <a:ahLst/>
            <a:cxnLst/>
            <a:rect l="l" t="t" r="r" b="b"/>
            <a:pathLst>
              <a:path w="19210" h="32752" extrusionOk="0">
                <a:moveTo>
                  <a:pt x="14053" y="490"/>
                </a:moveTo>
                <a:lnTo>
                  <a:pt x="14053" y="490"/>
                </a:lnTo>
                <a:cubicBezTo>
                  <a:pt x="14026" y="597"/>
                  <a:pt x="13999" y="758"/>
                  <a:pt x="13972" y="918"/>
                </a:cubicBezTo>
                <a:cubicBezTo>
                  <a:pt x="13972" y="865"/>
                  <a:pt x="13972" y="838"/>
                  <a:pt x="13946" y="838"/>
                </a:cubicBezTo>
                <a:cubicBezTo>
                  <a:pt x="13972" y="731"/>
                  <a:pt x="14026" y="597"/>
                  <a:pt x="14053" y="490"/>
                </a:cubicBezTo>
                <a:close/>
                <a:moveTo>
                  <a:pt x="13651" y="1560"/>
                </a:moveTo>
                <a:lnTo>
                  <a:pt x="13651" y="1560"/>
                </a:lnTo>
                <a:cubicBezTo>
                  <a:pt x="13276" y="3862"/>
                  <a:pt x="12045" y="5923"/>
                  <a:pt x="11189" y="8038"/>
                </a:cubicBezTo>
                <a:cubicBezTo>
                  <a:pt x="10522" y="9665"/>
                  <a:pt x="10466" y="11531"/>
                  <a:pt x="10493" y="13318"/>
                </a:cubicBezTo>
                <a:lnTo>
                  <a:pt x="10493" y="13318"/>
                </a:lnTo>
                <a:cubicBezTo>
                  <a:pt x="10490" y="13217"/>
                  <a:pt x="10464" y="13118"/>
                  <a:pt x="10439" y="13043"/>
                </a:cubicBezTo>
                <a:cubicBezTo>
                  <a:pt x="10091" y="10634"/>
                  <a:pt x="9904" y="8412"/>
                  <a:pt x="11001" y="6191"/>
                </a:cubicBezTo>
                <a:cubicBezTo>
                  <a:pt x="11724" y="4772"/>
                  <a:pt x="12714" y="3541"/>
                  <a:pt x="13410" y="2123"/>
                </a:cubicBezTo>
                <a:cubicBezTo>
                  <a:pt x="13491" y="1935"/>
                  <a:pt x="13571" y="1748"/>
                  <a:pt x="13651" y="1560"/>
                </a:cubicBezTo>
                <a:close/>
                <a:moveTo>
                  <a:pt x="13972" y="945"/>
                </a:moveTo>
                <a:lnTo>
                  <a:pt x="13972" y="945"/>
                </a:lnTo>
                <a:cubicBezTo>
                  <a:pt x="13972" y="1079"/>
                  <a:pt x="13946" y="1212"/>
                  <a:pt x="13946" y="1346"/>
                </a:cubicBezTo>
                <a:cubicBezTo>
                  <a:pt x="13946" y="2524"/>
                  <a:pt x="13758" y="3702"/>
                  <a:pt x="13517" y="4853"/>
                </a:cubicBezTo>
                <a:cubicBezTo>
                  <a:pt x="12821" y="7877"/>
                  <a:pt x="11376" y="10580"/>
                  <a:pt x="10760" y="13605"/>
                </a:cubicBezTo>
                <a:cubicBezTo>
                  <a:pt x="10787" y="11357"/>
                  <a:pt x="10921" y="9189"/>
                  <a:pt x="11858" y="7074"/>
                </a:cubicBezTo>
                <a:cubicBezTo>
                  <a:pt x="12741" y="5094"/>
                  <a:pt x="13785" y="3140"/>
                  <a:pt x="13972" y="945"/>
                </a:cubicBezTo>
                <a:close/>
                <a:moveTo>
                  <a:pt x="5002" y="14350"/>
                </a:moveTo>
                <a:cubicBezTo>
                  <a:pt x="5585" y="14350"/>
                  <a:pt x="6085" y="14646"/>
                  <a:pt x="6746" y="15104"/>
                </a:cubicBezTo>
                <a:cubicBezTo>
                  <a:pt x="6879" y="15184"/>
                  <a:pt x="7013" y="15264"/>
                  <a:pt x="7147" y="15372"/>
                </a:cubicBezTo>
                <a:cubicBezTo>
                  <a:pt x="6694" y="15252"/>
                  <a:pt x="6232" y="15200"/>
                  <a:pt x="5767" y="15200"/>
                </a:cubicBezTo>
                <a:cubicBezTo>
                  <a:pt x="4364" y="15200"/>
                  <a:pt x="2927" y="15672"/>
                  <a:pt x="1580" y="16174"/>
                </a:cubicBezTo>
                <a:cubicBezTo>
                  <a:pt x="2329" y="15666"/>
                  <a:pt x="3025" y="15077"/>
                  <a:pt x="3855" y="14676"/>
                </a:cubicBezTo>
                <a:cubicBezTo>
                  <a:pt x="4297" y="14450"/>
                  <a:pt x="4663" y="14350"/>
                  <a:pt x="5002" y="14350"/>
                </a:cubicBezTo>
                <a:close/>
                <a:moveTo>
                  <a:pt x="5753" y="15432"/>
                </a:moveTo>
                <a:cubicBezTo>
                  <a:pt x="6514" y="15432"/>
                  <a:pt x="7262" y="15581"/>
                  <a:pt x="7977" y="15960"/>
                </a:cubicBezTo>
                <a:cubicBezTo>
                  <a:pt x="8619" y="16389"/>
                  <a:pt x="9208" y="16870"/>
                  <a:pt x="9743" y="17406"/>
                </a:cubicBezTo>
                <a:cubicBezTo>
                  <a:pt x="8352" y="16737"/>
                  <a:pt x="6906" y="16389"/>
                  <a:pt x="5381" y="16335"/>
                </a:cubicBezTo>
                <a:lnTo>
                  <a:pt x="4765" y="16335"/>
                </a:lnTo>
                <a:cubicBezTo>
                  <a:pt x="3828" y="16335"/>
                  <a:pt x="2918" y="16469"/>
                  <a:pt x="1981" y="16576"/>
                </a:cubicBezTo>
                <a:cubicBezTo>
                  <a:pt x="1633" y="16603"/>
                  <a:pt x="1312" y="16629"/>
                  <a:pt x="964" y="16656"/>
                </a:cubicBezTo>
                <a:cubicBezTo>
                  <a:pt x="2489" y="16094"/>
                  <a:pt x="4149" y="15432"/>
                  <a:pt x="5753" y="15432"/>
                </a:cubicBezTo>
                <a:close/>
                <a:moveTo>
                  <a:pt x="18748" y="11060"/>
                </a:moveTo>
                <a:cubicBezTo>
                  <a:pt x="18737" y="11089"/>
                  <a:pt x="18737" y="11129"/>
                  <a:pt x="18737" y="11169"/>
                </a:cubicBezTo>
                <a:cubicBezTo>
                  <a:pt x="18603" y="11892"/>
                  <a:pt x="18442" y="12588"/>
                  <a:pt x="18282" y="13284"/>
                </a:cubicBezTo>
                <a:cubicBezTo>
                  <a:pt x="17907" y="14729"/>
                  <a:pt x="17291" y="16255"/>
                  <a:pt x="16087" y="17165"/>
                </a:cubicBezTo>
                <a:cubicBezTo>
                  <a:pt x="14963" y="17995"/>
                  <a:pt x="13223" y="18289"/>
                  <a:pt x="12045" y="19119"/>
                </a:cubicBezTo>
                <a:cubicBezTo>
                  <a:pt x="12473" y="18342"/>
                  <a:pt x="12955" y="17700"/>
                  <a:pt x="13785" y="17218"/>
                </a:cubicBezTo>
                <a:cubicBezTo>
                  <a:pt x="14508" y="16790"/>
                  <a:pt x="15257" y="16469"/>
                  <a:pt x="15873" y="15907"/>
                </a:cubicBezTo>
                <a:cubicBezTo>
                  <a:pt x="16542" y="15291"/>
                  <a:pt x="17077" y="14408"/>
                  <a:pt x="17532" y="13659"/>
                </a:cubicBezTo>
                <a:cubicBezTo>
                  <a:pt x="18036" y="12864"/>
                  <a:pt x="18250" y="11859"/>
                  <a:pt x="18748" y="11060"/>
                </a:cubicBezTo>
                <a:close/>
                <a:moveTo>
                  <a:pt x="18549" y="10928"/>
                </a:moveTo>
                <a:lnTo>
                  <a:pt x="18549" y="10928"/>
                </a:lnTo>
                <a:cubicBezTo>
                  <a:pt x="18201" y="11517"/>
                  <a:pt x="18014" y="12213"/>
                  <a:pt x="17693" y="12856"/>
                </a:cubicBezTo>
                <a:cubicBezTo>
                  <a:pt x="17184" y="13899"/>
                  <a:pt x="16488" y="14863"/>
                  <a:pt x="15712" y="15719"/>
                </a:cubicBezTo>
                <a:cubicBezTo>
                  <a:pt x="15016" y="16469"/>
                  <a:pt x="13919" y="16844"/>
                  <a:pt x="13062" y="17379"/>
                </a:cubicBezTo>
                <a:cubicBezTo>
                  <a:pt x="12313" y="17861"/>
                  <a:pt x="11911" y="18798"/>
                  <a:pt x="11510" y="19547"/>
                </a:cubicBezTo>
                <a:cubicBezTo>
                  <a:pt x="11485" y="19571"/>
                  <a:pt x="11461" y="19573"/>
                  <a:pt x="11457" y="19594"/>
                </a:cubicBezTo>
                <a:lnTo>
                  <a:pt x="11457" y="19594"/>
                </a:lnTo>
                <a:cubicBezTo>
                  <a:pt x="11836" y="15557"/>
                  <a:pt x="16249" y="13818"/>
                  <a:pt x="18549" y="10928"/>
                </a:cubicBezTo>
                <a:close/>
                <a:moveTo>
                  <a:pt x="6505" y="16683"/>
                </a:moveTo>
                <a:lnTo>
                  <a:pt x="6505" y="16683"/>
                </a:lnTo>
                <a:cubicBezTo>
                  <a:pt x="7763" y="16844"/>
                  <a:pt x="8994" y="17245"/>
                  <a:pt x="10145" y="17914"/>
                </a:cubicBezTo>
                <a:cubicBezTo>
                  <a:pt x="10573" y="18450"/>
                  <a:pt x="10921" y="19065"/>
                  <a:pt x="11135" y="19788"/>
                </a:cubicBezTo>
                <a:cubicBezTo>
                  <a:pt x="9315" y="19172"/>
                  <a:pt x="8191" y="17432"/>
                  <a:pt x="6505" y="16683"/>
                </a:cubicBezTo>
                <a:close/>
                <a:moveTo>
                  <a:pt x="6772" y="20270"/>
                </a:moveTo>
                <a:cubicBezTo>
                  <a:pt x="7736" y="21581"/>
                  <a:pt x="9342" y="22384"/>
                  <a:pt x="10466" y="23535"/>
                </a:cubicBezTo>
                <a:cubicBezTo>
                  <a:pt x="9074" y="22598"/>
                  <a:pt x="7120" y="22331"/>
                  <a:pt x="6826" y="20350"/>
                </a:cubicBezTo>
                <a:cubicBezTo>
                  <a:pt x="6799" y="20323"/>
                  <a:pt x="6772" y="20296"/>
                  <a:pt x="6746" y="20270"/>
                </a:cubicBezTo>
                <a:close/>
                <a:moveTo>
                  <a:pt x="16221" y="20698"/>
                </a:moveTo>
                <a:cubicBezTo>
                  <a:pt x="15685" y="21635"/>
                  <a:pt x="14267" y="22304"/>
                  <a:pt x="13464" y="22812"/>
                </a:cubicBezTo>
                <a:cubicBezTo>
                  <a:pt x="12955" y="23187"/>
                  <a:pt x="12233" y="23615"/>
                  <a:pt x="11831" y="24177"/>
                </a:cubicBezTo>
                <a:cubicBezTo>
                  <a:pt x="12286" y="22357"/>
                  <a:pt x="14722" y="21768"/>
                  <a:pt x="16221" y="20698"/>
                </a:cubicBezTo>
                <a:close/>
                <a:moveTo>
                  <a:pt x="6692" y="20939"/>
                </a:moveTo>
                <a:cubicBezTo>
                  <a:pt x="7388" y="22893"/>
                  <a:pt x="9957" y="22866"/>
                  <a:pt x="11135" y="24445"/>
                </a:cubicBezTo>
                <a:cubicBezTo>
                  <a:pt x="9395" y="23481"/>
                  <a:pt x="6772" y="23080"/>
                  <a:pt x="6692" y="20939"/>
                </a:cubicBezTo>
                <a:close/>
                <a:moveTo>
                  <a:pt x="16194" y="21126"/>
                </a:moveTo>
                <a:cubicBezTo>
                  <a:pt x="15766" y="22304"/>
                  <a:pt x="14749" y="22919"/>
                  <a:pt x="13571" y="23455"/>
                </a:cubicBezTo>
                <a:cubicBezTo>
                  <a:pt x="12982" y="23722"/>
                  <a:pt x="12393" y="24017"/>
                  <a:pt x="11938" y="24445"/>
                </a:cubicBezTo>
                <a:cubicBezTo>
                  <a:pt x="12447" y="23562"/>
                  <a:pt x="13785" y="22919"/>
                  <a:pt x="14534" y="22411"/>
                </a:cubicBezTo>
                <a:cubicBezTo>
                  <a:pt x="15070" y="22063"/>
                  <a:pt x="15739" y="21661"/>
                  <a:pt x="16194" y="21126"/>
                </a:cubicBezTo>
                <a:close/>
                <a:moveTo>
                  <a:pt x="14048" y="0"/>
                </a:moveTo>
                <a:cubicBezTo>
                  <a:pt x="14002" y="0"/>
                  <a:pt x="13958" y="28"/>
                  <a:pt x="13946" y="88"/>
                </a:cubicBezTo>
                <a:cubicBezTo>
                  <a:pt x="13196" y="2390"/>
                  <a:pt x="11751" y="4183"/>
                  <a:pt x="10680" y="6298"/>
                </a:cubicBezTo>
                <a:cubicBezTo>
                  <a:pt x="9610" y="8466"/>
                  <a:pt x="9877" y="10795"/>
                  <a:pt x="10225" y="13096"/>
                </a:cubicBezTo>
                <a:cubicBezTo>
                  <a:pt x="10305" y="13766"/>
                  <a:pt x="10413" y="14435"/>
                  <a:pt x="10520" y="15104"/>
                </a:cubicBezTo>
                <a:cubicBezTo>
                  <a:pt x="10520" y="15131"/>
                  <a:pt x="10520" y="15157"/>
                  <a:pt x="10520" y="15157"/>
                </a:cubicBezTo>
                <a:cubicBezTo>
                  <a:pt x="10520" y="15184"/>
                  <a:pt x="10520" y="15211"/>
                  <a:pt x="10546" y="15211"/>
                </a:cubicBezTo>
                <a:cubicBezTo>
                  <a:pt x="10734" y="16469"/>
                  <a:pt x="10921" y="17727"/>
                  <a:pt x="11082" y="18985"/>
                </a:cubicBezTo>
                <a:cubicBezTo>
                  <a:pt x="10520" y="17700"/>
                  <a:pt x="9502" y="16737"/>
                  <a:pt x="8352" y="15907"/>
                </a:cubicBezTo>
                <a:cubicBezTo>
                  <a:pt x="8352" y="15880"/>
                  <a:pt x="8352" y="15853"/>
                  <a:pt x="8325" y="15853"/>
                </a:cubicBezTo>
                <a:cubicBezTo>
                  <a:pt x="8298" y="15853"/>
                  <a:pt x="8271" y="15827"/>
                  <a:pt x="8271" y="15827"/>
                </a:cubicBezTo>
                <a:cubicBezTo>
                  <a:pt x="7602" y="15345"/>
                  <a:pt x="6906" y="14890"/>
                  <a:pt x="6237" y="14461"/>
                </a:cubicBezTo>
                <a:cubicBezTo>
                  <a:pt x="5829" y="14193"/>
                  <a:pt x="5417" y="14081"/>
                  <a:pt x="5004" y="14081"/>
                </a:cubicBezTo>
                <a:cubicBezTo>
                  <a:pt x="3280" y="14081"/>
                  <a:pt x="1550" y="16040"/>
                  <a:pt x="81" y="16710"/>
                </a:cubicBezTo>
                <a:cubicBezTo>
                  <a:pt x="27" y="16737"/>
                  <a:pt x="1" y="16790"/>
                  <a:pt x="27" y="16844"/>
                </a:cubicBezTo>
                <a:cubicBezTo>
                  <a:pt x="27" y="16870"/>
                  <a:pt x="54" y="16870"/>
                  <a:pt x="54" y="16870"/>
                </a:cubicBezTo>
                <a:cubicBezTo>
                  <a:pt x="54" y="16870"/>
                  <a:pt x="54" y="16897"/>
                  <a:pt x="81" y="16897"/>
                </a:cubicBezTo>
                <a:cubicBezTo>
                  <a:pt x="81" y="16924"/>
                  <a:pt x="108" y="16924"/>
                  <a:pt x="108" y="16924"/>
                </a:cubicBezTo>
                <a:lnTo>
                  <a:pt x="135" y="16924"/>
                </a:lnTo>
                <a:cubicBezTo>
                  <a:pt x="1580" y="16924"/>
                  <a:pt x="2972" y="16656"/>
                  <a:pt x="4390" y="16576"/>
                </a:cubicBezTo>
                <a:lnTo>
                  <a:pt x="5354" y="16576"/>
                </a:lnTo>
                <a:cubicBezTo>
                  <a:pt x="7736" y="16870"/>
                  <a:pt x="8967" y="19413"/>
                  <a:pt x="11242" y="20082"/>
                </a:cubicBezTo>
                <a:cubicBezTo>
                  <a:pt x="11376" y="21367"/>
                  <a:pt x="11483" y="22679"/>
                  <a:pt x="11483" y="23990"/>
                </a:cubicBezTo>
                <a:cubicBezTo>
                  <a:pt x="11483" y="24124"/>
                  <a:pt x="11483" y="24284"/>
                  <a:pt x="11483" y="24445"/>
                </a:cubicBezTo>
                <a:cubicBezTo>
                  <a:pt x="10413" y="22545"/>
                  <a:pt x="7977" y="21715"/>
                  <a:pt x="6799" y="19895"/>
                </a:cubicBezTo>
                <a:cubicBezTo>
                  <a:pt x="6778" y="19863"/>
                  <a:pt x="6740" y="19848"/>
                  <a:pt x="6701" y="19848"/>
                </a:cubicBezTo>
                <a:cubicBezTo>
                  <a:pt x="6640" y="19848"/>
                  <a:pt x="6574" y="19884"/>
                  <a:pt x="6558" y="19948"/>
                </a:cubicBezTo>
                <a:cubicBezTo>
                  <a:pt x="6237" y="21340"/>
                  <a:pt x="6719" y="22411"/>
                  <a:pt x="7897" y="23241"/>
                </a:cubicBezTo>
                <a:cubicBezTo>
                  <a:pt x="8967" y="23990"/>
                  <a:pt x="10386" y="24177"/>
                  <a:pt x="11456" y="24954"/>
                </a:cubicBezTo>
                <a:cubicBezTo>
                  <a:pt x="11349" y="27523"/>
                  <a:pt x="10734" y="30093"/>
                  <a:pt x="10145" y="32609"/>
                </a:cubicBezTo>
                <a:cubicBezTo>
                  <a:pt x="10112" y="32690"/>
                  <a:pt x="10188" y="32751"/>
                  <a:pt x="10265" y="32751"/>
                </a:cubicBezTo>
                <a:cubicBezTo>
                  <a:pt x="10315" y="32751"/>
                  <a:pt x="10365" y="32725"/>
                  <a:pt x="10386" y="32662"/>
                </a:cubicBezTo>
                <a:cubicBezTo>
                  <a:pt x="10760" y="31003"/>
                  <a:pt x="11108" y="29343"/>
                  <a:pt x="11430" y="27684"/>
                </a:cubicBezTo>
                <a:cubicBezTo>
                  <a:pt x="11563" y="26854"/>
                  <a:pt x="11670" y="26024"/>
                  <a:pt x="11697" y="25194"/>
                </a:cubicBezTo>
                <a:cubicBezTo>
                  <a:pt x="12179" y="24017"/>
                  <a:pt x="13839" y="23669"/>
                  <a:pt x="14829" y="23080"/>
                </a:cubicBezTo>
                <a:cubicBezTo>
                  <a:pt x="15899" y="22491"/>
                  <a:pt x="16488" y="21581"/>
                  <a:pt x="16595" y="20377"/>
                </a:cubicBezTo>
                <a:cubicBezTo>
                  <a:pt x="16595" y="20350"/>
                  <a:pt x="16595" y="20350"/>
                  <a:pt x="16595" y="20323"/>
                </a:cubicBezTo>
                <a:cubicBezTo>
                  <a:pt x="16622" y="20270"/>
                  <a:pt x="16569" y="20243"/>
                  <a:pt x="16515" y="20216"/>
                </a:cubicBezTo>
                <a:lnTo>
                  <a:pt x="16462" y="20216"/>
                </a:lnTo>
                <a:cubicBezTo>
                  <a:pt x="16435" y="20216"/>
                  <a:pt x="16435" y="20243"/>
                  <a:pt x="16408" y="20243"/>
                </a:cubicBezTo>
                <a:cubicBezTo>
                  <a:pt x="15043" y="21474"/>
                  <a:pt x="12473" y="21983"/>
                  <a:pt x="11724" y="23722"/>
                </a:cubicBezTo>
                <a:cubicBezTo>
                  <a:pt x="11724" y="22571"/>
                  <a:pt x="11644" y="21447"/>
                  <a:pt x="11510" y="20323"/>
                </a:cubicBezTo>
                <a:cubicBezTo>
                  <a:pt x="11510" y="20189"/>
                  <a:pt x="11483" y="20082"/>
                  <a:pt x="11483" y="19948"/>
                </a:cubicBezTo>
                <a:cubicBezTo>
                  <a:pt x="12072" y="19172"/>
                  <a:pt x="13250" y="18824"/>
                  <a:pt x="14106" y="18450"/>
                </a:cubicBezTo>
                <a:cubicBezTo>
                  <a:pt x="15070" y="18021"/>
                  <a:pt x="16060" y="17593"/>
                  <a:pt x="16809" y="16844"/>
                </a:cubicBezTo>
                <a:cubicBezTo>
                  <a:pt x="18522" y="15157"/>
                  <a:pt x="18790" y="12160"/>
                  <a:pt x="19192" y="9938"/>
                </a:cubicBezTo>
                <a:cubicBezTo>
                  <a:pt x="19210" y="9848"/>
                  <a:pt x="19130" y="9770"/>
                  <a:pt x="19060" y="9770"/>
                </a:cubicBezTo>
                <a:cubicBezTo>
                  <a:pt x="19026" y="9770"/>
                  <a:pt x="18995" y="9788"/>
                  <a:pt x="18978" y="9831"/>
                </a:cubicBezTo>
                <a:cubicBezTo>
                  <a:pt x="18014" y="11758"/>
                  <a:pt x="15846" y="13070"/>
                  <a:pt x="14294" y="14488"/>
                </a:cubicBezTo>
                <a:cubicBezTo>
                  <a:pt x="12982" y="15693"/>
                  <a:pt x="11751" y="17138"/>
                  <a:pt x="11349" y="18851"/>
                </a:cubicBezTo>
                <a:cubicBezTo>
                  <a:pt x="11162" y="17593"/>
                  <a:pt x="10975" y="16335"/>
                  <a:pt x="10760" y="15104"/>
                </a:cubicBezTo>
                <a:cubicBezTo>
                  <a:pt x="11028" y="12534"/>
                  <a:pt x="11911" y="10233"/>
                  <a:pt x="12821" y="7877"/>
                </a:cubicBezTo>
                <a:cubicBezTo>
                  <a:pt x="13758" y="5334"/>
                  <a:pt x="14267" y="2818"/>
                  <a:pt x="14160" y="115"/>
                </a:cubicBezTo>
                <a:cubicBezTo>
                  <a:pt x="14160" y="42"/>
                  <a:pt x="14103" y="0"/>
                  <a:pt x="14048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78" name="Google Shape;1178;p79"/>
          <p:cNvSpPr txBox="1">
            <a:spLocks noGrp="1"/>
          </p:cNvSpPr>
          <p:nvPr>
            <p:ph type="title"/>
          </p:nvPr>
        </p:nvSpPr>
        <p:spPr>
          <a:xfrm>
            <a:off x="713250" y="523025"/>
            <a:ext cx="7717500" cy="541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1179" name="Google Shape;1179;p79"/>
          <p:cNvSpPr txBox="1">
            <a:spLocks noGrp="1"/>
          </p:cNvSpPr>
          <p:nvPr>
            <p:ph type="subTitle" idx="1"/>
          </p:nvPr>
        </p:nvSpPr>
        <p:spPr>
          <a:xfrm>
            <a:off x="1613400" y="1323950"/>
            <a:ext cx="3573300" cy="454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None/>
              <a:defRPr sz="2200" b="1">
                <a:solidFill>
                  <a:schemeClr val="accent2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80" name="Google Shape;1180;p79"/>
          <p:cNvSpPr txBox="1">
            <a:spLocks noGrp="1"/>
          </p:cNvSpPr>
          <p:nvPr>
            <p:ph type="subTitle" idx="2"/>
          </p:nvPr>
        </p:nvSpPr>
        <p:spPr>
          <a:xfrm>
            <a:off x="1613400" y="2377655"/>
            <a:ext cx="3573300" cy="454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None/>
              <a:defRPr sz="2200" b="1">
                <a:solidFill>
                  <a:schemeClr val="accent2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81" name="Google Shape;1181;p79"/>
          <p:cNvSpPr txBox="1">
            <a:spLocks noGrp="1"/>
          </p:cNvSpPr>
          <p:nvPr>
            <p:ph type="subTitle" idx="3"/>
          </p:nvPr>
        </p:nvSpPr>
        <p:spPr>
          <a:xfrm>
            <a:off x="1613400" y="1791690"/>
            <a:ext cx="35733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None/>
              <a:defRPr sz="1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82" name="Google Shape;1182;p79"/>
          <p:cNvSpPr txBox="1">
            <a:spLocks noGrp="1"/>
          </p:cNvSpPr>
          <p:nvPr>
            <p:ph type="subTitle" idx="4"/>
          </p:nvPr>
        </p:nvSpPr>
        <p:spPr>
          <a:xfrm>
            <a:off x="1613400" y="2845395"/>
            <a:ext cx="35733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None/>
              <a:defRPr sz="1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83" name="Google Shape;1183;p79"/>
          <p:cNvSpPr txBox="1">
            <a:spLocks noGrp="1"/>
          </p:cNvSpPr>
          <p:nvPr>
            <p:ph type="subTitle" idx="5"/>
          </p:nvPr>
        </p:nvSpPr>
        <p:spPr>
          <a:xfrm>
            <a:off x="1613400" y="3431360"/>
            <a:ext cx="3573300" cy="454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None/>
              <a:defRPr sz="2200" b="1">
                <a:solidFill>
                  <a:schemeClr val="accent2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84" name="Google Shape;1184;p79"/>
          <p:cNvSpPr txBox="1">
            <a:spLocks noGrp="1"/>
          </p:cNvSpPr>
          <p:nvPr>
            <p:ph type="subTitle" idx="6"/>
          </p:nvPr>
        </p:nvSpPr>
        <p:spPr>
          <a:xfrm>
            <a:off x="1613400" y="3899100"/>
            <a:ext cx="35733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None/>
              <a:defRPr sz="1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">
  <p:cSld name="CUSTOM_30">
    <p:spTree>
      <p:nvGrpSpPr>
        <p:cNvPr id="1" name="Shape 1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6" name="Google Shape;1186;p80"/>
          <p:cNvSpPr/>
          <p:nvPr/>
        </p:nvSpPr>
        <p:spPr>
          <a:xfrm rot="-7977680">
            <a:off x="2936026" y="3869950"/>
            <a:ext cx="2430109" cy="2331757"/>
          </a:xfrm>
          <a:custGeom>
            <a:avLst/>
            <a:gdLst/>
            <a:ahLst/>
            <a:cxnLst/>
            <a:rect l="l" t="t" r="r" b="b"/>
            <a:pathLst>
              <a:path w="20582" h="19749" extrusionOk="0">
                <a:moveTo>
                  <a:pt x="15178" y="401"/>
                </a:moveTo>
                <a:cubicBezTo>
                  <a:pt x="11542" y="1"/>
                  <a:pt x="4470" y="1235"/>
                  <a:pt x="2235" y="7773"/>
                </a:cubicBezTo>
                <a:cubicBezTo>
                  <a:pt x="0" y="14311"/>
                  <a:pt x="7939" y="17947"/>
                  <a:pt x="11675" y="18848"/>
                </a:cubicBezTo>
                <a:cubicBezTo>
                  <a:pt x="15445" y="19748"/>
                  <a:pt x="20315" y="19448"/>
                  <a:pt x="20448" y="13477"/>
                </a:cubicBezTo>
                <a:cubicBezTo>
                  <a:pt x="20582" y="7506"/>
                  <a:pt x="18780" y="835"/>
                  <a:pt x="15178" y="40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87" name="Google Shape;1187;p80"/>
          <p:cNvGrpSpPr/>
          <p:nvPr/>
        </p:nvGrpSpPr>
        <p:grpSpPr>
          <a:xfrm rot="10800000" flipH="1">
            <a:off x="205659" y="2003797"/>
            <a:ext cx="1888282" cy="1879453"/>
            <a:chOff x="2414491" y="671177"/>
            <a:chExt cx="1830972" cy="1822411"/>
          </a:xfrm>
        </p:grpSpPr>
        <p:sp>
          <p:nvSpPr>
            <p:cNvPr id="1188" name="Google Shape;1188;p80"/>
            <p:cNvSpPr/>
            <p:nvPr/>
          </p:nvSpPr>
          <p:spPr>
            <a:xfrm>
              <a:off x="2414491" y="671177"/>
              <a:ext cx="1830972" cy="1822391"/>
            </a:xfrm>
            <a:custGeom>
              <a:avLst/>
              <a:gdLst/>
              <a:ahLst/>
              <a:cxnLst/>
              <a:rect l="l" t="t" r="r" b="b"/>
              <a:pathLst>
                <a:path w="45663" h="45449" extrusionOk="0">
                  <a:moveTo>
                    <a:pt x="10947" y="4979"/>
                  </a:moveTo>
                  <a:lnTo>
                    <a:pt x="15605" y="7656"/>
                  </a:lnTo>
                  <a:lnTo>
                    <a:pt x="15605" y="13062"/>
                  </a:lnTo>
                  <a:lnTo>
                    <a:pt x="10947" y="15766"/>
                  </a:lnTo>
                  <a:lnTo>
                    <a:pt x="6263" y="13062"/>
                  </a:lnTo>
                  <a:lnTo>
                    <a:pt x="6263" y="7656"/>
                  </a:lnTo>
                  <a:lnTo>
                    <a:pt x="10947" y="4979"/>
                  </a:lnTo>
                  <a:close/>
                  <a:moveTo>
                    <a:pt x="20449" y="4979"/>
                  </a:moveTo>
                  <a:lnTo>
                    <a:pt x="25133" y="7656"/>
                  </a:lnTo>
                  <a:lnTo>
                    <a:pt x="25133" y="13062"/>
                  </a:lnTo>
                  <a:lnTo>
                    <a:pt x="20449" y="15766"/>
                  </a:lnTo>
                  <a:lnTo>
                    <a:pt x="15792" y="13062"/>
                  </a:lnTo>
                  <a:lnTo>
                    <a:pt x="15792" y="7656"/>
                  </a:lnTo>
                  <a:lnTo>
                    <a:pt x="20449" y="4979"/>
                  </a:lnTo>
                  <a:close/>
                  <a:moveTo>
                    <a:pt x="29978" y="4979"/>
                  </a:moveTo>
                  <a:lnTo>
                    <a:pt x="34635" y="7656"/>
                  </a:lnTo>
                  <a:lnTo>
                    <a:pt x="34635" y="13062"/>
                  </a:lnTo>
                  <a:lnTo>
                    <a:pt x="29978" y="15766"/>
                  </a:lnTo>
                  <a:lnTo>
                    <a:pt x="25294" y="13062"/>
                  </a:lnTo>
                  <a:lnTo>
                    <a:pt x="25294" y="7656"/>
                  </a:lnTo>
                  <a:lnTo>
                    <a:pt x="29978" y="4979"/>
                  </a:lnTo>
                  <a:close/>
                  <a:moveTo>
                    <a:pt x="6183" y="13196"/>
                  </a:moveTo>
                  <a:lnTo>
                    <a:pt x="10867" y="15899"/>
                  </a:lnTo>
                  <a:lnTo>
                    <a:pt x="10867" y="21306"/>
                  </a:lnTo>
                  <a:lnTo>
                    <a:pt x="6183" y="23983"/>
                  </a:lnTo>
                  <a:lnTo>
                    <a:pt x="1526" y="21306"/>
                  </a:lnTo>
                  <a:lnTo>
                    <a:pt x="1526" y="15899"/>
                  </a:lnTo>
                  <a:lnTo>
                    <a:pt x="6183" y="13196"/>
                  </a:lnTo>
                  <a:close/>
                  <a:moveTo>
                    <a:pt x="15712" y="13196"/>
                  </a:moveTo>
                  <a:lnTo>
                    <a:pt x="20369" y="15899"/>
                  </a:lnTo>
                  <a:lnTo>
                    <a:pt x="20369" y="21306"/>
                  </a:lnTo>
                  <a:lnTo>
                    <a:pt x="15712" y="23983"/>
                  </a:lnTo>
                  <a:lnTo>
                    <a:pt x="11028" y="21306"/>
                  </a:lnTo>
                  <a:lnTo>
                    <a:pt x="11028" y="15899"/>
                  </a:lnTo>
                  <a:lnTo>
                    <a:pt x="15712" y="13196"/>
                  </a:lnTo>
                  <a:close/>
                  <a:moveTo>
                    <a:pt x="25213" y="13196"/>
                  </a:moveTo>
                  <a:lnTo>
                    <a:pt x="29871" y="15899"/>
                  </a:lnTo>
                  <a:lnTo>
                    <a:pt x="29871" y="21306"/>
                  </a:lnTo>
                  <a:lnTo>
                    <a:pt x="25213" y="23983"/>
                  </a:lnTo>
                  <a:lnTo>
                    <a:pt x="20529" y="21306"/>
                  </a:lnTo>
                  <a:lnTo>
                    <a:pt x="20529" y="15899"/>
                  </a:lnTo>
                  <a:lnTo>
                    <a:pt x="25213" y="13196"/>
                  </a:lnTo>
                  <a:close/>
                  <a:moveTo>
                    <a:pt x="34715" y="13196"/>
                  </a:moveTo>
                  <a:lnTo>
                    <a:pt x="39399" y="15899"/>
                  </a:lnTo>
                  <a:lnTo>
                    <a:pt x="39399" y="21306"/>
                  </a:lnTo>
                  <a:lnTo>
                    <a:pt x="34715" y="23983"/>
                  </a:lnTo>
                  <a:lnTo>
                    <a:pt x="30058" y="21306"/>
                  </a:lnTo>
                  <a:lnTo>
                    <a:pt x="30058" y="15899"/>
                  </a:lnTo>
                  <a:lnTo>
                    <a:pt x="34715" y="13196"/>
                  </a:lnTo>
                  <a:close/>
                  <a:moveTo>
                    <a:pt x="10947" y="21440"/>
                  </a:moveTo>
                  <a:lnTo>
                    <a:pt x="15605" y="24143"/>
                  </a:lnTo>
                  <a:lnTo>
                    <a:pt x="15605" y="29523"/>
                  </a:lnTo>
                  <a:lnTo>
                    <a:pt x="10947" y="32226"/>
                  </a:lnTo>
                  <a:lnTo>
                    <a:pt x="6263" y="29523"/>
                  </a:lnTo>
                  <a:lnTo>
                    <a:pt x="6263" y="24143"/>
                  </a:lnTo>
                  <a:lnTo>
                    <a:pt x="10947" y="21440"/>
                  </a:lnTo>
                  <a:close/>
                  <a:moveTo>
                    <a:pt x="20449" y="21440"/>
                  </a:moveTo>
                  <a:lnTo>
                    <a:pt x="25133" y="24143"/>
                  </a:lnTo>
                  <a:lnTo>
                    <a:pt x="25133" y="29523"/>
                  </a:lnTo>
                  <a:lnTo>
                    <a:pt x="20449" y="32226"/>
                  </a:lnTo>
                  <a:lnTo>
                    <a:pt x="15792" y="29523"/>
                  </a:lnTo>
                  <a:lnTo>
                    <a:pt x="15792" y="24143"/>
                  </a:lnTo>
                  <a:lnTo>
                    <a:pt x="20449" y="21440"/>
                  </a:lnTo>
                  <a:close/>
                  <a:moveTo>
                    <a:pt x="29978" y="21440"/>
                  </a:moveTo>
                  <a:lnTo>
                    <a:pt x="34635" y="24143"/>
                  </a:lnTo>
                  <a:lnTo>
                    <a:pt x="34635" y="29523"/>
                  </a:lnTo>
                  <a:lnTo>
                    <a:pt x="29978" y="32226"/>
                  </a:lnTo>
                  <a:lnTo>
                    <a:pt x="25294" y="29523"/>
                  </a:lnTo>
                  <a:lnTo>
                    <a:pt x="25294" y="24143"/>
                  </a:lnTo>
                  <a:lnTo>
                    <a:pt x="29978" y="21440"/>
                  </a:lnTo>
                  <a:close/>
                  <a:moveTo>
                    <a:pt x="39480" y="21440"/>
                  </a:moveTo>
                  <a:lnTo>
                    <a:pt x="44137" y="24143"/>
                  </a:lnTo>
                  <a:lnTo>
                    <a:pt x="44137" y="29523"/>
                  </a:lnTo>
                  <a:lnTo>
                    <a:pt x="39480" y="32226"/>
                  </a:lnTo>
                  <a:lnTo>
                    <a:pt x="34796" y="29523"/>
                  </a:lnTo>
                  <a:lnTo>
                    <a:pt x="34796" y="24143"/>
                  </a:lnTo>
                  <a:lnTo>
                    <a:pt x="39480" y="21440"/>
                  </a:lnTo>
                  <a:close/>
                  <a:moveTo>
                    <a:pt x="15712" y="29684"/>
                  </a:moveTo>
                  <a:lnTo>
                    <a:pt x="20369" y="32387"/>
                  </a:lnTo>
                  <a:lnTo>
                    <a:pt x="20369" y="37767"/>
                  </a:lnTo>
                  <a:lnTo>
                    <a:pt x="15712" y="40470"/>
                  </a:lnTo>
                  <a:lnTo>
                    <a:pt x="11028" y="37767"/>
                  </a:lnTo>
                  <a:lnTo>
                    <a:pt x="11028" y="32387"/>
                  </a:lnTo>
                  <a:lnTo>
                    <a:pt x="15712" y="29684"/>
                  </a:lnTo>
                  <a:close/>
                  <a:moveTo>
                    <a:pt x="25213" y="29684"/>
                  </a:moveTo>
                  <a:lnTo>
                    <a:pt x="29871" y="32387"/>
                  </a:lnTo>
                  <a:lnTo>
                    <a:pt x="29871" y="37767"/>
                  </a:lnTo>
                  <a:lnTo>
                    <a:pt x="25213" y="40470"/>
                  </a:lnTo>
                  <a:lnTo>
                    <a:pt x="20529" y="37767"/>
                  </a:lnTo>
                  <a:lnTo>
                    <a:pt x="20529" y="32387"/>
                  </a:lnTo>
                  <a:lnTo>
                    <a:pt x="25213" y="29684"/>
                  </a:lnTo>
                  <a:close/>
                  <a:moveTo>
                    <a:pt x="34715" y="29684"/>
                  </a:moveTo>
                  <a:lnTo>
                    <a:pt x="39399" y="32387"/>
                  </a:lnTo>
                  <a:lnTo>
                    <a:pt x="39399" y="37767"/>
                  </a:lnTo>
                  <a:lnTo>
                    <a:pt x="34715" y="40470"/>
                  </a:lnTo>
                  <a:lnTo>
                    <a:pt x="30058" y="37767"/>
                  </a:lnTo>
                  <a:lnTo>
                    <a:pt x="30058" y="32387"/>
                  </a:lnTo>
                  <a:lnTo>
                    <a:pt x="34715" y="29684"/>
                  </a:lnTo>
                  <a:close/>
                  <a:moveTo>
                    <a:pt x="20369" y="1"/>
                  </a:moveTo>
                  <a:lnTo>
                    <a:pt x="20369" y="4818"/>
                  </a:lnTo>
                  <a:lnTo>
                    <a:pt x="15712" y="7522"/>
                  </a:lnTo>
                  <a:lnTo>
                    <a:pt x="11028" y="4818"/>
                  </a:lnTo>
                  <a:lnTo>
                    <a:pt x="11028" y="3159"/>
                  </a:lnTo>
                  <a:cubicBezTo>
                    <a:pt x="10974" y="3186"/>
                    <a:pt x="10921" y="3239"/>
                    <a:pt x="10867" y="3266"/>
                  </a:cubicBezTo>
                  <a:lnTo>
                    <a:pt x="10867" y="4818"/>
                  </a:lnTo>
                  <a:lnTo>
                    <a:pt x="6183" y="7522"/>
                  </a:lnTo>
                  <a:lnTo>
                    <a:pt x="5915" y="7361"/>
                  </a:lnTo>
                  <a:cubicBezTo>
                    <a:pt x="5889" y="7415"/>
                    <a:pt x="5835" y="7442"/>
                    <a:pt x="5808" y="7495"/>
                  </a:cubicBezTo>
                  <a:lnTo>
                    <a:pt x="6103" y="7656"/>
                  </a:lnTo>
                  <a:lnTo>
                    <a:pt x="6103" y="13062"/>
                  </a:lnTo>
                  <a:lnTo>
                    <a:pt x="1419" y="15766"/>
                  </a:lnTo>
                  <a:lnTo>
                    <a:pt x="1124" y="15578"/>
                  </a:lnTo>
                  <a:cubicBezTo>
                    <a:pt x="1124" y="15632"/>
                    <a:pt x="1098" y="15685"/>
                    <a:pt x="1071" y="15739"/>
                  </a:cubicBezTo>
                  <a:lnTo>
                    <a:pt x="1338" y="15899"/>
                  </a:lnTo>
                  <a:lnTo>
                    <a:pt x="1338" y="21306"/>
                  </a:lnTo>
                  <a:lnTo>
                    <a:pt x="0" y="22082"/>
                  </a:lnTo>
                  <a:cubicBezTo>
                    <a:pt x="0" y="22136"/>
                    <a:pt x="0" y="22216"/>
                    <a:pt x="0" y="22270"/>
                  </a:cubicBezTo>
                  <a:lnTo>
                    <a:pt x="1419" y="21440"/>
                  </a:lnTo>
                  <a:lnTo>
                    <a:pt x="6103" y="24143"/>
                  </a:lnTo>
                  <a:lnTo>
                    <a:pt x="6103" y="29523"/>
                  </a:lnTo>
                  <a:lnTo>
                    <a:pt x="1927" y="31932"/>
                  </a:lnTo>
                  <a:cubicBezTo>
                    <a:pt x="1954" y="31986"/>
                    <a:pt x="1981" y="32039"/>
                    <a:pt x="2008" y="32093"/>
                  </a:cubicBezTo>
                  <a:lnTo>
                    <a:pt x="6183" y="29684"/>
                  </a:lnTo>
                  <a:lnTo>
                    <a:pt x="10867" y="32387"/>
                  </a:lnTo>
                  <a:lnTo>
                    <a:pt x="10867" y="37767"/>
                  </a:lnTo>
                  <a:lnTo>
                    <a:pt x="7548" y="39694"/>
                  </a:lnTo>
                  <a:cubicBezTo>
                    <a:pt x="7575" y="39721"/>
                    <a:pt x="7628" y="39774"/>
                    <a:pt x="7682" y="39801"/>
                  </a:cubicBezTo>
                  <a:lnTo>
                    <a:pt x="10947" y="37928"/>
                  </a:lnTo>
                  <a:lnTo>
                    <a:pt x="15605" y="40631"/>
                  </a:lnTo>
                  <a:lnTo>
                    <a:pt x="15605" y="44405"/>
                  </a:lnTo>
                  <a:cubicBezTo>
                    <a:pt x="15658" y="44405"/>
                    <a:pt x="15738" y="44432"/>
                    <a:pt x="15792" y="44458"/>
                  </a:cubicBezTo>
                  <a:lnTo>
                    <a:pt x="15792" y="40631"/>
                  </a:lnTo>
                  <a:lnTo>
                    <a:pt x="20449" y="37928"/>
                  </a:lnTo>
                  <a:lnTo>
                    <a:pt x="25133" y="40631"/>
                  </a:lnTo>
                  <a:lnTo>
                    <a:pt x="25133" y="45449"/>
                  </a:lnTo>
                  <a:cubicBezTo>
                    <a:pt x="25187" y="45449"/>
                    <a:pt x="25240" y="45449"/>
                    <a:pt x="25294" y="45422"/>
                  </a:cubicBezTo>
                  <a:lnTo>
                    <a:pt x="25294" y="40631"/>
                  </a:lnTo>
                  <a:lnTo>
                    <a:pt x="29978" y="37928"/>
                  </a:lnTo>
                  <a:lnTo>
                    <a:pt x="34635" y="40631"/>
                  </a:lnTo>
                  <a:lnTo>
                    <a:pt x="34635" y="42290"/>
                  </a:lnTo>
                  <a:cubicBezTo>
                    <a:pt x="34688" y="42237"/>
                    <a:pt x="34742" y="42210"/>
                    <a:pt x="34796" y="42183"/>
                  </a:cubicBezTo>
                  <a:lnTo>
                    <a:pt x="34796" y="40631"/>
                  </a:lnTo>
                  <a:lnTo>
                    <a:pt x="39480" y="37928"/>
                  </a:lnTo>
                  <a:lnTo>
                    <a:pt x="39747" y="38088"/>
                  </a:lnTo>
                  <a:cubicBezTo>
                    <a:pt x="39774" y="38035"/>
                    <a:pt x="39827" y="37981"/>
                    <a:pt x="39854" y="37954"/>
                  </a:cubicBezTo>
                  <a:lnTo>
                    <a:pt x="39560" y="37767"/>
                  </a:lnTo>
                  <a:lnTo>
                    <a:pt x="39560" y="32387"/>
                  </a:lnTo>
                  <a:lnTo>
                    <a:pt x="44244" y="29684"/>
                  </a:lnTo>
                  <a:lnTo>
                    <a:pt x="44538" y="29871"/>
                  </a:lnTo>
                  <a:cubicBezTo>
                    <a:pt x="44565" y="29791"/>
                    <a:pt x="44565" y="29737"/>
                    <a:pt x="44592" y="29684"/>
                  </a:cubicBezTo>
                  <a:lnTo>
                    <a:pt x="44324" y="29523"/>
                  </a:lnTo>
                  <a:lnTo>
                    <a:pt x="44324" y="24143"/>
                  </a:lnTo>
                  <a:lnTo>
                    <a:pt x="45662" y="23367"/>
                  </a:lnTo>
                  <a:cubicBezTo>
                    <a:pt x="45662" y="23314"/>
                    <a:pt x="45662" y="23233"/>
                    <a:pt x="45662" y="23153"/>
                  </a:cubicBezTo>
                  <a:lnTo>
                    <a:pt x="44244" y="23983"/>
                  </a:lnTo>
                  <a:lnTo>
                    <a:pt x="39560" y="21306"/>
                  </a:lnTo>
                  <a:lnTo>
                    <a:pt x="39560" y="15899"/>
                  </a:lnTo>
                  <a:lnTo>
                    <a:pt x="43735" y="13491"/>
                  </a:lnTo>
                  <a:cubicBezTo>
                    <a:pt x="43709" y="13437"/>
                    <a:pt x="43682" y="13383"/>
                    <a:pt x="43655" y="13330"/>
                  </a:cubicBezTo>
                  <a:lnTo>
                    <a:pt x="39480" y="15766"/>
                  </a:lnTo>
                  <a:lnTo>
                    <a:pt x="34796" y="13062"/>
                  </a:lnTo>
                  <a:lnTo>
                    <a:pt x="34796" y="7656"/>
                  </a:lnTo>
                  <a:lnTo>
                    <a:pt x="38114" y="5755"/>
                  </a:lnTo>
                  <a:cubicBezTo>
                    <a:pt x="38088" y="5702"/>
                    <a:pt x="38034" y="5675"/>
                    <a:pt x="37981" y="5621"/>
                  </a:cubicBezTo>
                  <a:lnTo>
                    <a:pt x="34715" y="7522"/>
                  </a:lnTo>
                  <a:lnTo>
                    <a:pt x="30058" y="4818"/>
                  </a:lnTo>
                  <a:lnTo>
                    <a:pt x="30058" y="1045"/>
                  </a:lnTo>
                  <a:cubicBezTo>
                    <a:pt x="30004" y="1018"/>
                    <a:pt x="29951" y="1018"/>
                    <a:pt x="29871" y="991"/>
                  </a:cubicBezTo>
                  <a:lnTo>
                    <a:pt x="29871" y="4818"/>
                  </a:lnTo>
                  <a:lnTo>
                    <a:pt x="25213" y="7522"/>
                  </a:lnTo>
                  <a:lnTo>
                    <a:pt x="20529" y="4818"/>
                  </a:lnTo>
                  <a:lnTo>
                    <a:pt x="2052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9" name="Google Shape;1189;p80"/>
            <p:cNvSpPr/>
            <p:nvPr/>
          </p:nvSpPr>
          <p:spPr>
            <a:xfrm>
              <a:off x="2796545" y="833253"/>
              <a:ext cx="9704" cy="7538"/>
            </a:xfrm>
            <a:custGeom>
              <a:avLst/>
              <a:gdLst/>
              <a:ahLst/>
              <a:cxnLst/>
              <a:rect l="l" t="t" r="r" b="b"/>
              <a:pathLst>
                <a:path w="242" h="188" extrusionOk="0">
                  <a:moveTo>
                    <a:pt x="161" y="0"/>
                  </a:moveTo>
                  <a:cubicBezTo>
                    <a:pt x="108" y="27"/>
                    <a:pt x="54" y="81"/>
                    <a:pt x="1" y="107"/>
                  </a:cubicBezTo>
                  <a:lnTo>
                    <a:pt x="161" y="188"/>
                  </a:lnTo>
                  <a:lnTo>
                    <a:pt x="242" y="54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0" name="Google Shape;1190;p80"/>
            <p:cNvSpPr/>
            <p:nvPr/>
          </p:nvSpPr>
          <p:spPr>
            <a:xfrm>
              <a:off x="2899597" y="677633"/>
              <a:ext cx="287659" cy="242590"/>
            </a:xfrm>
            <a:custGeom>
              <a:avLst/>
              <a:gdLst/>
              <a:ahLst/>
              <a:cxnLst/>
              <a:rect l="l" t="t" r="r" b="b"/>
              <a:pathLst>
                <a:path w="7174" h="6050" extrusionOk="0">
                  <a:moveTo>
                    <a:pt x="7173" y="0"/>
                  </a:moveTo>
                  <a:lnTo>
                    <a:pt x="7173" y="0"/>
                  </a:lnTo>
                  <a:cubicBezTo>
                    <a:pt x="7013" y="27"/>
                    <a:pt x="6852" y="54"/>
                    <a:pt x="6692" y="81"/>
                  </a:cubicBezTo>
                  <a:lnTo>
                    <a:pt x="3667" y="1794"/>
                  </a:lnTo>
                  <a:lnTo>
                    <a:pt x="3667" y="830"/>
                  </a:lnTo>
                  <a:cubicBezTo>
                    <a:pt x="3614" y="857"/>
                    <a:pt x="3560" y="857"/>
                    <a:pt x="3507" y="884"/>
                  </a:cubicBezTo>
                  <a:lnTo>
                    <a:pt x="3507" y="1794"/>
                  </a:lnTo>
                  <a:lnTo>
                    <a:pt x="2516" y="1231"/>
                  </a:lnTo>
                  <a:cubicBezTo>
                    <a:pt x="2463" y="1258"/>
                    <a:pt x="2382" y="1285"/>
                    <a:pt x="2329" y="1312"/>
                  </a:cubicBezTo>
                  <a:lnTo>
                    <a:pt x="3426" y="1954"/>
                  </a:lnTo>
                  <a:lnTo>
                    <a:pt x="0" y="3935"/>
                  </a:lnTo>
                  <a:lnTo>
                    <a:pt x="81" y="4069"/>
                  </a:lnTo>
                  <a:lnTo>
                    <a:pt x="3507" y="2115"/>
                  </a:lnTo>
                  <a:lnTo>
                    <a:pt x="3507" y="6049"/>
                  </a:lnTo>
                  <a:lnTo>
                    <a:pt x="3667" y="6049"/>
                  </a:lnTo>
                  <a:lnTo>
                    <a:pt x="3667" y="2115"/>
                  </a:lnTo>
                  <a:lnTo>
                    <a:pt x="7093" y="4069"/>
                  </a:lnTo>
                  <a:lnTo>
                    <a:pt x="7173" y="3935"/>
                  </a:lnTo>
                  <a:lnTo>
                    <a:pt x="3774" y="1954"/>
                  </a:lnTo>
                  <a:lnTo>
                    <a:pt x="717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1" name="Google Shape;1191;p80"/>
            <p:cNvSpPr/>
            <p:nvPr/>
          </p:nvSpPr>
          <p:spPr>
            <a:xfrm>
              <a:off x="3280608" y="671177"/>
              <a:ext cx="288742" cy="249046"/>
            </a:xfrm>
            <a:custGeom>
              <a:avLst/>
              <a:gdLst/>
              <a:ahLst/>
              <a:cxnLst/>
              <a:rect l="l" t="t" r="r" b="b"/>
              <a:pathLst>
                <a:path w="7201" h="6211" extrusionOk="0">
                  <a:moveTo>
                    <a:pt x="107" y="1"/>
                  </a:moveTo>
                  <a:lnTo>
                    <a:pt x="0" y="134"/>
                  </a:lnTo>
                  <a:lnTo>
                    <a:pt x="3426" y="2115"/>
                  </a:lnTo>
                  <a:lnTo>
                    <a:pt x="0" y="4096"/>
                  </a:lnTo>
                  <a:lnTo>
                    <a:pt x="107" y="4230"/>
                  </a:lnTo>
                  <a:lnTo>
                    <a:pt x="3506" y="2276"/>
                  </a:lnTo>
                  <a:lnTo>
                    <a:pt x="3506" y="6210"/>
                  </a:lnTo>
                  <a:lnTo>
                    <a:pt x="3694" y="6210"/>
                  </a:lnTo>
                  <a:lnTo>
                    <a:pt x="3694" y="2276"/>
                  </a:lnTo>
                  <a:lnTo>
                    <a:pt x="7093" y="4230"/>
                  </a:lnTo>
                  <a:lnTo>
                    <a:pt x="7200" y="4096"/>
                  </a:lnTo>
                  <a:lnTo>
                    <a:pt x="3774" y="2115"/>
                  </a:lnTo>
                  <a:lnTo>
                    <a:pt x="6558" y="509"/>
                  </a:lnTo>
                  <a:cubicBezTo>
                    <a:pt x="6477" y="482"/>
                    <a:pt x="6397" y="456"/>
                    <a:pt x="6317" y="456"/>
                  </a:cubicBezTo>
                  <a:lnTo>
                    <a:pt x="3694" y="1955"/>
                  </a:lnTo>
                  <a:lnTo>
                    <a:pt x="3694" y="1"/>
                  </a:lnTo>
                  <a:lnTo>
                    <a:pt x="3506" y="1"/>
                  </a:lnTo>
                  <a:lnTo>
                    <a:pt x="3506" y="1955"/>
                  </a:lnTo>
                  <a:lnTo>
                    <a:pt x="10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2" name="Google Shape;1192;p80"/>
            <p:cNvSpPr/>
            <p:nvPr/>
          </p:nvSpPr>
          <p:spPr>
            <a:xfrm>
              <a:off x="3662662" y="776354"/>
              <a:ext cx="109506" cy="64437"/>
            </a:xfrm>
            <a:custGeom>
              <a:avLst/>
              <a:gdLst/>
              <a:ahLst/>
              <a:cxnLst/>
              <a:rect l="l" t="t" r="r" b="b"/>
              <a:pathLst>
                <a:path w="2731" h="1607" extrusionOk="0">
                  <a:moveTo>
                    <a:pt x="2543" y="1"/>
                  </a:moveTo>
                  <a:lnTo>
                    <a:pt x="1" y="1473"/>
                  </a:lnTo>
                  <a:lnTo>
                    <a:pt x="81" y="1607"/>
                  </a:lnTo>
                  <a:lnTo>
                    <a:pt x="2731" y="81"/>
                  </a:lnTo>
                  <a:cubicBezTo>
                    <a:pt x="2677" y="54"/>
                    <a:pt x="2597" y="27"/>
                    <a:pt x="254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3" name="Google Shape;1193;p80"/>
            <p:cNvSpPr/>
            <p:nvPr/>
          </p:nvSpPr>
          <p:spPr>
            <a:xfrm>
              <a:off x="3803246" y="797847"/>
              <a:ext cx="6496" cy="122378"/>
            </a:xfrm>
            <a:custGeom>
              <a:avLst/>
              <a:gdLst/>
              <a:ahLst/>
              <a:cxnLst/>
              <a:rect l="l" t="t" r="r" b="b"/>
              <a:pathLst>
                <a:path w="162" h="3052" extrusionOk="0">
                  <a:moveTo>
                    <a:pt x="1" y="0"/>
                  </a:moveTo>
                  <a:lnTo>
                    <a:pt x="1" y="3051"/>
                  </a:lnTo>
                  <a:lnTo>
                    <a:pt x="162" y="3051"/>
                  </a:lnTo>
                  <a:lnTo>
                    <a:pt x="162" y="107"/>
                  </a:lnTo>
                  <a:cubicBezTo>
                    <a:pt x="108" y="54"/>
                    <a:pt x="54" y="27"/>
                    <a:pt x="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4" name="Google Shape;1194;p80"/>
            <p:cNvSpPr/>
            <p:nvPr/>
          </p:nvSpPr>
          <p:spPr>
            <a:xfrm>
              <a:off x="2475641" y="1246463"/>
              <a:ext cx="2205" cy="4331"/>
            </a:xfrm>
            <a:custGeom>
              <a:avLst/>
              <a:gdLst/>
              <a:ahLst/>
              <a:cxnLst/>
              <a:rect l="l" t="t" r="r" b="b"/>
              <a:pathLst>
                <a:path w="55" h="108" extrusionOk="0">
                  <a:moveTo>
                    <a:pt x="54" y="0"/>
                  </a:moveTo>
                  <a:cubicBezTo>
                    <a:pt x="28" y="27"/>
                    <a:pt x="28" y="54"/>
                    <a:pt x="1" y="107"/>
                  </a:cubicBezTo>
                  <a:lnTo>
                    <a:pt x="54" y="107"/>
                  </a:lnTo>
                  <a:lnTo>
                    <a:pt x="5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5" name="Google Shape;1195;p80"/>
            <p:cNvSpPr/>
            <p:nvPr/>
          </p:nvSpPr>
          <p:spPr>
            <a:xfrm>
              <a:off x="2616265" y="1006036"/>
              <a:ext cx="2165" cy="2205"/>
            </a:xfrm>
            <a:custGeom>
              <a:avLst/>
              <a:gdLst/>
              <a:ahLst/>
              <a:cxnLst/>
              <a:rect l="l" t="t" r="r" b="b"/>
              <a:pathLst>
                <a:path w="54" h="55" extrusionOk="0">
                  <a:moveTo>
                    <a:pt x="54" y="1"/>
                  </a:moveTo>
                  <a:cubicBezTo>
                    <a:pt x="27" y="27"/>
                    <a:pt x="27" y="27"/>
                    <a:pt x="0" y="54"/>
                  </a:cubicBezTo>
                  <a:lnTo>
                    <a:pt x="54" y="27"/>
                  </a:lnTo>
                  <a:lnTo>
                    <a:pt x="5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6" name="Google Shape;1196;p80"/>
            <p:cNvSpPr/>
            <p:nvPr/>
          </p:nvSpPr>
          <p:spPr>
            <a:xfrm>
              <a:off x="2535748" y="1119794"/>
              <a:ext cx="82681" cy="51565"/>
            </a:xfrm>
            <a:custGeom>
              <a:avLst/>
              <a:gdLst/>
              <a:ahLst/>
              <a:cxnLst/>
              <a:rect l="l" t="t" r="r" b="b"/>
              <a:pathLst>
                <a:path w="2062" h="1286" extrusionOk="0">
                  <a:moveTo>
                    <a:pt x="81" y="1"/>
                  </a:moveTo>
                  <a:cubicBezTo>
                    <a:pt x="54" y="54"/>
                    <a:pt x="27" y="108"/>
                    <a:pt x="1" y="135"/>
                  </a:cubicBezTo>
                  <a:lnTo>
                    <a:pt x="1981" y="1285"/>
                  </a:lnTo>
                  <a:lnTo>
                    <a:pt x="2062" y="1125"/>
                  </a:ln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7" name="Google Shape;1197;p80"/>
            <p:cNvSpPr/>
            <p:nvPr/>
          </p:nvSpPr>
          <p:spPr>
            <a:xfrm>
              <a:off x="2711778" y="921268"/>
              <a:ext cx="287659" cy="329521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217"/>
                  </a:lnTo>
                  <a:lnTo>
                    <a:pt x="3667" y="8217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8" name="Google Shape;1198;p80"/>
            <p:cNvSpPr/>
            <p:nvPr/>
          </p:nvSpPr>
          <p:spPr>
            <a:xfrm>
              <a:off x="3092789" y="921268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80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0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41"/>
                  </a:lnTo>
                  <a:lnTo>
                    <a:pt x="7093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9" name="Google Shape;1199;p80"/>
            <p:cNvSpPr/>
            <p:nvPr/>
          </p:nvSpPr>
          <p:spPr>
            <a:xfrm>
              <a:off x="3474843" y="92126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480" y="3961"/>
                  </a:lnTo>
                  <a:lnTo>
                    <a:pt x="81" y="1981"/>
                  </a:lnTo>
                  <a:lnTo>
                    <a:pt x="1" y="2141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36"/>
                  </a:lnTo>
                  <a:lnTo>
                    <a:pt x="3480" y="4256"/>
                  </a:lnTo>
                  <a:lnTo>
                    <a:pt x="3480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0" name="Google Shape;1200;p80"/>
            <p:cNvSpPr/>
            <p:nvPr/>
          </p:nvSpPr>
          <p:spPr>
            <a:xfrm>
              <a:off x="3855854" y="953467"/>
              <a:ext cx="287659" cy="296240"/>
            </a:xfrm>
            <a:custGeom>
              <a:avLst/>
              <a:gdLst/>
              <a:ahLst/>
              <a:cxnLst/>
              <a:rect l="l" t="t" r="r" b="b"/>
              <a:pathLst>
                <a:path w="7174" h="7388" extrusionOk="0">
                  <a:moveTo>
                    <a:pt x="3507" y="0"/>
                  </a:moveTo>
                  <a:lnTo>
                    <a:pt x="3507" y="3158"/>
                  </a:lnTo>
                  <a:lnTo>
                    <a:pt x="81" y="1178"/>
                  </a:lnTo>
                  <a:lnTo>
                    <a:pt x="0" y="1312"/>
                  </a:lnTo>
                  <a:lnTo>
                    <a:pt x="3426" y="3292"/>
                  </a:lnTo>
                  <a:lnTo>
                    <a:pt x="0" y="5273"/>
                  </a:lnTo>
                  <a:lnTo>
                    <a:pt x="81" y="5433"/>
                  </a:lnTo>
                  <a:lnTo>
                    <a:pt x="3507" y="3453"/>
                  </a:lnTo>
                  <a:lnTo>
                    <a:pt x="3507" y="7387"/>
                  </a:lnTo>
                  <a:lnTo>
                    <a:pt x="3667" y="7387"/>
                  </a:lnTo>
                  <a:lnTo>
                    <a:pt x="3667" y="3453"/>
                  </a:lnTo>
                  <a:lnTo>
                    <a:pt x="7093" y="5407"/>
                  </a:lnTo>
                  <a:lnTo>
                    <a:pt x="7174" y="5273"/>
                  </a:lnTo>
                  <a:lnTo>
                    <a:pt x="3748" y="3292"/>
                  </a:lnTo>
                  <a:lnTo>
                    <a:pt x="5434" y="2329"/>
                  </a:lnTo>
                  <a:cubicBezTo>
                    <a:pt x="5380" y="2302"/>
                    <a:pt x="5354" y="2248"/>
                    <a:pt x="5327" y="2195"/>
                  </a:cubicBezTo>
                  <a:lnTo>
                    <a:pt x="3667" y="3158"/>
                  </a:lnTo>
                  <a:lnTo>
                    <a:pt x="3667" y="187"/>
                  </a:lnTo>
                  <a:cubicBezTo>
                    <a:pt x="3614" y="134"/>
                    <a:pt x="3560" y="80"/>
                    <a:pt x="350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1" name="Google Shape;1201;p80"/>
            <p:cNvSpPr/>
            <p:nvPr/>
          </p:nvSpPr>
          <p:spPr>
            <a:xfrm>
              <a:off x="2417699" y="1498640"/>
              <a:ext cx="7538" cy="9704"/>
            </a:xfrm>
            <a:custGeom>
              <a:avLst/>
              <a:gdLst/>
              <a:ahLst/>
              <a:cxnLst/>
              <a:rect l="l" t="t" r="r" b="b"/>
              <a:pathLst>
                <a:path w="188" h="242" extrusionOk="0">
                  <a:moveTo>
                    <a:pt x="1" y="1"/>
                  </a:moveTo>
                  <a:cubicBezTo>
                    <a:pt x="1" y="54"/>
                    <a:pt x="1" y="135"/>
                    <a:pt x="1" y="188"/>
                  </a:cubicBezTo>
                  <a:lnTo>
                    <a:pt x="108" y="242"/>
                  </a:lnTo>
                  <a:lnTo>
                    <a:pt x="188" y="108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2" name="Google Shape;1202;p80"/>
            <p:cNvSpPr/>
            <p:nvPr/>
          </p:nvSpPr>
          <p:spPr>
            <a:xfrm>
              <a:off x="2518586" y="1259335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3" name="Google Shape;1203;p80"/>
            <p:cNvSpPr/>
            <p:nvPr/>
          </p:nvSpPr>
          <p:spPr>
            <a:xfrm>
              <a:off x="2899597" y="1259335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3" y="6049"/>
                  </a:lnTo>
                  <a:lnTo>
                    <a:pt x="3774" y="4095"/>
                  </a:lnTo>
                  <a:lnTo>
                    <a:pt x="7173" y="2115"/>
                  </a:lnTo>
                  <a:lnTo>
                    <a:pt x="7093" y="1954"/>
                  </a:lnTo>
                  <a:lnTo>
                    <a:pt x="3667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4" name="Google Shape;1204;p80"/>
            <p:cNvSpPr/>
            <p:nvPr/>
          </p:nvSpPr>
          <p:spPr>
            <a:xfrm>
              <a:off x="3280608" y="1259335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35"/>
                  </a:lnTo>
                  <a:lnTo>
                    <a:pt x="107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107" y="6210"/>
                  </a:lnTo>
                  <a:lnTo>
                    <a:pt x="3506" y="4229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29"/>
                  </a:lnTo>
                  <a:lnTo>
                    <a:pt x="7093" y="6210"/>
                  </a:lnTo>
                  <a:lnTo>
                    <a:pt x="7200" y="6049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54"/>
                  </a:lnTo>
                  <a:lnTo>
                    <a:pt x="3694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5" name="Google Shape;1205;p80"/>
            <p:cNvSpPr/>
            <p:nvPr/>
          </p:nvSpPr>
          <p:spPr>
            <a:xfrm>
              <a:off x="3662662" y="1258252"/>
              <a:ext cx="287659" cy="329521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122"/>
                  </a:lnTo>
                  <a:lnTo>
                    <a:pt x="1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8" y="8218"/>
                  </a:lnTo>
                  <a:lnTo>
                    <a:pt x="3668" y="4256"/>
                  </a:lnTo>
                  <a:lnTo>
                    <a:pt x="7094" y="6237"/>
                  </a:lnTo>
                  <a:lnTo>
                    <a:pt x="7174" y="6076"/>
                  </a:lnTo>
                  <a:lnTo>
                    <a:pt x="3748" y="4122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6" name="Google Shape;1206;p80"/>
            <p:cNvSpPr/>
            <p:nvPr/>
          </p:nvSpPr>
          <p:spPr>
            <a:xfrm>
              <a:off x="4043673" y="1258252"/>
              <a:ext cx="193230" cy="329521"/>
            </a:xfrm>
            <a:custGeom>
              <a:avLst/>
              <a:gdLst/>
              <a:ahLst/>
              <a:cxnLst/>
              <a:rect l="l" t="t" r="r" b="b"/>
              <a:pathLst>
                <a:path w="4819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7" y="8218"/>
                  </a:lnTo>
                  <a:lnTo>
                    <a:pt x="3667" y="4256"/>
                  </a:lnTo>
                  <a:lnTo>
                    <a:pt x="4818" y="4925"/>
                  </a:lnTo>
                  <a:cubicBezTo>
                    <a:pt x="4818" y="4845"/>
                    <a:pt x="4818" y="4765"/>
                    <a:pt x="4792" y="4711"/>
                  </a:cubicBezTo>
                  <a:lnTo>
                    <a:pt x="3774" y="4096"/>
                  </a:lnTo>
                  <a:lnTo>
                    <a:pt x="4604" y="3614"/>
                  </a:lnTo>
                  <a:cubicBezTo>
                    <a:pt x="4604" y="3560"/>
                    <a:pt x="4577" y="3507"/>
                    <a:pt x="4577" y="3453"/>
                  </a:cubicBezTo>
                  <a:lnTo>
                    <a:pt x="3667" y="3962"/>
                  </a:lnTo>
                  <a:lnTo>
                    <a:pt x="3667" y="295"/>
                  </a:lnTo>
                  <a:cubicBezTo>
                    <a:pt x="3641" y="188"/>
                    <a:pt x="3614" y="108"/>
                    <a:pt x="358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7" name="Google Shape;1207;p80"/>
            <p:cNvSpPr/>
            <p:nvPr/>
          </p:nvSpPr>
          <p:spPr>
            <a:xfrm>
              <a:off x="2423072" y="1578074"/>
              <a:ext cx="195355" cy="328439"/>
            </a:xfrm>
            <a:custGeom>
              <a:avLst/>
              <a:gdLst/>
              <a:ahLst/>
              <a:cxnLst/>
              <a:rect l="l" t="t" r="r" b="b"/>
              <a:pathLst>
                <a:path w="4872" h="8191" extrusionOk="0">
                  <a:moveTo>
                    <a:pt x="1205" y="1"/>
                  </a:moveTo>
                  <a:lnTo>
                    <a:pt x="1205" y="3935"/>
                  </a:lnTo>
                  <a:lnTo>
                    <a:pt x="0" y="3266"/>
                  </a:lnTo>
                  <a:lnTo>
                    <a:pt x="0" y="3266"/>
                  </a:lnTo>
                  <a:cubicBezTo>
                    <a:pt x="0" y="3320"/>
                    <a:pt x="27" y="3400"/>
                    <a:pt x="27" y="3480"/>
                  </a:cubicBezTo>
                  <a:lnTo>
                    <a:pt x="1098" y="4096"/>
                  </a:lnTo>
                  <a:lnTo>
                    <a:pt x="214" y="4604"/>
                  </a:lnTo>
                  <a:cubicBezTo>
                    <a:pt x="241" y="4658"/>
                    <a:pt x="241" y="4738"/>
                    <a:pt x="268" y="4792"/>
                  </a:cubicBezTo>
                  <a:lnTo>
                    <a:pt x="1205" y="4256"/>
                  </a:lnTo>
                  <a:lnTo>
                    <a:pt x="1205" y="8030"/>
                  </a:lnTo>
                  <a:cubicBezTo>
                    <a:pt x="1205" y="8084"/>
                    <a:pt x="1232" y="8137"/>
                    <a:pt x="1258" y="8191"/>
                  </a:cubicBezTo>
                  <a:lnTo>
                    <a:pt x="1365" y="8191"/>
                  </a:lnTo>
                  <a:lnTo>
                    <a:pt x="1365" y="4256"/>
                  </a:lnTo>
                  <a:lnTo>
                    <a:pt x="4791" y="6210"/>
                  </a:lnTo>
                  <a:lnTo>
                    <a:pt x="4872" y="6076"/>
                  </a:lnTo>
                  <a:lnTo>
                    <a:pt x="1446" y="4096"/>
                  </a:lnTo>
                  <a:lnTo>
                    <a:pt x="4872" y="2115"/>
                  </a:lnTo>
                  <a:lnTo>
                    <a:pt x="4791" y="1981"/>
                  </a:lnTo>
                  <a:lnTo>
                    <a:pt x="1365" y="3935"/>
                  </a:lnTo>
                  <a:lnTo>
                    <a:pt x="136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8" name="Google Shape;1208;p80"/>
            <p:cNvSpPr/>
            <p:nvPr/>
          </p:nvSpPr>
          <p:spPr>
            <a:xfrm>
              <a:off x="2711778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56"/>
                  </a:lnTo>
                  <a:lnTo>
                    <a:pt x="7093" y="6210"/>
                  </a:lnTo>
                  <a:lnTo>
                    <a:pt x="7173" y="6076"/>
                  </a:lnTo>
                  <a:lnTo>
                    <a:pt x="3774" y="4096"/>
                  </a:lnTo>
                  <a:lnTo>
                    <a:pt x="7173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9" name="Google Shape;1209;p80"/>
            <p:cNvSpPr/>
            <p:nvPr/>
          </p:nvSpPr>
          <p:spPr>
            <a:xfrm>
              <a:off x="3092789" y="1578074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1"/>
                  </a:moveTo>
                  <a:lnTo>
                    <a:pt x="3506" y="3935"/>
                  </a:lnTo>
                  <a:lnTo>
                    <a:pt x="80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0" y="6210"/>
                  </a:lnTo>
                  <a:lnTo>
                    <a:pt x="3506" y="4230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30"/>
                  </a:lnTo>
                  <a:lnTo>
                    <a:pt x="7093" y="6210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15"/>
                  </a:lnTo>
                  <a:lnTo>
                    <a:pt x="7093" y="1981"/>
                  </a:lnTo>
                  <a:lnTo>
                    <a:pt x="3694" y="3935"/>
                  </a:lnTo>
                  <a:lnTo>
                    <a:pt x="369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0" name="Google Shape;1210;p80"/>
            <p:cNvSpPr/>
            <p:nvPr/>
          </p:nvSpPr>
          <p:spPr>
            <a:xfrm>
              <a:off x="3474843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1" y="2115"/>
                  </a:lnTo>
                  <a:lnTo>
                    <a:pt x="3400" y="4096"/>
                  </a:lnTo>
                  <a:lnTo>
                    <a:pt x="1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480" y="8191"/>
                  </a:lnTo>
                  <a:lnTo>
                    <a:pt x="3668" y="8191"/>
                  </a:lnTo>
                  <a:lnTo>
                    <a:pt x="3668" y="4230"/>
                  </a:lnTo>
                  <a:lnTo>
                    <a:pt x="7094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4" y="1955"/>
                  </a:lnTo>
                  <a:lnTo>
                    <a:pt x="3668" y="3935"/>
                  </a:lnTo>
                  <a:lnTo>
                    <a:pt x="366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1" name="Google Shape;1211;p80"/>
            <p:cNvSpPr/>
            <p:nvPr/>
          </p:nvSpPr>
          <p:spPr>
            <a:xfrm>
              <a:off x="3855854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30"/>
                  </a:lnTo>
                  <a:lnTo>
                    <a:pt x="7093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3" y="1955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2" name="Google Shape;1212;p80"/>
            <p:cNvSpPr/>
            <p:nvPr/>
          </p:nvSpPr>
          <p:spPr>
            <a:xfrm>
              <a:off x="2518586" y="1919388"/>
              <a:ext cx="287659" cy="293033"/>
            </a:xfrm>
            <a:custGeom>
              <a:avLst/>
              <a:gdLst/>
              <a:ahLst/>
              <a:cxnLst/>
              <a:rect l="l" t="t" r="r" b="b"/>
              <a:pathLst>
                <a:path w="7174" h="730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1767" y="5059"/>
                  </a:lnTo>
                  <a:cubicBezTo>
                    <a:pt x="1821" y="5086"/>
                    <a:pt x="1847" y="5139"/>
                    <a:pt x="1874" y="5193"/>
                  </a:cubicBezTo>
                  <a:lnTo>
                    <a:pt x="3507" y="4256"/>
                  </a:lnTo>
                  <a:lnTo>
                    <a:pt x="3507" y="7120"/>
                  </a:lnTo>
                  <a:cubicBezTo>
                    <a:pt x="3560" y="7200"/>
                    <a:pt x="3614" y="7254"/>
                    <a:pt x="3667" y="7307"/>
                  </a:cubicBezTo>
                  <a:lnTo>
                    <a:pt x="3667" y="4256"/>
                  </a:lnTo>
                  <a:lnTo>
                    <a:pt x="7093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3" name="Google Shape;1213;p80"/>
            <p:cNvSpPr/>
            <p:nvPr/>
          </p:nvSpPr>
          <p:spPr>
            <a:xfrm>
              <a:off x="2899597" y="191938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7" y="8190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4" name="Google Shape;1214;p80"/>
            <p:cNvSpPr/>
            <p:nvPr/>
          </p:nvSpPr>
          <p:spPr>
            <a:xfrm>
              <a:off x="3280608" y="1919388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107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107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5" name="Google Shape;1215;p80"/>
            <p:cNvSpPr/>
            <p:nvPr/>
          </p:nvSpPr>
          <p:spPr>
            <a:xfrm>
              <a:off x="3662662" y="191938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1" y="2115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6" name="Google Shape;1216;p80"/>
            <p:cNvSpPr/>
            <p:nvPr/>
          </p:nvSpPr>
          <p:spPr>
            <a:xfrm>
              <a:off x="4043673" y="1998782"/>
              <a:ext cx="78391" cy="49400"/>
            </a:xfrm>
            <a:custGeom>
              <a:avLst/>
              <a:gdLst/>
              <a:ahLst/>
              <a:cxnLst/>
              <a:rect l="l" t="t" r="r" b="b"/>
              <a:pathLst>
                <a:path w="1955" h="1232" extrusionOk="0">
                  <a:moveTo>
                    <a:pt x="81" y="1"/>
                  </a:moveTo>
                  <a:lnTo>
                    <a:pt x="0" y="135"/>
                  </a:lnTo>
                  <a:lnTo>
                    <a:pt x="1874" y="1232"/>
                  </a:lnTo>
                  <a:cubicBezTo>
                    <a:pt x="1901" y="1178"/>
                    <a:pt x="1928" y="1125"/>
                    <a:pt x="1954" y="1071"/>
                  </a:cubicBez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7" name="Google Shape;1217;p80"/>
            <p:cNvSpPr/>
            <p:nvPr/>
          </p:nvSpPr>
          <p:spPr>
            <a:xfrm>
              <a:off x="2884560" y="2317561"/>
              <a:ext cx="114879" cy="68727"/>
            </a:xfrm>
            <a:custGeom>
              <a:avLst/>
              <a:gdLst/>
              <a:ahLst/>
              <a:cxnLst/>
              <a:rect l="l" t="t" r="r" b="b"/>
              <a:pathLst>
                <a:path w="2865" h="1714" extrusionOk="0">
                  <a:moveTo>
                    <a:pt x="2784" y="0"/>
                  </a:moveTo>
                  <a:lnTo>
                    <a:pt x="1" y="1606"/>
                  </a:lnTo>
                  <a:cubicBezTo>
                    <a:pt x="54" y="1660"/>
                    <a:pt x="108" y="1686"/>
                    <a:pt x="161" y="1713"/>
                  </a:cubicBezTo>
                  <a:lnTo>
                    <a:pt x="2864" y="161"/>
                  </a:lnTo>
                  <a:lnTo>
                    <a:pt x="278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8" name="Google Shape;1218;p80"/>
            <p:cNvSpPr/>
            <p:nvPr/>
          </p:nvSpPr>
          <p:spPr>
            <a:xfrm>
              <a:off x="2852362" y="2238127"/>
              <a:ext cx="6496" cy="129916"/>
            </a:xfrm>
            <a:custGeom>
              <a:avLst/>
              <a:gdLst/>
              <a:ahLst/>
              <a:cxnLst/>
              <a:rect l="l" t="t" r="r" b="b"/>
              <a:pathLst>
                <a:path w="162" h="3240" extrusionOk="0">
                  <a:moveTo>
                    <a:pt x="1" y="0"/>
                  </a:moveTo>
                  <a:lnTo>
                    <a:pt x="1" y="3132"/>
                  </a:lnTo>
                  <a:cubicBezTo>
                    <a:pt x="54" y="3159"/>
                    <a:pt x="108" y="3212"/>
                    <a:pt x="161" y="3239"/>
                  </a:cubicBez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9" name="Google Shape;1219;p80"/>
            <p:cNvSpPr/>
            <p:nvPr/>
          </p:nvSpPr>
          <p:spPr>
            <a:xfrm>
              <a:off x="3092789" y="2238127"/>
              <a:ext cx="288742" cy="255461"/>
            </a:xfrm>
            <a:custGeom>
              <a:avLst/>
              <a:gdLst/>
              <a:ahLst/>
              <a:cxnLst/>
              <a:rect l="l" t="t" r="r" b="b"/>
              <a:pathLst>
                <a:path w="7201" h="6371" extrusionOk="0">
                  <a:moveTo>
                    <a:pt x="3506" y="0"/>
                  </a:moveTo>
                  <a:lnTo>
                    <a:pt x="3506" y="3962"/>
                  </a:lnTo>
                  <a:lnTo>
                    <a:pt x="80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455" y="5835"/>
                  </a:lnTo>
                  <a:cubicBezTo>
                    <a:pt x="535" y="5835"/>
                    <a:pt x="616" y="5862"/>
                    <a:pt x="696" y="5889"/>
                  </a:cubicBezTo>
                  <a:lnTo>
                    <a:pt x="3506" y="4256"/>
                  </a:lnTo>
                  <a:lnTo>
                    <a:pt x="3506" y="6371"/>
                  </a:lnTo>
                  <a:lnTo>
                    <a:pt x="3694" y="6371"/>
                  </a:lnTo>
                  <a:lnTo>
                    <a:pt x="3694" y="4256"/>
                  </a:lnTo>
                  <a:lnTo>
                    <a:pt x="7093" y="6237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42"/>
                  </a:lnTo>
                  <a:lnTo>
                    <a:pt x="7093" y="1981"/>
                  </a:lnTo>
                  <a:lnTo>
                    <a:pt x="3694" y="3962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0" name="Google Shape;1220;p80"/>
            <p:cNvSpPr/>
            <p:nvPr/>
          </p:nvSpPr>
          <p:spPr>
            <a:xfrm>
              <a:off x="3474843" y="2238127"/>
              <a:ext cx="287659" cy="247963"/>
            </a:xfrm>
            <a:custGeom>
              <a:avLst/>
              <a:gdLst/>
              <a:ahLst/>
              <a:cxnLst/>
              <a:rect l="l" t="t" r="r" b="b"/>
              <a:pathLst>
                <a:path w="7174" h="6184" extrusionOk="0">
                  <a:moveTo>
                    <a:pt x="3507" y="0"/>
                  </a:moveTo>
                  <a:lnTo>
                    <a:pt x="3480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096"/>
                  </a:lnTo>
                  <a:lnTo>
                    <a:pt x="1" y="6076"/>
                  </a:lnTo>
                  <a:lnTo>
                    <a:pt x="54" y="6183"/>
                  </a:lnTo>
                  <a:lnTo>
                    <a:pt x="161" y="6183"/>
                  </a:lnTo>
                  <a:lnTo>
                    <a:pt x="3480" y="4256"/>
                  </a:lnTo>
                  <a:lnTo>
                    <a:pt x="3480" y="5354"/>
                  </a:lnTo>
                  <a:cubicBezTo>
                    <a:pt x="3560" y="5327"/>
                    <a:pt x="3614" y="5327"/>
                    <a:pt x="3668" y="5300"/>
                  </a:cubicBezTo>
                  <a:lnTo>
                    <a:pt x="3668" y="4256"/>
                  </a:lnTo>
                  <a:lnTo>
                    <a:pt x="4765" y="4899"/>
                  </a:lnTo>
                  <a:cubicBezTo>
                    <a:pt x="4845" y="4872"/>
                    <a:pt x="4899" y="4845"/>
                    <a:pt x="4979" y="4818"/>
                  </a:cubicBezTo>
                  <a:lnTo>
                    <a:pt x="3748" y="4096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1" name="Google Shape;1221;p80"/>
            <p:cNvSpPr/>
            <p:nvPr/>
          </p:nvSpPr>
          <p:spPr>
            <a:xfrm>
              <a:off x="3855854" y="2317561"/>
              <a:ext cx="12911" cy="9704"/>
            </a:xfrm>
            <a:custGeom>
              <a:avLst/>
              <a:gdLst/>
              <a:ahLst/>
              <a:cxnLst/>
              <a:rect l="l" t="t" r="r" b="b"/>
              <a:pathLst>
                <a:path w="322" h="242" extrusionOk="0">
                  <a:moveTo>
                    <a:pt x="81" y="0"/>
                  </a:moveTo>
                  <a:lnTo>
                    <a:pt x="0" y="134"/>
                  </a:lnTo>
                  <a:lnTo>
                    <a:pt x="161" y="241"/>
                  </a:lnTo>
                  <a:cubicBezTo>
                    <a:pt x="215" y="214"/>
                    <a:pt x="268" y="161"/>
                    <a:pt x="322" y="134"/>
                  </a:cubicBezTo>
                  <a:lnTo>
                    <a:pt x="8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222" name="Google Shape;1222;p80"/>
          <p:cNvSpPr/>
          <p:nvPr/>
        </p:nvSpPr>
        <p:spPr>
          <a:xfrm rot="135969" flipH="1">
            <a:off x="-993079" y="-957313"/>
            <a:ext cx="3397316" cy="3383229"/>
          </a:xfrm>
          <a:custGeom>
            <a:avLst/>
            <a:gdLst/>
            <a:ahLst/>
            <a:cxnLst/>
            <a:rect l="l" t="t" r="r" b="b"/>
            <a:pathLst>
              <a:path w="48235" h="48035" extrusionOk="0">
                <a:moveTo>
                  <a:pt x="3770" y="17379"/>
                </a:moveTo>
                <a:cubicBezTo>
                  <a:pt x="7573" y="20948"/>
                  <a:pt x="10108" y="20948"/>
                  <a:pt x="20515" y="21349"/>
                </a:cubicBezTo>
                <a:cubicBezTo>
                  <a:pt x="30956" y="21782"/>
                  <a:pt x="19314" y="35525"/>
                  <a:pt x="27520" y="41797"/>
                </a:cubicBezTo>
                <a:cubicBezTo>
                  <a:pt x="35726" y="48034"/>
                  <a:pt x="48235" y="37827"/>
                  <a:pt x="48235" y="26986"/>
                </a:cubicBezTo>
                <a:cubicBezTo>
                  <a:pt x="48235" y="16145"/>
                  <a:pt x="35026" y="0"/>
                  <a:pt x="18080" y="867"/>
                </a:cubicBezTo>
                <a:cubicBezTo>
                  <a:pt x="1135" y="1768"/>
                  <a:pt x="1" y="13843"/>
                  <a:pt x="3770" y="17379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23" name="Google Shape;1223;p80"/>
          <p:cNvSpPr txBox="1">
            <a:spLocks noGrp="1"/>
          </p:cNvSpPr>
          <p:nvPr>
            <p:ph type="title"/>
          </p:nvPr>
        </p:nvSpPr>
        <p:spPr>
          <a:xfrm>
            <a:off x="713250" y="523025"/>
            <a:ext cx="7717500" cy="541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1224" name="Google Shape;1224;p80"/>
          <p:cNvSpPr txBox="1">
            <a:spLocks noGrp="1"/>
          </p:cNvSpPr>
          <p:nvPr>
            <p:ph type="subTitle" idx="1"/>
          </p:nvPr>
        </p:nvSpPr>
        <p:spPr>
          <a:xfrm>
            <a:off x="2214975" y="1767075"/>
            <a:ext cx="2167800" cy="361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200" b="1">
                <a:solidFill>
                  <a:schemeClr val="lt2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25" name="Google Shape;1225;p80"/>
          <p:cNvSpPr txBox="1">
            <a:spLocks noGrp="1"/>
          </p:cNvSpPr>
          <p:nvPr>
            <p:ph type="subTitle" idx="2"/>
          </p:nvPr>
        </p:nvSpPr>
        <p:spPr>
          <a:xfrm>
            <a:off x="4761225" y="1767075"/>
            <a:ext cx="2167800" cy="361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200" b="1">
                <a:solidFill>
                  <a:schemeClr val="lt2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26" name="Google Shape;1226;p80"/>
          <p:cNvSpPr txBox="1">
            <a:spLocks noGrp="1"/>
          </p:cNvSpPr>
          <p:nvPr>
            <p:ph type="subTitle" idx="3"/>
          </p:nvPr>
        </p:nvSpPr>
        <p:spPr>
          <a:xfrm>
            <a:off x="2214975" y="2141863"/>
            <a:ext cx="21678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600">
                <a:solidFill>
                  <a:schemeClr val="l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27" name="Google Shape;1227;p80"/>
          <p:cNvSpPr txBox="1">
            <a:spLocks noGrp="1"/>
          </p:cNvSpPr>
          <p:nvPr>
            <p:ph type="subTitle" idx="4"/>
          </p:nvPr>
        </p:nvSpPr>
        <p:spPr>
          <a:xfrm>
            <a:off x="4761225" y="2141863"/>
            <a:ext cx="21678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600">
                <a:solidFill>
                  <a:schemeClr val="l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28" name="Google Shape;1228;p80"/>
          <p:cNvSpPr txBox="1">
            <a:spLocks noGrp="1"/>
          </p:cNvSpPr>
          <p:nvPr>
            <p:ph type="subTitle" idx="5"/>
          </p:nvPr>
        </p:nvSpPr>
        <p:spPr>
          <a:xfrm>
            <a:off x="2214975" y="3065375"/>
            <a:ext cx="2167800" cy="361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200" b="1">
                <a:solidFill>
                  <a:schemeClr val="lt2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29" name="Google Shape;1229;p80"/>
          <p:cNvSpPr txBox="1">
            <a:spLocks noGrp="1"/>
          </p:cNvSpPr>
          <p:nvPr>
            <p:ph type="subTitle" idx="6"/>
          </p:nvPr>
        </p:nvSpPr>
        <p:spPr>
          <a:xfrm>
            <a:off x="4761225" y="3065375"/>
            <a:ext cx="2167800" cy="361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200" b="1">
                <a:solidFill>
                  <a:schemeClr val="lt2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30" name="Google Shape;1230;p80"/>
          <p:cNvSpPr txBox="1">
            <a:spLocks noGrp="1"/>
          </p:cNvSpPr>
          <p:nvPr>
            <p:ph type="subTitle" idx="7"/>
          </p:nvPr>
        </p:nvSpPr>
        <p:spPr>
          <a:xfrm>
            <a:off x="2214975" y="3440113"/>
            <a:ext cx="21678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600">
                <a:solidFill>
                  <a:schemeClr val="l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31" name="Google Shape;1231;p80"/>
          <p:cNvSpPr txBox="1">
            <a:spLocks noGrp="1"/>
          </p:cNvSpPr>
          <p:nvPr>
            <p:ph type="subTitle" idx="8"/>
          </p:nvPr>
        </p:nvSpPr>
        <p:spPr>
          <a:xfrm>
            <a:off x="4761225" y="3440113"/>
            <a:ext cx="21678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600">
                <a:solidFill>
                  <a:schemeClr val="l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32" name="Google Shape;1232;p80"/>
          <p:cNvSpPr/>
          <p:nvPr/>
        </p:nvSpPr>
        <p:spPr>
          <a:xfrm rot="-5035048" flipH="1">
            <a:off x="5373790" y="594172"/>
            <a:ext cx="6829100" cy="4201641"/>
          </a:xfrm>
          <a:custGeom>
            <a:avLst/>
            <a:gdLst/>
            <a:ahLst/>
            <a:cxnLst/>
            <a:rect l="l" t="t" r="r" b="b"/>
            <a:pathLst>
              <a:path w="59643" h="36694" extrusionOk="0">
                <a:moveTo>
                  <a:pt x="6271" y="15779"/>
                </a:moveTo>
                <a:cubicBezTo>
                  <a:pt x="9374" y="14178"/>
                  <a:pt x="17513" y="18347"/>
                  <a:pt x="23150" y="11676"/>
                </a:cubicBezTo>
                <a:cubicBezTo>
                  <a:pt x="28787" y="5004"/>
                  <a:pt x="30455" y="1"/>
                  <a:pt x="37327" y="2302"/>
                </a:cubicBezTo>
                <a:cubicBezTo>
                  <a:pt x="44198" y="4571"/>
                  <a:pt x="43064" y="13410"/>
                  <a:pt x="47601" y="15779"/>
                </a:cubicBezTo>
                <a:cubicBezTo>
                  <a:pt x="52104" y="18147"/>
                  <a:pt x="59643" y="31690"/>
                  <a:pt x="43364" y="34192"/>
                </a:cubicBezTo>
                <a:cubicBezTo>
                  <a:pt x="27120" y="36694"/>
                  <a:pt x="10441" y="33158"/>
                  <a:pt x="5204" y="27520"/>
                </a:cubicBezTo>
                <a:cubicBezTo>
                  <a:pt x="0" y="21883"/>
                  <a:pt x="3136" y="17380"/>
                  <a:pt x="6271" y="15779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 1">
  <p:cSld name="CUSTOM_43">
    <p:spTree>
      <p:nvGrpSpPr>
        <p:cNvPr id="1" name="Shape 1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4" name="Google Shape;1234;p81"/>
          <p:cNvSpPr/>
          <p:nvPr/>
        </p:nvSpPr>
        <p:spPr>
          <a:xfrm rot="135969" flipH="1">
            <a:off x="-1012929" y="-803313"/>
            <a:ext cx="3397316" cy="3383229"/>
          </a:xfrm>
          <a:custGeom>
            <a:avLst/>
            <a:gdLst/>
            <a:ahLst/>
            <a:cxnLst/>
            <a:rect l="l" t="t" r="r" b="b"/>
            <a:pathLst>
              <a:path w="48235" h="48035" extrusionOk="0">
                <a:moveTo>
                  <a:pt x="3770" y="17379"/>
                </a:moveTo>
                <a:cubicBezTo>
                  <a:pt x="7573" y="20948"/>
                  <a:pt x="10108" y="20948"/>
                  <a:pt x="20515" y="21349"/>
                </a:cubicBezTo>
                <a:cubicBezTo>
                  <a:pt x="30956" y="21782"/>
                  <a:pt x="19314" y="35525"/>
                  <a:pt x="27520" y="41797"/>
                </a:cubicBezTo>
                <a:cubicBezTo>
                  <a:pt x="35726" y="48034"/>
                  <a:pt x="48235" y="37827"/>
                  <a:pt x="48235" y="26986"/>
                </a:cubicBezTo>
                <a:cubicBezTo>
                  <a:pt x="48235" y="16145"/>
                  <a:pt x="35026" y="0"/>
                  <a:pt x="18080" y="867"/>
                </a:cubicBezTo>
                <a:cubicBezTo>
                  <a:pt x="1135" y="1768"/>
                  <a:pt x="1" y="13843"/>
                  <a:pt x="3770" y="17379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35" name="Google Shape;1235;p81"/>
          <p:cNvSpPr/>
          <p:nvPr/>
        </p:nvSpPr>
        <p:spPr>
          <a:xfrm rot="-581251">
            <a:off x="5870103" y="2579116"/>
            <a:ext cx="6829139" cy="4201669"/>
          </a:xfrm>
          <a:custGeom>
            <a:avLst/>
            <a:gdLst/>
            <a:ahLst/>
            <a:cxnLst/>
            <a:rect l="l" t="t" r="r" b="b"/>
            <a:pathLst>
              <a:path w="59643" h="36694" extrusionOk="0">
                <a:moveTo>
                  <a:pt x="6271" y="15779"/>
                </a:moveTo>
                <a:cubicBezTo>
                  <a:pt x="9374" y="14178"/>
                  <a:pt x="17513" y="18347"/>
                  <a:pt x="23150" y="11676"/>
                </a:cubicBezTo>
                <a:cubicBezTo>
                  <a:pt x="28787" y="5004"/>
                  <a:pt x="30455" y="1"/>
                  <a:pt x="37327" y="2302"/>
                </a:cubicBezTo>
                <a:cubicBezTo>
                  <a:pt x="44198" y="4571"/>
                  <a:pt x="43064" y="13410"/>
                  <a:pt x="47601" y="15779"/>
                </a:cubicBezTo>
                <a:cubicBezTo>
                  <a:pt x="52104" y="18147"/>
                  <a:pt x="59643" y="31690"/>
                  <a:pt x="43364" y="34192"/>
                </a:cubicBezTo>
                <a:cubicBezTo>
                  <a:pt x="27120" y="36694"/>
                  <a:pt x="10441" y="33158"/>
                  <a:pt x="5204" y="27520"/>
                </a:cubicBezTo>
                <a:cubicBezTo>
                  <a:pt x="0" y="21883"/>
                  <a:pt x="3136" y="17380"/>
                  <a:pt x="6271" y="15779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236" name="Google Shape;1236;p81"/>
          <p:cNvGrpSpPr/>
          <p:nvPr/>
        </p:nvGrpSpPr>
        <p:grpSpPr>
          <a:xfrm rot="10800000" flipH="1">
            <a:off x="1162134" y="-902228"/>
            <a:ext cx="1888282" cy="1879453"/>
            <a:chOff x="2414491" y="671177"/>
            <a:chExt cx="1830972" cy="1822411"/>
          </a:xfrm>
        </p:grpSpPr>
        <p:sp>
          <p:nvSpPr>
            <p:cNvPr id="1237" name="Google Shape;1237;p81"/>
            <p:cNvSpPr/>
            <p:nvPr/>
          </p:nvSpPr>
          <p:spPr>
            <a:xfrm>
              <a:off x="2414491" y="671177"/>
              <a:ext cx="1830972" cy="1822391"/>
            </a:xfrm>
            <a:custGeom>
              <a:avLst/>
              <a:gdLst/>
              <a:ahLst/>
              <a:cxnLst/>
              <a:rect l="l" t="t" r="r" b="b"/>
              <a:pathLst>
                <a:path w="45663" h="45449" extrusionOk="0">
                  <a:moveTo>
                    <a:pt x="10947" y="4979"/>
                  </a:moveTo>
                  <a:lnTo>
                    <a:pt x="15605" y="7656"/>
                  </a:lnTo>
                  <a:lnTo>
                    <a:pt x="15605" y="13062"/>
                  </a:lnTo>
                  <a:lnTo>
                    <a:pt x="10947" y="15766"/>
                  </a:lnTo>
                  <a:lnTo>
                    <a:pt x="6263" y="13062"/>
                  </a:lnTo>
                  <a:lnTo>
                    <a:pt x="6263" y="7656"/>
                  </a:lnTo>
                  <a:lnTo>
                    <a:pt x="10947" y="4979"/>
                  </a:lnTo>
                  <a:close/>
                  <a:moveTo>
                    <a:pt x="20449" y="4979"/>
                  </a:moveTo>
                  <a:lnTo>
                    <a:pt x="25133" y="7656"/>
                  </a:lnTo>
                  <a:lnTo>
                    <a:pt x="25133" y="13062"/>
                  </a:lnTo>
                  <a:lnTo>
                    <a:pt x="20449" y="15766"/>
                  </a:lnTo>
                  <a:lnTo>
                    <a:pt x="15792" y="13062"/>
                  </a:lnTo>
                  <a:lnTo>
                    <a:pt x="15792" y="7656"/>
                  </a:lnTo>
                  <a:lnTo>
                    <a:pt x="20449" y="4979"/>
                  </a:lnTo>
                  <a:close/>
                  <a:moveTo>
                    <a:pt x="29978" y="4979"/>
                  </a:moveTo>
                  <a:lnTo>
                    <a:pt x="34635" y="7656"/>
                  </a:lnTo>
                  <a:lnTo>
                    <a:pt x="34635" y="13062"/>
                  </a:lnTo>
                  <a:lnTo>
                    <a:pt x="29978" y="15766"/>
                  </a:lnTo>
                  <a:lnTo>
                    <a:pt x="25294" y="13062"/>
                  </a:lnTo>
                  <a:lnTo>
                    <a:pt x="25294" y="7656"/>
                  </a:lnTo>
                  <a:lnTo>
                    <a:pt x="29978" y="4979"/>
                  </a:lnTo>
                  <a:close/>
                  <a:moveTo>
                    <a:pt x="6183" y="13196"/>
                  </a:moveTo>
                  <a:lnTo>
                    <a:pt x="10867" y="15899"/>
                  </a:lnTo>
                  <a:lnTo>
                    <a:pt x="10867" y="21306"/>
                  </a:lnTo>
                  <a:lnTo>
                    <a:pt x="6183" y="23983"/>
                  </a:lnTo>
                  <a:lnTo>
                    <a:pt x="1526" y="21306"/>
                  </a:lnTo>
                  <a:lnTo>
                    <a:pt x="1526" y="15899"/>
                  </a:lnTo>
                  <a:lnTo>
                    <a:pt x="6183" y="13196"/>
                  </a:lnTo>
                  <a:close/>
                  <a:moveTo>
                    <a:pt x="15712" y="13196"/>
                  </a:moveTo>
                  <a:lnTo>
                    <a:pt x="20369" y="15899"/>
                  </a:lnTo>
                  <a:lnTo>
                    <a:pt x="20369" y="21306"/>
                  </a:lnTo>
                  <a:lnTo>
                    <a:pt x="15712" y="23983"/>
                  </a:lnTo>
                  <a:lnTo>
                    <a:pt x="11028" y="21306"/>
                  </a:lnTo>
                  <a:lnTo>
                    <a:pt x="11028" y="15899"/>
                  </a:lnTo>
                  <a:lnTo>
                    <a:pt x="15712" y="13196"/>
                  </a:lnTo>
                  <a:close/>
                  <a:moveTo>
                    <a:pt x="25213" y="13196"/>
                  </a:moveTo>
                  <a:lnTo>
                    <a:pt x="29871" y="15899"/>
                  </a:lnTo>
                  <a:lnTo>
                    <a:pt x="29871" y="21306"/>
                  </a:lnTo>
                  <a:lnTo>
                    <a:pt x="25213" y="23983"/>
                  </a:lnTo>
                  <a:lnTo>
                    <a:pt x="20529" y="21306"/>
                  </a:lnTo>
                  <a:lnTo>
                    <a:pt x="20529" y="15899"/>
                  </a:lnTo>
                  <a:lnTo>
                    <a:pt x="25213" y="13196"/>
                  </a:lnTo>
                  <a:close/>
                  <a:moveTo>
                    <a:pt x="34715" y="13196"/>
                  </a:moveTo>
                  <a:lnTo>
                    <a:pt x="39399" y="15899"/>
                  </a:lnTo>
                  <a:lnTo>
                    <a:pt x="39399" y="21306"/>
                  </a:lnTo>
                  <a:lnTo>
                    <a:pt x="34715" y="23983"/>
                  </a:lnTo>
                  <a:lnTo>
                    <a:pt x="30058" y="21306"/>
                  </a:lnTo>
                  <a:lnTo>
                    <a:pt x="30058" y="15899"/>
                  </a:lnTo>
                  <a:lnTo>
                    <a:pt x="34715" y="13196"/>
                  </a:lnTo>
                  <a:close/>
                  <a:moveTo>
                    <a:pt x="10947" y="21440"/>
                  </a:moveTo>
                  <a:lnTo>
                    <a:pt x="15605" y="24143"/>
                  </a:lnTo>
                  <a:lnTo>
                    <a:pt x="15605" y="29523"/>
                  </a:lnTo>
                  <a:lnTo>
                    <a:pt x="10947" y="32226"/>
                  </a:lnTo>
                  <a:lnTo>
                    <a:pt x="6263" y="29523"/>
                  </a:lnTo>
                  <a:lnTo>
                    <a:pt x="6263" y="24143"/>
                  </a:lnTo>
                  <a:lnTo>
                    <a:pt x="10947" y="21440"/>
                  </a:lnTo>
                  <a:close/>
                  <a:moveTo>
                    <a:pt x="20449" y="21440"/>
                  </a:moveTo>
                  <a:lnTo>
                    <a:pt x="25133" y="24143"/>
                  </a:lnTo>
                  <a:lnTo>
                    <a:pt x="25133" y="29523"/>
                  </a:lnTo>
                  <a:lnTo>
                    <a:pt x="20449" y="32226"/>
                  </a:lnTo>
                  <a:lnTo>
                    <a:pt x="15792" y="29523"/>
                  </a:lnTo>
                  <a:lnTo>
                    <a:pt x="15792" y="24143"/>
                  </a:lnTo>
                  <a:lnTo>
                    <a:pt x="20449" y="21440"/>
                  </a:lnTo>
                  <a:close/>
                  <a:moveTo>
                    <a:pt x="29978" y="21440"/>
                  </a:moveTo>
                  <a:lnTo>
                    <a:pt x="34635" y="24143"/>
                  </a:lnTo>
                  <a:lnTo>
                    <a:pt x="34635" y="29523"/>
                  </a:lnTo>
                  <a:lnTo>
                    <a:pt x="29978" y="32226"/>
                  </a:lnTo>
                  <a:lnTo>
                    <a:pt x="25294" y="29523"/>
                  </a:lnTo>
                  <a:lnTo>
                    <a:pt x="25294" y="24143"/>
                  </a:lnTo>
                  <a:lnTo>
                    <a:pt x="29978" y="21440"/>
                  </a:lnTo>
                  <a:close/>
                  <a:moveTo>
                    <a:pt x="39480" y="21440"/>
                  </a:moveTo>
                  <a:lnTo>
                    <a:pt x="44137" y="24143"/>
                  </a:lnTo>
                  <a:lnTo>
                    <a:pt x="44137" y="29523"/>
                  </a:lnTo>
                  <a:lnTo>
                    <a:pt x="39480" y="32226"/>
                  </a:lnTo>
                  <a:lnTo>
                    <a:pt x="34796" y="29523"/>
                  </a:lnTo>
                  <a:lnTo>
                    <a:pt x="34796" y="24143"/>
                  </a:lnTo>
                  <a:lnTo>
                    <a:pt x="39480" y="21440"/>
                  </a:lnTo>
                  <a:close/>
                  <a:moveTo>
                    <a:pt x="15712" y="29684"/>
                  </a:moveTo>
                  <a:lnTo>
                    <a:pt x="20369" y="32387"/>
                  </a:lnTo>
                  <a:lnTo>
                    <a:pt x="20369" y="37767"/>
                  </a:lnTo>
                  <a:lnTo>
                    <a:pt x="15712" y="40470"/>
                  </a:lnTo>
                  <a:lnTo>
                    <a:pt x="11028" y="37767"/>
                  </a:lnTo>
                  <a:lnTo>
                    <a:pt x="11028" y="32387"/>
                  </a:lnTo>
                  <a:lnTo>
                    <a:pt x="15712" y="29684"/>
                  </a:lnTo>
                  <a:close/>
                  <a:moveTo>
                    <a:pt x="25213" y="29684"/>
                  </a:moveTo>
                  <a:lnTo>
                    <a:pt x="29871" y="32387"/>
                  </a:lnTo>
                  <a:lnTo>
                    <a:pt x="29871" y="37767"/>
                  </a:lnTo>
                  <a:lnTo>
                    <a:pt x="25213" y="40470"/>
                  </a:lnTo>
                  <a:lnTo>
                    <a:pt x="20529" y="37767"/>
                  </a:lnTo>
                  <a:lnTo>
                    <a:pt x="20529" y="32387"/>
                  </a:lnTo>
                  <a:lnTo>
                    <a:pt x="25213" y="29684"/>
                  </a:lnTo>
                  <a:close/>
                  <a:moveTo>
                    <a:pt x="34715" y="29684"/>
                  </a:moveTo>
                  <a:lnTo>
                    <a:pt x="39399" y="32387"/>
                  </a:lnTo>
                  <a:lnTo>
                    <a:pt x="39399" y="37767"/>
                  </a:lnTo>
                  <a:lnTo>
                    <a:pt x="34715" y="40470"/>
                  </a:lnTo>
                  <a:lnTo>
                    <a:pt x="30058" y="37767"/>
                  </a:lnTo>
                  <a:lnTo>
                    <a:pt x="30058" y="32387"/>
                  </a:lnTo>
                  <a:lnTo>
                    <a:pt x="34715" y="29684"/>
                  </a:lnTo>
                  <a:close/>
                  <a:moveTo>
                    <a:pt x="20369" y="1"/>
                  </a:moveTo>
                  <a:lnTo>
                    <a:pt x="20369" y="4818"/>
                  </a:lnTo>
                  <a:lnTo>
                    <a:pt x="15712" y="7522"/>
                  </a:lnTo>
                  <a:lnTo>
                    <a:pt x="11028" y="4818"/>
                  </a:lnTo>
                  <a:lnTo>
                    <a:pt x="11028" y="3159"/>
                  </a:lnTo>
                  <a:cubicBezTo>
                    <a:pt x="10974" y="3186"/>
                    <a:pt x="10921" y="3239"/>
                    <a:pt x="10867" y="3266"/>
                  </a:cubicBezTo>
                  <a:lnTo>
                    <a:pt x="10867" y="4818"/>
                  </a:lnTo>
                  <a:lnTo>
                    <a:pt x="6183" y="7522"/>
                  </a:lnTo>
                  <a:lnTo>
                    <a:pt x="5915" y="7361"/>
                  </a:lnTo>
                  <a:cubicBezTo>
                    <a:pt x="5889" y="7415"/>
                    <a:pt x="5835" y="7442"/>
                    <a:pt x="5808" y="7495"/>
                  </a:cubicBezTo>
                  <a:lnTo>
                    <a:pt x="6103" y="7656"/>
                  </a:lnTo>
                  <a:lnTo>
                    <a:pt x="6103" y="13062"/>
                  </a:lnTo>
                  <a:lnTo>
                    <a:pt x="1419" y="15766"/>
                  </a:lnTo>
                  <a:lnTo>
                    <a:pt x="1124" y="15578"/>
                  </a:lnTo>
                  <a:cubicBezTo>
                    <a:pt x="1124" y="15632"/>
                    <a:pt x="1098" y="15685"/>
                    <a:pt x="1071" y="15739"/>
                  </a:cubicBezTo>
                  <a:lnTo>
                    <a:pt x="1338" y="15899"/>
                  </a:lnTo>
                  <a:lnTo>
                    <a:pt x="1338" y="21306"/>
                  </a:lnTo>
                  <a:lnTo>
                    <a:pt x="0" y="22082"/>
                  </a:lnTo>
                  <a:cubicBezTo>
                    <a:pt x="0" y="22136"/>
                    <a:pt x="0" y="22216"/>
                    <a:pt x="0" y="22270"/>
                  </a:cubicBezTo>
                  <a:lnTo>
                    <a:pt x="1419" y="21440"/>
                  </a:lnTo>
                  <a:lnTo>
                    <a:pt x="6103" y="24143"/>
                  </a:lnTo>
                  <a:lnTo>
                    <a:pt x="6103" y="29523"/>
                  </a:lnTo>
                  <a:lnTo>
                    <a:pt x="1927" y="31932"/>
                  </a:lnTo>
                  <a:cubicBezTo>
                    <a:pt x="1954" y="31986"/>
                    <a:pt x="1981" y="32039"/>
                    <a:pt x="2008" y="32093"/>
                  </a:cubicBezTo>
                  <a:lnTo>
                    <a:pt x="6183" y="29684"/>
                  </a:lnTo>
                  <a:lnTo>
                    <a:pt x="10867" y="32387"/>
                  </a:lnTo>
                  <a:lnTo>
                    <a:pt x="10867" y="37767"/>
                  </a:lnTo>
                  <a:lnTo>
                    <a:pt x="7548" y="39694"/>
                  </a:lnTo>
                  <a:cubicBezTo>
                    <a:pt x="7575" y="39721"/>
                    <a:pt x="7628" y="39774"/>
                    <a:pt x="7682" y="39801"/>
                  </a:cubicBezTo>
                  <a:lnTo>
                    <a:pt x="10947" y="37928"/>
                  </a:lnTo>
                  <a:lnTo>
                    <a:pt x="15605" y="40631"/>
                  </a:lnTo>
                  <a:lnTo>
                    <a:pt x="15605" y="44405"/>
                  </a:lnTo>
                  <a:cubicBezTo>
                    <a:pt x="15658" y="44405"/>
                    <a:pt x="15738" y="44432"/>
                    <a:pt x="15792" y="44458"/>
                  </a:cubicBezTo>
                  <a:lnTo>
                    <a:pt x="15792" y="40631"/>
                  </a:lnTo>
                  <a:lnTo>
                    <a:pt x="20449" y="37928"/>
                  </a:lnTo>
                  <a:lnTo>
                    <a:pt x="25133" y="40631"/>
                  </a:lnTo>
                  <a:lnTo>
                    <a:pt x="25133" y="45449"/>
                  </a:lnTo>
                  <a:cubicBezTo>
                    <a:pt x="25187" y="45449"/>
                    <a:pt x="25240" y="45449"/>
                    <a:pt x="25294" y="45422"/>
                  </a:cubicBezTo>
                  <a:lnTo>
                    <a:pt x="25294" y="40631"/>
                  </a:lnTo>
                  <a:lnTo>
                    <a:pt x="29978" y="37928"/>
                  </a:lnTo>
                  <a:lnTo>
                    <a:pt x="34635" y="40631"/>
                  </a:lnTo>
                  <a:lnTo>
                    <a:pt x="34635" y="42290"/>
                  </a:lnTo>
                  <a:cubicBezTo>
                    <a:pt x="34688" y="42237"/>
                    <a:pt x="34742" y="42210"/>
                    <a:pt x="34796" y="42183"/>
                  </a:cubicBezTo>
                  <a:lnTo>
                    <a:pt x="34796" y="40631"/>
                  </a:lnTo>
                  <a:lnTo>
                    <a:pt x="39480" y="37928"/>
                  </a:lnTo>
                  <a:lnTo>
                    <a:pt x="39747" y="38088"/>
                  </a:lnTo>
                  <a:cubicBezTo>
                    <a:pt x="39774" y="38035"/>
                    <a:pt x="39827" y="37981"/>
                    <a:pt x="39854" y="37954"/>
                  </a:cubicBezTo>
                  <a:lnTo>
                    <a:pt x="39560" y="37767"/>
                  </a:lnTo>
                  <a:lnTo>
                    <a:pt x="39560" y="32387"/>
                  </a:lnTo>
                  <a:lnTo>
                    <a:pt x="44244" y="29684"/>
                  </a:lnTo>
                  <a:lnTo>
                    <a:pt x="44538" y="29871"/>
                  </a:lnTo>
                  <a:cubicBezTo>
                    <a:pt x="44565" y="29791"/>
                    <a:pt x="44565" y="29737"/>
                    <a:pt x="44592" y="29684"/>
                  </a:cubicBezTo>
                  <a:lnTo>
                    <a:pt x="44324" y="29523"/>
                  </a:lnTo>
                  <a:lnTo>
                    <a:pt x="44324" y="24143"/>
                  </a:lnTo>
                  <a:lnTo>
                    <a:pt x="45662" y="23367"/>
                  </a:lnTo>
                  <a:cubicBezTo>
                    <a:pt x="45662" y="23314"/>
                    <a:pt x="45662" y="23233"/>
                    <a:pt x="45662" y="23153"/>
                  </a:cubicBezTo>
                  <a:lnTo>
                    <a:pt x="44244" y="23983"/>
                  </a:lnTo>
                  <a:lnTo>
                    <a:pt x="39560" y="21306"/>
                  </a:lnTo>
                  <a:lnTo>
                    <a:pt x="39560" y="15899"/>
                  </a:lnTo>
                  <a:lnTo>
                    <a:pt x="43735" y="13491"/>
                  </a:lnTo>
                  <a:cubicBezTo>
                    <a:pt x="43709" y="13437"/>
                    <a:pt x="43682" y="13383"/>
                    <a:pt x="43655" y="13330"/>
                  </a:cubicBezTo>
                  <a:lnTo>
                    <a:pt x="39480" y="15766"/>
                  </a:lnTo>
                  <a:lnTo>
                    <a:pt x="34796" y="13062"/>
                  </a:lnTo>
                  <a:lnTo>
                    <a:pt x="34796" y="7656"/>
                  </a:lnTo>
                  <a:lnTo>
                    <a:pt x="38114" y="5755"/>
                  </a:lnTo>
                  <a:cubicBezTo>
                    <a:pt x="38088" y="5702"/>
                    <a:pt x="38034" y="5675"/>
                    <a:pt x="37981" y="5621"/>
                  </a:cubicBezTo>
                  <a:lnTo>
                    <a:pt x="34715" y="7522"/>
                  </a:lnTo>
                  <a:lnTo>
                    <a:pt x="30058" y="4818"/>
                  </a:lnTo>
                  <a:lnTo>
                    <a:pt x="30058" y="1045"/>
                  </a:lnTo>
                  <a:cubicBezTo>
                    <a:pt x="30004" y="1018"/>
                    <a:pt x="29951" y="1018"/>
                    <a:pt x="29871" y="991"/>
                  </a:cubicBezTo>
                  <a:lnTo>
                    <a:pt x="29871" y="4818"/>
                  </a:lnTo>
                  <a:lnTo>
                    <a:pt x="25213" y="7522"/>
                  </a:lnTo>
                  <a:lnTo>
                    <a:pt x="20529" y="4818"/>
                  </a:lnTo>
                  <a:lnTo>
                    <a:pt x="2052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8" name="Google Shape;1238;p81"/>
            <p:cNvSpPr/>
            <p:nvPr/>
          </p:nvSpPr>
          <p:spPr>
            <a:xfrm>
              <a:off x="2796545" y="833253"/>
              <a:ext cx="9704" cy="7538"/>
            </a:xfrm>
            <a:custGeom>
              <a:avLst/>
              <a:gdLst/>
              <a:ahLst/>
              <a:cxnLst/>
              <a:rect l="l" t="t" r="r" b="b"/>
              <a:pathLst>
                <a:path w="242" h="188" extrusionOk="0">
                  <a:moveTo>
                    <a:pt x="161" y="0"/>
                  </a:moveTo>
                  <a:cubicBezTo>
                    <a:pt x="108" y="27"/>
                    <a:pt x="54" y="81"/>
                    <a:pt x="1" y="107"/>
                  </a:cubicBezTo>
                  <a:lnTo>
                    <a:pt x="161" y="188"/>
                  </a:lnTo>
                  <a:lnTo>
                    <a:pt x="242" y="54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9" name="Google Shape;1239;p81"/>
            <p:cNvSpPr/>
            <p:nvPr/>
          </p:nvSpPr>
          <p:spPr>
            <a:xfrm>
              <a:off x="2899597" y="677633"/>
              <a:ext cx="287659" cy="242590"/>
            </a:xfrm>
            <a:custGeom>
              <a:avLst/>
              <a:gdLst/>
              <a:ahLst/>
              <a:cxnLst/>
              <a:rect l="l" t="t" r="r" b="b"/>
              <a:pathLst>
                <a:path w="7174" h="6050" extrusionOk="0">
                  <a:moveTo>
                    <a:pt x="7173" y="0"/>
                  </a:moveTo>
                  <a:lnTo>
                    <a:pt x="7173" y="0"/>
                  </a:lnTo>
                  <a:cubicBezTo>
                    <a:pt x="7013" y="27"/>
                    <a:pt x="6852" y="54"/>
                    <a:pt x="6692" y="81"/>
                  </a:cubicBezTo>
                  <a:lnTo>
                    <a:pt x="3667" y="1794"/>
                  </a:lnTo>
                  <a:lnTo>
                    <a:pt x="3667" y="830"/>
                  </a:lnTo>
                  <a:cubicBezTo>
                    <a:pt x="3614" y="857"/>
                    <a:pt x="3560" y="857"/>
                    <a:pt x="3507" y="884"/>
                  </a:cubicBezTo>
                  <a:lnTo>
                    <a:pt x="3507" y="1794"/>
                  </a:lnTo>
                  <a:lnTo>
                    <a:pt x="2516" y="1231"/>
                  </a:lnTo>
                  <a:cubicBezTo>
                    <a:pt x="2463" y="1258"/>
                    <a:pt x="2382" y="1285"/>
                    <a:pt x="2329" y="1312"/>
                  </a:cubicBezTo>
                  <a:lnTo>
                    <a:pt x="3426" y="1954"/>
                  </a:lnTo>
                  <a:lnTo>
                    <a:pt x="0" y="3935"/>
                  </a:lnTo>
                  <a:lnTo>
                    <a:pt x="81" y="4069"/>
                  </a:lnTo>
                  <a:lnTo>
                    <a:pt x="3507" y="2115"/>
                  </a:lnTo>
                  <a:lnTo>
                    <a:pt x="3507" y="6049"/>
                  </a:lnTo>
                  <a:lnTo>
                    <a:pt x="3667" y="6049"/>
                  </a:lnTo>
                  <a:lnTo>
                    <a:pt x="3667" y="2115"/>
                  </a:lnTo>
                  <a:lnTo>
                    <a:pt x="7093" y="4069"/>
                  </a:lnTo>
                  <a:lnTo>
                    <a:pt x="7173" y="3935"/>
                  </a:lnTo>
                  <a:lnTo>
                    <a:pt x="3774" y="1954"/>
                  </a:lnTo>
                  <a:lnTo>
                    <a:pt x="717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0" name="Google Shape;1240;p81"/>
            <p:cNvSpPr/>
            <p:nvPr/>
          </p:nvSpPr>
          <p:spPr>
            <a:xfrm>
              <a:off x="3280608" y="671177"/>
              <a:ext cx="288742" cy="249046"/>
            </a:xfrm>
            <a:custGeom>
              <a:avLst/>
              <a:gdLst/>
              <a:ahLst/>
              <a:cxnLst/>
              <a:rect l="l" t="t" r="r" b="b"/>
              <a:pathLst>
                <a:path w="7201" h="6211" extrusionOk="0">
                  <a:moveTo>
                    <a:pt x="107" y="1"/>
                  </a:moveTo>
                  <a:lnTo>
                    <a:pt x="0" y="134"/>
                  </a:lnTo>
                  <a:lnTo>
                    <a:pt x="3426" y="2115"/>
                  </a:lnTo>
                  <a:lnTo>
                    <a:pt x="0" y="4096"/>
                  </a:lnTo>
                  <a:lnTo>
                    <a:pt x="107" y="4230"/>
                  </a:lnTo>
                  <a:lnTo>
                    <a:pt x="3506" y="2276"/>
                  </a:lnTo>
                  <a:lnTo>
                    <a:pt x="3506" y="6210"/>
                  </a:lnTo>
                  <a:lnTo>
                    <a:pt x="3694" y="6210"/>
                  </a:lnTo>
                  <a:lnTo>
                    <a:pt x="3694" y="2276"/>
                  </a:lnTo>
                  <a:lnTo>
                    <a:pt x="7093" y="4230"/>
                  </a:lnTo>
                  <a:lnTo>
                    <a:pt x="7200" y="4096"/>
                  </a:lnTo>
                  <a:lnTo>
                    <a:pt x="3774" y="2115"/>
                  </a:lnTo>
                  <a:lnTo>
                    <a:pt x="6558" y="509"/>
                  </a:lnTo>
                  <a:cubicBezTo>
                    <a:pt x="6477" y="482"/>
                    <a:pt x="6397" y="456"/>
                    <a:pt x="6317" y="456"/>
                  </a:cubicBezTo>
                  <a:lnTo>
                    <a:pt x="3694" y="1955"/>
                  </a:lnTo>
                  <a:lnTo>
                    <a:pt x="3694" y="1"/>
                  </a:lnTo>
                  <a:lnTo>
                    <a:pt x="3506" y="1"/>
                  </a:lnTo>
                  <a:lnTo>
                    <a:pt x="3506" y="1955"/>
                  </a:lnTo>
                  <a:lnTo>
                    <a:pt x="10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1" name="Google Shape;1241;p81"/>
            <p:cNvSpPr/>
            <p:nvPr/>
          </p:nvSpPr>
          <p:spPr>
            <a:xfrm>
              <a:off x="3662662" y="776354"/>
              <a:ext cx="109506" cy="64437"/>
            </a:xfrm>
            <a:custGeom>
              <a:avLst/>
              <a:gdLst/>
              <a:ahLst/>
              <a:cxnLst/>
              <a:rect l="l" t="t" r="r" b="b"/>
              <a:pathLst>
                <a:path w="2731" h="1607" extrusionOk="0">
                  <a:moveTo>
                    <a:pt x="2543" y="1"/>
                  </a:moveTo>
                  <a:lnTo>
                    <a:pt x="1" y="1473"/>
                  </a:lnTo>
                  <a:lnTo>
                    <a:pt x="81" y="1607"/>
                  </a:lnTo>
                  <a:lnTo>
                    <a:pt x="2731" y="81"/>
                  </a:lnTo>
                  <a:cubicBezTo>
                    <a:pt x="2677" y="54"/>
                    <a:pt x="2597" y="27"/>
                    <a:pt x="254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2" name="Google Shape;1242;p81"/>
            <p:cNvSpPr/>
            <p:nvPr/>
          </p:nvSpPr>
          <p:spPr>
            <a:xfrm>
              <a:off x="3803246" y="797847"/>
              <a:ext cx="6496" cy="122378"/>
            </a:xfrm>
            <a:custGeom>
              <a:avLst/>
              <a:gdLst/>
              <a:ahLst/>
              <a:cxnLst/>
              <a:rect l="l" t="t" r="r" b="b"/>
              <a:pathLst>
                <a:path w="162" h="3052" extrusionOk="0">
                  <a:moveTo>
                    <a:pt x="1" y="0"/>
                  </a:moveTo>
                  <a:lnTo>
                    <a:pt x="1" y="3051"/>
                  </a:lnTo>
                  <a:lnTo>
                    <a:pt x="162" y="3051"/>
                  </a:lnTo>
                  <a:lnTo>
                    <a:pt x="162" y="107"/>
                  </a:lnTo>
                  <a:cubicBezTo>
                    <a:pt x="108" y="54"/>
                    <a:pt x="54" y="27"/>
                    <a:pt x="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3" name="Google Shape;1243;p81"/>
            <p:cNvSpPr/>
            <p:nvPr/>
          </p:nvSpPr>
          <p:spPr>
            <a:xfrm>
              <a:off x="2475641" y="1246463"/>
              <a:ext cx="2205" cy="4331"/>
            </a:xfrm>
            <a:custGeom>
              <a:avLst/>
              <a:gdLst/>
              <a:ahLst/>
              <a:cxnLst/>
              <a:rect l="l" t="t" r="r" b="b"/>
              <a:pathLst>
                <a:path w="55" h="108" extrusionOk="0">
                  <a:moveTo>
                    <a:pt x="54" y="0"/>
                  </a:moveTo>
                  <a:cubicBezTo>
                    <a:pt x="28" y="27"/>
                    <a:pt x="28" y="54"/>
                    <a:pt x="1" y="107"/>
                  </a:cubicBezTo>
                  <a:lnTo>
                    <a:pt x="54" y="107"/>
                  </a:lnTo>
                  <a:lnTo>
                    <a:pt x="5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4" name="Google Shape;1244;p81"/>
            <p:cNvSpPr/>
            <p:nvPr/>
          </p:nvSpPr>
          <p:spPr>
            <a:xfrm>
              <a:off x="2616265" y="1006036"/>
              <a:ext cx="2165" cy="2205"/>
            </a:xfrm>
            <a:custGeom>
              <a:avLst/>
              <a:gdLst/>
              <a:ahLst/>
              <a:cxnLst/>
              <a:rect l="l" t="t" r="r" b="b"/>
              <a:pathLst>
                <a:path w="54" h="55" extrusionOk="0">
                  <a:moveTo>
                    <a:pt x="54" y="1"/>
                  </a:moveTo>
                  <a:cubicBezTo>
                    <a:pt x="27" y="27"/>
                    <a:pt x="27" y="27"/>
                    <a:pt x="0" y="54"/>
                  </a:cubicBezTo>
                  <a:lnTo>
                    <a:pt x="54" y="27"/>
                  </a:lnTo>
                  <a:lnTo>
                    <a:pt x="5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5" name="Google Shape;1245;p81"/>
            <p:cNvSpPr/>
            <p:nvPr/>
          </p:nvSpPr>
          <p:spPr>
            <a:xfrm>
              <a:off x="2535748" y="1119794"/>
              <a:ext cx="82681" cy="51565"/>
            </a:xfrm>
            <a:custGeom>
              <a:avLst/>
              <a:gdLst/>
              <a:ahLst/>
              <a:cxnLst/>
              <a:rect l="l" t="t" r="r" b="b"/>
              <a:pathLst>
                <a:path w="2062" h="1286" extrusionOk="0">
                  <a:moveTo>
                    <a:pt x="81" y="1"/>
                  </a:moveTo>
                  <a:cubicBezTo>
                    <a:pt x="54" y="54"/>
                    <a:pt x="27" y="108"/>
                    <a:pt x="1" y="135"/>
                  </a:cubicBezTo>
                  <a:lnTo>
                    <a:pt x="1981" y="1285"/>
                  </a:lnTo>
                  <a:lnTo>
                    <a:pt x="2062" y="1125"/>
                  </a:ln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6" name="Google Shape;1246;p81"/>
            <p:cNvSpPr/>
            <p:nvPr/>
          </p:nvSpPr>
          <p:spPr>
            <a:xfrm>
              <a:off x="2711778" y="921268"/>
              <a:ext cx="287659" cy="329521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217"/>
                  </a:lnTo>
                  <a:lnTo>
                    <a:pt x="3667" y="8217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7" name="Google Shape;1247;p81"/>
            <p:cNvSpPr/>
            <p:nvPr/>
          </p:nvSpPr>
          <p:spPr>
            <a:xfrm>
              <a:off x="3092789" y="921268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80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0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41"/>
                  </a:lnTo>
                  <a:lnTo>
                    <a:pt x="7093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8" name="Google Shape;1248;p81"/>
            <p:cNvSpPr/>
            <p:nvPr/>
          </p:nvSpPr>
          <p:spPr>
            <a:xfrm>
              <a:off x="3474843" y="92126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480" y="3961"/>
                  </a:lnTo>
                  <a:lnTo>
                    <a:pt x="81" y="1981"/>
                  </a:lnTo>
                  <a:lnTo>
                    <a:pt x="1" y="2141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36"/>
                  </a:lnTo>
                  <a:lnTo>
                    <a:pt x="3480" y="4256"/>
                  </a:lnTo>
                  <a:lnTo>
                    <a:pt x="3480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9" name="Google Shape;1249;p81"/>
            <p:cNvSpPr/>
            <p:nvPr/>
          </p:nvSpPr>
          <p:spPr>
            <a:xfrm>
              <a:off x="3855854" y="953467"/>
              <a:ext cx="287659" cy="296240"/>
            </a:xfrm>
            <a:custGeom>
              <a:avLst/>
              <a:gdLst/>
              <a:ahLst/>
              <a:cxnLst/>
              <a:rect l="l" t="t" r="r" b="b"/>
              <a:pathLst>
                <a:path w="7174" h="7388" extrusionOk="0">
                  <a:moveTo>
                    <a:pt x="3507" y="0"/>
                  </a:moveTo>
                  <a:lnTo>
                    <a:pt x="3507" y="3158"/>
                  </a:lnTo>
                  <a:lnTo>
                    <a:pt x="81" y="1178"/>
                  </a:lnTo>
                  <a:lnTo>
                    <a:pt x="0" y="1312"/>
                  </a:lnTo>
                  <a:lnTo>
                    <a:pt x="3426" y="3292"/>
                  </a:lnTo>
                  <a:lnTo>
                    <a:pt x="0" y="5273"/>
                  </a:lnTo>
                  <a:lnTo>
                    <a:pt x="81" y="5433"/>
                  </a:lnTo>
                  <a:lnTo>
                    <a:pt x="3507" y="3453"/>
                  </a:lnTo>
                  <a:lnTo>
                    <a:pt x="3507" y="7387"/>
                  </a:lnTo>
                  <a:lnTo>
                    <a:pt x="3667" y="7387"/>
                  </a:lnTo>
                  <a:lnTo>
                    <a:pt x="3667" y="3453"/>
                  </a:lnTo>
                  <a:lnTo>
                    <a:pt x="7093" y="5407"/>
                  </a:lnTo>
                  <a:lnTo>
                    <a:pt x="7174" y="5273"/>
                  </a:lnTo>
                  <a:lnTo>
                    <a:pt x="3748" y="3292"/>
                  </a:lnTo>
                  <a:lnTo>
                    <a:pt x="5434" y="2329"/>
                  </a:lnTo>
                  <a:cubicBezTo>
                    <a:pt x="5380" y="2302"/>
                    <a:pt x="5354" y="2248"/>
                    <a:pt x="5327" y="2195"/>
                  </a:cubicBezTo>
                  <a:lnTo>
                    <a:pt x="3667" y="3158"/>
                  </a:lnTo>
                  <a:lnTo>
                    <a:pt x="3667" y="187"/>
                  </a:lnTo>
                  <a:cubicBezTo>
                    <a:pt x="3614" y="134"/>
                    <a:pt x="3560" y="80"/>
                    <a:pt x="350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0" name="Google Shape;1250;p81"/>
            <p:cNvSpPr/>
            <p:nvPr/>
          </p:nvSpPr>
          <p:spPr>
            <a:xfrm>
              <a:off x="2417699" y="1498640"/>
              <a:ext cx="7538" cy="9704"/>
            </a:xfrm>
            <a:custGeom>
              <a:avLst/>
              <a:gdLst/>
              <a:ahLst/>
              <a:cxnLst/>
              <a:rect l="l" t="t" r="r" b="b"/>
              <a:pathLst>
                <a:path w="188" h="242" extrusionOk="0">
                  <a:moveTo>
                    <a:pt x="1" y="1"/>
                  </a:moveTo>
                  <a:cubicBezTo>
                    <a:pt x="1" y="54"/>
                    <a:pt x="1" y="135"/>
                    <a:pt x="1" y="188"/>
                  </a:cubicBezTo>
                  <a:lnTo>
                    <a:pt x="108" y="242"/>
                  </a:lnTo>
                  <a:lnTo>
                    <a:pt x="188" y="108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1" name="Google Shape;1251;p81"/>
            <p:cNvSpPr/>
            <p:nvPr/>
          </p:nvSpPr>
          <p:spPr>
            <a:xfrm>
              <a:off x="2518586" y="1259335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2" name="Google Shape;1252;p81"/>
            <p:cNvSpPr/>
            <p:nvPr/>
          </p:nvSpPr>
          <p:spPr>
            <a:xfrm>
              <a:off x="2899597" y="1259335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3" y="6049"/>
                  </a:lnTo>
                  <a:lnTo>
                    <a:pt x="3774" y="4095"/>
                  </a:lnTo>
                  <a:lnTo>
                    <a:pt x="7173" y="2115"/>
                  </a:lnTo>
                  <a:lnTo>
                    <a:pt x="7093" y="1954"/>
                  </a:lnTo>
                  <a:lnTo>
                    <a:pt x="3667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3" name="Google Shape;1253;p81"/>
            <p:cNvSpPr/>
            <p:nvPr/>
          </p:nvSpPr>
          <p:spPr>
            <a:xfrm>
              <a:off x="3280608" y="1259335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35"/>
                  </a:lnTo>
                  <a:lnTo>
                    <a:pt x="107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107" y="6210"/>
                  </a:lnTo>
                  <a:lnTo>
                    <a:pt x="3506" y="4229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29"/>
                  </a:lnTo>
                  <a:lnTo>
                    <a:pt x="7093" y="6210"/>
                  </a:lnTo>
                  <a:lnTo>
                    <a:pt x="7200" y="6049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54"/>
                  </a:lnTo>
                  <a:lnTo>
                    <a:pt x="3694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4" name="Google Shape;1254;p81"/>
            <p:cNvSpPr/>
            <p:nvPr/>
          </p:nvSpPr>
          <p:spPr>
            <a:xfrm>
              <a:off x="3662662" y="1258252"/>
              <a:ext cx="287659" cy="329521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122"/>
                  </a:lnTo>
                  <a:lnTo>
                    <a:pt x="1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8" y="8218"/>
                  </a:lnTo>
                  <a:lnTo>
                    <a:pt x="3668" y="4256"/>
                  </a:lnTo>
                  <a:lnTo>
                    <a:pt x="7094" y="6237"/>
                  </a:lnTo>
                  <a:lnTo>
                    <a:pt x="7174" y="6076"/>
                  </a:lnTo>
                  <a:lnTo>
                    <a:pt x="3748" y="4122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5" name="Google Shape;1255;p81"/>
            <p:cNvSpPr/>
            <p:nvPr/>
          </p:nvSpPr>
          <p:spPr>
            <a:xfrm>
              <a:off x="4043673" y="1258252"/>
              <a:ext cx="193230" cy="329521"/>
            </a:xfrm>
            <a:custGeom>
              <a:avLst/>
              <a:gdLst/>
              <a:ahLst/>
              <a:cxnLst/>
              <a:rect l="l" t="t" r="r" b="b"/>
              <a:pathLst>
                <a:path w="4819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7" y="8218"/>
                  </a:lnTo>
                  <a:lnTo>
                    <a:pt x="3667" y="4256"/>
                  </a:lnTo>
                  <a:lnTo>
                    <a:pt x="4818" y="4925"/>
                  </a:lnTo>
                  <a:cubicBezTo>
                    <a:pt x="4818" y="4845"/>
                    <a:pt x="4818" y="4765"/>
                    <a:pt x="4792" y="4711"/>
                  </a:cubicBezTo>
                  <a:lnTo>
                    <a:pt x="3774" y="4096"/>
                  </a:lnTo>
                  <a:lnTo>
                    <a:pt x="4604" y="3614"/>
                  </a:lnTo>
                  <a:cubicBezTo>
                    <a:pt x="4604" y="3560"/>
                    <a:pt x="4577" y="3507"/>
                    <a:pt x="4577" y="3453"/>
                  </a:cubicBezTo>
                  <a:lnTo>
                    <a:pt x="3667" y="3962"/>
                  </a:lnTo>
                  <a:lnTo>
                    <a:pt x="3667" y="295"/>
                  </a:lnTo>
                  <a:cubicBezTo>
                    <a:pt x="3641" y="188"/>
                    <a:pt x="3614" y="108"/>
                    <a:pt x="358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6" name="Google Shape;1256;p81"/>
            <p:cNvSpPr/>
            <p:nvPr/>
          </p:nvSpPr>
          <p:spPr>
            <a:xfrm>
              <a:off x="2423072" y="1578074"/>
              <a:ext cx="195355" cy="328439"/>
            </a:xfrm>
            <a:custGeom>
              <a:avLst/>
              <a:gdLst/>
              <a:ahLst/>
              <a:cxnLst/>
              <a:rect l="l" t="t" r="r" b="b"/>
              <a:pathLst>
                <a:path w="4872" h="8191" extrusionOk="0">
                  <a:moveTo>
                    <a:pt x="1205" y="1"/>
                  </a:moveTo>
                  <a:lnTo>
                    <a:pt x="1205" y="3935"/>
                  </a:lnTo>
                  <a:lnTo>
                    <a:pt x="0" y="3266"/>
                  </a:lnTo>
                  <a:lnTo>
                    <a:pt x="0" y="3266"/>
                  </a:lnTo>
                  <a:cubicBezTo>
                    <a:pt x="0" y="3320"/>
                    <a:pt x="27" y="3400"/>
                    <a:pt x="27" y="3480"/>
                  </a:cubicBezTo>
                  <a:lnTo>
                    <a:pt x="1098" y="4096"/>
                  </a:lnTo>
                  <a:lnTo>
                    <a:pt x="214" y="4604"/>
                  </a:lnTo>
                  <a:cubicBezTo>
                    <a:pt x="241" y="4658"/>
                    <a:pt x="241" y="4738"/>
                    <a:pt x="268" y="4792"/>
                  </a:cubicBezTo>
                  <a:lnTo>
                    <a:pt x="1205" y="4256"/>
                  </a:lnTo>
                  <a:lnTo>
                    <a:pt x="1205" y="8030"/>
                  </a:lnTo>
                  <a:cubicBezTo>
                    <a:pt x="1205" y="8084"/>
                    <a:pt x="1232" y="8137"/>
                    <a:pt x="1258" y="8191"/>
                  </a:cubicBezTo>
                  <a:lnTo>
                    <a:pt x="1365" y="8191"/>
                  </a:lnTo>
                  <a:lnTo>
                    <a:pt x="1365" y="4256"/>
                  </a:lnTo>
                  <a:lnTo>
                    <a:pt x="4791" y="6210"/>
                  </a:lnTo>
                  <a:lnTo>
                    <a:pt x="4872" y="6076"/>
                  </a:lnTo>
                  <a:lnTo>
                    <a:pt x="1446" y="4096"/>
                  </a:lnTo>
                  <a:lnTo>
                    <a:pt x="4872" y="2115"/>
                  </a:lnTo>
                  <a:lnTo>
                    <a:pt x="4791" y="1981"/>
                  </a:lnTo>
                  <a:lnTo>
                    <a:pt x="1365" y="3935"/>
                  </a:lnTo>
                  <a:lnTo>
                    <a:pt x="136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7" name="Google Shape;1257;p81"/>
            <p:cNvSpPr/>
            <p:nvPr/>
          </p:nvSpPr>
          <p:spPr>
            <a:xfrm>
              <a:off x="2711778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56"/>
                  </a:lnTo>
                  <a:lnTo>
                    <a:pt x="7093" y="6210"/>
                  </a:lnTo>
                  <a:lnTo>
                    <a:pt x="7173" y="6076"/>
                  </a:lnTo>
                  <a:lnTo>
                    <a:pt x="3774" y="4096"/>
                  </a:lnTo>
                  <a:lnTo>
                    <a:pt x="7173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8" name="Google Shape;1258;p81"/>
            <p:cNvSpPr/>
            <p:nvPr/>
          </p:nvSpPr>
          <p:spPr>
            <a:xfrm>
              <a:off x="3092789" y="1578074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1"/>
                  </a:moveTo>
                  <a:lnTo>
                    <a:pt x="3506" y="3935"/>
                  </a:lnTo>
                  <a:lnTo>
                    <a:pt x="80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0" y="6210"/>
                  </a:lnTo>
                  <a:lnTo>
                    <a:pt x="3506" y="4230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30"/>
                  </a:lnTo>
                  <a:lnTo>
                    <a:pt x="7093" y="6210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15"/>
                  </a:lnTo>
                  <a:lnTo>
                    <a:pt x="7093" y="1981"/>
                  </a:lnTo>
                  <a:lnTo>
                    <a:pt x="3694" y="3935"/>
                  </a:lnTo>
                  <a:lnTo>
                    <a:pt x="369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9" name="Google Shape;1259;p81"/>
            <p:cNvSpPr/>
            <p:nvPr/>
          </p:nvSpPr>
          <p:spPr>
            <a:xfrm>
              <a:off x="3474843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1" y="2115"/>
                  </a:lnTo>
                  <a:lnTo>
                    <a:pt x="3400" y="4096"/>
                  </a:lnTo>
                  <a:lnTo>
                    <a:pt x="1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480" y="8191"/>
                  </a:lnTo>
                  <a:lnTo>
                    <a:pt x="3668" y="8191"/>
                  </a:lnTo>
                  <a:lnTo>
                    <a:pt x="3668" y="4230"/>
                  </a:lnTo>
                  <a:lnTo>
                    <a:pt x="7094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4" y="1955"/>
                  </a:lnTo>
                  <a:lnTo>
                    <a:pt x="3668" y="3935"/>
                  </a:lnTo>
                  <a:lnTo>
                    <a:pt x="366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0" name="Google Shape;1260;p81"/>
            <p:cNvSpPr/>
            <p:nvPr/>
          </p:nvSpPr>
          <p:spPr>
            <a:xfrm>
              <a:off x="3855854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30"/>
                  </a:lnTo>
                  <a:lnTo>
                    <a:pt x="7093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3" y="1955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1" name="Google Shape;1261;p81"/>
            <p:cNvSpPr/>
            <p:nvPr/>
          </p:nvSpPr>
          <p:spPr>
            <a:xfrm>
              <a:off x="2518586" y="1919388"/>
              <a:ext cx="287659" cy="293033"/>
            </a:xfrm>
            <a:custGeom>
              <a:avLst/>
              <a:gdLst/>
              <a:ahLst/>
              <a:cxnLst/>
              <a:rect l="l" t="t" r="r" b="b"/>
              <a:pathLst>
                <a:path w="7174" h="730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1767" y="5059"/>
                  </a:lnTo>
                  <a:cubicBezTo>
                    <a:pt x="1821" y="5086"/>
                    <a:pt x="1847" y="5139"/>
                    <a:pt x="1874" y="5193"/>
                  </a:cubicBezTo>
                  <a:lnTo>
                    <a:pt x="3507" y="4256"/>
                  </a:lnTo>
                  <a:lnTo>
                    <a:pt x="3507" y="7120"/>
                  </a:lnTo>
                  <a:cubicBezTo>
                    <a:pt x="3560" y="7200"/>
                    <a:pt x="3614" y="7254"/>
                    <a:pt x="3667" y="7307"/>
                  </a:cubicBezTo>
                  <a:lnTo>
                    <a:pt x="3667" y="4256"/>
                  </a:lnTo>
                  <a:lnTo>
                    <a:pt x="7093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2" name="Google Shape;1262;p81"/>
            <p:cNvSpPr/>
            <p:nvPr/>
          </p:nvSpPr>
          <p:spPr>
            <a:xfrm>
              <a:off x="2899597" y="191938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7" y="8190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3" name="Google Shape;1263;p81"/>
            <p:cNvSpPr/>
            <p:nvPr/>
          </p:nvSpPr>
          <p:spPr>
            <a:xfrm>
              <a:off x="3280608" y="1919388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107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107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4" name="Google Shape;1264;p81"/>
            <p:cNvSpPr/>
            <p:nvPr/>
          </p:nvSpPr>
          <p:spPr>
            <a:xfrm>
              <a:off x="3662662" y="191938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1" y="2115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5" name="Google Shape;1265;p81"/>
            <p:cNvSpPr/>
            <p:nvPr/>
          </p:nvSpPr>
          <p:spPr>
            <a:xfrm>
              <a:off x="4043673" y="1998782"/>
              <a:ext cx="78391" cy="49400"/>
            </a:xfrm>
            <a:custGeom>
              <a:avLst/>
              <a:gdLst/>
              <a:ahLst/>
              <a:cxnLst/>
              <a:rect l="l" t="t" r="r" b="b"/>
              <a:pathLst>
                <a:path w="1955" h="1232" extrusionOk="0">
                  <a:moveTo>
                    <a:pt x="81" y="1"/>
                  </a:moveTo>
                  <a:lnTo>
                    <a:pt x="0" y="135"/>
                  </a:lnTo>
                  <a:lnTo>
                    <a:pt x="1874" y="1232"/>
                  </a:lnTo>
                  <a:cubicBezTo>
                    <a:pt x="1901" y="1178"/>
                    <a:pt x="1928" y="1125"/>
                    <a:pt x="1954" y="1071"/>
                  </a:cubicBez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6" name="Google Shape;1266;p81"/>
            <p:cNvSpPr/>
            <p:nvPr/>
          </p:nvSpPr>
          <p:spPr>
            <a:xfrm>
              <a:off x="2884560" y="2317561"/>
              <a:ext cx="114879" cy="68727"/>
            </a:xfrm>
            <a:custGeom>
              <a:avLst/>
              <a:gdLst/>
              <a:ahLst/>
              <a:cxnLst/>
              <a:rect l="l" t="t" r="r" b="b"/>
              <a:pathLst>
                <a:path w="2865" h="1714" extrusionOk="0">
                  <a:moveTo>
                    <a:pt x="2784" y="0"/>
                  </a:moveTo>
                  <a:lnTo>
                    <a:pt x="1" y="1606"/>
                  </a:lnTo>
                  <a:cubicBezTo>
                    <a:pt x="54" y="1660"/>
                    <a:pt x="108" y="1686"/>
                    <a:pt x="161" y="1713"/>
                  </a:cubicBezTo>
                  <a:lnTo>
                    <a:pt x="2864" y="161"/>
                  </a:lnTo>
                  <a:lnTo>
                    <a:pt x="278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7" name="Google Shape;1267;p81"/>
            <p:cNvSpPr/>
            <p:nvPr/>
          </p:nvSpPr>
          <p:spPr>
            <a:xfrm>
              <a:off x="2852362" y="2238127"/>
              <a:ext cx="6496" cy="129916"/>
            </a:xfrm>
            <a:custGeom>
              <a:avLst/>
              <a:gdLst/>
              <a:ahLst/>
              <a:cxnLst/>
              <a:rect l="l" t="t" r="r" b="b"/>
              <a:pathLst>
                <a:path w="162" h="3240" extrusionOk="0">
                  <a:moveTo>
                    <a:pt x="1" y="0"/>
                  </a:moveTo>
                  <a:lnTo>
                    <a:pt x="1" y="3132"/>
                  </a:lnTo>
                  <a:cubicBezTo>
                    <a:pt x="54" y="3159"/>
                    <a:pt x="108" y="3212"/>
                    <a:pt x="161" y="3239"/>
                  </a:cubicBez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8" name="Google Shape;1268;p81"/>
            <p:cNvSpPr/>
            <p:nvPr/>
          </p:nvSpPr>
          <p:spPr>
            <a:xfrm>
              <a:off x="3092789" y="2238127"/>
              <a:ext cx="288742" cy="255461"/>
            </a:xfrm>
            <a:custGeom>
              <a:avLst/>
              <a:gdLst/>
              <a:ahLst/>
              <a:cxnLst/>
              <a:rect l="l" t="t" r="r" b="b"/>
              <a:pathLst>
                <a:path w="7201" h="6371" extrusionOk="0">
                  <a:moveTo>
                    <a:pt x="3506" y="0"/>
                  </a:moveTo>
                  <a:lnTo>
                    <a:pt x="3506" y="3962"/>
                  </a:lnTo>
                  <a:lnTo>
                    <a:pt x="80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455" y="5835"/>
                  </a:lnTo>
                  <a:cubicBezTo>
                    <a:pt x="535" y="5835"/>
                    <a:pt x="616" y="5862"/>
                    <a:pt x="696" y="5889"/>
                  </a:cubicBezTo>
                  <a:lnTo>
                    <a:pt x="3506" y="4256"/>
                  </a:lnTo>
                  <a:lnTo>
                    <a:pt x="3506" y="6371"/>
                  </a:lnTo>
                  <a:lnTo>
                    <a:pt x="3694" y="6371"/>
                  </a:lnTo>
                  <a:lnTo>
                    <a:pt x="3694" y="4256"/>
                  </a:lnTo>
                  <a:lnTo>
                    <a:pt x="7093" y="6237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42"/>
                  </a:lnTo>
                  <a:lnTo>
                    <a:pt x="7093" y="1981"/>
                  </a:lnTo>
                  <a:lnTo>
                    <a:pt x="3694" y="3962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9" name="Google Shape;1269;p81"/>
            <p:cNvSpPr/>
            <p:nvPr/>
          </p:nvSpPr>
          <p:spPr>
            <a:xfrm>
              <a:off x="3474843" y="2238127"/>
              <a:ext cx="287659" cy="247963"/>
            </a:xfrm>
            <a:custGeom>
              <a:avLst/>
              <a:gdLst/>
              <a:ahLst/>
              <a:cxnLst/>
              <a:rect l="l" t="t" r="r" b="b"/>
              <a:pathLst>
                <a:path w="7174" h="6184" extrusionOk="0">
                  <a:moveTo>
                    <a:pt x="3507" y="0"/>
                  </a:moveTo>
                  <a:lnTo>
                    <a:pt x="3480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096"/>
                  </a:lnTo>
                  <a:lnTo>
                    <a:pt x="1" y="6076"/>
                  </a:lnTo>
                  <a:lnTo>
                    <a:pt x="54" y="6183"/>
                  </a:lnTo>
                  <a:lnTo>
                    <a:pt x="161" y="6183"/>
                  </a:lnTo>
                  <a:lnTo>
                    <a:pt x="3480" y="4256"/>
                  </a:lnTo>
                  <a:lnTo>
                    <a:pt x="3480" y="5354"/>
                  </a:lnTo>
                  <a:cubicBezTo>
                    <a:pt x="3560" y="5327"/>
                    <a:pt x="3614" y="5327"/>
                    <a:pt x="3668" y="5300"/>
                  </a:cubicBezTo>
                  <a:lnTo>
                    <a:pt x="3668" y="4256"/>
                  </a:lnTo>
                  <a:lnTo>
                    <a:pt x="4765" y="4899"/>
                  </a:lnTo>
                  <a:cubicBezTo>
                    <a:pt x="4845" y="4872"/>
                    <a:pt x="4899" y="4845"/>
                    <a:pt x="4979" y="4818"/>
                  </a:cubicBezTo>
                  <a:lnTo>
                    <a:pt x="3748" y="4096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0" name="Google Shape;1270;p81"/>
            <p:cNvSpPr/>
            <p:nvPr/>
          </p:nvSpPr>
          <p:spPr>
            <a:xfrm>
              <a:off x="3855854" y="2317561"/>
              <a:ext cx="12911" cy="9704"/>
            </a:xfrm>
            <a:custGeom>
              <a:avLst/>
              <a:gdLst/>
              <a:ahLst/>
              <a:cxnLst/>
              <a:rect l="l" t="t" r="r" b="b"/>
              <a:pathLst>
                <a:path w="322" h="242" extrusionOk="0">
                  <a:moveTo>
                    <a:pt x="81" y="0"/>
                  </a:moveTo>
                  <a:lnTo>
                    <a:pt x="0" y="134"/>
                  </a:lnTo>
                  <a:lnTo>
                    <a:pt x="161" y="241"/>
                  </a:lnTo>
                  <a:cubicBezTo>
                    <a:pt x="215" y="214"/>
                    <a:pt x="268" y="161"/>
                    <a:pt x="322" y="134"/>
                  </a:cubicBezTo>
                  <a:lnTo>
                    <a:pt x="8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271" name="Google Shape;1271;p81"/>
          <p:cNvSpPr txBox="1">
            <a:spLocks noGrp="1"/>
          </p:cNvSpPr>
          <p:nvPr>
            <p:ph type="title"/>
          </p:nvPr>
        </p:nvSpPr>
        <p:spPr>
          <a:xfrm>
            <a:off x="713250" y="523025"/>
            <a:ext cx="7717500" cy="541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1272" name="Google Shape;1272;p81"/>
          <p:cNvSpPr txBox="1">
            <a:spLocks noGrp="1"/>
          </p:cNvSpPr>
          <p:nvPr>
            <p:ph type="subTitle" idx="1"/>
          </p:nvPr>
        </p:nvSpPr>
        <p:spPr>
          <a:xfrm>
            <a:off x="957000" y="2926100"/>
            <a:ext cx="1693200" cy="37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200" b="1">
                <a:solidFill>
                  <a:schemeClr val="accent2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73" name="Google Shape;1273;p81"/>
          <p:cNvSpPr txBox="1">
            <a:spLocks noGrp="1"/>
          </p:cNvSpPr>
          <p:nvPr>
            <p:ph type="subTitle" idx="2"/>
          </p:nvPr>
        </p:nvSpPr>
        <p:spPr>
          <a:xfrm>
            <a:off x="2802600" y="2926100"/>
            <a:ext cx="1693200" cy="37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200" b="1">
                <a:solidFill>
                  <a:schemeClr val="accent2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74" name="Google Shape;1274;p81"/>
          <p:cNvSpPr txBox="1">
            <a:spLocks noGrp="1"/>
          </p:cNvSpPr>
          <p:nvPr>
            <p:ph type="subTitle" idx="3"/>
          </p:nvPr>
        </p:nvSpPr>
        <p:spPr>
          <a:xfrm>
            <a:off x="957000" y="3317498"/>
            <a:ext cx="1693200" cy="995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75" name="Google Shape;1275;p81"/>
          <p:cNvSpPr txBox="1">
            <a:spLocks noGrp="1"/>
          </p:cNvSpPr>
          <p:nvPr>
            <p:ph type="subTitle" idx="4"/>
          </p:nvPr>
        </p:nvSpPr>
        <p:spPr>
          <a:xfrm>
            <a:off x="2802600" y="3317501"/>
            <a:ext cx="1693200" cy="995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76" name="Google Shape;1276;p81"/>
          <p:cNvSpPr txBox="1">
            <a:spLocks noGrp="1"/>
          </p:cNvSpPr>
          <p:nvPr>
            <p:ph type="subTitle" idx="5"/>
          </p:nvPr>
        </p:nvSpPr>
        <p:spPr>
          <a:xfrm>
            <a:off x="4648198" y="2926100"/>
            <a:ext cx="1693200" cy="37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200" b="1">
                <a:solidFill>
                  <a:schemeClr val="accent2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77" name="Google Shape;1277;p81"/>
          <p:cNvSpPr txBox="1">
            <a:spLocks noGrp="1"/>
          </p:cNvSpPr>
          <p:nvPr>
            <p:ph type="subTitle" idx="6"/>
          </p:nvPr>
        </p:nvSpPr>
        <p:spPr>
          <a:xfrm>
            <a:off x="4648198" y="3317501"/>
            <a:ext cx="1693200" cy="995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78" name="Google Shape;1278;p81"/>
          <p:cNvSpPr txBox="1">
            <a:spLocks noGrp="1"/>
          </p:cNvSpPr>
          <p:nvPr>
            <p:ph type="subTitle" idx="7"/>
          </p:nvPr>
        </p:nvSpPr>
        <p:spPr>
          <a:xfrm>
            <a:off x="6493800" y="2926100"/>
            <a:ext cx="1693200" cy="37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200" b="1">
                <a:solidFill>
                  <a:schemeClr val="accent2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79" name="Google Shape;1279;p81"/>
          <p:cNvSpPr txBox="1">
            <a:spLocks noGrp="1"/>
          </p:cNvSpPr>
          <p:nvPr>
            <p:ph type="subTitle" idx="8"/>
          </p:nvPr>
        </p:nvSpPr>
        <p:spPr>
          <a:xfrm>
            <a:off x="6493800" y="3317501"/>
            <a:ext cx="1693200" cy="995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">
  <p:cSld name="CUSTOM_29">
    <p:spTree>
      <p:nvGrpSpPr>
        <p:cNvPr id="1" name="Shape 1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1" name="Google Shape;1281;p82"/>
          <p:cNvSpPr/>
          <p:nvPr/>
        </p:nvSpPr>
        <p:spPr>
          <a:xfrm>
            <a:off x="4487750" y="727477"/>
            <a:ext cx="6559985" cy="5236281"/>
          </a:xfrm>
          <a:custGeom>
            <a:avLst/>
            <a:gdLst/>
            <a:ahLst/>
            <a:cxnLst/>
            <a:rect l="l" t="t" r="r" b="b"/>
            <a:pathLst>
              <a:path w="142469" h="136664" extrusionOk="0">
                <a:moveTo>
                  <a:pt x="97052" y="0"/>
                </a:moveTo>
                <a:cubicBezTo>
                  <a:pt x="94985" y="0"/>
                  <a:pt x="92658" y="685"/>
                  <a:pt x="89955" y="2065"/>
                </a:cubicBezTo>
                <a:cubicBezTo>
                  <a:pt x="76197" y="9104"/>
                  <a:pt x="81149" y="14564"/>
                  <a:pt x="82755" y="40634"/>
                </a:cubicBezTo>
                <a:cubicBezTo>
                  <a:pt x="85458" y="83646"/>
                  <a:pt x="12896" y="58112"/>
                  <a:pt x="4519" y="103881"/>
                </a:cubicBezTo>
                <a:cubicBezTo>
                  <a:pt x="0" y="128495"/>
                  <a:pt x="10558" y="136664"/>
                  <a:pt x="39417" y="136664"/>
                </a:cubicBezTo>
                <a:cubicBezTo>
                  <a:pt x="47997" y="136664"/>
                  <a:pt x="58195" y="135942"/>
                  <a:pt x="70095" y="134715"/>
                </a:cubicBezTo>
                <a:cubicBezTo>
                  <a:pt x="122047" y="129389"/>
                  <a:pt x="142469" y="101392"/>
                  <a:pt x="125767" y="56907"/>
                </a:cubicBezTo>
                <a:cubicBezTo>
                  <a:pt x="111706" y="19432"/>
                  <a:pt x="108060" y="0"/>
                  <a:pt x="97052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82" name="Google Shape;1282;p82"/>
          <p:cNvSpPr/>
          <p:nvPr/>
        </p:nvSpPr>
        <p:spPr>
          <a:xfrm rot="5400000">
            <a:off x="-2563625" y="1125983"/>
            <a:ext cx="4913539" cy="3022943"/>
          </a:xfrm>
          <a:custGeom>
            <a:avLst/>
            <a:gdLst/>
            <a:ahLst/>
            <a:cxnLst/>
            <a:rect l="l" t="t" r="r" b="b"/>
            <a:pathLst>
              <a:path w="59643" h="36694" extrusionOk="0">
                <a:moveTo>
                  <a:pt x="6271" y="15779"/>
                </a:moveTo>
                <a:cubicBezTo>
                  <a:pt x="9374" y="14178"/>
                  <a:pt x="17513" y="18347"/>
                  <a:pt x="23150" y="11676"/>
                </a:cubicBezTo>
                <a:cubicBezTo>
                  <a:pt x="28787" y="5004"/>
                  <a:pt x="30455" y="1"/>
                  <a:pt x="37327" y="2302"/>
                </a:cubicBezTo>
                <a:cubicBezTo>
                  <a:pt x="44198" y="4571"/>
                  <a:pt x="43064" y="13410"/>
                  <a:pt x="47601" y="15779"/>
                </a:cubicBezTo>
                <a:cubicBezTo>
                  <a:pt x="52104" y="18147"/>
                  <a:pt x="59643" y="31690"/>
                  <a:pt x="43364" y="34192"/>
                </a:cubicBezTo>
                <a:cubicBezTo>
                  <a:pt x="27120" y="36694"/>
                  <a:pt x="10441" y="33158"/>
                  <a:pt x="5204" y="27520"/>
                </a:cubicBezTo>
                <a:cubicBezTo>
                  <a:pt x="0" y="21883"/>
                  <a:pt x="3136" y="17380"/>
                  <a:pt x="6271" y="15779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83" name="Google Shape;1283;p82"/>
          <p:cNvSpPr/>
          <p:nvPr/>
        </p:nvSpPr>
        <p:spPr>
          <a:xfrm rot="-7977677">
            <a:off x="635395" y="-298381"/>
            <a:ext cx="1601627" cy="1536805"/>
          </a:xfrm>
          <a:custGeom>
            <a:avLst/>
            <a:gdLst/>
            <a:ahLst/>
            <a:cxnLst/>
            <a:rect l="l" t="t" r="r" b="b"/>
            <a:pathLst>
              <a:path w="20582" h="19749" extrusionOk="0">
                <a:moveTo>
                  <a:pt x="15178" y="401"/>
                </a:moveTo>
                <a:cubicBezTo>
                  <a:pt x="11542" y="1"/>
                  <a:pt x="4470" y="1235"/>
                  <a:pt x="2235" y="7773"/>
                </a:cubicBezTo>
                <a:cubicBezTo>
                  <a:pt x="0" y="14311"/>
                  <a:pt x="7939" y="17947"/>
                  <a:pt x="11675" y="18848"/>
                </a:cubicBezTo>
                <a:cubicBezTo>
                  <a:pt x="15445" y="19748"/>
                  <a:pt x="20315" y="19448"/>
                  <a:pt x="20448" y="13477"/>
                </a:cubicBezTo>
                <a:cubicBezTo>
                  <a:pt x="20582" y="7506"/>
                  <a:pt x="18780" y="835"/>
                  <a:pt x="15178" y="401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84" name="Google Shape;1284;p82"/>
          <p:cNvSpPr txBox="1">
            <a:spLocks noGrp="1"/>
          </p:cNvSpPr>
          <p:nvPr>
            <p:ph type="title"/>
          </p:nvPr>
        </p:nvSpPr>
        <p:spPr>
          <a:xfrm>
            <a:off x="713250" y="523025"/>
            <a:ext cx="7717500" cy="541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1285" name="Google Shape;1285;p82"/>
          <p:cNvSpPr txBox="1">
            <a:spLocks noGrp="1"/>
          </p:cNvSpPr>
          <p:nvPr>
            <p:ph type="subTitle" idx="1"/>
          </p:nvPr>
        </p:nvSpPr>
        <p:spPr>
          <a:xfrm>
            <a:off x="1094250" y="1652438"/>
            <a:ext cx="2167800" cy="37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200" b="1">
                <a:solidFill>
                  <a:schemeClr val="accent2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86" name="Google Shape;1286;p82"/>
          <p:cNvSpPr txBox="1">
            <a:spLocks noGrp="1"/>
          </p:cNvSpPr>
          <p:nvPr>
            <p:ph type="subTitle" idx="2"/>
          </p:nvPr>
        </p:nvSpPr>
        <p:spPr>
          <a:xfrm>
            <a:off x="3488100" y="1652438"/>
            <a:ext cx="2167800" cy="37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200" b="1">
                <a:solidFill>
                  <a:schemeClr val="accent2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87" name="Google Shape;1287;p82"/>
          <p:cNvSpPr txBox="1">
            <a:spLocks noGrp="1"/>
          </p:cNvSpPr>
          <p:nvPr>
            <p:ph type="subTitle" idx="3"/>
          </p:nvPr>
        </p:nvSpPr>
        <p:spPr>
          <a:xfrm>
            <a:off x="1094250" y="2043850"/>
            <a:ext cx="21678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88" name="Google Shape;1288;p82"/>
          <p:cNvSpPr txBox="1">
            <a:spLocks noGrp="1"/>
          </p:cNvSpPr>
          <p:nvPr>
            <p:ph type="subTitle" idx="4"/>
          </p:nvPr>
        </p:nvSpPr>
        <p:spPr>
          <a:xfrm>
            <a:off x="3488100" y="2043850"/>
            <a:ext cx="21678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89" name="Google Shape;1289;p82"/>
          <p:cNvSpPr txBox="1">
            <a:spLocks noGrp="1"/>
          </p:cNvSpPr>
          <p:nvPr>
            <p:ph type="subTitle" idx="5"/>
          </p:nvPr>
        </p:nvSpPr>
        <p:spPr>
          <a:xfrm>
            <a:off x="5881950" y="1652438"/>
            <a:ext cx="2167800" cy="37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200" b="1">
                <a:solidFill>
                  <a:schemeClr val="accent2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90" name="Google Shape;1290;p82"/>
          <p:cNvSpPr txBox="1">
            <a:spLocks noGrp="1"/>
          </p:cNvSpPr>
          <p:nvPr>
            <p:ph type="subTitle" idx="6"/>
          </p:nvPr>
        </p:nvSpPr>
        <p:spPr>
          <a:xfrm>
            <a:off x="5881950" y="2043850"/>
            <a:ext cx="21678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91" name="Google Shape;1291;p82"/>
          <p:cNvSpPr txBox="1">
            <a:spLocks noGrp="1"/>
          </p:cNvSpPr>
          <p:nvPr>
            <p:ph type="subTitle" idx="7"/>
          </p:nvPr>
        </p:nvSpPr>
        <p:spPr>
          <a:xfrm>
            <a:off x="1094250" y="2989363"/>
            <a:ext cx="2167800" cy="37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200" b="1">
                <a:solidFill>
                  <a:schemeClr val="accent2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92" name="Google Shape;1292;p82"/>
          <p:cNvSpPr txBox="1">
            <a:spLocks noGrp="1"/>
          </p:cNvSpPr>
          <p:nvPr>
            <p:ph type="subTitle" idx="8"/>
          </p:nvPr>
        </p:nvSpPr>
        <p:spPr>
          <a:xfrm>
            <a:off x="3488100" y="2989363"/>
            <a:ext cx="2167800" cy="37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200" b="1">
                <a:solidFill>
                  <a:schemeClr val="accent2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93" name="Google Shape;1293;p82"/>
          <p:cNvSpPr txBox="1">
            <a:spLocks noGrp="1"/>
          </p:cNvSpPr>
          <p:nvPr>
            <p:ph type="subTitle" idx="9"/>
          </p:nvPr>
        </p:nvSpPr>
        <p:spPr>
          <a:xfrm>
            <a:off x="1094250" y="3380900"/>
            <a:ext cx="21678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94" name="Google Shape;1294;p82"/>
          <p:cNvSpPr txBox="1">
            <a:spLocks noGrp="1"/>
          </p:cNvSpPr>
          <p:nvPr>
            <p:ph type="subTitle" idx="13"/>
          </p:nvPr>
        </p:nvSpPr>
        <p:spPr>
          <a:xfrm>
            <a:off x="3488100" y="3380900"/>
            <a:ext cx="21678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95" name="Google Shape;1295;p82"/>
          <p:cNvSpPr txBox="1">
            <a:spLocks noGrp="1"/>
          </p:cNvSpPr>
          <p:nvPr>
            <p:ph type="subTitle" idx="14"/>
          </p:nvPr>
        </p:nvSpPr>
        <p:spPr>
          <a:xfrm>
            <a:off x="5881950" y="2989363"/>
            <a:ext cx="2167800" cy="37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200" b="1">
                <a:solidFill>
                  <a:schemeClr val="accent2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96" name="Google Shape;1296;p82"/>
          <p:cNvSpPr txBox="1">
            <a:spLocks noGrp="1"/>
          </p:cNvSpPr>
          <p:nvPr>
            <p:ph type="subTitle" idx="15"/>
          </p:nvPr>
        </p:nvSpPr>
        <p:spPr>
          <a:xfrm>
            <a:off x="5881950" y="3380900"/>
            <a:ext cx="21678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 1">
  <p:cSld name="CUSTOM_41">
    <p:spTree>
      <p:nvGrpSpPr>
        <p:cNvPr id="1" name="Shape 1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98" name="Google Shape;1298;p83"/>
          <p:cNvGrpSpPr/>
          <p:nvPr/>
        </p:nvGrpSpPr>
        <p:grpSpPr>
          <a:xfrm>
            <a:off x="477170" y="-1413885"/>
            <a:ext cx="2304462" cy="2293869"/>
            <a:chOff x="2414491" y="671177"/>
            <a:chExt cx="1830972" cy="1822411"/>
          </a:xfrm>
        </p:grpSpPr>
        <p:sp>
          <p:nvSpPr>
            <p:cNvPr id="1299" name="Google Shape;1299;p83"/>
            <p:cNvSpPr/>
            <p:nvPr/>
          </p:nvSpPr>
          <p:spPr>
            <a:xfrm>
              <a:off x="2414491" y="671177"/>
              <a:ext cx="1830972" cy="1822391"/>
            </a:xfrm>
            <a:custGeom>
              <a:avLst/>
              <a:gdLst/>
              <a:ahLst/>
              <a:cxnLst/>
              <a:rect l="l" t="t" r="r" b="b"/>
              <a:pathLst>
                <a:path w="45663" h="45449" extrusionOk="0">
                  <a:moveTo>
                    <a:pt x="10947" y="4979"/>
                  </a:moveTo>
                  <a:lnTo>
                    <a:pt x="15605" y="7656"/>
                  </a:lnTo>
                  <a:lnTo>
                    <a:pt x="15605" y="13062"/>
                  </a:lnTo>
                  <a:lnTo>
                    <a:pt x="10947" y="15766"/>
                  </a:lnTo>
                  <a:lnTo>
                    <a:pt x="6263" y="13062"/>
                  </a:lnTo>
                  <a:lnTo>
                    <a:pt x="6263" y="7656"/>
                  </a:lnTo>
                  <a:lnTo>
                    <a:pt x="10947" y="4979"/>
                  </a:lnTo>
                  <a:close/>
                  <a:moveTo>
                    <a:pt x="20449" y="4979"/>
                  </a:moveTo>
                  <a:lnTo>
                    <a:pt x="25133" y="7656"/>
                  </a:lnTo>
                  <a:lnTo>
                    <a:pt x="25133" y="13062"/>
                  </a:lnTo>
                  <a:lnTo>
                    <a:pt x="20449" y="15766"/>
                  </a:lnTo>
                  <a:lnTo>
                    <a:pt x="15792" y="13062"/>
                  </a:lnTo>
                  <a:lnTo>
                    <a:pt x="15792" y="7656"/>
                  </a:lnTo>
                  <a:lnTo>
                    <a:pt x="20449" y="4979"/>
                  </a:lnTo>
                  <a:close/>
                  <a:moveTo>
                    <a:pt x="29978" y="4979"/>
                  </a:moveTo>
                  <a:lnTo>
                    <a:pt x="34635" y="7656"/>
                  </a:lnTo>
                  <a:lnTo>
                    <a:pt x="34635" y="13062"/>
                  </a:lnTo>
                  <a:lnTo>
                    <a:pt x="29978" y="15766"/>
                  </a:lnTo>
                  <a:lnTo>
                    <a:pt x="25294" y="13062"/>
                  </a:lnTo>
                  <a:lnTo>
                    <a:pt x="25294" y="7656"/>
                  </a:lnTo>
                  <a:lnTo>
                    <a:pt x="29978" y="4979"/>
                  </a:lnTo>
                  <a:close/>
                  <a:moveTo>
                    <a:pt x="6183" y="13196"/>
                  </a:moveTo>
                  <a:lnTo>
                    <a:pt x="10867" y="15899"/>
                  </a:lnTo>
                  <a:lnTo>
                    <a:pt x="10867" y="21306"/>
                  </a:lnTo>
                  <a:lnTo>
                    <a:pt x="6183" y="23983"/>
                  </a:lnTo>
                  <a:lnTo>
                    <a:pt x="1526" y="21306"/>
                  </a:lnTo>
                  <a:lnTo>
                    <a:pt x="1526" y="15899"/>
                  </a:lnTo>
                  <a:lnTo>
                    <a:pt x="6183" y="13196"/>
                  </a:lnTo>
                  <a:close/>
                  <a:moveTo>
                    <a:pt x="15712" y="13196"/>
                  </a:moveTo>
                  <a:lnTo>
                    <a:pt x="20369" y="15899"/>
                  </a:lnTo>
                  <a:lnTo>
                    <a:pt x="20369" y="21306"/>
                  </a:lnTo>
                  <a:lnTo>
                    <a:pt x="15712" y="23983"/>
                  </a:lnTo>
                  <a:lnTo>
                    <a:pt x="11028" y="21306"/>
                  </a:lnTo>
                  <a:lnTo>
                    <a:pt x="11028" y="15899"/>
                  </a:lnTo>
                  <a:lnTo>
                    <a:pt x="15712" y="13196"/>
                  </a:lnTo>
                  <a:close/>
                  <a:moveTo>
                    <a:pt x="25213" y="13196"/>
                  </a:moveTo>
                  <a:lnTo>
                    <a:pt x="29871" y="15899"/>
                  </a:lnTo>
                  <a:lnTo>
                    <a:pt x="29871" y="21306"/>
                  </a:lnTo>
                  <a:lnTo>
                    <a:pt x="25213" y="23983"/>
                  </a:lnTo>
                  <a:lnTo>
                    <a:pt x="20529" y="21306"/>
                  </a:lnTo>
                  <a:lnTo>
                    <a:pt x="20529" y="15899"/>
                  </a:lnTo>
                  <a:lnTo>
                    <a:pt x="25213" y="13196"/>
                  </a:lnTo>
                  <a:close/>
                  <a:moveTo>
                    <a:pt x="34715" y="13196"/>
                  </a:moveTo>
                  <a:lnTo>
                    <a:pt x="39399" y="15899"/>
                  </a:lnTo>
                  <a:lnTo>
                    <a:pt x="39399" y="21306"/>
                  </a:lnTo>
                  <a:lnTo>
                    <a:pt x="34715" y="23983"/>
                  </a:lnTo>
                  <a:lnTo>
                    <a:pt x="30058" y="21306"/>
                  </a:lnTo>
                  <a:lnTo>
                    <a:pt x="30058" y="15899"/>
                  </a:lnTo>
                  <a:lnTo>
                    <a:pt x="34715" y="13196"/>
                  </a:lnTo>
                  <a:close/>
                  <a:moveTo>
                    <a:pt x="10947" y="21440"/>
                  </a:moveTo>
                  <a:lnTo>
                    <a:pt x="15605" y="24143"/>
                  </a:lnTo>
                  <a:lnTo>
                    <a:pt x="15605" y="29523"/>
                  </a:lnTo>
                  <a:lnTo>
                    <a:pt x="10947" y="32226"/>
                  </a:lnTo>
                  <a:lnTo>
                    <a:pt x="6263" y="29523"/>
                  </a:lnTo>
                  <a:lnTo>
                    <a:pt x="6263" y="24143"/>
                  </a:lnTo>
                  <a:lnTo>
                    <a:pt x="10947" y="21440"/>
                  </a:lnTo>
                  <a:close/>
                  <a:moveTo>
                    <a:pt x="20449" y="21440"/>
                  </a:moveTo>
                  <a:lnTo>
                    <a:pt x="25133" y="24143"/>
                  </a:lnTo>
                  <a:lnTo>
                    <a:pt x="25133" y="29523"/>
                  </a:lnTo>
                  <a:lnTo>
                    <a:pt x="20449" y="32226"/>
                  </a:lnTo>
                  <a:lnTo>
                    <a:pt x="15792" y="29523"/>
                  </a:lnTo>
                  <a:lnTo>
                    <a:pt x="15792" y="24143"/>
                  </a:lnTo>
                  <a:lnTo>
                    <a:pt x="20449" y="21440"/>
                  </a:lnTo>
                  <a:close/>
                  <a:moveTo>
                    <a:pt x="29978" y="21440"/>
                  </a:moveTo>
                  <a:lnTo>
                    <a:pt x="34635" y="24143"/>
                  </a:lnTo>
                  <a:lnTo>
                    <a:pt x="34635" y="29523"/>
                  </a:lnTo>
                  <a:lnTo>
                    <a:pt x="29978" y="32226"/>
                  </a:lnTo>
                  <a:lnTo>
                    <a:pt x="25294" y="29523"/>
                  </a:lnTo>
                  <a:lnTo>
                    <a:pt x="25294" y="24143"/>
                  </a:lnTo>
                  <a:lnTo>
                    <a:pt x="29978" y="21440"/>
                  </a:lnTo>
                  <a:close/>
                  <a:moveTo>
                    <a:pt x="39480" y="21440"/>
                  </a:moveTo>
                  <a:lnTo>
                    <a:pt x="44137" y="24143"/>
                  </a:lnTo>
                  <a:lnTo>
                    <a:pt x="44137" y="29523"/>
                  </a:lnTo>
                  <a:lnTo>
                    <a:pt x="39480" y="32226"/>
                  </a:lnTo>
                  <a:lnTo>
                    <a:pt x="34796" y="29523"/>
                  </a:lnTo>
                  <a:lnTo>
                    <a:pt x="34796" y="24143"/>
                  </a:lnTo>
                  <a:lnTo>
                    <a:pt x="39480" y="21440"/>
                  </a:lnTo>
                  <a:close/>
                  <a:moveTo>
                    <a:pt x="15712" y="29684"/>
                  </a:moveTo>
                  <a:lnTo>
                    <a:pt x="20369" y="32387"/>
                  </a:lnTo>
                  <a:lnTo>
                    <a:pt x="20369" y="37767"/>
                  </a:lnTo>
                  <a:lnTo>
                    <a:pt x="15712" y="40470"/>
                  </a:lnTo>
                  <a:lnTo>
                    <a:pt x="11028" y="37767"/>
                  </a:lnTo>
                  <a:lnTo>
                    <a:pt x="11028" y="32387"/>
                  </a:lnTo>
                  <a:lnTo>
                    <a:pt x="15712" y="29684"/>
                  </a:lnTo>
                  <a:close/>
                  <a:moveTo>
                    <a:pt x="25213" y="29684"/>
                  </a:moveTo>
                  <a:lnTo>
                    <a:pt x="29871" y="32387"/>
                  </a:lnTo>
                  <a:lnTo>
                    <a:pt x="29871" y="37767"/>
                  </a:lnTo>
                  <a:lnTo>
                    <a:pt x="25213" y="40470"/>
                  </a:lnTo>
                  <a:lnTo>
                    <a:pt x="20529" y="37767"/>
                  </a:lnTo>
                  <a:lnTo>
                    <a:pt x="20529" y="32387"/>
                  </a:lnTo>
                  <a:lnTo>
                    <a:pt x="25213" y="29684"/>
                  </a:lnTo>
                  <a:close/>
                  <a:moveTo>
                    <a:pt x="34715" y="29684"/>
                  </a:moveTo>
                  <a:lnTo>
                    <a:pt x="39399" y="32387"/>
                  </a:lnTo>
                  <a:lnTo>
                    <a:pt x="39399" y="37767"/>
                  </a:lnTo>
                  <a:lnTo>
                    <a:pt x="34715" y="40470"/>
                  </a:lnTo>
                  <a:lnTo>
                    <a:pt x="30058" y="37767"/>
                  </a:lnTo>
                  <a:lnTo>
                    <a:pt x="30058" y="32387"/>
                  </a:lnTo>
                  <a:lnTo>
                    <a:pt x="34715" y="29684"/>
                  </a:lnTo>
                  <a:close/>
                  <a:moveTo>
                    <a:pt x="20369" y="1"/>
                  </a:moveTo>
                  <a:lnTo>
                    <a:pt x="20369" y="4818"/>
                  </a:lnTo>
                  <a:lnTo>
                    <a:pt x="15712" y="7522"/>
                  </a:lnTo>
                  <a:lnTo>
                    <a:pt x="11028" y="4818"/>
                  </a:lnTo>
                  <a:lnTo>
                    <a:pt x="11028" y="3159"/>
                  </a:lnTo>
                  <a:cubicBezTo>
                    <a:pt x="10974" y="3186"/>
                    <a:pt x="10921" y="3239"/>
                    <a:pt x="10867" y="3266"/>
                  </a:cubicBezTo>
                  <a:lnTo>
                    <a:pt x="10867" y="4818"/>
                  </a:lnTo>
                  <a:lnTo>
                    <a:pt x="6183" y="7522"/>
                  </a:lnTo>
                  <a:lnTo>
                    <a:pt x="5915" y="7361"/>
                  </a:lnTo>
                  <a:cubicBezTo>
                    <a:pt x="5889" y="7415"/>
                    <a:pt x="5835" y="7442"/>
                    <a:pt x="5808" y="7495"/>
                  </a:cubicBezTo>
                  <a:lnTo>
                    <a:pt x="6103" y="7656"/>
                  </a:lnTo>
                  <a:lnTo>
                    <a:pt x="6103" y="13062"/>
                  </a:lnTo>
                  <a:lnTo>
                    <a:pt x="1419" y="15766"/>
                  </a:lnTo>
                  <a:lnTo>
                    <a:pt x="1124" y="15578"/>
                  </a:lnTo>
                  <a:cubicBezTo>
                    <a:pt x="1124" y="15632"/>
                    <a:pt x="1098" y="15685"/>
                    <a:pt x="1071" y="15739"/>
                  </a:cubicBezTo>
                  <a:lnTo>
                    <a:pt x="1338" y="15899"/>
                  </a:lnTo>
                  <a:lnTo>
                    <a:pt x="1338" y="21306"/>
                  </a:lnTo>
                  <a:lnTo>
                    <a:pt x="0" y="22082"/>
                  </a:lnTo>
                  <a:cubicBezTo>
                    <a:pt x="0" y="22136"/>
                    <a:pt x="0" y="22216"/>
                    <a:pt x="0" y="22270"/>
                  </a:cubicBezTo>
                  <a:lnTo>
                    <a:pt x="1419" y="21440"/>
                  </a:lnTo>
                  <a:lnTo>
                    <a:pt x="6103" y="24143"/>
                  </a:lnTo>
                  <a:lnTo>
                    <a:pt x="6103" y="29523"/>
                  </a:lnTo>
                  <a:lnTo>
                    <a:pt x="1927" y="31932"/>
                  </a:lnTo>
                  <a:cubicBezTo>
                    <a:pt x="1954" y="31986"/>
                    <a:pt x="1981" y="32039"/>
                    <a:pt x="2008" y="32093"/>
                  </a:cubicBezTo>
                  <a:lnTo>
                    <a:pt x="6183" y="29684"/>
                  </a:lnTo>
                  <a:lnTo>
                    <a:pt x="10867" y="32387"/>
                  </a:lnTo>
                  <a:lnTo>
                    <a:pt x="10867" y="37767"/>
                  </a:lnTo>
                  <a:lnTo>
                    <a:pt x="7548" y="39694"/>
                  </a:lnTo>
                  <a:cubicBezTo>
                    <a:pt x="7575" y="39721"/>
                    <a:pt x="7628" y="39774"/>
                    <a:pt x="7682" y="39801"/>
                  </a:cubicBezTo>
                  <a:lnTo>
                    <a:pt x="10947" y="37928"/>
                  </a:lnTo>
                  <a:lnTo>
                    <a:pt x="15605" y="40631"/>
                  </a:lnTo>
                  <a:lnTo>
                    <a:pt x="15605" y="44405"/>
                  </a:lnTo>
                  <a:cubicBezTo>
                    <a:pt x="15658" y="44405"/>
                    <a:pt x="15738" y="44432"/>
                    <a:pt x="15792" y="44458"/>
                  </a:cubicBezTo>
                  <a:lnTo>
                    <a:pt x="15792" y="40631"/>
                  </a:lnTo>
                  <a:lnTo>
                    <a:pt x="20449" y="37928"/>
                  </a:lnTo>
                  <a:lnTo>
                    <a:pt x="25133" y="40631"/>
                  </a:lnTo>
                  <a:lnTo>
                    <a:pt x="25133" y="45449"/>
                  </a:lnTo>
                  <a:cubicBezTo>
                    <a:pt x="25187" y="45449"/>
                    <a:pt x="25240" y="45449"/>
                    <a:pt x="25294" y="45422"/>
                  </a:cubicBezTo>
                  <a:lnTo>
                    <a:pt x="25294" y="40631"/>
                  </a:lnTo>
                  <a:lnTo>
                    <a:pt x="29978" y="37928"/>
                  </a:lnTo>
                  <a:lnTo>
                    <a:pt x="34635" y="40631"/>
                  </a:lnTo>
                  <a:lnTo>
                    <a:pt x="34635" y="42290"/>
                  </a:lnTo>
                  <a:cubicBezTo>
                    <a:pt x="34688" y="42237"/>
                    <a:pt x="34742" y="42210"/>
                    <a:pt x="34796" y="42183"/>
                  </a:cubicBezTo>
                  <a:lnTo>
                    <a:pt x="34796" y="40631"/>
                  </a:lnTo>
                  <a:lnTo>
                    <a:pt x="39480" y="37928"/>
                  </a:lnTo>
                  <a:lnTo>
                    <a:pt x="39747" y="38088"/>
                  </a:lnTo>
                  <a:cubicBezTo>
                    <a:pt x="39774" y="38035"/>
                    <a:pt x="39827" y="37981"/>
                    <a:pt x="39854" y="37954"/>
                  </a:cubicBezTo>
                  <a:lnTo>
                    <a:pt x="39560" y="37767"/>
                  </a:lnTo>
                  <a:lnTo>
                    <a:pt x="39560" y="32387"/>
                  </a:lnTo>
                  <a:lnTo>
                    <a:pt x="44244" y="29684"/>
                  </a:lnTo>
                  <a:lnTo>
                    <a:pt x="44538" y="29871"/>
                  </a:lnTo>
                  <a:cubicBezTo>
                    <a:pt x="44565" y="29791"/>
                    <a:pt x="44565" y="29737"/>
                    <a:pt x="44592" y="29684"/>
                  </a:cubicBezTo>
                  <a:lnTo>
                    <a:pt x="44324" y="29523"/>
                  </a:lnTo>
                  <a:lnTo>
                    <a:pt x="44324" y="24143"/>
                  </a:lnTo>
                  <a:lnTo>
                    <a:pt x="45662" y="23367"/>
                  </a:lnTo>
                  <a:cubicBezTo>
                    <a:pt x="45662" y="23314"/>
                    <a:pt x="45662" y="23233"/>
                    <a:pt x="45662" y="23153"/>
                  </a:cubicBezTo>
                  <a:lnTo>
                    <a:pt x="44244" y="23983"/>
                  </a:lnTo>
                  <a:lnTo>
                    <a:pt x="39560" y="21306"/>
                  </a:lnTo>
                  <a:lnTo>
                    <a:pt x="39560" y="15899"/>
                  </a:lnTo>
                  <a:lnTo>
                    <a:pt x="43735" y="13491"/>
                  </a:lnTo>
                  <a:cubicBezTo>
                    <a:pt x="43709" y="13437"/>
                    <a:pt x="43682" y="13383"/>
                    <a:pt x="43655" y="13330"/>
                  </a:cubicBezTo>
                  <a:lnTo>
                    <a:pt x="39480" y="15766"/>
                  </a:lnTo>
                  <a:lnTo>
                    <a:pt x="34796" y="13062"/>
                  </a:lnTo>
                  <a:lnTo>
                    <a:pt x="34796" y="7656"/>
                  </a:lnTo>
                  <a:lnTo>
                    <a:pt x="38114" y="5755"/>
                  </a:lnTo>
                  <a:cubicBezTo>
                    <a:pt x="38088" y="5702"/>
                    <a:pt x="38034" y="5675"/>
                    <a:pt x="37981" y="5621"/>
                  </a:cubicBezTo>
                  <a:lnTo>
                    <a:pt x="34715" y="7522"/>
                  </a:lnTo>
                  <a:lnTo>
                    <a:pt x="30058" y="4818"/>
                  </a:lnTo>
                  <a:lnTo>
                    <a:pt x="30058" y="1045"/>
                  </a:lnTo>
                  <a:cubicBezTo>
                    <a:pt x="30004" y="1018"/>
                    <a:pt x="29951" y="1018"/>
                    <a:pt x="29871" y="991"/>
                  </a:cubicBezTo>
                  <a:lnTo>
                    <a:pt x="29871" y="4818"/>
                  </a:lnTo>
                  <a:lnTo>
                    <a:pt x="25213" y="7522"/>
                  </a:lnTo>
                  <a:lnTo>
                    <a:pt x="20529" y="4818"/>
                  </a:lnTo>
                  <a:lnTo>
                    <a:pt x="2052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0" name="Google Shape;1300;p83"/>
            <p:cNvSpPr/>
            <p:nvPr/>
          </p:nvSpPr>
          <p:spPr>
            <a:xfrm>
              <a:off x="2796545" y="833253"/>
              <a:ext cx="9704" cy="7538"/>
            </a:xfrm>
            <a:custGeom>
              <a:avLst/>
              <a:gdLst/>
              <a:ahLst/>
              <a:cxnLst/>
              <a:rect l="l" t="t" r="r" b="b"/>
              <a:pathLst>
                <a:path w="242" h="188" extrusionOk="0">
                  <a:moveTo>
                    <a:pt x="161" y="0"/>
                  </a:moveTo>
                  <a:cubicBezTo>
                    <a:pt x="108" y="27"/>
                    <a:pt x="54" y="81"/>
                    <a:pt x="1" y="107"/>
                  </a:cubicBezTo>
                  <a:lnTo>
                    <a:pt x="161" y="188"/>
                  </a:lnTo>
                  <a:lnTo>
                    <a:pt x="242" y="54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1" name="Google Shape;1301;p83"/>
            <p:cNvSpPr/>
            <p:nvPr/>
          </p:nvSpPr>
          <p:spPr>
            <a:xfrm>
              <a:off x="2899597" y="677633"/>
              <a:ext cx="287659" cy="242590"/>
            </a:xfrm>
            <a:custGeom>
              <a:avLst/>
              <a:gdLst/>
              <a:ahLst/>
              <a:cxnLst/>
              <a:rect l="l" t="t" r="r" b="b"/>
              <a:pathLst>
                <a:path w="7174" h="6050" extrusionOk="0">
                  <a:moveTo>
                    <a:pt x="7173" y="0"/>
                  </a:moveTo>
                  <a:lnTo>
                    <a:pt x="7173" y="0"/>
                  </a:lnTo>
                  <a:cubicBezTo>
                    <a:pt x="7013" y="27"/>
                    <a:pt x="6852" y="54"/>
                    <a:pt x="6692" y="81"/>
                  </a:cubicBezTo>
                  <a:lnTo>
                    <a:pt x="3667" y="1794"/>
                  </a:lnTo>
                  <a:lnTo>
                    <a:pt x="3667" y="830"/>
                  </a:lnTo>
                  <a:cubicBezTo>
                    <a:pt x="3614" y="857"/>
                    <a:pt x="3560" y="857"/>
                    <a:pt x="3507" y="884"/>
                  </a:cubicBezTo>
                  <a:lnTo>
                    <a:pt x="3507" y="1794"/>
                  </a:lnTo>
                  <a:lnTo>
                    <a:pt x="2516" y="1231"/>
                  </a:lnTo>
                  <a:cubicBezTo>
                    <a:pt x="2463" y="1258"/>
                    <a:pt x="2382" y="1285"/>
                    <a:pt x="2329" y="1312"/>
                  </a:cubicBezTo>
                  <a:lnTo>
                    <a:pt x="3426" y="1954"/>
                  </a:lnTo>
                  <a:lnTo>
                    <a:pt x="0" y="3935"/>
                  </a:lnTo>
                  <a:lnTo>
                    <a:pt x="81" y="4069"/>
                  </a:lnTo>
                  <a:lnTo>
                    <a:pt x="3507" y="2115"/>
                  </a:lnTo>
                  <a:lnTo>
                    <a:pt x="3507" y="6049"/>
                  </a:lnTo>
                  <a:lnTo>
                    <a:pt x="3667" y="6049"/>
                  </a:lnTo>
                  <a:lnTo>
                    <a:pt x="3667" y="2115"/>
                  </a:lnTo>
                  <a:lnTo>
                    <a:pt x="7093" y="4069"/>
                  </a:lnTo>
                  <a:lnTo>
                    <a:pt x="7173" y="3935"/>
                  </a:lnTo>
                  <a:lnTo>
                    <a:pt x="3774" y="1954"/>
                  </a:lnTo>
                  <a:lnTo>
                    <a:pt x="717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2" name="Google Shape;1302;p83"/>
            <p:cNvSpPr/>
            <p:nvPr/>
          </p:nvSpPr>
          <p:spPr>
            <a:xfrm>
              <a:off x="3280608" y="671177"/>
              <a:ext cx="288742" cy="249046"/>
            </a:xfrm>
            <a:custGeom>
              <a:avLst/>
              <a:gdLst/>
              <a:ahLst/>
              <a:cxnLst/>
              <a:rect l="l" t="t" r="r" b="b"/>
              <a:pathLst>
                <a:path w="7201" h="6211" extrusionOk="0">
                  <a:moveTo>
                    <a:pt x="107" y="1"/>
                  </a:moveTo>
                  <a:lnTo>
                    <a:pt x="0" y="134"/>
                  </a:lnTo>
                  <a:lnTo>
                    <a:pt x="3426" y="2115"/>
                  </a:lnTo>
                  <a:lnTo>
                    <a:pt x="0" y="4096"/>
                  </a:lnTo>
                  <a:lnTo>
                    <a:pt x="107" y="4230"/>
                  </a:lnTo>
                  <a:lnTo>
                    <a:pt x="3506" y="2276"/>
                  </a:lnTo>
                  <a:lnTo>
                    <a:pt x="3506" y="6210"/>
                  </a:lnTo>
                  <a:lnTo>
                    <a:pt x="3694" y="6210"/>
                  </a:lnTo>
                  <a:lnTo>
                    <a:pt x="3694" y="2276"/>
                  </a:lnTo>
                  <a:lnTo>
                    <a:pt x="7093" y="4230"/>
                  </a:lnTo>
                  <a:lnTo>
                    <a:pt x="7200" y="4096"/>
                  </a:lnTo>
                  <a:lnTo>
                    <a:pt x="3774" y="2115"/>
                  </a:lnTo>
                  <a:lnTo>
                    <a:pt x="6558" y="509"/>
                  </a:lnTo>
                  <a:cubicBezTo>
                    <a:pt x="6477" y="482"/>
                    <a:pt x="6397" y="456"/>
                    <a:pt x="6317" y="456"/>
                  </a:cubicBezTo>
                  <a:lnTo>
                    <a:pt x="3694" y="1955"/>
                  </a:lnTo>
                  <a:lnTo>
                    <a:pt x="3694" y="1"/>
                  </a:lnTo>
                  <a:lnTo>
                    <a:pt x="3506" y="1"/>
                  </a:lnTo>
                  <a:lnTo>
                    <a:pt x="3506" y="1955"/>
                  </a:lnTo>
                  <a:lnTo>
                    <a:pt x="10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3" name="Google Shape;1303;p83"/>
            <p:cNvSpPr/>
            <p:nvPr/>
          </p:nvSpPr>
          <p:spPr>
            <a:xfrm>
              <a:off x="3662662" y="776354"/>
              <a:ext cx="109506" cy="64437"/>
            </a:xfrm>
            <a:custGeom>
              <a:avLst/>
              <a:gdLst/>
              <a:ahLst/>
              <a:cxnLst/>
              <a:rect l="l" t="t" r="r" b="b"/>
              <a:pathLst>
                <a:path w="2731" h="1607" extrusionOk="0">
                  <a:moveTo>
                    <a:pt x="2543" y="1"/>
                  </a:moveTo>
                  <a:lnTo>
                    <a:pt x="1" y="1473"/>
                  </a:lnTo>
                  <a:lnTo>
                    <a:pt x="81" y="1607"/>
                  </a:lnTo>
                  <a:lnTo>
                    <a:pt x="2731" y="81"/>
                  </a:lnTo>
                  <a:cubicBezTo>
                    <a:pt x="2677" y="54"/>
                    <a:pt x="2597" y="27"/>
                    <a:pt x="254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4" name="Google Shape;1304;p83"/>
            <p:cNvSpPr/>
            <p:nvPr/>
          </p:nvSpPr>
          <p:spPr>
            <a:xfrm>
              <a:off x="3803246" y="797847"/>
              <a:ext cx="6496" cy="122378"/>
            </a:xfrm>
            <a:custGeom>
              <a:avLst/>
              <a:gdLst/>
              <a:ahLst/>
              <a:cxnLst/>
              <a:rect l="l" t="t" r="r" b="b"/>
              <a:pathLst>
                <a:path w="162" h="3052" extrusionOk="0">
                  <a:moveTo>
                    <a:pt x="1" y="0"/>
                  </a:moveTo>
                  <a:lnTo>
                    <a:pt x="1" y="3051"/>
                  </a:lnTo>
                  <a:lnTo>
                    <a:pt x="162" y="3051"/>
                  </a:lnTo>
                  <a:lnTo>
                    <a:pt x="162" y="107"/>
                  </a:lnTo>
                  <a:cubicBezTo>
                    <a:pt x="108" y="54"/>
                    <a:pt x="54" y="27"/>
                    <a:pt x="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5" name="Google Shape;1305;p83"/>
            <p:cNvSpPr/>
            <p:nvPr/>
          </p:nvSpPr>
          <p:spPr>
            <a:xfrm>
              <a:off x="2475641" y="1246463"/>
              <a:ext cx="2205" cy="4331"/>
            </a:xfrm>
            <a:custGeom>
              <a:avLst/>
              <a:gdLst/>
              <a:ahLst/>
              <a:cxnLst/>
              <a:rect l="l" t="t" r="r" b="b"/>
              <a:pathLst>
                <a:path w="55" h="108" extrusionOk="0">
                  <a:moveTo>
                    <a:pt x="54" y="0"/>
                  </a:moveTo>
                  <a:cubicBezTo>
                    <a:pt x="28" y="27"/>
                    <a:pt x="28" y="54"/>
                    <a:pt x="1" y="107"/>
                  </a:cubicBezTo>
                  <a:lnTo>
                    <a:pt x="54" y="107"/>
                  </a:lnTo>
                  <a:lnTo>
                    <a:pt x="5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6" name="Google Shape;1306;p83"/>
            <p:cNvSpPr/>
            <p:nvPr/>
          </p:nvSpPr>
          <p:spPr>
            <a:xfrm>
              <a:off x="2616265" y="1006036"/>
              <a:ext cx="2165" cy="2205"/>
            </a:xfrm>
            <a:custGeom>
              <a:avLst/>
              <a:gdLst/>
              <a:ahLst/>
              <a:cxnLst/>
              <a:rect l="l" t="t" r="r" b="b"/>
              <a:pathLst>
                <a:path w="54" h="55" extrusionOk="0">
                  <a:moveTo>
                    <a:pt x="54" y="1"/>
                  </a:moveTo>
                  <a:cubicBezTo>
                    <a:pt x="27" y="27"/>
                    <a:pt x="27" y="27"/>
                    <a:pt x="0" y="54"/>
                  </a:cubicBezTo>
                  <a:lnTo>
                    <a:pt x="54" y="27"/>
                  </a:lnTo>
                  <a:lnTo>
                    <a:pt x="5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7" name="Google Shape;1307;p83"/>
            <p:cNvSpPr/>
            <p:nvPr/>
          </p:nvSpPr>
          <p:spPr>
            <a:xfrm>
              <a:off x="2535748" y="1119794"/>
              <a:ext cx="82681" cy="51565"/>
            </a:xfrm>
            <a:custGeom>
              <a:avLst/>
              <a:gdLst/>
              <a:ahLst/>
              <a:cxnLst/>
              <a:rect l="l" t="t" r="r" b="b"/>
              <a:pathLst>
                <a:path w="2062" h="1286" extrusionOk="0">
                  <a:moveTo>
                    <a:pt x="81" y="1"/>
                  </a:moveTo>
                  <a:cubicBezTo>
                    <a:pt x="54" y="54"/>
                    <a:pt x="27" y="108"/>
                    <a:pt x="1" y="135"/>
                  </a:cubicBezTo>
                  <a:lnTo>
                    <a:pt x="1981" y="1285"/>
                  </a:lnTo>
                  <a:lnTo>
                    <a:pt x="2062" y="1125"/>
                  </a:ln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8" name="Google Shape;1308;p83"/>
            <p:cNvSpPr/>
            <p:nvPr/>
          </p:nvSpPr>
          <p:spPr>
            <a:xfrm>
              <a:off x="2711778" y="921268"/>
              <a:ext cx="287659" cy="329521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217"/>
                  </a:lnTo>
                  <a:lnTo>
                    <a:pt x="3667" y="8217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9" name="Google Shape;1309;p83"/>
            <p:cNvSpPr/>
            <p:nvPr/>
          </p:nvSpPr>
          <p:spPr>
            <a:xfrm>
              <a:off x="3092789" y="921268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80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0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41"/>
                  </a:lnTo>
                  <a:lnTo>
                    <a:pt x="7093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0" name="Google Shape;1310;p83"/>
            <p:cNvSpPr/>
            <p:nvPr/>
          </p:nvSpPr>
          <p:spPr>
            <a:xfrm>
              <a:off x="3474843" y="92126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480" y="3961"/>
                  </a:lnTo>
                  <a:lnTo>
                    <a:pt x="81" y="1981"/>
                  </a:lnTo>
                  <a:lnTo>
                    <a:pt x="1" y="2141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36"/>
                  </a:lnTo>
                  <a:lnTo>
                    <a:pt x="3480" y="4256"/>
                  </a:lnTo>
                  <a:lnTo>
                    <a:pt x="3480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1" name="Google Shape;1311;p83"/>
            <p:cNvSpPr/>
            <p:nvPr/>
          </p:nvSpPr>
          <p:spPr>
            <a:xfrm>
              <a:off x="3855854" y="953467"/>
              <a:ext cx="287659" cy="296240"/>
            </a:xfrm>
            <a:custGeom>
              <a:avLst/>
              <a:gdLst/>
              <a:ahLst/>
              <a:cxnLst/>
              <a:rect l="l" t="t" r="r" b="b"/>
              <a:pathLst>
                <a:path w="7174" h="7388" extrusionOk="0">
                  <a:moveTo>
                    <a:pt x="3507" y="0"/>
                  </a:moveTo>
                  <a:lnTo>
                    <a:pt x="3507" y="3158"/>
                  </a:lnTo>
                  <a:lnTo>
                    <a:pt x="81" y="1178"/>
                  </a:lnTo>
                  <a:lnTo>
                    <a:pt x="0" y="1312"/>
                  </a:lnTo>
                  <a:lnTo>
                    <a:pt x="3426" y="3292"/>
                  </a:lnTo>
                  <a:lnTo>
                    <a:pt x="0" y="5273"/>
                  </a:lnTo>
                  <a:lnTo>
                    <a:pt x="81" y="5433"/>
                  </a:lnTo>
                  <a:lnTo>
                    <a:pt x="3507" y="3453"/>
                  </a:lnTo>
                  <a:lnTo>
                    <a:pt x="3507" y="7387"/>
                  </a:lnTo>
                  <a:lnTo>
                    <a:pt x="3667" y="7387"/>
                  </a:lnTo>
                  <a:lnTo>
                    <a:pt x="3667" y="3453"/>
                  </a:lnTo>
                  <a:lnTo>
                    <a:pt x="7093" y="5407"/>
                  </a:lnTo>
                  <a:lnTo>
                    <a:pt x="7174" y="5273"/>
                  </a:lnTo>
                  <a:lnTo>
                    <a:pt x="3748" y="3292"/>
                  </a:lnTo>
                  <a:lnTo>
                    <a:pt x="5434" y="2329"/>
                  </a:lnTo>
                  <a:cubicBezTo>
                    <a:pt x="5380" y="2302"/>
                    <a:pt x="5354" y="2248"/>
                    <a:pt x="5327" y="2195"/>
                  </a:cubicBezTo>
                  <a:lnTo>
                    <a:pt x="3667" y="3158"/>
                  </a:lnTo>
                  <a:lnTo>
                    <a:pt x="3667" y="187"/>
                  </a:lnTo>
                  <a:cubicBezTo>
                    <a:pt x="3614" y="134"/>
                    <a:pt x="3560" y="80"/>
                    <a:pt x="350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2" name="Google Shape;1312;p83"/>
            <p:cNvSpPr/>
            <p:nvPr/>
          </p:nvSpPr>
          <p:spPr>
            <a:xfrm>
              <a:off x="2417699" y="1498640"/>
              <a:ext cx="7538" cy="9704"/>
            </a:xfrm>
            <a:custGeom>
              <a:avLst/>
              <a:gdLst/>
              <a:ahLst/>
              <a:cxnLst/>
              <a:rect l="l" t="t" r="r" b="b"/>
              <a:pathLst>
                <a:path w="188" h="242" extrusionOk="0">
                  <a:moveTo>
                    <a:pt x="1" y="1"/>
                  </a:moveTo>
                  <a:cubicBezTo>
                    <a:pt x="1" y="54"/>
                    <a:pt x="1" y="135"/>
                    <a:pt x="1" y="188"/>
                  </a:cubicBezTo>
                  <a:lnTo>
                    <a:pt x="108" y="242"/>
                  </a:lnTo>
                  <a:lnTo>
                    <a:pt x="188" y="108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3" name="Google Shape;1313;p83"/>
            <p:cNvSpPr/>
            <p:nvPr/>
          </p:nvSpPr>
          <p:spPr>
            <a:xfrm>
              <a:off x="2518586" y="1259335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4" name="Google Shape;1314;p83"/>
            <p:cNvSpPr/>
            <p:nvPr/>
          </p:nvSpPr>
          <p:spPr>
            <a:xfrm>
              <a:off x="2899597" y="1259335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3" y="6049"/>
                  </a:lnTo>
                  <a:lnTo>
                    <a:pt x="3774" y="4095"/>
                  </a:lnTo>
                  <a:lnTo>
                    <a:pt x="7173" y="2115"/>
                  </a:lnTo>
                  <a:lnTo>
                    <a:pt x="7093" y="1954"/>
                  </a:lnTo>
                  <a:lnTo>
                    <a:pt x="3667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5" name="Google Shape;1315;p83"/>
            <p:cNvSpPr/>
            <p:nvPr/>
          </p:nvSpPr>
          <p:spPr>
            <a:xfrm>
              <a:off x="3280608" y="1259335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35"/>
                  </a:lnTo>
                  <a:lnTo>
                    <a:pt x="107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107" y="6210"/>
                  </a:lnTo>
                  <a:lnTo>
                    <a:pt x="3506" y="4229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29"/>
                  </a:lnTo>
                  <a:lnTo>
                    <a:pt x="7093" y="6210"/>
                  </a:lnTo>
                  <a:lnTo>
                    <a:pt x="7200" y="6049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54"/>
                  </a:lnTo>
                  <a:lnTo>
                    <a:pt x="3694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6" name="Google Shape;1316;p83"/>
            <p:cNvSpPr/>
            <p:nvPr/>
          </p:nvSpPr>
          <p:spPr>
            <a:xfrm>
              <a:off x="3662662" y="1258252"/>
              <a:ext cx="287659" cy="329521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122"/>
                  </a:lnTo>
                  <a:lnTo>
                    <a:pt x="1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8" y="8218"/>
                  </a:lnTo>
                  <a:lnTo>
                    <a:pt x="3668" y="4256"/>
                  </a:lnTo>
                  <a:lnTo>
                    <a:pt x="7094" y="6237"/>
                  </a:lnTo>
                  <a:lnTo>
                    <a:pt x="7174" y="6076"/>
                  </a:lnTo>
                  <a:lnTo>
                    <a:pt x="3748" y="4122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7" name="Google Shape;1317;p83"/>
            <p:cNvSpPr/>
            <p:nvPr/>
          </p:nvSpPr>
          <p:spPr>
            <a:xfrm>
              <a:off x="4043673" y="1258252"/>
              <a:ext cx="193230" cy="329521"/>
            </a:xfrm>
            <a:custGeom>
              <a:avLst/>
              <a:gdLst/>
              <a:ahLst/>
              <a:cxnLst/>
              <a:rect l="l" t="t" r="r" b="b"/>
              <a:pathLst>
                <a:path w="4819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7" y="8218"/>
                  </a:lnTo>
                  <a:lnTo>
                    <a:pt x="3667" y="4256"/>
                  </a:lnTo>
                  <a:lnTo>
                    <a:pt x="4818" y="4925"/>
                  </a:lnTo>
                  <a:cubicBezTo>
                    <a:pt x="4818" y="4845"/>
                    <a:pt x="4818" y="4765"/>
                    <a:pt x="4792" y="4711"/>
                  </a:cubicBezTo>
                  <a:lnTo>
                    <a:pt x="3774" y="4096"/>
                  </a:lnTo>
                  <a:lnTo>
                    <a:pt x="4604" y="3614"/>
                  </a:lnTo>
                  <a:cubicBezTo>
                    <a:pt x="4604" y="3560"/>
                    <a:pt x="4577" y="3507"/>
                    <a:pt x="4577" y="3453"/>
                  </a:cubicBezTo>
                  <a:lnTo>
                    <a:pt x="3667" y="3962"/>
                  </a:lnTo>
                  <a:lnTo>
                    <a:pt x="3667" y="295"/>
                  </a:lnTo>
                  <a:cubicBezTo>
                    <a:pt x="3641" y="188"/>
                    <a:pt x="3614" y="108"/>
                    <a:pt x="358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8" name="Google Shape;1318;p83"/>
            <p:cNvSpPr/>
            <p:nvPr/>
          </p:nvSpPr>
          <p:spPr>
            <a:xfrm>
              <a:off x="2423072" y="1578074"/>
              <a:ext cx="195355" cy="328439"/>
            </a:xfrm>
            <a:custGeom>
              <a:avLst/>
              <a:gdLst/>
              <a:ahLst/>
              <a:cxnLst/>
              <a:rect l="l" t="t" r="r" b="b"/>
              <a:pathLst>
                <a:path w="4872" h="8191" extrusionOk="0">
                  <a:moveTo>
                    <a:pt x="1205" y="1"/>
                  </a:moveTo>
                  <a:lnTo>
                    <a:pt x="1205" y="3935"/>
                  </a:lnTo>
                  <a:lnTo>
                    <a:pt x="0" y="3266"/>
                  </a:lnTo>
                  <a:lnTo>
                    <a:pt x="0" y="3266"/>
                  </a:lnTo>
                  <a:cubicBezTo>
                    <a:pt x="0" y="3320"/>
                    <a:pt x="27" y="3400"/>
                    <a:pt x="27" y="3480"/>
                  </a:cubicBezTo>
                  <a:lnTo>
                    <a:pt x="1098" y="4096"/>
                  </a:lnTo>
                  <a:lnTo>
                    <a:pt x="214" y="4604"/>
                  </a:lnTo>
                  <a:cubicBezTo>
                    <a:pt x="241" y="4658"/>
                    <a:pt x="241" y="4738"/>
                    <a:pt x="268" y="4792"/>
                  </a:cubicBezTo>
                  <a:lnTo>
                    <a:pt x="1205" y="4256"/>
                  </a:lnTo>
                  <a:lnTo>
                    <a:pt x="1205" y="8030"/>
                  </a:lnTo>
                  <a:cubicBezTo>
                    <a:pt x="1205" y="8084"/>
                    <a:pt x="1232" y="8137"/>
                    <a:pt x="1258" y="8191"/>
                  </a:cubicBezTo>
                  <a:lnTo>
                    <a:pt x="1365" y="8191"/>
                  </a:lnTo>
                  <a:lnTo>
                    <a:pt x="1365" y="4256"/>
                  </a:lnTo>
                  <a:lnTo>
                    <a:pt x="4791" y="6210"/>
                  </a:lnTo>
                  <a:lnTo>
                    <a:pt x="4872" y="6076"/>
                  </a:lnTo>
                  <a:lnTo>
                    <a:pt x="1446" y="4096"/>
                  </a:lnTo>
                  <a:lnTo>
                    <a:pt x="4872" y="2115"/>
                  </a:lnTo>
                  <a:lnTo>
                    <a:pt x="4791" y="1981"/>
                  </a:lnTo>
                  <a:lnTo>
                    <a:pt x="1365" y="3935"/>
                  </a:lnTo>
                  <a:lnTo>
                    <a:pt x="136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9" name="Google Shape;1319;p83"/>
            <p:cNvSpPr/>
            <p:nvPr/>
          </p:nvSpPr>
          <p:spPr>
            <a:xfrm>
              <a:off x="2711778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56"/>
                  </a:lnTo>
                  <a:lnTo>
                    <a:pt x="7093" y="6210"/>
                  </a:lnTo>
                  <a:lnTo>
                    <a:pt x="7173" y="6076"/>
                  </a:lnTo>
                  <a:lnTo>
                    <a:pt x="3774" y="4096"/>
                  </a:lnTo>
                  <a:lnTo>
                    <a:pt x="7173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0" name="Google Shape;1320;p83"/>
            <p:cNvSpPr/>
            <p:nvPr/>
          </p:nvSpPr>
          <p:spPr>
            <a:xfrm>
              <a:off x="3092789" y="1578074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1"/>
                  </a:moveTo>
                  <a:lnTo>
                    <a:pt x="3506" y="3935"/>
                  </a:lnTo>
                  <a:lnTo>
                    <a:pt x="80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0" y="6210"/>
                  </a:lnTo>
                  <a:lnTo>
                    <a:pt x="3506" y="4230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30"/>
                  </a:lnTo>
                  <a:lnTo>
                    <a:pt x="7093" y="6210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15"/>
                  </a:lnTo>
                  <a:lnTo>
                    <a:pt x="7093" y="1981"/>
                  </a:lnTo>
                  <a:lnTo>
                    <a:pt x="3694" y="3935"/>
                  </a:lnTo>
                  <a:lnTo>
                    <a:pt x="369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1" name="Google Shape;1321;p83"/>
            <p:cNvSpPr/>
            <p:nvPr/>
          </p:nvSpPr>
          <p:spPr>
            <a:xfrm>
              <a:off x="3474843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1" y="2115"/>
                  </a:lnTo>
                  <a:lnTo>
                    <a:pt x="3400" y="4096"/>
                  </a:lnTo>
                  <a:lnTo>
                    <a:pt x="1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480" y="8191"/>
                  </a:lnTo>
                  <a:lnTo>
                    <a:pt x="3668" y="8191"/>
                  </a:lnTo>
                  <a:lnTo>
                    <a:pt x="3668" y="4230"/>
                  </a:lnTo>
                  <a:lnTo>
                    <a:pt x="7094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4" y="1955"/>
                  </a:lnTo>
                  <a:lnTo>
                    <a:pt x="3668" y="3935"/>
                  </a:lnTo>
                  <a:lnTo>
                    <a:pt x="366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2" name="Google Shape;1322;p83"/>
            <p:cNvSpPr/>
            <p:nvPr/>
          </p:nvSpPr>
          <p:spPr>
            <a:xfrm>
              <a:off x="3855854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30"/>
                  </a:lnTo>
                  <a:lnTo>
                    <a:pt x="7093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3" y="1955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3" name="Google Shape;1323;p83"/>
            <p:cNvSpPr/>
            <p:nvPr/>
          </p:nvSpPr>
          <p:spPr>
            <a:xfrm>
              <a:off x="2518586" y="1919388"/>
              <a:ext cx="287659" cy="293033"/>
            </a:xfrm>
            <a:custGeom>
              <a:avLst/>
              <a:gdLst/>
              <a:ahLst/>
              <a:cxnLst/>
              <a:rect l="l" t="t" r="r" b="b"/>
              <a:pathLst>
                <a:path w="7174" h="730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1767" y="5059"/>
                  </a:lnTo>
                  <a:cubicBezTo>
                    <a:pt x="1821" y="5086"/>
                    <a:pt x="1847" y="5139"/>
                    <a:pt x="1874" y="5193"/>
                  </a:cubicBezTo>
                  <a:lnTo>
                    <a:pt x="3507" y="4256"/>
                  </a:lnTo>
                  <a:lnTo>
                    <a:pt x="3507" y="7120"/>
                  </a:lnTo>
                  <a:cubicBezTo>
                    <a:pt x="3560" y="7200"/>
                    <a:pt x="3614" y="7254"/>
                    <a:pt x="3667" y="7307"/>
                  </a:cubicBezTo>
                  <a:lnTo>
                    <a:pt x="3667" y="4256"/>
                  </a:lnTo>
                  <a:lnTo>
                    <a:pt x="7093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4" name="Google Shape;1324;p83"/>
            <p:cNvSpPr/>
            <p:nvPr/>
          </p:nvSpPr>
          <p:spPr>
            <a:xfrm>
              <a:off x="2899597" y="191938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7" y="8190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5" name="Google Shape;1325;p83"/>
            <p:cNvSpPr/>
            <p:nvPr/>
          </p:nvSpPr>
          <p:spPr>
            <a:xfrm>
              <a:off x="3280608" y="1919388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107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107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6" name="Google Shape;1326;p83"/>
            <p:cNvSpPr/>
            <p:nvPr/>
          </p:nvSpPr>
          <p:spPr>
            <a:xfrm>
              <a:off x="3662662" y="191938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1" y="2115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7" name="Google Shape;1327;p83"/>
            <p:cNvSpPr/>
            <p:nvPr/>
          </p:nvSpPr>
          <p:spPr>
            <a:xfrm>
              <a:off x="4043673" y="1998782"/>
              <a:ext cx="78391" cy="49400"/>
            </a:xfrm>
            <a:custGeom>
              <a:avLst/>
              <a:gdLst/>
              <a:ahLst/>
              <a:cxnLst/>
              <a:rect l="l" t="t" r="r" b="b"/>
              <a:pathLst>
                <a:path w="1955" h="1232" extrusionOk="0">
                  <a:moveTo>
                    <a:pt x="81" y="1"/>
                  </a:moveTo>
                  <a:lnTo>
                    <a:pt x="0" y="135"/>
                  </a:lnTo>
                  <a:lnTo>
                    <a:pt x="1874" y="1232"/>
                  </a:lnTo>
                  <a:cubicBezTo>
                    <a:pt x="1901" y="1178"/>
                    <a:pt x="1928" y="1125"/>
                    <a:pt x="1954" y="1071"/>
                  </a:cubicBez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8" name="Google Shape;1328;p83"/>
            <p:cNvSpPr/>
            <p:nvPr/>
          </p:nvSpPr>
          <p:spPr>
            <a:xfrm>
              <a:off x="2884560" y="2317561"/>
              <a:ext cx="114879" cy="68727"/>
            </a:xfrm>
            <a:custGeom>
              <a:avLst/>
              <a:gdLst/>
              <a:ahLst/>
              <a:cxnLst/>
              <a:rect l="l" t="t" r="r" b="b"/>
              <a:pathLst>
                <a:path w="2865" h="1714" extrusionOk="0">
                  <a:moveTo>
                    <a:pt x="2784" y="0"/>
                  </a:moveTo>
                  <a:lnTo>
                    <a:pt x="1" y="1606"/>
                  </a:lnTo>
                  <a:cubicBezTo>
                    <a:pt x="54" y="1660"/>
                    <a:pt x="108" y="1686"/>
                    <a:pt x="161" y="1713"/>
                  </a:cubicBezTo>
                  <a:lnTo>
                    <a:pt x="2864" y="161"/>
                  </a:lnTo>
                  <a:lnTo>
                    <a:pt x="278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9" name="Google Shape;1329;p83"/>
            <p:cNvSpPr/>
            <p:nvPr/>
          </p:nvSpPr>
          <p:spPr>
            <a:xfrm>
              <a:off x="2852362" y="2238127"/>
              <a:ext cx="6496" cy="129916"/>
            </a:xfrm>
            <a:custGeom>
              <a:avLst/>
              <a:gdLst/>
              <a:ahLst/>
              <a:cxnLst/>
              <a:rect l="l" t="t" r="r" b="b"/>
              <a:pathLst>
                <a:path w="162" h="3240" extrusionOk="0">
                  <a:moveTo>
                    <a:pt x="1" y="0"/>
                  </a:moveTo>
                  <a:lnTo>
                    <a:pt x="1" y="3132"/>
                  </a:lnTo>
                  <a:cubicBezTo>
                    <a:pt x="54" y="3159"/>
                    <a:pt x="108" y="3212"/>
                    <a:pt x="161" y="3239"/>
                  </a:cubicBez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0" name="Google Shape;1330;p83"/>
            <p:cNvSpPr/>
            <p:nvPr/>
          </p:nvSpPr>
          <p:spPr>
            <a:xfrm>
              <a:off x="3092789" y="2238127"/>
              <a:ext cx="288742" cy="255461"/>
            </a:xfrm>
            <a:custGeom>
              <a:avLst/>
              <a:gdLst/>
              <a:ahLst/>
              <a:cxnLst/>
              <a:rect l="l" t="t" r="r" b="b"/>
              <a:pathLst>
                <a:path w="7201" h="6371" extrusionOk="0">
                  <a:moveTo>
                    <a:pt x="3506" y="0"/>
                  </a:moveTo>
                  <a:lnTo>
                    <a:pt x="3506" y="3962"/>
                  </a:lnTo>
                  <a:lnTo>
                    <a:pt x="80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455" y="5835"/>
                  </a:lnTo>
                  <a:cubicBezTo>
                    <a:pt x="535" y="5835"/>
                    <a:pt x="616" y="5862"/>
                    <a:pt x="696" y="5889"/>
                  </a:cubicBezTo>
                  <a:lnTo>
                    <a:pt x="3506" y="4256"/>
                  </a:lnTo>
                  <a:lnTo>
                    <a:pt x="3506" y="6371"/>
                  </a:lnTo>
                  <a:lnTo>
                    <a:pt x="3694" y="6371"/>
                  </a:lnTo>
                  <a:lnTo>
                    <a:pt x="3694" y="4256"/>
                  </a:lnTo>
                  <a:lnTo>
                    <a:pt x="7093" y="6237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42"/>
                  </a:lnTo>
                  <a:lnTo>
                    <a:pt x="7093" y="1981"/>
                  </a:lnTo>
                  <a:lnTo>
                    <a:pt x="3694" y="3962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1" name="Google Shape;1331;p83"/>
            <p:cNvSpPr/>
            <p:nvPr/>
          </p:nvSpPr>
          <p:spPr>
            <a:xfrm>
              <a:off x="3474843" y="2238127"/>
              <a:ext cx="287659" cy="247963"/>
            </a:xfrm>
            <a:custGeom>
              <a:avLst/>
              <a:gdLst/>
              <a:ahLst/>
              <a:cxnLst/>
              <a:rect l="l" t="t" r="r" b="b"/>
              <a:pathLst>
                <a:path w="7174" h="6184" extrusionOk="0">
                  <a:moveTo>
                    <a:pt x="3507" y="0"/>
                  </a:moveTo>
                  <a:lnTo>
                    <a:pt x="3480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096"/>
                  </a:lnTo>
                  <a:lnTo>
                    <a:pt x="1" y="6076"/>
                  </a:lnTo>
                  <a:lnTo>
                    <a:pt x="54" y="6183"/>
                  </a:lnTo>
                  <a:lnTo>
                    <a:pt x="161" y="6183"/>
                  </a:lnTo>
                  <a:lnTo>
                    <a:pt x="3480" y="4256"/>
                  </a:lnTo>
                  <a:lnTo>
                    <a:pt x="3480" y="5354"/>
                  </a:lnTo>
                  <a:cubicBezTo>
                    <a:pt x="3560" y="5327"/>
                    <a:pt x="3614" y="5327"/>
                    <a:pt x="3668" y="5300"/>
                  </a:cubicBezTo>
                  <a:lnTo>
                    <a:pt x="3668" y="4256"/>
                  </a:lnTo>
                  <a:lnTo>
                    <a:pt x="4765" y="4899"/>
                  </a:lnTo>
                  <a:cubicBezTo>
                    <a:pt x="4845" y="4872"/>
                    <a:pt x="4899" y="4845"/>
                    <a:pt x="4979" y="4818"/>
                  </a:cubicBezTo>
                  <a:lnTo>
                    <a:pt x="3748" y="4096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2" name="Google Shape;1332;p83"/>
            <p:cNvSpPr/>
            <p:nvPr/>
          </p:nvSpPr>
          <p:spPr>
            <a:xfrm>
              <a:off x="3855854" y="2317561"/>
              <a:ext cx="12911" cy="9704"/>
            </a:xfrm>
            <a:custGeom>
              <a:avLst/>
              <a:gdLst/>
              <a:ahLst/>
              <a:cxnLst/>
              <a:rect l="l" t="t" r="r" b="b"/>
              <a:pathLst>
                <a:path w="322" h="242" extrusionOk="0">
                  <a:moveTo>
                    <a:pt x="81" y="0"/>
                  </a:moveTo>
                  <a:lnTo>
                    <a:pt x="0" y="134"/>
                  </a:lnTo>
                  <a:lnTo>
                    <a:pt x="161" y="241"/>
                  </a:lnTo>
                  <a:cubicBezTo>
                    <a:pt x="215" y="214"/>
                    <a:pt x="268" y="161"/>
                    <a:pt x="322" y="134"/>
                  </a:cubicBezTo>
                  <a:lnTo>
                    <a:pt x="8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333" name="Google Shape;1333;p83"/>
          <p:cNvSpPr/>
          <p:nvPr/>
        </p:nvSpPr>
        <p:spPr>
          <a:xfrm rot="5400000">
            <a:off x="6618731" y="3095207"/>
            <a:ext cx="3397312" cy="3383225"/>
          </a:xfrm>
          <a:custGeom>
            <a:avLst/>
            <a:gdLst/>
            <a:ahLst/>
            <a:cxnLst/>
            <a:rect l="l" t="t" r="r" b="b"/>
            <a:pathLst>
              <a:path w="48235" h="48035" extrusionOk="0">
                <a:moveTo>
                  <a:pt x="3770" y="17379"/>
                </a:moveTo>
                <a:cubicBezTo>
                  <a:pt x="7573" y="20948"/>
                  <a:pt x="10108" y="20948"/>
                  <a:pt x="20515" y="21349"/>
                </a:cubicBezTo>
                <a:cubicBezTo>
                  <a:pt x="30956" y="21782"/>
                  <a:pt x="19314" y="35525"/>
                  <a:pt x="27520" y="41797"/>
                </a:cubicBezTo>
                <a:cubicBezTo>
                  <a:pt x="35726" y="48034"/>
                  <a:pt x="48235" y="37827"/>
                  <a:pt x="48235" y="26986"/>
                </a:cubicBezTo>
                <a:cubicBezTo>
                  <a:pt x="48235" y="16145"/>
                  <a:pt x="35026" y="0"/>
                  <a:pt x="18080" y="867"/>
                </a:cubicBezTo>
                <a:cubicBezTo>
                  <a:pt x="1135" y="1768"/>
                  <a:pt x="1" y="13843"/>
                  <a:pt x="3770" y="17379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34" name="Google Shape;1334;p83"/>
          <p:cNvSpPr txBox="1">
            <a:spLocks noGrp="1"/>
          </p:cNvSpPr>
          <p:nvPr>
            <p:ph type="title"/>
          </p:nvPr>
        </p:nvSpPr>
        <p:spPr>
          <a:xfrm>
            <a:off x="713250" y="523025"/>
            <a:ext cx="7717500" cy="541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1335" name="Google Shape;1335;p83"/>
          <p:cNvSpPr txBox="1">
            <a:spLocks noGrp="1"/>
          </p:cNvSpPr>
          <p:nvPr>
            <p:ph type="subTitle" idx="1"/>
          </p:nvPr>
        </p:nvSpPr>
        <p:spPr>
          <a:xfrm>
            <a:off x="1741200" y="1337775"/>
            <a:ext cx="2167800" cy="37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None/>
              <a:defRPr sz="2200" b="1">
                <a:solidFill>
                  <a:schemeClr val="accent2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36" name="Google Shape;1336;p83"/>
          <p:cNvSpPr txBox="1">
            <a:spLocks noGrp="1"/>
          </p:cNvSpPr>
          <p:nvPr>
            <p:ph type="subTitle" idx="2"/>
          </p:nvPr>
        </p:nvSpPr>
        <p:spPr>
          <a:xfrm>
            <a:off x="1741200" y="1729188"/>
            <a:ext cx="21678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None/>
              <a:defRPr sz="1600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37" name="Google Shape;1337;p83"/>
          <p:cNvSpPr txBox="1">
            <a:spLocks noGrp="1"/>
          </p:cNvSpPr>
          <p:nvPr>
            <p:ph type="subTitle" idx="3"/>
          </p:nvPr>
        </p:nvSpPr>
        <p:spPr>
          <a:xfrm>
            <a:off x="1741200" y="2446100"/>
            <a:ext cx="2167800" cy="37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None/>
              <a:defRPr sz="2200" b="1">
                <a:solidFill>
                  <a:schemeClr val="accent2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38" name="Google Shape;1338;p83"/>
          <p:cNvSpPr txBox="1">
            <a:spLocks noGrp="1"/>
          </p:cNvSpPr>
          <p:nvPr>
            <p:ph type="subTitle" idx="4"/>
          </p:nvPr>
        </p:nvSpPr>
        <p:spPr>
          <a:xfrm>
            <a:off x="1741200" y="2837638"/>
            <a:ext cx="21678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None/>
              <a:defRPr sz="1600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39" name="Google Shape;1339;p83"/>
          <p:cNvSpPr txBox="1">
            <a:spLocks noGrp="1"/>
          </p:cNvSpPr>
          <p:nvPr>
            <p:ph type="subTitle" idx="5"/>
          </p:nvPr>
        </p:nvSpPr>
        <p:spPr>
          <a:xfrm>
            <a:off x="1741200" y="3554425"/>
            <a:ext cx="2167800" cy="37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None/>
              <a:defRPr sz="2200" b="1">
                <a:solidFill>
                  <a:schemeClr val="accent2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40" name="Google Shape;1340;p83"/>
          <p:cNvSpPr txBox="1">
            <a:spLocks noGrp="1"/>
          </p:cNvSpPr>
          <p:nvPr>
            <p:ph type="subTitle" idx="6"/>
          </p:nvPr>
        </p:nvSpPr>
        <p:spPr>
          <a:xfrm>
            <a:off x="1741200" y="3945963"/>
            <a:ext cx="21678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None/>
              <a:defRPr sz="1600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41" name="Google Shape;1341;p83"/>
          <p:cNvSpPr txBox="1">
            <a:spLocks noGrp="1"/>
          </p:cNvSpPr>
          <p:nvPr>
            <p:ph type="subTitle" idx="7"/>
          </p:nvPr>
        </p:nvSpPr>
        <p:spPr>
          <a:xfrm>
            <a:off x="5237775" y="1337775"/>
            <a:ext cx="2167800" cy="37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2200" b="1">
                <a:solidFill>
                  <a:schemeClr val="accent2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42" name="Google Shape;1342;p83"/>
          <p:cNvSpPr txBox="1">
            <a:spLocks noGrp="1"/>
          </p:cNvSpPr>
          <p:nvPr>
            <p:ph type="subTitle" idx="8"/>
          </p:nvPr>
        </p:nvSpPr>
        <p:spPr>
          <a:xfrm>
            <a:off x="5237775" y="1729188"/>
            <a:ext cx="21678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6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43" name="Google Shape;1343;p83"/>
          <p:cNvSpPr txBox="1">
            <a:spLocks noGrp="1"/>
          </p:cNvSpPr>
          <p:nvPr>
            <p:ph type="subTitle" idx="9"/>
          </p:nvPr>
        </p:nvSpPr>
        <p:spPr>
          <a:xfrm>
            <a:off x="5237775" y="2446100"/>
            <a:ext cx="2167800" cy="37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2200" b="1">
                <a:solidFill>
                  <a:schemeClr val="accent2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44" name="Google Shape;1344;p83"/>
          <p:cNvSpPr txBox="1">
            <a:spLocks noGrp="1"/>
          </p:cNvSpPr>
          <p:nvPr>
            <p:ph type="subTitle" idx="13"/>
          </p:nvPr>
        </p:nvSpPr>
        <p:spPr>
          <a:xfrm>
            <a:off x="5237775" y="2837638"/>
            <a:ext cx="21678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6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45" name="Google Shape;1345;p83"/>
          <p:cNvSpPr txBox="1">
            <a:spLocks noGrp="1"/>
          </p:cNvSpPr>
          <p:nvPr>
            <p:ph type="subTitle" idx="14"/>
          </p:nvPr>
        </p:nvSpPr>
        <p:spPr>
          <a:xfrm>
            <a:off x="5237775" y="3554425"/>
            <a:ext cx="2167800" cy="37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2200" b="1">
                <a:solidFill>
                  <a:schemeClr val="accent2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46" name="Google Shape;1346;p83"/>
          <p:cNvSpPr txBox="1">
            <a:spLocks noGrp="1"/>
          </p:cNvSpPr>
          <p:nvPr>
            <p:ph type="subTitle" idx="15"/>
          </p:nvPr>
        </p:nvSpPr>
        <p:spPr>
          <a:xfrm>
            <a:off x="5237775" y="3945963"/>
            <a:ext cx="21678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6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">
  <p:cSld name="CUSTOM_11">
    <p:spTree>
      <p:nvGrpSpPr>
        <p:cNvPr id="1" name="Shape 1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8" name="Google Shape;1348;p84"/>
          <p:cNvSpPr/>
          <p:nvPr/>
        </p:nvSpPr>
        <p:spPr>
          <a:xfrm rot="-8234214" flipH="1">
            <a:off x="6462164" y="-167221"/>
            <a:ext cx="4162685" cy="2560997"/>
          </a:xfrm>
          <a:custGeom>
            <a:avLst/>
            <a:gdLst/>
            <a:ahLst/>
            <a:cxnLst/>
            <a:rect l="l" t="t" r="r" b="b"/>
            <a:pathLst>
              <a:path w="59643" h="36694" extrusionOk="0">
                <a:moveTo>
                  <a:pt x="6271" y="15779"/>
                </a:moveTo>
                <a:cubicBezTo>
                  <a:pt x="9374" y="14178"/>
                  <a:pt x="17513" y="18347"/>
                  <a:pt x="23150" y="11676"/>
                </a:cubicBezTo>
                <a:cubicBezTo>
                  <a:pt x="28787" y="5004"/>
                  <a:pt x="30455" y="1"/>
                  <a:pt x="37327" y="2302"/>
                </a:cubicBezTo>
                <a:cubicBezTo>
                  <a:pt x="44198" y="4571"/>
                  <a:pt x="43064" y="13410"/>
                  <a:pt x="47601" y="15779"/>
                </a:cubicBezTo>
                <a:cubicBezTo>
                  <a:pt x="52104" y="18147"/>
                  <a:pt x="59643" y="31690"/>
                  <a:pt x="43364" y="34192"/>
                </a:cubicBezTo>
                <a:cubicBezTo>
                  <a:pt x="27120" y="36694"/>
                  <a:pt x="10441" y="33158"/>
                  <a:pt x="5204" y="27520"/>
                </a:cubicBezTo>
                <a:cubicBezTo>
                  <a:pt x="0" y="21883"/>
                  <a:pt x="3136" y="17380"/>
                  <a:pt x="6271" y="15779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49" name="Google Shape;1349;p84"/>
          <p:cNvSpPr/>
          <p:nvPr/>
        </p:nvSpPr>
        <p:spPr>
          <a:xfrm rot="672094">
            <a:off x="-1833836" y="1849763"/>
            <a:ext cx="4680680" cy="4251900"/>
          </a:xfrm>
          <a:custGeom>
            <a:avLst/>
            <a:gdLst/>
            <a:ahLst/>
            <a:cxnLst/>
            <a:rect l="l" t="t" r="r" b="b"/>
            <a:pathLst>
              <a:path w="65181" h="59210" extrusionOk="0">
                <a:moveTo>
                  <a:pt x="23617" y="9808"/>
                </a:moveTo>
                <a:cubicBezTo>
                  <a:pt x="25785" y="15712"/>
                  <a:pt x="27153" y="21883"/>
                  <a:pt x="35092" y="17079"/>
                </a:cubicBezTo>
                <a:cubicBezTo>
                  <a:pt x="42998" y="12309"/>
                  <a:pt x="55740" y="12376"/>
                  <a:pt x="59276" y="17546"/>
                </a:cubicBezTo>
                <a:cubicBezTo>
                  <a:pt x="62812" y="22717"/>
                  <a:pt x="56140" y="30055"/>
                  <a:pt x="55940" y="36393"/>
                </a:cubicBezTo>
                <a:cubicBezTo>
                  <a:pt x="55740" y="42731"/>
                  <a:pt x="65180" y="49603"/>
                  <a:pt x="57741" y="54406"/>
                </a:cubicBezTo>
                <a:cubicBezTo>
                  <a:pt x="50303" y="59210"/>
                  <a:pt x="31556" y="57108"/>
                  <a:pt x="33224" y="47535"/>
                </a:cubicBezTo>
                <a:cubicBezTo>
                  <a:pt x="34892" y="37928"/>
                  <a:pt x="25719" y="35026"/>
                  <a:pt x="17579" y="31256"/>
                </a:cubicBezTo>
                <a:cubicBezTo>
                  <a:pt x="9440" y="27520"/>
                  <a:pt x="0" y="13744"/>
                  <a:pt x="7706" y="6872"/>
                </a:cubicBezTo>
                <a:cubicBezTo>
                  <a:pt x="15411" y="1"/>
                  <a:pt x="21449" y="3870"/>
                  <a:pt x="23617" y="9808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50" name="Google Shape;1350;p84"/>
          <p:cNvSpPr/>
          <p:nvPr/>
        </p:nvSpPr>
        <p:spPr>
          <a:xfrm>
            <a:off x="8042975" y="3533675"/>
            <a:ext cx="775608" cy="1012954"/>
          </a:xfrm>
          <a:custGeom>
            <a:avLst/>
            <a:gdLst/>
            <a:ahLst/>
            <a:cxnLst/>
            <a:rect l="l" t="t" r="r" b="b"/>
            <a:pathLst>
              <a:path w="17277" h="22564" extrusionOk="0">
                <a:moveTo>
                  <a:pt x="9074" y="0"/>
                </a:moveTo>
                <a:cubicBezTo>
                  <a:pt x="8555" y="0"/>
                  <a:pt x="8010" y="60"/>
                  <a:pt x="7441" y="188"/>
                </a:cubicBezTo>
                <a:cubicBezTo>
                  <a:pt x="2543" y="1285"/>
                  <a:pt x="1" y="6692"/>
                  <a:pt x="54" y="12607"/>
                </a:cubicBezTo>
                <a:cubicBezTo>
                  <a:pt x="134" y="18683"/>
                  <a:pt x="3989" y="22189"/>
                  <a:pt x="8592" y="22564"/>
                </a:cubicBezTo>
                <a:cubicBezTo>
                  <a:pt x="14641" y="22082"/>
                  <a:pt x="16354" y="18388"/>
                  <a:pt x="16836" y="12312"/>
                </a:cubicBezTo>
                <a:cubicBezTo>
                  <a:pt x="17276" y="6737"/>
                  <a:pt x="14567" y="0"/>
                  <a:pt x="9074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51" name="Google Shape;1351;p84"/>
          <p:cNvSpPr txBox="1">
            <a:spLocks noGrp="1"/>
          </p:cNvSpPr>
          <p:nvPr>
            <p:ph type="title"/>
          </p:nvPr>
        </p:nvSpPr>
        <p:spPr>
          <a:xfrm>
            <a:off x="713250" y="523025"/>
            <a:ext cx="7717500" cy="541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>
                <a:solidFill>
                  <a:schemeClr val="accen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2">
  <p:cSld name="CUSTOM_12">
    <p:spTree>
      <p:nvGrpSpPr>
        <p:cNvPr id="1" name="Shape 13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3" name="Google Shape;1353;p85"/>
          <p:cNvSpPr/>
          <p:nvPr/>
        </p:nvSpPr>
        <p:spPr>
          <a:xfrm rot="-2505069" flipH="1">
            <a:off x="6267646" y="1159768"/>
            <a:ext cx="4436783" cy="3714225"/>
          </a:xfrm>
          <a:custGeom>
            <a:avLst/>
            <a:gdLst/>
            <a:ahLst/>
            <a:cxnLst/>
            <a:rect l="l" t="t" r="r" b="b"/>
            <a:pathLst>
              <a:path w="61178" h="52038" extrusionOk="0">
                <a:moveTo>
                  <a:pt x="4170" y="12043"/>
                </a:moveTo>
                <a:cubicBezTo>
                  <a:pt x="7339" y="7239"/>
                  <a:pt x="14177" y="1"/>
                  <a:pt x="24184" y="5571"/>
                </a:cubicBezTo>
                <a:cubicBezTo>
                  <a:pt x="34191" y="11142"/>
                  <a:pt x="29988" y="17146"/>
                  <a:pt x="34024" y="21249"/>
                </a:cubicBezTo>
                <a:cubicBezTo>
                  <a:pt x="38061" y="25319"/>
                  <a:pt x="43198" y="25586"/>
                  <a:pt x="51103" y="27253"/>
                </a:cubicBezTo>
                <a:cubicBezTo>
                  <a:pt x="58976" y="28921"/>
                  <a:pt x="61177" y="36093"/>
                  <a:pt x="54472" y="41664"/>
                </a:cubicBezTo>
                <a:cubicBezTo>
                  <a:pt x="47801" y="47268"/>
                  <a:pt x="33758" y="52038"/>
                  <a:pt x="26819" y="46467"/>
                </a:cubicBezTo>
                <a:cubicBezTo>
                  <a:pt x="19848" y="40930"/>
                  <a:pt x="11108" y="34826"/>
                  <a:pt x="5537" y="31590"/>
                </a:cubicBezTo>
                <a:cubicBezTo>
                  <a:pt x="0" y="28388"/>
                  <a:pt x="967" y="16879"/>
                  <a:pt x="4170" y="12043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54" name="Google Shape;1354;p85"/>
          <p:cNvSpPr/>
          <p:nvPr/>
        </p:nvSpPr>
        <p:spPr>
          <a:xfrm rot="3781174">
            <a:off x="-1644519" y="1806437"/>
            <a:ext cx="4267951" cy="2625760"/>
          </a:xfrm>
          <a:custGeom>
            <a:avLst/>
            <a:gdLst/>
            <a:ahLst/>
            <a:cxnLst/>
            <a:rect l="l" t="t" r="r" b="b"/>
            <a:pathLst>
              <a:path w="59643" h="36694" extrusionOk="0">
                <a:moveTo>
                  <a:pt x="6271" y="15779"/>
                </a:moveTo>
                <a:cubicBezTo>
                  <a:pt x="9374" y="14178"/>
                  <a:pt x="17513" y="18347"/>
                  <a:pt x="23150" y="11676"/>
                </a:cubicBezTo>
                <a:cubicBezTo>
                  <a:pt x="28787" y="5004"/>
                  <a:pt x="30455" y="1"/>
                  <a:pt x="37327" y="2302"/>
                </a:cubicBezTo>
                <a:cubicBezTo>
                  <a:pt x="44198" y="4571"/>
                  <a:pt x="43064" y="13410"/>
                  <a:pt x="47601" y="15779"/>
                </a:cubicBezTo>
                <a:cubicBezTo>
                  <a:pt x="52104" y="18147"/>
                  <a:pt x="59643" y="31690"/>
                  <a:pt x="43364" y="34192"/>
                </a:cubicBezTo>
                <a:cubicBezTo>
                  <a:pt x="27120" y="36694"/>
                  <a:pt x="10441" y="33158"/>
                  <a:pt x="5204" y="27520"/>
                </a:cubicBezTo>
                <a:cubicBezTo>
                  <a:pt x="0" y="21883"/>
                  <a:pt x="3136" y="17380"/>
                  <a:pt x="6271" y="15779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355" name="Google Shape;1355;p85"/>
          <p:cNvGrpSpPr/>
          <p:nvPr/>
        </p:nvGrpSpPr>
        <p:grpSpPr>
          <a:xfrm rot="10800000" flipH="1">
            <a:off x="566191" y="1712532"/>
            <a:ext cx="1696762" cy="1688828"/>
            <a:chOff x="2414491" y="671177"/>
            <a:chExt cx="1830972" cy="1822411"/>
          </a:xfrm>
        </p:grpSpPr>
        <p:sp>
          <p:nvSpPr>
            <p:cNvPr id="1356" name="Google Shape;1356;p85"/>
            <p:cNvSpPr/>
            <p:nvPr/>
          </p:nvSpPr>
          <p:spPr>
            <a:xfrm>
              <a:off x="2414491" y="671177"/>
              <a:ext cx="1830972" cy="1822391"/>
            </a:xfrm>
            <a:custGeom>
              <a:avLst/>
              <a:gdLst/>
              <a:ahLst/>
              <a:cxnLst/>
              <a:rect l="l" t="t" r="r" b="b"/>
              <a:pathLst>
                <a:path w="45663" h="45449" extrusionOk="0">
                  <a:moveTo>
                    <a:pt x="10947" y="4979"/>
                  </a:moveTo>
                  <a:lnTo>
                    <a:pt x="15605" y="7656"/>
                  </a:lnTo>
                  <a:lnTo>
                    <a:pt x="15605" y="13062"/>
                  </a:lnTo>
                  <a:lnTo>
                    <a:pt x="10947" y="15766"/>
                  </a:lnTo>
                  <a:lnTo>
                    <a:pt x="6263" y="13062"/>
                  </a:lnTo>
                  <a:lnTo>
                    <a:pt x="6263" y="7656"/>
                  </a:lnTo>
                  <a:lnTo>
                    <a:pt x="10947" y="4979"/>
                  </a:lnTo>
                  <a:close/>
                  <a:moveTo>
                    <a:pt x="20449" y="4979"/>
                  </a:moveTo>
                  <a:lnTo>
                    <a:pt x="25133" y="7656"/>
                  </a:lnTo>
                  <a:lnTo>
                    <a:pt x="25133" y="13062"/>
                  </a:lnTo>
                  <a:lnTo>
                    <a:pt x="20449" y="15766"/>
                  </a:lnTo>
                  <a:lnTo>
                    <a:pt x="15792" y="13062"/>
                  </a:lnTo>
                  <a:lnTo>
                    <a:pt x="15792" y="7656"/>
                  </a:lnTo>
                  <a:lnTo>
                    <a:pt x="20449" y="4979"/>
                  </a:lnTo>
                  <a:close/>
                  <a:moveTo>
                    <a:pt x="29978" y="4979"/>
                  </a:moveTo>
                  <a:lnTo>
                    <a:pt x="34635" y="7656"/>
                  </a:lnTo>
                  <a:lnTo>
                    <a:pt x="34635" y="13062"/>
                  </a:lnTo>
                  <a:lnTo>
                    <a:pt x="29978" y="15766"/>
                  </a:lnTo>
                  <a:lnTo>
                    <a:pt x="25294" y="13062"/>
                  </a:lnTo>
                  <a:lnTo>
                    <a:pt x="25294" y="7656"/>
                  </a:lnTo>
                  <a:lnTo>
                    <a:pt x="29978" y="4979"/>
                  </a:lnTo>
                  <a:close/>
                  <a:moveTo>
                    <a:pt x="6183" y="13196"/>
                  </a:moveTo>
                  <a:lnTo>
                    <a:pt x="10867" y="15899"/>
                  </a:lnTo>
                  <a:lnTo>
                    <a:pt x="10867" y="21306"/>
                  </a:lnTo>
                  <a:lnTo>
                    <a:pt x="6183" y="23983"/>
                  </a:lnTo>
                  <a:lnTo>
                    <a:pt x="1526" y="21306"/>
                  </a:lnTo>
                  <a:lnTo>
                    <a:pt x="1526" y="15899"/>
                  </a:lnTo>
                  <a:lnTo>
                    <a:pt x="6183" y="13196"/>
                  </a:lnTo>
                  <a:close/>
                  <a:moveTo>
                    <a:pt x="15712" y="13196"/>
                  </a:moveTo>
                  <a:lnTo>
                    <a:pt x="20369" y="15899"/>
                  </a:lnTo>
                  <a:lnTo>
                    <a:pt x="20369" y="21306"/>
                  </a:lnTo>
                  <a:lnTo>
                    <a:pt x="15712" y="23983"/>
                  </a:lnTo>
                  <a:lnTo>
                    <a:pt x="11028" y="21306"/>
                  </a:lnTo>
                  <a:lnTo>
                    <a:pt x="11028" y="15899"/>
                  </a:lnTo>
                  <a:lnTo>
                    <a:pt x="15712" y="13196"/>
                  </a:lnTo>
                  <a:close/>
                  <a:moveTo>
                    <a:pt x="25213" y="13196"/>
                  </a:moveTo>
                  <a:lnTo>
                    <a:pt x="29871" y="15899"/>
                  </a:lnTo>
                  <a:lnTo>
                    <a:pt x="29871" y="21306"/>
                  </a:lnTo>
                  <a:lnTo>
                    <a:pt x="25213" y="23983"/>
                  </a:lnTo>
                  <a:lnTo>
                    <a:pt x="20529" y="21306"/>
                  </a:lnTo>
                  <a:lnTo>
                    <a:pt x="20529" y="15899"/>
                  </a:lnTo>
                  <a:lnTo>
                    <a:pt x="25213" y="13196"/>
                  </a:lnTo>
                  <a:close/>
                  <a:moveTo>
                    <a:pt x="34715" y="13196"/>
                  </a:moveTo>
                  <a:lnTo>
                    <a:pt x="39399" y="15899"/>
                  </a:lnTo>
                  <a:lnTo>
                    <a:pt x="39399" y="21306"/>
                  </a:lnTo>
                  <a:lnTo>
                    <a:pt x="34715" y="23983"/>
                  </a:lnTo>
                  <a:lnTo>
                    <a:pt x="30058" y="21306"/>
                  </a:lnTo>
                  <a:lnTo>
                    <a:pt x="30058" y="15899"/>
                  </a:lnTo>
                  <a:lnTo>
                    <a:pt x="34715" y="13196"/>
                  </a:lnTo>
                  <a:close/>
                  <a:moveTo>
                    <a:pt x="10947" y="21440"/>
                  </a:moveTo>
                  <a:lnTo>
                    <a:pt x="15605" y="24143"/>
                  </a:lnTo>
                  <a:lnTo>
                    <a:pt x="15605" y="29523"/>
                  </a:lnTo>
                  <a:lnTo>
                    <a:pt x="10947" y="32226"/>
                  </a:lnTo>
                  <a:lnTo>
                    <a:pt x="6263" y="29523"/>
                  </a:lnTo>
                  <a:lnTo>
                    <a:pt x="6263" y="24143"/>
                  </a:lnTo>
                  <a:lnTo>
                    <a:pt x="10947" y="21440"/>
                  </a:lnTo>
                  <a:close/>
                  <a:moveTo>
                    <a:pt x="20449" y="21440"/>
                  </a:moveTo>
                  <a:lnTo>
                    <a:pt x="25133" y="24143"/>
                  </a:lnTo>
                  <a:lnTo>
                    <a:pt x="25133" y="29523"/>
                  </a:lnTo>
                  <a:lnTo>
                    <a:pt x="20449" y="32226"/>
                  </a:lnTo>
                  <a:lnTo>
                    <a:pt x="15792" y="29523"/>
                  </a:lnTo>
                  <a:lnTo>
                    <a:pt x="15792" y="24143"/>
                  </a:lnTo>
                  <a:lnTo>
                    <a:pt x="20449" y="21440"/>
                  </a:lnTo>
                  <a:close/>
                  <a:moveTo>
                    <a:pt x="29978" y="21440"/>
                  </a:moveTo>
                  <a:lnTo>
                    <a:pt x="34635" y="24143"/>
                  </a:lnTo>
                  <a:lnTo>
                    <a:pt x="34635" y="29523"/>
                  </a:lnTo>
                  <a:lnTo>
                    <a:pt x="29978" y="32226"/>
                  </a:lnTo>
                  <a:lnTo>
                    <a:pt x="25294" y="29523"/>
                  </a:lnTo>
                  <a:lnTo>
                    <a:pt x="25294" y="24143"/>
                  </a:lnTo>
                  <a:lnTo>
                    <a:pt x="29978" y="21440"/>
                  </a:lnTo>
                  <a:close/>
                  <a:moveTo>
                    <a:pt x="39480" y="21440"/>
                  </a:moveTo>
                  <a:lnTo>
                    <a:pt x="44137" y="24143"/>
                  </a:lnTo>
                  <a:lnTo>
                    <a:pt x="44137" y="29523"/>
                  </a:lnTo>
                  <a:lnTo>
                    <a:pt x="39480" y="32226"/>
                  </a:lnTo>
                  <a:lnTo>
                    <a:pt x="34796" y="29523"/>
                  </a:lnTo>
                  <a:lnTo>
                    <a:pt x="34796" y="24143"/>
                  </a:lnTo>
                  <a:lnTo>
                    <a:pt x="39480" y="21440"/>
                  </a:lnTo>
                  <a:close/>
                  <a:moveTo>
                    <a:pt x="15712" y="29684"/>
                  </a:moveTo>
                  <a:lnTo>
                    <a:pt x="20369" y="32387"/>
                  </a:lnTo>
                  <a:lnTo>
                    <a:pt x="20369" y="37767"/>
                  </a:lnTo>
                  <a:lnTo>
                    <a:pt x="15712" y="40470"/>
                  </a:lnTo>
                  <a:lnTo>
                    <a:pt x="11028" y="37767"/>
                  </a:lnTo>
                  <a:lnTo>
                    <a:pt x="11028" y="32387"/>
                  </a:lnTo>
                  <a:lnTo>
                    <a:pt x="15712" y="29684"/>
                  </a:lnTo>
                  <a:close/>
                  <a:moveTo>
                    <a:pt x="25213" y="29684"/>
                  </a:moveTo>
                  <a:lnTo>
                    <a:pt x="29871" y="32387"/>
                  </a:lnTo>
                  <a:lnTo>
                    <a:pt x="29871" y="37767"/>
                  </a:lnTo>
                  <a:lnTo>
                    <a:pt x="25213" y="40470"/>
                  </a:lnTo>
                  <a:lnTo>
                    <a:pt x="20529" y="37767"/>
                  </a:lnTo>
                  <a:lnTo>
                    <a:pt x="20529" y="32387"/>
                  </a:lnTo>
                  <a:lnTo>
                    <a:pt x="25213" y="29684"/>
                  </a:lnTo>
                  <a:close/>
                  <a:moveTo>
                    <a:pt x="34715" y="29684"/>
                  </a:moveTo>
                  <a:lnTo>
                    <a:pt x="39399" y="32387"/>
                  </a:lnTo>
                  <a:lnTo>
                    <a:pt x="39399" y="37767"/>
                  </a:lnTo>
                  <a:lnTo>
                    <a:pt x="34715" y="40470"/>
                  </a:lnTo>
                  <a:lnTo>
                    <a:pt x="30058" y="37767"/>
                  </a:lnTo>
                  <a:lnTo>
                    <a:pt x="30058" y="32387"/>
                  </a:lnTo>
                  <a:lnTo>
                    <a:pt x="34715" y="29684"/>
                  </a:lnTo>
                  <a:close/>
                  <a:moveTo>
                    <a:pt x="20369" y="1"/>
                  </a:moveTo>
                  <a:lnTo>
                    <a:pt x="20369" y="4818"/>
                  </a:lnTo>
                  <a:lnTo>
                    <a:pt x="15712" y="7522"/>
                  </a:lnTo>
                  <a:lnTo>
                    <a:pt x="11028" y="4818"/>
                  </a:lnTo>
                  <a:lnTo>
                    <a:pt x="11028" y="3159"/>
                  </a:lnTo>
                  <a:cubicBezTo>
                    <a:pt x="10974" y="3186"/>
                    <a:pt x="10921" y="3239"/>
                    <a:pt x="10867" y="3266"/>
                  </a:cubicBezTo>
                  <a:lnTo>
                    <a:pt x="10867" y="4818"/>
                  </a:lnTo>
                  <a:lnTo>
                    <a:pt x="6183" y="7522"/>
                  </a:lnTo>
                  <a:lnTo>
                    <a:pt x="5915" y="7361"/>
                  </a:lnTo>
                  <a:cubicBezTo>
                    <a:pt x="5889" y="7415"/>
                    <a:pt x="5835" y="7442"/>
                    <a:pt x="5808" y="7495"/>
                  </a:cubicBezTo>
                  <a:lnTo>
                    <a:pt x="6103" y="7656"/>
                  </a:lnTo>
                  <a:lnTo>
                    <a:pt x="6103" y="13062"/>
                  </a:lnTo>
                  <a:lnTo>
                    <a:pt x="1419" y="15766"/>
                  </a:lnTo>
                  <a:lnTo>
                    <a:pt x="1124" y="15578"/>
                  </a:lnTo>
                  <a:cubicBezTo>
                    <a:pt x="1124" y="15632"/>
                    <a:pt x="1098" y="15685"/>
                    <a:pt x="1071" y="15739"/>
                  </a:cubicBezTo>
                  <a:lnTo>
                    <a:pt x="1338" y="15899"/>
                  </a:lnTo>
                  <a:lnTo>
                    <a:pt x="1338" y="21306"/>
                  </a:lnTo>
                  <a:lnTo>
                    <a:pt x="0" y="22082"/>
                  </a:lnTo>
                  <a:cubicBezTo>
                    <a:pt x="0" y="22136"/>
                    <a:pt x="0" y="22216"/>
                    <a:pt x="0" y="22270"/>
                  </a:cubicBezTo>
                  <a:lnTo>
                    <a:pt x="1419" y="21440"/>
                  </a:lnTo>
                  <a:lnTo>
                    <a:pt x="6103" y="24143"/>
                  </a:lnTo>
                  <a:lnTo>
                    <a:pt x="6103" y="29523"/>
                  </a:lnTo>
                  <a:lnTo>
                    <a:pt x="1927" y="31932"/>
                  </a:lnTo>
                  <a:cubicBezTo>
                    <a:pt x="1954" y="31986"/>
                    <a:pt x="1981" y="32039"/>
                    <a:pt x="2008" y="32093"/>
                  </a:cubicBezTo>
                  <a:lnTo>
                    <a:pt x="6183" y="29684"/>
                  </a:lnTo>
                  <a:lnTo>
                    <a:pt x="10867" y="32387"/>
                  </a:lnTo>
                  <a:lnTo>
                    <a:pt x="10867" y="37767"/>
                  </a:lnTo>
                  <a:lnTo>
                    <a:pt x="7548" y="39694"/>
                  </a:lnTo>
                  <a:cubicBezTo>
                    <a:pt x="7575" y="39721"/>
                    <a:pt x="7628" y="39774"/>
                    <a:pt x="7682" y="39801"/>
                  </a:cubicBezTo>
                  <a:lnTo>
                    <a:pt x="10947" y="37928"/>
                  </a:lnTo>
                  <a:lnTo>
                    <a:pt x="15605" y="40631"/>
                  </a:lnTo>
                  <a:lnTo>
                    <a:pt x="15605" y="44405"/>
                  </a:lnTo>
                  <a:cubicBezTo>
                    <a:pt x="15658" y="44405"/>
                    <a:pt x="15738" y="44432"/>
                    <a:pt x="15792" y="44458"/>
                  </a:cubicBezTo>
                  <a:lnTo>
                    <a:pt x="15792" y="40631"/>
                  </a:lnTo>
                  <a:lnTo>
                    <a:pt x="20449" y="37928"/>
                  </a:lnTo>
                  <a:lnTo>
                    <a:pt x="25133" y="40631"/>
                  </a:lnTo>
                  <a:lnTo>
                    <a:pt x="25133" y="45449"/>
                  </a:lnTo>
                  <a:cubicBezTo>
                    <a:pt x="25187" y="45449"/>
                    <a:pt x="25240" y="45449"/>
                    <a:pt x="25294" y="45422"/>
                  </a:cubicBezTo>
                  <a:lnTo>
                    <a:pt x="25294" y="40631"/>
                  </a:lnTo>
                  <a:lnTo>
                    <a:pt x="29978" y="37928"/>
                  </a:lnTo>
                  <a:lnTo>
                    <a:pt x="34635" y="40631"/>
                  </a:lnTo>
                  <a:lnTo>
                    <a:pt x="34635" y="42290"/>
                  </a:lnTo>
                  <a:cubicBezTo>
                    <a:pt x="34688" y="42237"/>
                    <a:pt x="34742" y="42210"/>
                    <a:pt x="34796" y="42183"/>
                  </a:cubicBezTo>
                  <a:lnTo>
                    <a:pt x="34796" y="40631"/>
                  </a:lnTo>
                  <a:lnTo>
                    <a:pt x="39480" y="37928"/>
                  </a:lnTo>
                  <a:lnTo>
                    <a:pt x="39747" y="38088"/>
                  </a:lnTo>
                  <a:cubicBezTo>
                    <a:pt x="39774" y="38035"/>
                    <a:pt x="39827" y="37981"/>
                    <a:pt x="39854" y="37954"/>
                  </a:cubicBezTo>
                  <a:lnTo>
                    <a:pt x="39560" y="37767"/>
                  </a:lnTo>
                  <a:lnTo>
                    <a:pt x="39560" y="32387"/>
                  </a:lnTo>
                  <a:lnTo>
                    <a:pt x="44244" y="29684"/>
                  </a:lnTo>
                  <a:lnTo>
                    <a:pt x="44538" y="29871"/>
                  </a:lnTo>
                  <a:cubicBezTo>
                    <a:pt x="44565" y="29791"/>
                    <a:pt x="44565" y="29737"/>
                    <a:pt x="44592" y="29684"/>
                  </a:cubicBezTo>
                  <a:lnTo>
                    <a:pt x="44324" y="29523"/>
                  </a:lnTo>
                  <a:lnTo>
                    <a:pt x="44324" y="24143"/>
                  </a:lnTo>
                  <a:lnTo>
                    <a:pt x="45662" y="23367"/>
                  </a:lnTo>
                  <a:cubicBezTo>
                    <a:pt x="45662" y="23314"/>
                    <a:pt x="45662" y="23233"/>
                    <a:pt x="45662" y="23153"/>
                  </a:cubicBezTo>
                  <a:lnTo>
                    <a:pt x="44244" y="23983"/>
                  </a:lnTo>
                  <a:lnTo>
                    <a:pt x="39560" y="21306"/>
                  </a:lnTo>
                  <a:lnTo>
                    <a:pt x="39560" y="15899"/>
                  </a:lnTo>
                  <a:lnTo>
                    <a:pt x="43735" y="13491"/>
                  </a:lnTo>
                  <a:cubicBezTo>
                    <a:pt x="43709" y="13437"/>
                    <a:pt x="43682" y="13383"/>
                    <a:pt x="43655" y="13330"/>
                  </a:cubicBezTo>
                  <a:lnTo>
                    <a:pt x="39480" y="15766"/>
                  </a:lnTo>
                  <a:lnTo>
                    <a:pt x="34796" y="13062"/>
                  </a:lnTo>
                  <a:lnTo>
                    <a:pt x="34796" y="7656"/>
                  </a:lnTo>
                  <a:lnTo>
                    <a:pt x="38114" y="5755"/>
                  </a:lnTo>
                  <a:cubicBezTo>
                    <a:pt x="38088" y="5702"/>
                    <a:pt x="38034" y="5675"/>
                    <a:pt x="37981" y="5621"/>
                  </a:cubicBezTo>
                  <a:lnTo>
                    <a:pt x="34715" y="7522"/>
                  </a:lnTo>
                  <a:lnTo>
                    <a:pt x="30058" y="4818"/>
                  </a:lnTo>
                  <a:lnTo>
                    <a:pt x="30058" y="1045"/>
                  </a:lnTo>
                  <a:cubicBezTo>
                    <a:pt x="30004" y="1018"/>
                    <a:pt x="29951" y="1018"/>
                    <a:pt x="29871" y="991"/>
                  </a:cubicBezTo>
                  <a:lnTo>
                    <a:pt x="29871" y="4818"/>
                  </a:lnTo>
                  <a:lnTo>
                    <a:pt x="25213" y="7522"/>
                  </a:lnTo>
                  <a:lnTo>
                    <a:pt x="20529" y="4818"/>
                  </a:lnTo>
                  <a:lnTo>
                    <a:pt x="2052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7" name="Google Shape;1357;p85"/>
            <p:cNvSpPr/>
            <p:nvPr/>
          </p:nvSpPr>
          <p:spPr>
            <a:xfrm>
              <a:off x="2796545" y="833253"/>
              <a:ext cx="9704" cy="7538"/>
            </a:xfrm>
            <a:custGeom>
              <a:avLst/>
              <a:gdLst/>
              <a:ahLst/>
              <a:cxnLst/>
              <a:rect l="l" t="t" r="r" b="b"/>
              <a:pathLst>
                <a:path w="242" h="188" extrusionOk="0">
                  <a:moveTo>
                    <a:pt x="161" y="0"/>
                  </a:moveTo>
                  <a:cubicBezTo>
                    <a:pt x="108" y="27"/>
                    <a:pt x="54" y="81"/>
                    <a:pt x="1" y="107"/>
                  </a:cubicBezTo>
                  <a:lnTo>
                    <a:pt x="161" y="188"/>
                  </a:lnTo>
                  <a:lnTo>
                    <a:pt x="242" y="54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8" name="Google Shape;1358;p85"/>
            <p:cNvSpPr/>
            <p:nvPr/>
          </p:nvSpPr>
          <p:spPr>
            <a:xfrm>
              <a:off x="2899597" y="677633"/>
              <a:ext cx="287659" cy="242590"/>
            </a:xfrm>
            <a:custGeom>
              <a:avLst/>
              <a:gdLst/>
              <a:ahLst/>
              <a:cxnLst/>
              <a:rect l="l" t="t" r="r" b="b"/>
              <a:pathLst>
                <a:path w="7174" h="6050" extrusionOk="0">
                  <a:moveTo>
                    <a:pt x="7173" y="0"/>
                  </a:moveTo>
                  <a:lnTo>
                    <a:pt x="7173" y="0"/>
                  </a:lnTo>
                  <a:cubicBezTo>
                    <a:pt x="7013" y="27"/>
                    <a:pt x="6852" y="54"/>
                    <a:pt x="6692" y="81"/>
                  </a:cubicBezTo>
                  <a:lnTo>
                    <a:pt x="3667" y="1794"/>
                  </a:lnTo>
                  <a:lnTo>
                    <a:pt x="3667" y="830"/>
                  </a:lnTo>
                  <a:cubicBezTo>
                    <a:pt x="3614" y="857"/>
                    <a:pt x="3560" y="857"/>
                    <a:pt x="3507" y="884"/>
                  </a:cubicBezTo>
                  <a:lnTo>
                    <a:pt x="3507" y="1794"/>
                  </a:lnTo>
                  <a:lnTo>
                    <a:pt x="2516" y="1231"/>
                  </a:lnTo>
                  <a:cubicBezTo>
                    <a:pt x="2463" y="1258"/>
                    <a:pt x="2382" y="1285"/>
                    <a:pt x="2329" y="1312"/>
                  </a:cubicBezTo>
                  <a:lnTo>
                    <a:pt x="3426" y="1954"/>
                  </a:lnTo>
                  <a:lnTo>
                    <a:pt x="0" y="3935"/>
                  </a:lnTo>
                  <a:lnTo>
                    <a:pt x="81" y="4069"/>
                  </a:lnTo>
                  <a:lnTo>
                    <a:pt x="3507" y="2115"/>
                  </a:lnTo>
                  <a:lnTo>
                    <a:pt x="3507" y="6049"/>
                  </a:lnTo>
                  <a:lnTo>
                    <a:pt x="3667" y="6049"/>
                  </a:lnTo>
                  <a:lnTo>
                    <a:pt x="3667" y="2115"/>
                  </a:lnTo>
                  <a:lnTo>
                    <a:pt x="7093" y="4069"/>
                  </a:lnTo>
                  <a:lnTo>
                    <a:pt x="7173" y="3935"/>
                  </a:lnTo>
                  <a:lnTo>
                    <a:pt x="3774" y="1954"/>
                  </a:lnTo>
                  <a:lnTo>
                    <a:pt x="717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9" name="Google Shape;1359;p85"/>
            <p:cNvSpPr/>
            <p:nvPr/>
          </p:nvSpPr>
          <p:spPr>
            <a:xfrm>
              <a:off x="3280608" y="671177"/>
              <a:ext cx="288742" cy="249046"/>
            </a:xfrm>
            <a:custGeom>
              <a:avLst/>
              <a:gdLst/>
              <a:ahLst/>
              <a:cxnLst/>
              <a:rect l="l" t="t" r="r" b="b"/>
              <a:pathLst>
                <a:path w="7201" h="6211" extrusionOk="0">
                  <a:moveTo>
                    <a:pt x="107" y="1"/>
                  </a:moveTo>
                  <a:lnTo>
                    <a:pt x="0" y="134"/>
                  </a:lnTo>
                  <a:lnTo>
                    <a:pt x="3426" y="2115"/>
                  </a:lnTo>
                  <a:lnTo>
                    <a:pt x="0" y="4096"/>
                  </a:lnTo>
                  <a:lnTo>
                    <a:pt x="107" y="4230"/>
                  </a:lnTo>
                  <a:lnTo>
                    <a:pt x="3506" y="2276"/>
                  </a:lnTo>
                  <a:lnTo>
                    <a:pt x="3506" y="6210"/>
                  </a:lnTo>
                  <a:lnTo>
                    <a:pt x="3694" y="6210"/>
                  </a:lnTo>
                  <a:lnTo>
                    <a:pt x="3694" y="2276"/>
                  </a:lnTo>
                  <a:lnTo>
                    <a:pt x="7093" y="4230"/>
                  </a:lnTo>
                  <a:lnTo>
                    <a:pt x="7200" y="4096"/>
                  </a:lnTo>
                  <a:lnTo>
                    <a:pt x="3774" y="2115"/>
                  </a:lnTo>
                  <a:lnTo>
                    <a:pt x="6558" y="509"/>
                  </a:lnTo>
                  <a:cubicBezTo>
                    <a:pt x="6477" y="482"/>
                    <a:pt x="6397" y="456"/>
                    <a:pt x="6317" y="456"/>
                  </a:cubicBezTo>
                  <a:lnTo>
                    <a:pt x="3694" y="1955"/>
                  </a:lnTo>
                  <a:lnTo>
                    <a:pt x="3694" y="1"/>
                  </a:lnTo>
                  <a:lnTo>
                    <a:pt x="3506" y="1"/>
                  </a:lnTo>
                  <a:lnTo>
                    <a:pt x="3506" y="1955"/>
                  </a:lnTo>
                  <a:lnTo>
                    <a:pt x="10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0" name="Google Shape;1360;p85"/>
            <p:cNvSpPr/>
            <p:nvPr/>
          </p:nvSpPr>
          <p:spPr>
            <a:xfrm>
              <a:off x="3662662" y="776354"/>
              <a:ext cx="109506" cy="64437"/>
            </a:xfrm>
            <a:custGeom>
              <a:avLst/>
              <a:gdLst/>
              <a:ahLst/>
              <a:cxnLst/>
              <a:rect l="l" t="t" r="r" b="b"/>
              <a:pathLst>
                <a:path w="2731" h="1607" extrusionOk="0">
                  <a:moveTo>
                    <a:pt x="2543" y="1"/>
                  </a:moveTo>
                  <a:lnTo>
                    <a:pt x="1" y="1473"/>
                  </a:lnTo>
                  <a:lnTo>
                    <a:pt x="81" y="1607"/>
                  </a:lnTo>
                  <a:lnTo>
                    <a:pt x="2731" y="81"/>
                  </a:lnTo>
                  <a:cubicBezTo>
                    <a:pt x="2677" y="54"/>
                    <a:pt x="2597" y="27"/>
                    <a:pt x="254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1" name="Google Shape;1361;p85"/>
            <p:cNvSpPr/>
            <p:nvPr/>
          </p:nvSpPr>
          <p:spPr>
            <a:xfrm>
              <a:off x="3803246" y="797847"/>
              <a:ext cx="6496" cy="122378"/>
            </a:xfrm>
            <a:custGeom>
              <a:avLst/>
              <a:gdLst/>
              <a:ahLst/>
              <a:cxnLst/>
              <a:rect l="l" t="t" r="r" b="b"/>
              <a:pathLst>
                <a:path w="162" h="3052" extrusionOk="0">
                  <a:moveTo>
                    <a:pt x="1" y="0"/>
                  </a:moveTo>
                  <a:lnTo>
                    <a:pt x="1" y="3051"/>
                  </a:lnTo>
                  <a:lnTo>
                    <a:pt x="162" y="3051"/>
                  </a:lnTo>
                  <a:lnTo>
                    <a:pt x="162" y="107"/>
                  </a:lnTo>
                  <a:cubicBezTo>
                    <a:pt x="108" y="54"/>
                    <a:pt x="54" y="27"/>
                    <a:pt x="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2" name="Google Shape;1362;p85"/>
            <p:cNvSpPr/>
            <p:nvPr/>
          </p:nvSpPr>
          <p:spPr>
            <a:xfrm>
              <a:off x="2475641" y="1246463"/>
              <a:ext cx="2205" cy="4331"/>
            </a:xfrm>
            <a:custGeom>
              <a:avLst/>
              <a:gdLst/>
              <a:ahLst/>
              <a:cxnLst/>
              <a:rect l="l" t="t" r="r" b="b"/>
              <a:pathLst>
                <a:path w="55" h="108" extrusionOk="0">
                  <a:moveTo>
                    <a:pt x="54" y="0"/>
                  </a:moveTo>
                  <a:cubicBezTo>
                    <a:pt x="28" y="27"/>
                    <a:pt x="28" y="54"/>
                    <a:pt x="1" y="107"/>
                  </a:cubicBezTo>
                  <a:lnTo>
                    <a:pt x="54" y="107"/>
                  </a:lnTo>
                  <a:lnTo>
                    <a:pt x="5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3" name="Google Shape;1363;p85"/>
            <p:cNvSpPr/>
            <p:nvPr/>
          </p:nvSpPr>
          <p:spPr>
            <a:xfrm>
              <a:off x="2616265" y="1006036"/>
              <a:ext cx="2165" cy="2205"/>
            </a:xfrm>
            <a:custGeom>
              <a:avLst/>
              <a:gdLst/>
              <a:ahLst/>
              <a:cxnLst/>
              <a:rect l="l" t="t" r="r" b="b"/>
              <a:pathLst>
                <a:path w="54" h="55" extrusionOk="0">
                  <a:moveTo>
                    <a:pt x="54" y="1"/>
                  </a:moveTo>
                  <a:cubicBezTo>
                    <a:pt x="27" y="27"/>
                    <a:pt x="27" y="27"/>
                    <a:pt x="0" y="54"/>
                  </a:cubicBezTo>
                  <a:lnTo>
                    <a:pt x="54" y="27"/>
                  </a:lnTo>
                  <a:lnTo>
                    <a:pt x="5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4" name="Google Shape;1364;p85"/>
            <p:cNvSpPr/>
            <p:nvPr/>
          </p:nvSpPr>
          <p:spPr>
            <a:xfrm>
              <a:off x="2535748" y="1119794"/>
              <a:ext cx="82681" cy="51565"/>
            </a:xfrm>
            <a:custGeom>
              <a:avLst/>
              <a:gdLst/>
              <a:ahLst/>
              <a:cxnLst/>
              <a:rect l="l" t="t" r="r" b="b"/>
              <a:pathLst>
                <a:path w="2062" h="1286" extrusionOk="0">
                  <a:moveTo>
                    <a:pt x="81" y="1"/>
                  </a:moveTo>
                  <a:cubicBezTo>
                    <a:pt x="54" y="54"/>
                    <a:pt x="27" y="108"/>
                    <a:pt x="1" y="135"/>
                  </a:cubicBezTo>
                  <a:lnTo>
                    <a:pt x="1981" y="1285"/>
                  </a:lnTo>
                  <a:lnTo>
                    <a:pt x="2062" y="1125"/>
                  </a:ln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5" name="Google Shape;1365;p85"/>
            <p:cNvSpPr/>
            <p:nvPr/>
          </p:nvSpPr>
          <p:spPr>
            <a:xfrm>
              <a:off x="2711778" y="921268"/>
              <a:ext cx="287659" cy="329521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217"/>
                  </a:lnTo>
                  <a:lnTo>
                    <a:pt x="3667" y="8217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6" name="Google Shape;1366;p85"/>
            <p:cNvSpPr/>
            <p:nvPr/>
          </p:nvSpPr>
          <p:spPr>
            <a:xfrm>
              <a:off x="3092789" y="921268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80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0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41"/>
                  </a:lnTo>
                  <a:lnTo>
                    <a:pt x="7093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7" name="Google Shape;1367;p85"/>
            <p:cNvSpPr/>
            <p:nvPr/>
          </p:nvSpPr>
          <p:spPr>
            <a:xfrm>
              <a:off x="3474843" y="92126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480" y="3961"/>
                  </a:lnTo>
                  <a:lnTo>
                    <a:pt x="81" y="1981"/>
                  </a:lnTo>
                  <a:lnTo>
                    <a:pt x="1" y="2141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36"/>
                  </a:lnTo>
                  <a:lnTo>
                    <a:pt x="3480" y="4256"/>
                  </a:lnTo>
                  <a:lnTo>
                    <a:pt x="3480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8" name="Google Shape;1368;p85"/>
            <p:cNvSpPr/>
            <p:nvPr/>
          </p:nvSpPr>
          <p:spPr>
            <a:xfrm>
              <a:off x="3855854" y="953467"/>
              <a:ext cx="287659" cy="296240"/>
            </a:xfrm>
            <a:custGeom>
              <a:avLst/>
              <a:gdLst/>
              <a:ahLst/>
              <a:cxnLst/>
              <a:rect l="l" t="t" r="r" b="b"/>
              <a:pathLst>
                <a:path w="7174" h="7388" extrusionOk="0">
                  <a:moveTo>
                    <a:pt x="3507" y="0"/>
                  </a:moveTo>
                  <a:lnTo>
                    <a:pt x="3507" y="3158"/>
                  </a:lnTo>
                  <a:lnTo>
                    <a:pt x="81" y="1178"/>
                  </a:lnTo>
                  <a:lnTo>
                    <a:pt x="0" y="1312"/>
                  </a:lnTo>
                  <a:lnTo>
                    <a:pt x="3426" y="3292"/>
                  </a:lnTo>
                  <a:lnTo>
                    <a:pt x="0" y="5273"/>
                  </a:lnTo>
                  <a:lnTo>
                    <a:pt x="81" y="5433"/>
                  </a:lnTo>
                  <a:lnTo>
                    <a:pt x="3507" y="3453"/>
                  </a:lnTo>
                  <a:lnTo>
                    <a:pt x="3507" y="7387"/>
                  </a:lnTo>
                  <a:lnTo>
                    <a:pt x="3667" y="7387"/>
                  </a:lnTo>
                  <a:lnTo>
                    <a:pt x="3667" y="3453"/>
                  </a:lnTo>
                  <a:lnTo>
                    <a:pt x="7093" y="5407"/>
                  </a:lnTo>
                  <a:lnTo>
                    <a:pt x="7174" y="5273"/>
                  </a:lnTo>
                  <a:lnTo>
                    <a:pt x="3748" y="3292"/>
                  </a:lnTo>
                  <a:lnTo>
                    <a:pt x="5434" y="2329"/>
                  </a:lnTo>
                  <a:cubicBezTo>
                    <a:pt x="5380" y="2302"/>
                    <a:pt x="5354" y="2248"/>
                    <a:pt x="5327" y="2195"/>
                  </a:cubicBezTo>
                  <a:lnTo>
                    <a:pt x="3667" y="3158"/>
                  </a:lnTo>
                  <a:lnTo>
                    <a:pt x="3667" y="187"/>
                  </a:lnTo>
                  <a:cubicBezTo>
                    <a:pt x="3614" y="134"/>
                    <a:pt x="3560" y="80"/>
                    <a:pt x="350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9" name="Google Shape;1369;p85"/>
            <p:cNvSpPr/>
            <p:nvPr/>
          </p:nvSpPr>
          <p:spPr>
            <a:xfrm>
              <a:off x="2417699" y="1498640"/>
              <a:ext cx="7538" cy="9704"/>
            </a:xfrm>
            <a:custGeom>
              <a:avLst/>
              <a:gdLst/>
              <a:ahLst/>
              <a:cxnLst/>
              <a:rect l="l" t="t" r="r" b="b"/>
              <a:pathLst>
                <a:path w="188" h="242" extrusionOk="0">
                  <a:moveTo>
                    <a:pt x="1" y="1"/>
                  </a:moveTo>
                  <a:cubicBezTo>
                    <a:pt x="1" y="54"/>
                    <a:pt x="1" y="135"/>
                    <a:pt x="1" y="188"/>
                  </a:cubicBezTo>
                  <a:lnTo>
                    <a:pt x="108" y="242"/>
                  </a:lnTo>
                  <a:lnTo>
                    <a:pt x="188" y="108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0" name="Google Shape;1370;p85"/>
            <p:cNvSpPr/>
            <p:nvPr/>
          </p:nvSpPr>
          <p:spPr>
            <a:xfrm>
              <a:off x="2518586" y="1259335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1" name="Google Shape;1371;p85"/>
            <p:cNvSpPr/>
            <p:nvPr/>
          </p:nvSpPr>
          <p:spPr>
            <a:xfrm>
              <a:off x="2899597" y="1259335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3" y="6049"/>
                  </a:lnTo>
                  <a:lnTo>
                    <a:pt x="3774" y="4095"/>
                  </a:lnTo>
                  <a:lnTo>
                    <a:pt x="7173" y="2115"/>
                  </a:lnTo>
                  <a:lnTo>
                    <a:pt x="7093" y="1954"/>
                  </a:lnTo>
                  <a:lnTo>
                    <a:pt x="3667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2" name="Google Shape;1372;p85"/>
            <p:cNvSpPr/>
            <p:nvPr/>
          </p:nvSpPr>
          <p:spPr>
            <a:xfrm>
              <a:off x="3280608" y="1259335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35"/>
                  </a:lnTo>
                  <a:lnTo>
                    <a:pt x="107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107" y="6210"/>
                  </a:lnTo>
                  <a:lnTo>
                    <a:pt x="3506" y="4229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29"/>
                  </a:lnTo>
                  <a:lnTo>
                    <a:pt x="7093" y="6210"/>
                  </a:lnTo>
                  <a:lnTo>
                    <a:pt x="7200" y="6049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54"/>
                  </a:lnTo>
                  <a:lnTo>
                    <a:pt x="3694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3" name="Google Shape;1373;p85"/>
            <p:cNvSpPr/>
            <p:nvPr/>
          </p:nvSpPr>
          <p:spPr>
            <a:xfrm>
              <a:off x="3662662" y="1258252"/>
              <a:ext cx="287659" cy="329521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122"/>
                  </a:lnTo>
                  <a:lnTo>
                    <a:pt x="1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8" y="8218"/>
                  </a:lnTo>
                  <a:lnTo>
                    <a:pt x="3668" y="4256"/>
                  </a:lnTo>
                  <a:lnTo>
                    <a:pt x="7094" y="6237"/>
                  </a:lnTo>
                  <a:lnTo>
                    <a:pt x="7174" y="6076"/>
                  </a:lnTo>
                  <a:lnTo>
                    <a:pt x="3748" y="4122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4" name="Google Shape;1374;p85"/>
            <p:cNvSpPr/>
            <p:nvPr/>
          </p:nvSpPr>
          <p:spPr>
            <a:xfrm>
              <a:off x="4043673" y="1258252"/>
              <a:ext cx="193230" cy="329521"/>
            </a:xfrm>
            <a:custGeom>
              <a:avLst/>
              <a:gdLst/>
              <a:ahLst/>
              <a:cxnLst/>
              <a:rect l="l" t="t" r="r" b="b"/>
              <a:pathLst>
                <a:path w="4819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7" y="8218"/>
                  </a:lnTo>
                  <a:lnTo>
                    <a:pt x="3667" y="4256"/>
                  </a:lnTo>
                  <a:lnTo>
                    <a:pt x="4818" y="4925"/>
                  </a:lnTo>
                  <a:cubicBezTo>
                    <a:pt x="4818" y="4845"/>
                    <a:pt x="4818" y="4765"/>
                    <a:pt x="4792" y="4711"/>
                  </a:cubicBezTo>
                  <a:lnTo>
                    <a:pt x="3774" y="4096"/>
                  </a:lnTo>
                  <a:lnTo>
                    <a:pt x="4604" y="3614"/>
                  </a:lnTo>
                  <a:cubicBezTo>
                    <a:pt x="4604" y="3560"/>
                    <a:pt x="4577" y="3507"/>
                    <a:pt x="4577" y="3453"/>
                  </a:cubicBezTo>
                  <a:lnTo>
                    <a:pt x="3667" y="3962"/>
                  </a:lnTo>
                  <a:lnTo>
                    <a:pt x="3667" y="295"/>
                  </a:lnTo>
                  <a:cubicBezTo>
                    <a:pt x="3641" y="188"/>
                    <a:pt x="3614" y="108"/>
                    <a:pt x="358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5" name="Google Shape;1375;p85"/>
            <p:cNvSpPr/>
            <p:nvPr/>
          </p:nvSpPr>
          <p:spPr>
            <a:xfrm>
              <a:off x="2423072" y="1578074"/>
              <a:ext cx="195355" cy="328439"/>
            </a:xfrm>
            <a:custGeom>
              <a:avLst/>
              <a:gdLst/>
              <a:ahLst/>
              <a:cxnLst/>
              <a:rect l="l" t="t" r="r" b="b"/>
              <a:pathLst>
                <a:path w="4872" h="8191" extrusionOk="0">
                  <a:moveTo>
                    <a:pt x="1205" y="1"/>
                  </a:moveTo>
                  <a:lnTo>
                    <a:pt x="1205" y="3935"/>
                  </a:lnTo>
                  <a:lnTo>
                    <a:pt x="0" y="3266"/>
                  </a:lnTo>
                  <a:lnTo>
                    <a:pt x="0" y="3266"/>
                  </a:lnTo>
                  <a:cubicBezTo>
                    <a:pt x="0" y="3320"/>
                    <a:pt x="27" y="3400"/>
                    <a:pt x="27" y="3480"/>
                  </a:cubicBezTo>
                  <a:lnTo>
                    <a:pt x="1098" y="4096"/>
                  </a:lnTo>
                  <a:lnTo>
                    <a:pt x="214" y="4604"/>
                  </a:lnTo>
                  <a:cubicBezTo>
                    <a:pt x="241" y="4658"/>
                    <a:pt x="241" y="4738"/>
                    <a:pt x="268" y="4792"/>
                  </a:cubicBezTo>
                  <a:lnTo>
                    <a:pt x="1205" y="4256"/>
                  </a:lnTo>
                  <a:lnTo>
                    <a:pt x="1205" y="8030"/>
                  </a:lnTo>
                  <a:cubicBezTo>
                    <a:pt x="1205" y="8084"/>
                    <a:pt x="1232" y="8137"/>
                    <a:pt x="1258" y="8191"/>
                  </a:cubicBezTo>
                  <a:lnTo>
                    <a:pt x="1365" y="8191"/>
                  </a:lnTo>
                  <a:lnTo>
                    <a:pt x="1365" y="4256"/>
                  </a:lnTo>
                  <a:lnTo>
                    <a:pt x="4791" y="6210"/>
                  </a:lnTo>
                  <a:lnTo>
                    <a:pt x="4872" y="6076"/>
                  </a:lnTo>
                  <a:lnTo>
                    <a:pt x="1446" y="4096"/>
                  </a:lnTo>
                  <a:lnTo>
                    <a:pt x="4872" y="2115"/>
                  </a:lnTo>
                  <a:lnTo>
                    <a:pt x="4791" y="1981"/>
                  </a:lnTo>
                  <a:lnTo>
                    <a:pt x="1365" y="3935"/>
                  </a:lnTo>
                  <a:lnTo>
                    <a:pt x="136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6" name="Google Shape;1376;p85"/>
            <p:cNvSpPr/>
            <p:nvPr/>
          </p:nvSpPr>
          <p:spPr>
            <a:xfrm>
              <a:off x="2711778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56"/>
                  </a:lnTo>
                  <a:lnTo>
                    <a:pt x="7093" y="6210"/>
                  </a:lnTo>
                  <a:lnTo>
                    <a:pt x="7173" y="6076"/>
                  </a:lnTo>
                  <a:lnTo>
                    <a:pt x="3774" y="4096"/>
                  </a:lnTo>
                  <a:lnTo>
                    <a:pt x="7173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7" name="Google Shape;1377;p85"/>
            <p:cNvSpPr/>
            <p:nvPr/>
          </p:nvSpPr>
          <p:spPr>
            <a:xfrm>
              <a:off x="3092789" y="1578074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1"/>
                  </a:moveTo>
                  <a:lnTo>
                    <a:pt x="3506" y="3935"/>
                  </a:lnTo>
                  <a:lnTo>
                    <a:pt x="80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0" y="6210"/>
                  </a:lnTo>
                  <a:lnTo>
                    <a:pt x="3506" y="4230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30"/>
                  </a:lnTo>
                  <a:lnTo>
                    <a:pt x="7093" y="6210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15"/>
                  </a:lnTo>
                  <a:lnTo>
                    <a:pt x="7093" y="1981"/>
                  </a:lnTo>
                  <a:lnTo>
                    <a:pt x="3694" y="3935"/>
                  </a:lnTo>
                  <a:lnTo>
                    <a:pt x="369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8" name="Google Shape;1378;p85"/>
            <p:cNvSpPr/>
            <p:nvPr/>
          </p:nvSpPr>
          <p:spPr>
            <a:xfrm>
              <a:off x="3474843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1" y="2115"/>
                  </a:lnTo>
                  <a:lnTo>
                    <a:pt x="3400" y="4096"/>
                  </a:lnTo>
                  <a:lnTo>
                    <a:pt x="1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480" y="8191"/>
                  </a:lnTo>
                  <a:lnTo>
                    <a:pt x="3668" y="8191"/>
                  </a:lnTo>
                  <a:lnTo>
                    <a:pt x="3668" y="4230"/>
                  </a:lnTo>
                  <a:lnTo>
                    <a:pt x="7094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4" y="1955"/>
                  </a:lnTo>
                  <a:lnTo>
                    <a:pt x="3668" y="3935"/>
                  </a:lnTo>
                  <a:lnTo>
                    <a:pt x="366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9" name="Google Shape;1379;p85"/>
            <p:cNvSpPr/>
            <p:nvPr/>
          </p:nvSpPr>
          <p:spPr>
            <a:xfrm>
              <a:off x="3855854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30"/>
                  </a:lnTo>
                  <a:lnTo>
                    <a:pt x="7093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3" y="1955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0" name="Google Shape;1380;p85"/>
            <p:cNvSpPr/>
            <p:nvPr/>
          </p:nvSpPr>
          <p:spPr>
            <a:xfrm>
              <a:off x="2518586" y="1919388"/>
              <a:ext cx="287659" cy="293033"/>
            </a:xfrm>
            <a:custGeom>
              <a:avLst/>
              <a:gdLst/>
              <a:ahLst/>
              <a:cxnLst/>
              <a:rect l="l" t="t" r="r" b="b"/>
              <a:pathLst>
                <a:path w="7174" h="730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1767" y="5059"/>
                  </a:lnTo>
                  <a:cubicBezTo>
                    <a:pt x="1821" y="5086"/>
                    <a:pt x="1847" y="5139"/>
                    <a:pt x="1874" y="5193"/>
                  </a:cubicBezTo>
                  <a:lnTo>
                    <a:pt x="3507" y="4256"/>
                  </a:lnTo>
                  <a:lnTo>
                    <a:pt x="3507" y="7120"/>
                  </a:lnTo>
                  <a:cubicBezTo>
                    <a:pt x="3560" y="7200"/>
                    <a:pt x="3614" y="7254"/>
                    <a:pt x="3667" y="7307"/>
                  </a:cubicBezTo>
                  <a:lnTo>
                    <a:pt x="3667" y="4256"/>
                  </a:lnTo>
                  <a:lnTo>
                    <a:pt x="7093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1" name="Google Shape;1381;p85"/>
            <p:cNvSpPr/>
            <p:nvPr/>
          </p:nvSpPr>
          <p:spPr>
            <a:xfrm>
              <a:off x="2899597" y="191938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7" y="8190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2" name="Google Shape;1382;p85"/>
            <p:cNvSpPr/>
            <p:nvPr/>
          </p:nvSpPr>
          <p:spPr>
            <a:xfrm>
              <a:off x="3280608" y="1919388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107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107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3" name="Google Shape;1383;p85"/>
            <p:cNvSpPr/>
            <p:nvPr/>
          </p:nvSpPr>
          <p:spPr>
            <a:xfrm>
              <a:off x="3662662" y="191938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1" y="2115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4" name="Google Shape;1384;p85"/>
            <p:cNvSpPr/>
            <p:nvPr/>
          </p:nvSpPr>
          <p:spPr>
            <a:xfrm>
              <a:off x="4043673" y="1998782"/>
              <a:ext cx="78391" cy="49400"/>
            </a:xfrm>
            <a:custGeom>
              <a:avLst/>
              <a:gdLst/>
              <a:ahLst/>
              <a:cxnLst/>
              <a:rect l="l" t="t" r="r" b="b"/>
              <a:pathLst>
                <a:path w="1955" h="1232" extrusionOk="0">
                  <a:moveTo>
                    <a:pt x="81" y="1"/>
                  </a:moveTo>
                  <a:lnTo>
                    <a:pt x="0" y="135"/>
                  </a:lnTo>
                  <a:lnTo>
                    <a:pt x="1874" y="1232"/>
                  </a:lnTo>
                  <a:cubicBezTo>
                    <a:pt x="1901" y="1178"/>
                    <a:pt x="1928" y="1125"/>
                    <a:pt x="1954" y="1071"/>
                  </a:cubicBez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5" name="Google Shape;1385;p85"/>
            <p:cNvSpPr/>
            <p:nvPr/>
          </p:nvSpPr>
          <p:spPr>
            <a:xfrm>
              <a:off x="2884560" y="2317561"/>
              <a:ext cx="114879" cy="68727"/>
            </a:xfrm>
            <a:custGeom>
              <a:avLst/>
              <a:gdLst/>
              <a:ahLst/>
              <a:cxnLst/>
              <a:rect l="l" t="t" r="r" b="b"/>
              <a:pathLst>
                <a:path w="2865" h="1714" extrusionOk="0">
                  <a:moveTo>
                    <a:pt x="2784" y="0"/>
                  </a:moveTo>
                  <a:lnTo>
                    <a:pt x="1" y="1606"/>
                  </a:lnTo>
                  <a:cubicBezTo>
                    <a:pt x="54" y="1660"/>
                    <a:pt x="108" y="1686"/>
                    <a:pt x="161" y="1713"/>
                  </a:cubicBezTo>
                  <a:lnTo>
                    <a:pt x="2864" y="161"/>
                  </a:lnTo>
                  <a:lnTo>
                    <a:pt x="278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6" name="Google Shape;1386;p85"/>
            <p:cNvSpPr/>
            <p:nvPr/>
          </p:nvSpPr>
          <p:spPr>
            <a:xfrm>
              <a:off x="2852362" y="2238127"/>
              <a:ext cx="6496" cy="129916"/>
            </a:xfrm>
            <a:custGeom>
              <a:avLst/>
              <a:gdLst/>
              <a:ahLst/>
              <a:cxnLst/>
              <a:rect l="l" t="t" r="r" b="b"/>
              <a:pathLst>
                <a:path w="162" h="3240" extrusionOk="0">
                  <a:moveTo>
                    <a:pt x="1" y="0"/>
                  </a:moveTo>
                  <a:lnTo>
                    <a:pt x="1" y="3132"/>
                  </a:lnTo>
                  <a:cubicBezTo>
                    <a:pt x="54" y="3159"/>
                    <a:pt x="108" y="3212"/>
                    <a:pt x="161" y="3239"/>
                  </a:cubicBez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7" name="Google Shape;1387;p85"/>
            <p:cNvSpPr/>
            <p:nvPr/>
          </p:nvSpPr>
          <p:spPr>
            <a:xfrm>
              <a:off x="3092789" y="2238127"/>
              <a:ext cx="288742" cy="255461"/>
            </a:xfrm>
            <a:custGeom>
              <a:avLst/>
              <a:gdLst/>
              <a:ahLst/>
              <a:cxnLst/>
              <a:rect l="l" t="t" r="r" b="b"/>
              <a:pathLst>
                <a:path w="7201" h="6371" extrusionOk="0">
                  <a:moveTo>
                    <a:pt x="3506" y="0"/>
                  </a:moveTo>
                  <a:lnTo>
                    <a:pt x="3506" y="3962"/>
                  </a:lnTo>
                  <a:lnTo>
                    <a:pt x="80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455" y="5835"/>
                  </a:lnTo>
                  <a:cubicBezTo>
                    <a:pt x="535" y="5835"/>
                    <a:pt x="616" y="5862"/>
                    <a:pt x="696" y="5889"/>
                  </a:cubicBezTo>
                  <a:lnTo>
                    <a:pt x="3506" y="4256"/>
                  </a:lnTo>
                  <a:lnTo>
                    <a:pt x="3506" y="6371"/>
                  </a:lnTo>
                  <a:lnTo>
                    <a:pt x="3694" y="6371"/>
                  </a:lnTo>
                  <a:lnTo>
                    <a:pt x="3694" y="4256"/>
                  </a:lnTo>
                  <a:lnTo>
                    <a:pt x="7093" y="6237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42"/>
                  </a:lnTo>
                  <a:lnTo>
                    <a:pt x="7093" y="1981"/>
                  </a:lnTo>
                  <a:lnTo>
                    <a:pt x="3694" y="3962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8" name="Google Shape;1388;p85"/>
            <p:cNvSpPr/>
            <p:nvPr/>
          </p:nvSpPr>
          <p:spPr>
            <a:xfrm>
              <a:off x="3474843" y="2238127"/>
              <a:ext cx="287659" cy="247963"/>
            </a:xfrm>
            <a:custGeom>
              <a:avLst/>
              <a:gdLst/>
              <a:ahLst/>
              <a:cxnLst/>
              <a:rect l="l" t="t" r="r" b="b"/>
              <a:pathLst>
                <a:path w="7174" h="6184" extrusionOk="0">
                  <a:moveTo>
                    <a:pt x="3507" y="0"/>
                  </a:moveTo>
                  <a:lnTo>
                    <a:pt x="3480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096"/>
                  </a:lnTo>
                  <a:lnTo>
                    <a:pt x="1" y="6076"/>
                  </a:lnTo>
                  <a:lnTo>
                    <a:pt x="54" y="6183"/>
                  </a:lnTo>
                  <a:lnTo>
                    <a:pt x="161" y="6183"/>
                  </a:lnTo>
                  <a:lnTo>
                    <a:pt x="3480" y="4256"/>
                  </a:lnTo>
                  <a:lnTo>
                    <a:pt x="3480" y="5354"/>
                  </a:lnTo>
                  <a:cubicBezTo>
                    <a:pt x="3560" y="5327"/>
                    <a:pt x="3614" y="5327"/>
                    <a:pt x="3668" y="5300"/>
                  </a:cubicBezTo>
                  <a:lnTo>
                    <a:pt x="3668" y="4256"/>
                  </a:lnTo>
                  <a:lnTo>
                    <a:pt x="4765" y="4899"/>
                  </a:lnTo>
                  <a:cubicBezTo>
                    <a:pt x="4845" y="4872"/>
                    <a:pt x="4899" y="4845"/>
                    <a:pt x="4979" y="4818"/>
                  </a:cubicBezTo>
                  <a:lnTo>
                    <a:pt x="3748" y="4096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9" name="Google Shape;1389;p85"/>
            <p:cNvSpPr/>
            <p:nvPr/>
          </p:nvSpPr>
          <p:spPr>
            <a:xfrm>
              <a:off x="3855854" y="2317561"/>
              <a:ext cx="12911" cy="9704"/>
            </a:xfrm>
            <a:custGeom>
              <a:avLst/>
              <a:gdLst/>
              <a:ahLst/>
              <a:cxnLst/>
              <a:rect l="l" t="t" r="r" b="b"/>
              <a:pathLst>
                <a:path w="322" h="242" extrusionOk="0">
                  <a:moveTo>
                    <a:pt x="81" y="0"/>
                  </a:moveTo>
                  <a:lnTo>
                    <a:pt x="0" y="134"/>
                  </a:lnTo>
                  <a:lnTo>
                    <a:pt x="161" y="241"/>
                  </a:lnTo>
                  <a:cubicBezTo>
                    <a:pt x="215" y="214"/>
                    <a:pt x="268" y="161"/>
                    <a:pt x="322" y="134"/>
                  </a:cubicBezTo>
                  <a:lnTo>
                    <a:pt x="8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390" name="Google Shape;1390;p85"/>
          <p:cNvSpPr txBox="1">
            <a:spLocks noGrp="1"/>
          </p:cNvSpPr>
          <p:nvPr>
            <p:ph type="title"/>
          </p:nvPr>
        </p:nvSpPr>
        <p:spPr>
          <a:xfrm>
            <a:off x="713250" y="523025"/>
            <a:ext cx="7717500" cy="541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>
                <a:solidFill>
                  <a:schemeClr val="accen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3">
  <p:cSld name="CUSTOM_14">
    <p:spTree>
      <p:nvGrpSpPr>
        <p:cNvPr id="1" name="Shape 1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2" name="Google Shape;1392;p86"/>
          <p:cNvSpPr/>
          <p:nvPr/>
        </p:nvSpPr>
        <p:spPr>
          <a:xfrm rot="5400000">
            <a:off x="-897085" y="455393"/>
            <a:ext cx="4906632" cy="4469596"/>
          </a:xfrm>
          <a:custGeom>
            <a:avLst/>
            <a:gdLst/>
            <a:ahLst/>
            <a:cxnLst/>
            <a:rect l="l" t="t" r="r" b="b"/>
            <a:pathLst>
              <a:path w="142469" h="136664" extrusionOk="0">
                <a:moveTo>
                  <a:pt x="97052" y="0"/>
                </a:moveTo>
                <a:cubicBezTo>
                  <a:pt x="94985" y="0"/>
                  <a:pt x="92658" y="685"/>
                  <a:pt x="89955" y="2065"/>
                </a:cubicBezTo>
                <a:cubicBezTo>
                  <a:pt x="76197" y="9104"/>
                  <a:pt x="81149" y="14564"/>
                  <a:pt x="82755" y="40634"/>
                </a:cubicBezTo>
                <a:cubicBezTo>
                  <a:pt x="85458" y="83646"/>
                  <a:pt x="12896" y="58112"/>
                  <a:pt x="4519" y="103881"/>
                </a:cubicBezTo>
                <a:cubicBezTo>
                  <a:pt x="0" y="128495"/>
                  <a:pt x="10558" y="136664"/>
                  <a:pt x="39417" y="136664"/>
                </a:cubicBezTo>
                <a:cubicBezTo>
                  <a:pt x="47997" y="136664"/>
                  <a:pt x="58195" y="135942"/>
                  <a:pt x="70095" y="134715"/>
                </a:cubicBezTo>
                <a:cubicBezTo>
                  <a:pt x="122047" y="129389"/>
                  <a:pt x="142469" y="101392"/>
                  <a:pt x="125767" y="56907"/>
                </a:cubicBezTo>
                <a:cubicBezTo>
                  <a:pt x="111706" y="19432"/>
                  <a:pt x="108060" y="0"/>
                  <a:pt x="97052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93" name="Google Shape;1393;p86"/>
          <p:cNvSpPr/>
          <p:nvPr/>
        </p:nvSpPr>
        <p:spPr>
          <a:xfrm rot="4271990">
            <a:off x="6861805" y="3034227"/>
            <a:ext cx="3403945" cy="3389831"/>
          </a:xfrm>
          <a:custGeom>
            <a:avLst/>
            <a:gdLst/>
            <a:ahLst/>
            <a:cxnLst/>
            <a:rect l="l" t="t" r="r" b="b"/>
            <a:pathLst>
              <a:path w="48235" h="48035" extrusionOk="0">
                <a:moveTo>
                  <a:pt x="3770" y="17379"/>
                </a:moveTo>
                <a:cubicBezTo>
                  <a:pt x="7573" y="20948"/>
                  <a:pt x="10108" y="20948"/>
                  <a:pt x="20515" y="21349"/>
                </a:cubicBezTo>
                <a:cubicBezTo>
                  <a:pt x="30956" y="21782"/>
                  <a:pt x="19314" y="35525"/>
                  <a:pt x="27520" y="41797"/>
                </a:cubicBezTo>
                <a:cubicBezTo>
                  <a:pt x="35726" y="48034"/>
                  <a:pt x="48235" y="37827"/>
                  <a:pt x="48235" y="26986"/>
                </a:cubicBezTo>
                <a:cubicBezTo>
                  <a:pt x="48235" y="16145"/>
                  <a:pt x="35026" y="0"/>
                  <a:pt x="18080" y="867"/>
                </a:cubicBezTo>
                <a:cubicBezTo>
                  <a:pt x="1135" y="1768"/>
                  <a:pt x="1" y="13843"/>
                  <a:pt x="3770" y="17379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94" name="Google Shape;1394;p86"/>
          <p:cNvSpPr/>
          <p:nvPr/>
        </p:nvSpPr>
        <p:spPr>
          <a:xfrm>
            <a:off x="7014776" y="357427"/>
            <a:ext cx="801658" cy="707098"/>
          </a:xfrm>
          <a:custGeom>
            <a:avLst/>
            <a:gdLst/>
            <a:ahLst/>
            <a:cxnLst/>
            <a:rect l="l" t="t" r="r" b="b"/>
            <a:pathLst>
              <a:path w="13679" h="12066" extrusionOk="0">
                <a:moveTo>
                  <a:pt x="7541" y="1"/>
                </a:moveTo>
                <a:cubicBezTo>
                  <a:pt x="7109" y="1"/>
                  <a:pt x="6648" y="24"/>
                  <a:pt x="6157" y="68"/>
                </a:cubicBezTo>
                <a:cubicBezTo>
                  <a:pt x="1981" y="443"/>
                  <a:pt x="28" y="3173"/>
                  <a:pt x="1" y="6385"/>
                </a:cubicBezTo>
                <a:cubicBezTo>
                  <a:pt x="598" y="10109"/>
                  <a:pt x="2003" y="12066"/>
                  <a:pt x="5300" y="12066"/>
                </a:cubicBezTo>
                <a:cubicBezTo>
                  <a:pt x="5700" y="12066"/>
                  <a:pt x="6128" y="12037"/>
                  <a:pt x="6585" y="11979"/>
                </a:cubicBezTo>
                <a:cubicBezTo>
                  <a:pt x="10680" y="11470"/>
                  <a:pt x="13678" y="9516"/>
                  <a:pt x="12822" y="4297"/>
                </a:cubicBezTo>
                <a:cubicBezTo>
                  <a:pt x="12326" y="1256"/>
                  <a:pt x="10731" y="1"/>
                  <a:pt x="7541" y="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95" name="Google Shape;1395;p86"/>
          <p:cNvSpPr txBox="1">
            <a:spLocks noGrp="1"/>
          </p:cNvSpPr>
          <p:nvPr>
            <p:ph type="title"/>
          </p:nvPr>
        </p:nvSpPr>
        <p:spPr>
          <a:xfrm>
            <a:off x="713250" y="523025"/>
            <a:ext cx="7717500" cy="541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>
                <a:solidFill>
                  <a:schemeClr val="accen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4">
  <p:cSld name="CUSTOM_15">
    <p:spTree>
      <p:nvGrpSpPr>
        <p:cNvPr id="1" name="Shape 1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7" name="Google Shape;1397;p87"/>
          <p:cNvSpPr/>
          <p:nvPr/>
        </p:nvSpPr>
        <p:spPr>
          <a:xfrm rot="8100090">
            <a:off x="-1277624" y="-498533"/>
            <a:ext cx="4047120" cy="2489963"/>
          </a:xfrm>
          <a:custGeom>
            <a:avLst/>
            <a:gdLst/>
            <a:ahLst/>
            <a:cxnLst/>
            <a:rect l="l" t="t" r="r" b="b"/>
            <a:pathLst>
              <a:path w="59643" h="36694" extrusionOk="0">
                <a:moveTo>
                  <a:pt x="6271" y="15779"/>
                </a:moveTo>
                <a:cubicBezTo>
                  <a:pt x="9374" y="14178"/>
                  <a:pt x="17513" y="18347"/>
                  <a:pt x="23150" y="11676"/>
                </a:cubicBezTo>
                <a:cubicBezTo>
                  <a:pt x="28787" y="5004"/>
                  <a:pt x="30455" y="1"/>
                  <a:pt x="37327" y="2302"/>
                </a:cubicBezTo>
                <a:cubicBezTo>
                  <a:pt x="44198" y="4571"/>
                  <a:pt x="43064" y="13410"/>
                  <a:pt x="47601" y="15779"/>
                </a:cubicBezTo>
                <a:cubicBezTo>
                  <a:pt x="52104" y="18147"/>
                  <a:pt x="59643" y="31690"/>
                  <a:pt x="43364" y="34192"/>
                </a:cubicBezTo>
                <a:cubicBezTo>
                  <a:pt x="27120" y="36694"/>
                  <a:pt x="10441" y="33158"/>
                  <a:pt x="5204" y="27520"/>
                </a:cubicBezTo>
                <a:cubicBezTo>
                  <a:pt x="0" y="21883"/>
                  <a:pt x="3136" y="17380"/>
                  <a:pt x="6271" y="15779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98" name="Google Shape;1398;p87"/>
          <p:cNvSpPr/>
          <p:nvPr/>
        </p:nvSpPr>
        <p:spPr>
          <a:xfrm rot="-2262480" flipH="1">
            <a:off x="5470609" y="3669962"/>
            <a:ext cx="4913469" cy="3022900"/>
          </a:xfrm>
          <a:custGeom>
            <a:avLst/>
            <a:gdLst/>
            <a:ahLst/>
            <a:cxnLst/>
            <a:rect l="l" t="t" r="r" b="b"/>
            <a:pathLst>
              <a:path w="59643" h="36694" extrusionOk="0">
                <a:moveTo>
                  <a:pt x="6271" y="15779"/>
                </a:moveTo>
                <a:cubicBezTo>
                  <a:pt x="9374" y="14178"/>
                  <a:pt x="17513" y="18347"/>
                  <a:pt x="23150" y="11676"/>
                </a:cubicBezTo>
                <a:cubicBezTo>
                  <a:pt x="28787" y="5004"/>
                  <a:pt x="30455" y="1"/>
                  <a:pt x="37327" y="2302"/>
                </a:cubicBezTo>
                <a:cubicBezTo>
                  <a:pt x="44198" y="4571"/>
                  <a:pt x="43064" y="13410"/>
                  <a:pt x="47601" y="15779"/>
                </a:cubicBezTo>
                <a:cubicBezTo>
                  <a:pt x="52104" y="18147"/>
                  <a:pt x="59643" y="31690"/>
                  <a:pt x="43364" y="34192"/>
                </a:cubicBezTo>
                <a:cubicBezTo>
                  <a:pt x="27120" y="36694"/>
                  <a:pt x="10441" y="33158"/>
                  <a:pt x="5204" y="27520"/>
                </a:cubicBezTo>
                <a:cubicBezTo>
                  <a:pt x="0" y="21883"/>
                  <a:pt x="3136" y="17380"/>
                  <a:pt x="6271" y="15779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99" name="Google Shape;1399;p87"/>
          <p:cNvSpPr txBox="1">
            <a:spLocks noGrp="1"/>
          </p:cNvSpPr>
          <p:nvPr>
            <p:ph type="title"/>
          </p:nvPr>
        </p:nvSpPr>
        <p:spPr>
          <a:xfrm>
            <a:off x="713250" y="523025"/>
            <a:ext cx="7717500" cy="541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>
                <a:solidFill>
                  <a:schemeClr val="accen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1400" name="Google Shape;1400;p87"/>
          <p:cNvSpPr/>
          <p:nvPr/>
        </p:nvSpPr>
        <p:spPr>
          <a:xfrm rot="-7977666">
            <a:off x="7581866" y="924182"/>
            <a:ext cx="1233331" cy="1183416"/>
          </a:xfrm>
          <a:custGeom>
            <a:avLst/>
            <a:gdLst/>
            <a:ahLst/>
            <a:cxnLst/>
            <a:rect l="l" t="t" r="r" b="b"/>
            <a:pathLst>
              <a:path w="20582" h="19749" extrusionOk="0">
                <a:moveTo>
                  <a:pt x="15178" y="401"/>
                </a:moveTo>
                <a:cubicBezTo>
                  <a:pt x="11542" y="1"/>
                  <a:pt x="4470" y="1235"/>
                  <a:pt x="2235" y="7773"/>
                </a:cubicBezTo>
                <a:cubicBezTo>
                  <a:pt x="0" y="14311"/>
                  <a:pt x="7939" y="17947"/>
                  <a:pt x="11675" y="18848"/>
                </a:cubicBezTo>
                <a:cubicBezTo>
                  <a:pt x="15445" y="19748"/>
                  <a:pt x="20315" y="19448"/>
                  <a:pt x="20448" y="13477"/>
                </a:cubicBezTo>
                <a:cubicBezTo>
                  <a:pt x="20582" y="7506"/>
                  <a:pt x="18780" y="835"/>
                  <a:pt x="15178" y="40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5">
  <p:cSld name="CUSTOM_16">
    <p:spTree>
      <p:nvGrpSpPr>
        <p:cNvPr id="1" name="Shape 1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2" name="Google Shape;1402;p88"/>
          <p:cNvSpPr/>
          <p:nvPr/>
        </p:nvSpPr>
        <p:spPr>
          <a:xfrm rot="5575585">
            <a:off x="-1934287" y="-969252"/>
            <a:ext cx="4436755" cy="3714245"/>
          </a:xfrm>
          <a:custGeom>
            <a:avLst/>
            <a:gdLst/>
            <a:ahLst/>
            <a:cxnLst/>
            <a:rect l="l" t="t" r="r" b="b"/>
            <a:pathLst>
              <a:path w="61178" h="52038" extrusionOk="0">
                <a:moveTo>
                  <a:pt x="4170" y="12043"/>
                </a:moveTo>
                <a:cubicBezTo>
                  <a:pt x="7339" y="7239"/>
                  <a:pt x="14177" y="1"/>
                  <a:pt x="24184" y="5571"/>
                </a:cubicBezTo>
                <a:cubicBezTo>
                  <a:pt x="34191" y="11142"/>
                  <a:pt x="29988" y="17146"/>
                  <a:pt x="34024" y="21249"/>
                </a:cubicBezTo>
                <a:cubicBezTo>
                  <a:pt x="38061" y="25319"/>
                  <a:pt x="43198" y="25586"/>
                  <a:pt x="51103" y="27253"/>
                </a:cubicBezTo>
                <a:cubicBezTo>
                  <a:pt x="58976" y="28921"/>
                  <a:pt x="61177" y="36093"/>
                  <a:pt x="54472" y="41664"/>
                </a:cubicBezTo>
                <a:cubicBezTo>
                  <a:pt x="47801" y="47268"/>
                  <a:pt x="33758" y="52038"/>
                  <a:pt x="26819" y="46467"/>
                </a:cubicBezTo>
                <a:cubicBezTo>
                  <a:pt x="19848" y="40930"/>
                  <a:pt x="11108" y="34826"/>
                  <a:pt x="5537" y="31590"/>
                </a:cubicBezTo>
                <a:cubicBezTo>
                  <a:pt x="0" y="28388"/>
                  <a:pt x="967" y="16879"/>
                  <a:pt x="4170" y="12043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03" name="Google Shape;1403;p88"/>
          <p:cNvSpPr/>
          <p:nvPr/>
        </p:nvSpPr>
        <p:spPr>
          <a:xfrm>
            <a:off x="4971452" y="887873"/>
            <a:ext cx="5492180" cy="3689245"/>
          </a:xfrm>
          <a:custGeom>
            <a:avLst/>
            <a:gdLst/>
            <a:ahLst/>
            <a:cxnLst/>
            <a:rect l="l" t="t" r="r" b="b"/>
            <a:pathLst>
              <a:path w="142469" h="136664" extrusionOk="0">
                <a:moveTo>
                  <a:pt x="97052" y="0"/>
                </a:moveTo>
                <a:cubicBezTo>
                  <a:pt x="94985" y="0"/>
                  <a:pt x="92658" y="685"/>
                  <a:pt x="89955" y="2065"/>
                </a:cubicBezTo>
                <a:cubicBezTo>
                  <a:pt x="76197" y="9104"/>
                  <a:pt x="81149" y="14564"/>
                  <a:pt x="82755" y="40634"/>
                </a:cubicBezTo>
                <a:cubicBezTo>
                  <a:pt x="85458" y="83646"/>
                  <a:pt x="12896" y="58112"/>
                  <a:pt x="4519" y="103881"/>
                </a:cubicBezTo>
                <a:cubicBezTo>
                  <a:pt x="0" y="128495"/>
                  <a:pt x="10558" y="136664"/>
                  <a:pt x="39417" y="136664"/>
                </a:cubicBezTo>
                <a:cubicBezTo>
                  <a:pt x="47997" y="136664"/>
                  <a:pt x="58195" y="135942"/>
                  <a:pt x="70095" y="134715"/>
                </a:cubicBezTo>
                <a:cubicBezTo>
                  <a:pt x="122047" y="129389"/>
                  <a:pt x="142469" y="101392"/>
                  <a:pt x="125767" y="56907"/>
                </a:cubicBezTo>
                <a:cubicBezTo>
                  <a:pt x="111706" y="19432"/>
                  <a:pt x="108060" y="0"/>
                  <a:pt x="97052" y="0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04" name="Google Shape;1404;p88"/>
          <p:cNvSpPr/>
          <p:nvPr/>
        </p:nvSpPr>
        <p:spPr>
          <a:xfrm rot="-7977666">
            <a:off x="3954029" y="4656032"/>
            <a:ext cx="1233331" cy="1183416"/>
          </a:xfrm>
          <a:custGeom>
            <a:avLst/>
            <a:gdLst/>
            <a:ahLst/>
            <a:cxnLst/>
            <a:rect l="l" t="t" r="r" b="b"/>
            <a:pathLst>
              <a:path w="20582" h="19749" extrusionOk="0">
                <a:moveTo>
                  <a:pt x="15178" y="401"/>
                </a:moveTo>
                <a:cubicBezTo>
                  <a:pt x="11542" y="1"/>
                  <a:pt x="4470" y="1235"/>
                  <a:pt x="2235" y="7773"/>
                </a:cubicBezTo>
                <a:cubicBezTo>
                  <a:pt x="0" y="14311"/>
                  <a:pt x="7939" y="17947"/>
                  <a:pt x="11675" y="18848"/>
                </a:cubicBezTo>
                <a:cubicBezTo>
                  <a:pt x="15445" y="19748"/>
                  <a:pt x="20315" y="19448"/>
                  <a:pt x="20448" y="13477"/>
                </a:cubicBezTo>
                <a:cubicBezTo>
                  <a:pt x="20582" y="7506"/>
                  <a:pt x="18780" y="835"/>
                  <a:pt x="15178" y="40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05" name="Google Shape;1405;p88"/>
          <p:cNvSpPr txBox="1">
            <a:spLocks noGrp="1"/>
          </p:cNvSpPr>
          <p:nvPr>
            <p:ph type="title"/>
          </p:nvPr>
        </p:nvSpPr>
        <p:spPr>
          <a:xfrm>
            <a:off x="713250" y="523025"/>
            <a:ext cx="7717500" cy="541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>
                <a:solidFill>
                  <a:schemeClr val="accen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6">
  <p:cSld name="CUSTOM_18">
    <p:spTree>
      <p:nvGrpSpPr>
        <p:cNvPr id="1" name="Shape 1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7" name="Google Shape;1407;p89"/>
          <p:cNvSpPr/>
          <p:nvPr/>
        </p:nvSpPr>
        <p:spPr>
          <a:xfrm rot="912733" flipH="1">
            <a:off x="-1572654" y="597947"/>
            <a:ext cx="3253667" cy="5480823"/>
          </a:xfrm>
          <a:custGeom>
            <a:avLst/>
            <a:gdLst/>
            <a:ahLst/>
            <a:cxnLst/>
            <a:rect l="l" t="t" r="r" b="b"/>
            <a:pathLst>
              <a:path w="142469" h="136664" extrusionOk="0">
                <a:moveTo>
                  <a:pt x="97052" y="0"/>
                </a:moveTo>
                <a:cubicBezTo>
                  <a:pt x="94985" y="0"/>
                  <a:pt x="92658" y="685"/>
                  <a:pt x="89955" y="2065"/>
                </a:cubicBezTo>
                <a:cubicBezTo>
                  <a:pt x="76197" y="9104"/>
                  <a:pt x="81149" y="14564"/>
                  <a:pt x="82755" y="40634"/>
                </a:cubicBezTo>
                <a:cubicBezTo>
                  <a:pt x="85458" y="83646"/>
                  <a:pt x="12896" y="58112"/>
                  <a:pt x="4519" y="103881"/>
                </a:cubicBezTo>
                <a:cubicBezTo>
                  <a:pt x="0" y="128495"/>
                  <a:pt x="10558" y="136664"/>
                  <a:pt x="39417" y="136664"/>
                </a:cubicBezTo>
                <a:cubicBezTo>
                  <a:pt x="47997" y="136664"/>
                  <a:pt x="58195" y="135942"/>
                  <a:pt x="70095" y="134715"/>
                </a:cubicBezTo>
                <a:cubicBezTo>
                  <a:pt x="122047" y="129389"/>
                  <a:pt x="142469" y="101392"/>
                  <a:pt x="125767" y="56907"/>
                </a:cubicBezTo>
                <a:cubicBezTo>
                  <a:pt x="111706" y="19432"/>
                  <a:pt x="108060" y="0"/>
                  <a:pt x="97052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08" name="Google Shape;1408;p89"/>
          <p:cNvSpPr/>
          <p:nvPr/>
        </p:nvSpPr>
        <p:spPr>
          <a:xfrm rot="-482288">
            <a:off x="6784912" y="-733687"/>
            <a:ext cx="3654738" cy="3639584"/>
          </a:xfrm>
          <a:custGeom>
            <a:avLst/>
            <a:gdLst/>
            <a:ahLst/>
            <a:cxnLst/>
            <a:rect l="l" t="t" r="r" b="b"/>
            <a:pathLst>
              <a:path w="48235" h="48035" extrusionOk="0">
                <a:moveTo>
                  <a:pt x="3770" y="17379"/>
                </a:moveTo>
                <a:cubicBezTo>
                  <a:pt x="7573" y="20948"/>
                  <a:pt x="10108" y="20948"/>
                  <a:pt x="20515" y="21349"/>
                </a:cubicBezTo>
                <a:cubicBezTo>
                  <a:pt x="30956" y="21782"/>
                  <a:pt x="19314" y="35525"/>
                  <a:pt x="27520" y="41797"/>
                </a:cubicBezTo>
                <a:cubicBezTo>
                  <a:pt x="35726" y="48034"/>
                  <a:pt x="48235" y="37827"/>
                  <a:pt x="48235" y="26986"/>
                </a:cubicBezTo>
                <a:cubicBezTo>
                  <a:pt x="48235" y="16145"/>
                  <a:pt x="35026" y="0"/>
                  <a:pt x="18080" y="867"/>
                </a:cubicBezTo>
                <a:cubicBezTo>
                  <a:pt x="1135" y="1768"/>
                  <a:pt x="1" y="13843"/>
                  <a:pt x="3770" y="17379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09" name="Google Shape;1409;p89"/>
          <p:cNvSpPr/>
          <p:nvPr/>
        </p:nvSpPr>
        <p:spPr>
          <a:xfrm rot="3320924">
            <a:off x="8443534" y="3822428"/>
            <a:ext cx="1269688" cy="1658230"/>
          </a:xfrm>
          <a:custGeom>
            <a:avLst/>
            <a:gdLst/>
            <a:ahLst/>
            <a:cxnLst/>
            <a:rect l="l" t="t" r="r" b="b"/>
            <a:pathLst>
              <a:path w="17277" h="22564" extrusionOk="0">
                <a:moveTo>
                  <a:pt x="9074" y="0"/>
                </a:moveTo>
                <a:cubicBezTo>
                  <a:pt x="8555" y="0"/>
                  <a:pt x="8010" y="60"/>
                  <a:pt x="7441" y="188"/>
                </a:cubicBezTo>
                <a:cubicBezTo>
                  <a:pt x="2543" y="1285"/>
                  <a:pt x="1" y="6692"/>
                  <a:pt x="54" y="12607"/>
                </a:cubicBezTo>
                <a:cubicBezTo>
                  <a:pt x="134" y="18683"/>
                  <a:pt x="3989" y="22189"/>
                  <a:pt x="8592" y="22564"/>
                </a:cubicBezTo>
                <a:cubicBezTo>
                  <a:pt x="14641" y="22082"/>
                  <a:pt x="16354" y="18388"/>
                  <a:pt x="16836" y="12312"/>
                </a:cubicBezTo>
                <a:cubicBezTo>
                  <a:pt x="17276" y="6737"/>
                  <a:pt x="14567" y="0"/>
                  <a:pt x="9074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10" name="Google Shape;1410;p89"/>
          <p:cNvSpPr txBox="1">
            <a:spLocks noGrp="1"/>
          </p:cNvSpPr>
          <p:nvPr>
            <p:ph type="title"/>
          </p:nvPr>
        </p:nvSpPr>
        <p:spPr>
          <a:xfrm>
            <a:off x="713250" y="523025"/>
            <a:ext cx="7717500" cy="541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>
                <a:solidFill>
                  <a:schemeClr val="accen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7">
  <p:cSld name="CUSTOM_20">
    <p:spTree>
      <p:nvGrpSpPr>
        <p:cNvPr id="1" name="Shape 1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2" name="Google Shape;1412;p90"/>
          <p:cNvSpPr/>
          <p:nvPr/>
        </p:nvSpPr>
        <p:spPr>
          <a:xfrm rot="-5620610">
            <a:off x="8235762" y="2503251"/>
            <a:ext cx="3242370" cy="3111144"/>
          </a:xfrm>
          <a:custGeom>
            <a:avLst/>
            <a:gdLst/>
            <a:ahLst/>
            <a:cxnLst/>
            <a:rect l="l" t="t" r="r" b="b"/>
            <a:pathLst>
              <a:path w="20582" h="19749" extrusionOk="0">
                <a:moveTo>
                  <a:pt x="15178" y="401"/>
                </a:moveTo>
                <a:cubicBezTo>
                  <a:pt x="11542" y="1"/>
                  <a:pt x="4470" y="1235"/>
                  <a:pt x="2235" y="7773"/>
                </a:cubicBezTo>
                <a:cubicBezTo>
                  <a:pt x="0" y="14311"/>
                  <a:pt x="7939" y="17947"/>
                  <a:pt x="11675" y="18848"/>
                </a:cubicBezTo>
                <a:cubicBezTo>
                  <a:pt x="15445" y="19748"/>
                  <a:pt x="20315" y="19448"/>
                  <a:pt x="20448" y="13477"/>
                </a:cubicBezTo>
                <a:cubicBezTo>
                  <a:pt x="20582" y="7506"/>
                  <a:pt x="18780" y="835"/>
                  <a:pt x="15178" y="401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13" name="Google Shape;1413;p90"/>
          <p:cNvSpPr/>
          <p:nvPr/>
        </p:nvSpPr>
        <p:spPr>
          <a:xfrm rot="-595142" flipH="1">
            <a:off x="-1233073" y="-485172"/>
            <a:ext cx="3397327" cy="3383240"/>
          </a:xfrm>
          <a:custGeom>
            <a:avLst/>
            <a:gdLst/>
            <a:ahLst/>
            <a:cxnLst/>
            <a:rect l="l" t="t" r="r" b="b"/>
            <a:pathLst>
              <a:path w="48235" h="48035" extrusionOk="0">
                <a:moveTo>
                  <a:pt x="3770" y="17379"/>
                </a:moveTo>
                <a:cubicBezTo>
                  <a:pt x="7573" y="20948"/>
                  <a:pt x="10108" y="20948"/>
                  <a:pt x="20515" y="21349"/>
                </a:cubicBezTo>
                <a:cubicBezTo>
                  <a:pt x="30956" y="21782"/>
                  <a:pt x="19314" y="35525"/>
                  <a:pt x="27520" y="41797"/>
                </a:cubicBezTo>
                <a:cubicBezTo>
                  <a:pt x="35726" y="48034"/>
                  <a:pt x="48235" y="37827"/>
                  <a:pt x="48235" y="26986"/>
                </a:cubicBezTo>
                <a:cubicBezTo>
                  <a:pt x="48235" y="16145"/>
                  <a:pt x="35026" y="0"/>
                  <a:pt x="18080" y="867"/>
                </a:cubicBezTo>
                <a:cubicBezTo>
                  <a:pt x="1135" y="1768"/>
                  <a:pt x="1" y="13843"/>
                  <a:pt x="3770" y="17379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14" name="Google Shape;1414;p90"/>
          <p:cNvSpPr/>
          <p:nvPr/>
        </p:nvSpPr>
        <p:spPr>
          <a:xfrm rot="-7977683">
            <a:off x="6790699" y="-292300"/>
            <a:ext cx="1554661" cy="1491741"/>
          </a:xfrm>
          <a:custGeom>
            <a:avLst/>
            <a:gdLst/>
            <a:ahLst/>
            <a:cxnLst/>
            <a:rect l="l" t="t" r="r" b="b"/>
            <a:pathLst>
              <a:path w="20582" h="19749" extrusionOk="0">
                <a:moveTo>
                  <a:pt x="15178" y="401"/>
                </a:moveTo>
                <a:cubicBezTo>
                  <a:pt x="11542" y="1"/>
                  <a:pt x="4470" y="1235"/>
                  <a:pt x="2235" y="7773"/>
                </a:cubicBezTo>
                <a:cubicBezTo>
                  <a:pt x="0" y="14311"/>
                  <a:pt x="7939" y="17947"/>
                  <a:pt x="11675" y="18848"/>
                </a:cubicBezTo>
                <a:cubicBezTo>
                  <a:pt x="15445" y="19748"/>
                  <a:pt x="20315" y="19448"/>
                  <a:pt x="20448" y="13477"/>
                </a:cubicBezTo>
                <a:cubicBezTo>
                  <a:pt x="20582" y="7506"/>
                  <a:pt x="18780" y="835"/>
                  <a:pt x="15178" y="40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15" name="Google Shape;1415;p90"/>
          <p:cNvSpPr txBox="1">
            <a:spLocks noGrp="1"/>
          </p:cNvSpPr>
          <p:nvPr>
            <p:ph type="title"/>
          </p:nvPr>
        </p:nvSpPr>
        <p:spPr>
          <a:xfrm>
            <a:off x="713250" y="523025"/>
            <a:ext cx="7717500" cy="541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>
                <a:solidFill>
                  <a:schemeClr val="accen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8">
  <p:cSld name="CUSTOM_21">
    <p:spTree>
      <p:nvGrpSpPr>
        <p:cNvPr id="1" name="Shape 1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7" name="Google Shape;1417;p91"/>
          <p:cNvSpPr/>
          <p:nvPr/>
        </p:nvSpPr>
        <p:spPr>
          <a:xfrm rot="-5400000" flipH="1">
            <a:off x="5697375" y="631183"/>
            <a:ext cx="4913539" cy="3022943"/>
          </a:xfrm>
          <a:custGeom>
            <a:avLst/>
            <a:gdLst/>
            <a:ahLst/>
            <a:cxnLst/>
            <a:rect l="l" t="t" r="r" b="b"/>
            <a:pathLst>
              <a:path w="59643" h="36694" extrusionOk="0">
                <a:moveTo>
                  <a:pt x="6271" y="15779"/>
                </a:moveTo>
                <a:cubicBezTo>
                  <a:pt x="9374" y="14178"/>
                  <a:pt x="17513" y="18347"/>
                  <a:pt x="23150" y="11676"/>
                </a:cubicBezTo>
                <a:cubicBezTo>
                  <a:pt x="28787" y="5004"/>
                  <a:pt x="30455" y="1"/>
                  <a:pt x="37327" y="2302"/>
                </a:cubicBezTo>
                <a:cubicBezTo>
                  <a:pt x="44198" y="4571"/>
                  <a:pt x="43064" y="13410"/>
                  <a:pt x="47601" y="15779"/>
                </a:cubicBezTo>
                <a:cubicBezTo>
                  <a:pt x="52104" y="18147"/>
                  <a:pt x="59643" y="31690"/>
                  <a:pt x="43364" y="34192"/>
                </a:cubicBezTo>
                <a:cubicBezTo>
                  <a:pt x="27120" y="36694"/>
                  <a:pt x="10441" y="33158"/>
                  <a:pt x="5204" y="27520"/>
                </a:cubicBezTo>
                <a:cubicBezTo>
                  <a:pt x="0" y="21883"/>
                  <a:pt x="3136" y="17380"/>
                  <a:pt x="6271" y="15779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18" name="Google Shape;1418;p91"/>
          <p:cNvSpPr txBox="1">
            <a:spLocks noGrp="1"/>
          </p:cNvSpPr>
          <p:nvPr>
            <p:ph type="title"/>
          </p:nvPr>
        </p:nvSpPr>
        <p:spPr>
          <a:xfrm>
            <a:off x="713250" y="523025"/>
            <a:ext cx="7717500" cy="541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>
                <a:solidFill>
                  <a:schemeClr val="accen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grpSp>
        <p:nvGrpSpPr>
          <p:cNvPr id="1419" name="Google Shape;1419;p91"/>
          <p:cNvGrpSpPr/>
          <p:nvPr/>
        </p:nvGrpSpPr>
        <p:grpSpPr>
          <a:xfrm rot="10800000" flipH="1">
            <a:off x="-776141" y="2015093"/>
            <a:ext cx="2087674" cy="2077913"/>
            <a:chOff x="2414491" y="671177"/>
            <a:chExt cx="1830972" cy="1822411"/>
          </a:xfrm>
        </p:grpSpPr>
        <p:sp>
          <p:nvSpPr>
            <p:cNvPr id="1420" name="Google Shape;1420;p91"/>
            <p:cNvSpPr/>
            <p:nvPr/>
          </p:nvSpPr>
          <p:spPr>
            <a:xfrm>
              <a:off x="2414491" y="671177"/>
              <a:ext cx="1830972" cy="1822391"/>
            </a:xfrm>
            <a:custGeom>
              <a:avLst/>
              <a:gdLst/>
              <a:ahLst/>
              <a:cxnLst/>
              <a:rect l="l" t="t" r="r" b="b"/>
              <a:pathLst>
                <a:path w="45663" h="45449" extrusionOk="0">
                  <a:moveTo>
                    <a:pt x="10947" y="4979"/>
                  </a:moveTo>
                  <a:lnTo>
                    <a:pt x="15605" y="7656"/>
                  </a:lnTo>
                  <a:lnTo>
                    <a:pt x="15605" y="13062"/>
                  </a:lnTo>
                  <a:lnTo>
                    <a:pt x="10947" y="15766"/>
                  </a:lnTo>
                  <a:lnTo>
                    <a:pt x="6263" y="13062"/>
                  </a:lnTo>
                  <a:lnTo>
                    <a:pt x="6263" y="7656"/>
                  </a:lnTo>
                  <a:lnTo>
                    <a:pt x="10947" y="4979"/>
                  </a:lnTo>
                  <a:close/>
                  <a:moveTo>
                    <a:pt x="20449" y="4979"/>
                  </a:moveTo>
                  <a:lnTo>
                    <a:pt x="25133" y="7656"/>
                  </a:lnTo>
                  <a:lnTo>
                    <a:pt x="25133" y="13062"/>
                  </a:lnTo>
                  <a:lnTo>
                    <a:pt x="20449" y="15766"/>
                  </a:lnTo>
                  <a:lnTo>
                    <a:pt x="15792" y="13062"/>
                  </a:lnTo>
                  <a:lnTo>
                    <a:pt x="15792" y="7656"/>
                  </a:lnTo>
                  <a:lnTo>
                    <a:pt x="20449" y="4979"/>
                  </a:lnTo>
                  <a:close/>
                  <a:moveTo>
                    <a:pt x="29978" y="4979"/>
                  </a:moveTo>
                  <a:lnTo>
                    <a:pt x="34635" y="7656"/>
                  </a:lnTo>
                  <a:lnTo>
                    <a:pt x="34635" y="13062"/>
                  </a:lnTo>
                  <a:lnTo>
                    <a:pt x="29978" y="15766"/>
                  </a:lnTo>
                  <a:lnTo>
                    <a:pt x="25294" y="13062"/>
                  </a:lnTo>
                  <a:lnTo>
                    <a:pt x="25294" y="7656"/>
                  </a:lnTo>
                  <a:lnTo>
                    <a:pt x="29978" y="4979"/>
                  </a:lnTo>
                  <a:close/>
                  <a:moveTo>
                    <a:pt x="6183" y="13196"/>
                  </a:moveTo>
                  <a:lnTo>
                    <a:pt x="10867" y="15899"/>
                  </a:lnTo>
                  <a:lnTo>
                    <a:pt x="10867" y="21306"/>
                  </a:lnTo>
                  <a:lnTo>
                    <a:pt x="6183" y="23983"/>
                  </a:lnTo>
                  <a:lnTo>
                    <a:pt x="1526" y="21306"/>
                  </a:lnTo>
                  <a:lnTo>
                    <a:pt x="1526" y="15899"/>
                  </a:lnTo>
                  <a:lnTo>
                    <a:pt x="6183" y="13196"/>
                  </a:lnTo>
                  <a:close/>
                  <a:moveTo>
                    <a:pt x="15712" y="13196"/>
                  </a:moveTo>
                  <a:lnTo>
                    <a:pt x="20369" y="15899"/>
                  </a:lnTo>
                  <a:lnTo>
                    <a:pt x="20369" y="21306"/>
                  </a:lnTo>
                  <a:lnTo>
                    <a:pt x="15712" y="23983"/>
                  </a:lnTo>
                  <a:lnTo>
                    <a:pt x="11028" y="21306"/>
                  </a:lnTo>
                  <a:lnTo>
                    <a:pt x="11028" y="15899"/>
                  </a:lnTo>
                  <a:lnTo>
                    <a:pt x="15712" y="13196"/>
                  </a:lnTo>
                  <a:close/>
                  <a:moveTo>
                    <a:pt x="25213" y="13196"/>
                  </a:moveTo>
                  <a:lnTo>
                    <a:pt x="29871" y="15899"/>
                  </a:lnTo>
                  <a:lnTo>
                    <a:pt x="29871" y="21306"/>
                  </a:lnTo>
                  <a:lnTo>
                    <a:pt x="25213" y="23983"/>
                  </a:lnTo>
                  <a:lnTo>
                    <a:pt x="20529" y="21306"/>
                  </a:lnTo>
                  <a:lnTo>
                    <a:pt x="20529" y="15899"/>
                  </a:lnTo>
                  <a:lnTo>
                    <a:pt x="25213" y="13196"/>
                  </a:lnTo>
                  <a:close/>
                  <a:moveTo>
                    <a:pt x="34715" y="13196"/>
                  </a:moveTo>
                  <a:lnTo>
                    <a:pt x="39399" y="15899"/>
                  </a:lnTo>
                  <a:lnTo>
                    <a:pt x="39399" y="21306"/>
                  </a:lnTo>
                  <a:lnTo>
                    <a:pt x="34715" y="23983"/>
                  </a:lnTo>
                  <a:lnTo>
                    <a:pt x="30058" y="21306"/>
                  </a:lnTo>
                  <a:lnTo>
                    <a:pt x="30058" y="15899"/>
                  </a:lnTo>
                  <a:lnTo>
                    <a:pt x="34715" y="13196"/>
                  </a:lnTo>
                  <a:close/>
                  <a:moveTo>
                    <a:pt x="10947" y="21440"/>
                  </a:moveTo>
                  <a:lnTo>
                    <a:pt x="15605" y="24143"/>
                  </a:lnTo>
                  <a:lnTo>
                    <a:pt x="15605" y="29523"/>
                  </a:lnTo>
                  <a:lnTo>
                    <a:pt x="10947" y="32226"/>
                  </a:lnTo>
                  <a:lnTo>
                    <a:pt x="6263" y="29523"/>
                  </a:lnTo>
                  <a:lnTo>
                    <a:pt x="6263" y="24143"/>
                  </a:lnTo>
                  <a:lnTo>
                    <a:pt x="10947" y="21440"/>
                  </a:lnTo>
                  <a:close/>
                  <a:moveTo>
                    <a:pt x="20449" y="21440"/>
                  </a:moveTo>
                  <a:lnTo>
                    <a:pt x="25133" y="24143"/>
                  </a:lnTo>
                  <a:lnTo>
                    <a:pt x="25133" y="29523"/>
                  </a:lnTo>
                  <a:lnTo>
                    <a:pt x="20449" y="32226"/>
                  </a:lnTo>
                  <a:lnTo>
                    <a:pt x="15792" y="29523"/>
                  </a:lnTo>
                  <a:lnTo>
                    <a:pt x="15792" y="24143"/>
                  </a:lnTo>
                  <a:lnTo>
                    <a:pt x="20449" y="21440"/>
                  </a:lnTo>
                  <a:close/>
                  <a:moveTo>
                    <a:pt x="29978" y="21440"/>
                  </a:moveTo>
                  <a:lnTo>
                    <a:pt x="34635" y="24143"/>
                  </a:lnTo>
                  <a:lnTo>
                    <a:pt x="34635" y="29523"/>
                  </a:lnTo>
                  <a:lnTo>
                    <a:pt x="29978" y="32226"/>
                  </a:lnTo>
                  <a:lnTo>
                    <a:pt x="25294" y="29523"/>
                  </a:lnTo>
                  <a:lnTo>
                    <a:pt x="25294" y="24143"/>
                  </a:lnTo>
                  <a:lnTo>
                    <a:pt x="29978" y="21440"/>
                  </a:lnTo>
                  <a:close/>
                  <a:moveTo>
                    <a:pt x="39480" y="21440"/>
                  </a:moveTo>
                  <a:lnTo>
                    <a:pt x="44137" y="24143"/>
                  </a:lnTo>
                  <a:lnTo>
                    <a:pt x="44137" y="29523"/>
                  </a:lnTo>
                  <a:lnTo>
                    <a:pt x="39480" y="32226"/>
                  </a:lnTo>
                  <a:lnTo>
                    <a:pt x="34796" y="29523"/>
                  </a:lnTo>
                  <a:lnTo>
                    <a:pt x="34796" y="24143"/>
                  </a:lnTo>
                  <a:lnTo>
                    <a:pt x="39480" y="21440"/>
                  </a:lnTo>
                  <a:close/>
                  <a:moveTo>
                    <a:pt x="15712" y="29684"/>
                  </a:moveTo>
                  <a:lnTo>
                    <a:pt x="20369" y="32387"/>
                  </a:lnTo>
                  <a:lnTo>
                    <a:pt x="20369" y="37767"/>
                  </a:lnTo>
                  <a:lnTo>
                    <a:pt x="15712" y="40470"/>
                  </a:lnTo>
                  <a:lnTo>
                    <a:pt x="11028" y="37767"/>
                  </a:lnTo>
                  <a:lnTo>
                    <a:pt x="11028" y="32387"/>
                  </a:lnTo>
                  <a:lnTo>
                    <a:pt x="15712" y="29684"/>
                  </a:lnTo>
                  <a:close/>
                  <a:moveTo>
                    <a:pt x="25213" y="29684"/>
                  </a:moveTo>
                  <a:lnTo>
                    <a:pt x="29871" y="32387"/>
                  </a:lnTo>
                  <a:lnTo>
                    <a:pt x="29871" y="37767"/>
                  </a:lnTo>
                  <a:lnTo>
                    <a:pt x="25213" y="40470"/>
                  </a:lnTo>
                  <a:lnTo>
                    <a:pt x="20529" y="37767"/>
                  </a:lnTo>
                  <a:lnTo>
                    <a:pt x="20529" y="32387"/>
                  </a:lnTo>
                  <a:lnTo>
                    <a:pt x="25213" y="29684"/>
                  </a:lnTo>
                  <a:close/>
                  <a:moveTo>
                    <a:pt x="34715" y="29684"/>
                  </a:moveTo>
                  <a:lnTo>
                    <a:pt x="39399" y="32387"/>
                  </a:lnTo>
                  <a:lnTo>
                    <a:pt x="39399" y="37767"/>
                  </a:lnTo>
                  <a:lnTo>
                    <a:pt x="34715" y="40470"/>
                  </a:lnTo>
                  <a:lnTo>
                    <a:pt x="30058" y="37767"/>
                  </a:lnTo>
                  <a:lnTo>
                    <a:pt x="30058" y="32387"/>
                  </a:lnTo>
                  <a:lnTo>
                    <a:pt x="34715" y="29684"/>
                  </a:lnTo>
                  <a:close/>
                  <a:moveTo>
                    <a:pt x="20369" y="1"/>
                  </a:moveTo>
                  <a:lnTo>
                    <a:pt x="20369" y="4818"/>
                  </a:lnTo>
                  <a:lnTo>
                    <a:pt x="15712" y="7522"/>
                  </a:lnTo>
                  <a:lnTo>
                    <a:pt x="11028" y="4818"/>
                  </a:lnTo>
                  <a:lnTo>
                    <a:pt x="11028" y="3159"/>
                  </a:lnTo>
                  <a:cubicBezTo>
                    <a:pt x="10974" y="3186"/>
                    <a:pt x="10921" y="3239"/>
                    <a:pt x="10867" y="3266"/>
                  </a:cubicBezTo>
                  <a:lnTo>
                    <a:pt x="10867" y="4818"/>
                  </a:lnTo>
                  <a:lnTo>
                    <a:pt x="6183" y="7522"/>
                  </a:lnTo>
                  <a:lnTo>
                    <a:pt x="5915" y="7361"/>
                  </a:lnTo>
                  <a:cubicBezTo>
                    <a:pt x="5889" y="7415"/>
                    <a:pt x="5835" y="7442"/>
                    <a:pt x="5808" y="7495"/>
                  </a:cubicBezTo>
                  <a:lnTo>
                    <a:pt x="6103" y="7656"/>
                  </a:lnTo>
                  <a:lnTo>
                    <a:pt x="6103" y="13062"/>
                  </a:lnTo>
                  <a:lnTo>
                    <a:pt x="1419" y="15766"/>
                  </a:lnTo>
                  <a:lnTo>
                    <a:pt x="1124" y="15578"/>
                  </a:lnTo>
                  <a:cubicBezTo>
                    <a:pt x="1124" y="15632"/>
                    <a:pt x="1098" y="15685"/>
                    <a:pt x="1071" y="15739"/>
                  </a:cubicBezTo>
                  <a:lnTo>
                    <a:pt x="1338" y="15899"/>
                  </a:lnTo>
                  <a:lnTo>
                    <a:pt x="1338" y="21306"/>
                  </a:lnTo>
                  <a:lnTo>
                    <a:pt x="0" y="22082"/>
                  </a:lnTo>
                  <a:cubicBezTo>
                    <a:pt x="0" y="22136"/>
                    <a:pt x="0" y="22216"/>
                    <a:pt x="0" y="22270"/>
                  </a:cubicBezTo>
                  <a:lnTo>
                    <a:pt x="1419" y="21440"/>
                  </a:lnTo>
                  <a:lnTo>
                    <a:pt x="6103" y="24143"/>
                  </a:lnTo>
                  <a:lnTo>
                    <a:pt x="6103" y="29523"/>
                  </a:lnTo>
                  <a:lnTo>
                    <a:pt x="1927" y="31932"/>
                  </a:lnTo>
                  <a:cubicBezTo>
                    <a:pt x="1954" y="31986"/>
                    <a:pt x="1981" y="32039"/>
                    <a:pt x="2008" y="32093"/>
                  </a:cubicBezTo>
                  <a:lnTo>
                    <a:pt x="6183" y="29684"/>
                  </a:lnTo>
                  <a:lnTo>
                    <a:pt x="10867" y="32387"/>
                  </a:lnTo>
                  <a:lnTo>
                    <a:pt x="10867" y="37767"/>
                  </a:lnTo>
                  <a:lnTo>
                    <a:pt x="7548" y="39694"/>
                  </a:lnTo>
                  <a:cubicBezTo>
                    <a:pt x="7575" y="39721"/>
                    <a:pt x="7628" y="39774"/>
                    <a:pt x="7682" y="39801"/>
                  </a:cubicBezTo>
                  <a:lnTo>
                    <a:pt x="10947" y="37928"/>
                  </a:lnTo>
                  <a:lnTo>
                    <a:pt x="15605" y="40631"/>
                  </a:lnTo>
                  <a:lnTo>
                    <a:pt x="15605" y="44405"/>
                  </a:lnTo>
                  <a:cubicBezTo>
                    <a:pt x="15658" y="44405"/>
                    <a:pt x="15738" y="44432"/>
                    <a:pt x="15792" y="44458"/>
                  </a:cubicBezTo>
                  <a:lnTo>
                    <a:pt x="15792" y="40631"/>
                  </a:lnTo>
                  <a:lnTo>
                    <a:pt x="20449" y="37928"/>
                  </a:lnTo>
                  <a:lnTo>
                    <a:pt x="25133" y="40631"/>
                  </a:lnTo>
                  <a:lnTo>
                    <a:pt x="25133" y="45449"/>
                  </a:lnTo>
                  <a:cubicBezTo>
                    <a:pt x="25187" y="45449"/>
                    <a:pt x="25240" y="45449"/>
                    <a:pt x="25294" y="45422"/>
                  </a:cubicBezTo>
                  <a:lnTo>
                    <a:pt x="25294" y="40631"/>
                  </a:lnTo>
                  <a:lnTo>
                    <a:pt x="29978" y="37928"/>
                  </a:lnTo>
                  <a:lnTo>
                    <a:pt x="34635" y="40631"/>
                  </a:lnTo>
                  <a:lnTo>
                    <a:pt x="34635" y="42290"/>
                  </a:lnTo>
                  <a:cubicBezTo>
                    <a:pt x="34688" y="42237"/>
                    <a:pt x="34742" y="42210"/>
                    <a:pt x="34796" y="42183"/>
                  </a:cubicBezTo>
                  <a:lnTo>
                    <a:pt x="34796" y="40631"/>
                  </a:lnTo>
                  <a:lnTo>
                    <a:pt x="39480" y="37928"/>
                  </a:lnTo>
                  <a:lnTo>
                    <a:pt x="39747" y="38088"/>
                  </a:lnTo>
                  <a:cubicBezTo>
                    <a:pt x="39774" y="38035"/>
                    <a:pt x="39827" y="37981"/>
                    <a:pt x="39854" y="37954"/>
                  </a:cubicBezTo>
                  <a:lnTo>
                    <a:pt x="39560" y="37767"/>
                  </a:lnTo>
                  <a:lnTo>
                    <a:pt x="39560" y="32387"/>
                  </a:lnTo>
                  <a:lnTo>
                    <a:pt x="44244" y="29684"/>
                  </a:lnTo>
                  <a:lnTo>
                    <a:pt x="44538" y="29871"/>
                  </a:lnTo>
                  <a:cubicBezTo>
                    <a:pt x="44565" y="29791"/>
                    <a:pt x="44565" y="29737"/>
                    <a:pt x="44592" y="29684"/>
                  </a:cubicBezTo>
                  <a:lnTo>
                    <a:pt x="44324" y="29523"/>
                  </a:lnTo>
                  <a:lnTo>
                    <a:pt x="44324" y="24143"/>
                  </a:lnTo>
                  <a:lnTo>
                    <a:pt x="45662" y="23367"/>
                  </a:lnTo>
                  <a:cubicBezTo>
                    <a:pt x="45662" y="23314"/>
                    <a:pt x="45662" y="23233"/>
                    <a:pt x="45662" y="23153"/>
                  </a:cubicBezTo>
                  <a:lnTo>
                    <a:pt x="44244" y="23983"/>
                  </a:lnTo>
                  <a:lnTo>
                    <a:pt x="39560" y="21306"/>
                  </a:lnTo>
                  <a:lnTo>
                    <a:pt x="39560" y="15899"/>
                  </a:lnTo>
                  <a:lnTo>
                    <a:pt x="43735" y="13491"/>
                  </a:lnTo>
                  <a:cubicBezTo>
                    <a:pt x="43709" y="13437"/>
                    <a:pt x="43682" y="13383"/>
                    <a:pt x="43655" y="13330"/>
                  </a:cubicBezTo>
                  <a:lnTo>
                    <a:pt x="39480" y="15766"/>
                  </a:lnTo>
                  <a:lnTo>
                    <a:pt x="34796" y="13062"/>
                  </a:lnTo>
                  <a:lnTo>
                    <a:pt x="34796" y="7656"/>
                  </a:lnTo>
                  <a:lnTo>
                    <a:pt x="38114" y="5755"/>
                  </a:lnTo>
                  <a:cubicBezTo>
                    <a:pt x="38088" y="5702"/>
                    <a:pt x="38034" y="5675"/>
                    <a:pt x="37981" y="5621"/>
                  </a:cubicBezTo>
                  <a:lnTo>
                    <a:pt x="34715" y="7522"/>
                  </a:lnTo>
                  <a:lnTo>
                    <a:pt x="30058" y="4818"/>
                  </a:lnTo>
                  <a:lnTo>
                    <a:pt x="30058" y="1045"/>
                  </a:lnTo>
                  <a:cubicBezTo>
                    <a:pt x="30004" y="1018"/>
                    <a:pt x="29951" y="1018"/>
                    <a:pt x="29871" y="991"/>
                  </a:cubicBezTo>
                  <a:lnTo>
                    <a:pt x="29871" y="4818"/>
                  </a:lnTo>
                  <a:lnTo>
                    <a:pt x="25213" y="7522"/>
                  </a:lnTo>
                  <a:lnTo>
                    <a:pt x="20529" y="4818"/>
                  </a:lnTo>
                  <a:lnTo>
                    <a:pt x="2052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1" name="Google Shape;1421;p91"/>
            <p:cNvSpPr/>
            <p:nvPr/>
          </p:nvSpPr>
          <p:spPr>
            <a:xfrm>
              <a:off x="2796545" y="833253"/>
              <a:ext cx="9704" cy="7538"/>
            </a:xfrm>
            <a:custGeom>
              <a:avLst/>
              <a:gdLst/>
              <a:ahLst/>
              <a:cxnLst/>
              <a:rect l="l" t="t" r="r" b="b"/>
              <a:pathLst>
                <a:path w="242" h="188" extrusionOk="0">
                  <a:moveTo>
                    <a:pt x="161" y="0"/>
                  </a:moveTo>
                  <a:cubicBezTo>
                    <a:pt x="108" y="27"/>
                    <a:pt x="54" y="81"/>
                    <a:pt x="1" y="107"/>
                  </a:cubicBezTo>
                  <a:lnTo>
                    <a:pt x="161" y="188"/>
                  </a:lnTo>
                  <a:lnTo>
                    <a:pt x="242" y="54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2" name="Google Shape;1422;p91"/>
            <p:cNvSpPr/>
            <p:nvPr/>
          </p:nvSpPr>
          <p:spPr>
            <a:xfrm>
              <a:off x="2899597" y="677633"/>
              <a:ext cx="287659" cy="242590"/>
            </a:xfrm>
            <a:custGeom>
              <a:avLst/>
              <a:gdLst/>
              <a:ahLst/>
              <a:cxnLst/>
              <a:rect l="l" t="t" r="r" b="b"/>
              <a:pathLst>
                <a:path w="7174" h="6050" extrusionOk="0">
                  <a:moveTo>
                    <a:pt x="7173" y="0"/>
                  </a:moveTo>
                  <a:lnTo>
                    <a:pt x="7173" y="0"/>
                  </a:lnTo>
                  <a:cubicBezTo>
                    <a:pt x="7013" y="27"/>
                    <a:pt x="6852" y="54"/>
                    <a:pt x="6692" y="81"/>
                  </a:cubicBezTo>
                  <a:lnTo>
                    <a:pt x="3667" y="1794"/>
                  </a:lnTo>
                  <a:lnTo>
                    <a:pt x="3667" y="830"/>
                  </a:lnTo>
                  <a:cubicBezTo>
                    <a:pt x="3614" y="857"/>
                    <a:pt x="3560" y="857"/>
                    <a:pt x="3507" y="884"/>
                  </a:cubicBezTo>
                  <a:lnTo>
                    <a:pt x="3507" y="1794"/>
                  </a:lnTo>
                  <a:lnTo>
                    <a:pt x="2516" y="1231"/>
                  </a:lnTo>
                  <a:cubicBezTo>
                    <a:pt x="2463" y="1258"/>
                    <a:pt x="2382" y="1285"/>
                    <a:pt x="2329" y="1312"/>
                  </a:cubicBezTo>
                  <a:lnTo>
                    <a:pt x="3426" y="1954"/>
                  </a:lnTo>
                  <a:lnTo>
                    <a:pt x="0" y="3935"/>
                  </a:lnTo>
                  <a:lnTo>
                    <a:pt x="81" y="4069"/>
                  </a:lnTo>
                  <a:lnTo>
                    <a:pt x="3507" y="2115"/>
                  </a:lnTo>
                  <a:lnTo>
                    <a:pt x="3507" y="6049"/>
                  </a:lnTo>
                  <a:lnTo>
                    <a:pt x="3667" y="6049"/>
                  </a:lnTo>
                  <a:lnTo>
                    <a:pt x="3667" y="2115"/>
                  </a:lnTo>
                  <a:lnTo>
                    <a:pt x="7093" y="4069"/>
                  </a:lnTo>
                  <a:lnTo>
                    <a:pt x="7173" y="3935"/>
                  </a:lnTo>
                  <a:lnTo>
                    <a:pt x="3774" y="1954"/>
                  </a:lnTo>
                  <a:lnTo>
                    <a:pt x="717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3" name="Google Shape;1423;p91"/>
            <p:cNvSpPr/>
            <p:nvPr/>
          </p:nvSpPr>
          <p:spPr>
            <a:xfrm>
              <a:off x="3280608" y="671177"/>
              <a:ext cx="288742" cy="249046"/>
            </a:xfrm>
            <a:custGeom>
              <a:avLst/>
              <a:gdLst/>
              <a:ahLst/>
              <a:cxnLst/>
              <a:rect l="l" t="t" r="r" b="b"/>
              <a:pathLst>
                <a:path w="7201" h="6211" extrusionOk="0">
                  <a:moveTo>
                    <a:pt x="107" y="1"/>
                  </a:moveTo>
                  <a:lnTo>
                    <a:pt x="0" y="134"/>
                  </a:lnTo>
                  <a:lnTo>
                    <a:pt x="3426" y="2115"/>
                  </a:lnTo>
                  <a:lnTo>
                    <a:pt x="0" y="4096"/>
                  </a:lnTo>
                  <a:lnTo>
                    <a:pt x="107" y="4230"/>
                  </a:lnTo>
                  <a:lnTo>
                    <a:pt x="3506" y="2276"/>
                  </a:lnTo>
                  <a:lnTo>
                    <a:pt x="3506" y="6210"/>
                  </a:lnTo>
                  <a:lnTo>
                    <a:pt x="3694" y="6210"/>
                  </a:lnTo>
                  <a:lnTo>
                    <a:pt x="3694" y="2276"/>
                  </a:lnTo>
                  <a:lnTo>
                    <a:pt x="7093" y="4230"/>
                  </a:lnTo>
                  <a:lnTo>
                    <a:pt x="7200" y="4096"/>
                  </a:lnTo>
                  <a:lnTo>
                    <a:pt x="3774" y="2115"/>
                  </a:lnTo>
                  <a:lnTo>
                    <a:pt x="6558" y="509"/>
                  </a:lnTo>
                  <a:cubicBezTo>
                    <a:pt x="6477" y="482"/>
                    <a:pt x="6397" y="456"/>
                    <a:pt x="6317" y="456"/>
                  </a:cubicBezTo>
                  <a:lnTo>
                    <a:pt x="3694" y="1955"/>
                  </a:lnTo>
                  <a:lnTo>
                    <a:pt x="3694" y="1"/>
                  </a:lnTo>
                  <a:lnTo>
                    <a:pt x="3506" y="1"/>
                  </a:lnTo>
                  <a:lnTo>
                    <a:pt x="3506" y="1955"/>
                  </a:lnTo>
                  <a:lnTo>
                    <a:pt x="10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4" name="Google Shape;1424;p91"/>
            <p:cNvSpPr/>
            <p:nvPr/>
          </p:nvSpPr>
          <p:spPr>
            <a:xfrm>
              <a:off x="3662662" y="776354"/>
              <a:ext cx="109506" cy="64437"/>
            </a:xfrm>
            <a:custGeom>
              <a:avLst/>
              <a:gdLst/>
              <a:ahLst/>
              <a:cxnLst/>
              <a:rect l="l" t="t" r="r" b="b"/>
              <a:pathLst>
                <a:path w="2731" h="1607" extrusionOk="0">
                  <a:moveTo>
                    <a:pt x="2543" y="1"/>
                  </a:moveTo>
                  <a:lnTo>
                    <a:pt x="1" y="1473"/>
                  </a:lnTo>
                  <a:lnTo>
                    <a:pt x="81" y="1607"/>
                  </a:lnTo>
                  <a:lnTo>
                    <a:pt x="2731" y="81"/>
                  </a:lnTo>
                  <a:cubicBezTo>
                    <a:pt x="2677" y="54"/>
                    <a:pt x="2597" y="27"/>
                    <a:pt x="254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5" name="Google Shape;1425;p91"/>
            <p:cNvSpPr/>
            <p:nvPr/>
          </p:nvSpPr>
          <p:spPr>
            <a:xfrm>
              <a:off x="3803246" y="797847"/>
              <a:ext cx="6496" cy="122378"/>
            </a:xfrm>
            <a:custGeom>
              <a:avLst/>
              <a:gdLst/>
              <a:ahLst/>
              <a:cxnLst/>
              <a:rect l="l" t="t" r="r" b="b"/>
              <a:pathLst>
                <a:path w="162" h="3052" extrusionOk="0">
                  <a:moveTo>
                    <a:pt x="1" y="0"/>
                  </a:moveTo>
                  <a:lnTo>
                    <a:pt x="1" y="3051"/>
                  </a:lnTo>
                  <a:lnTo>
                    <a:pt x="162" y="3051"/>
                  </a:lnTo>
                  <a:lnTo>
                    <a:pt x="162" y="107"/>
                  </a:lnTo>
                  <a:cubicBezTo>
                    <a:pt x="108" y="54"/>
                    <a:pt x="54" y="27"/>
                    <a:pt x="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6" name="Google Shape;1426;p91"/>
            <p:cNvSpPr/>
            <p:nvPr/>
          </p:nvSpPr>
          <p:spPr>
            <a:xfrm>
              <a:off x="2475641" y="1246463"/>
              <a:ext cx="2205" cy="4331"/>
            </a:xfrm>
            <a:custGeom>
              <a:avLst/>
              <a:gdLst/>
              <a:ahLst/>
              <a:cxnLst/>
              <a:rect l="l" t="t" r="r" b="b"/>
              <a:pathLst>
                <a:path w="55" h="108" extrusionOk="0">
                  <a:moveTo>
                    <a:pt x="54" y="0"/>
                  </a:moveTo>
                  <a:cubicBezTo>
                    <a:pt x="28" y="27"/>
                    <a:pt x="28" y="54"/>
                    <a:pt x="1" y="107"/>
                  </a:cubicBezTo>
                  <a:lnTo>
                    <a:pt x="54" y="107"/>
                  </a:lnTo>
                  <a:lnTo>
                    <a:pt x="5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7" name="Google Shape;1427;p91"/>
            <p:cNvSpPr/>
            <p:nvPr/>
          </p:nvSpPr>
          <p:spPr>
            <a:xfrm>
              <a:off x="2616265" y="1006036"/>
              <a:ext cx="2165" cy="2205"/>
            </a:xfrm>
            <a:custGeom>
              <a:avLst/>
              <a:gdLst/>
              <a:ahLst/>
              <a:cxnLst/>
              <a:rect l="l" t="t" r="r" b="b"/>
              <a:pathLst>
                <a:path w="54" h="55" extrusionOk="0">
                  <a:moveTo>
                    <a:pt x="54" y="1"/>
                  </a:moveTo>
                  <a:cubicBezTo>
                    <a:pt x="27" y="27"/>
                    <a:pt x="27" y="27"/>
                    <a:pt x="0" y="54"/>
                  </a:cubicBezTo>
                  <a:lnTo>
                    <a:pt x="54" y="27"/>
                  </a:lnTo>
                  <a:lnTo>
                    <a:pt x="5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8" name="Google Shape;1428;p91"/>
            <p:cNvSpPr/>
            <p:nvPr/>
          </p:nvSpPr>
          <p:spPr>
            <a:xfrm>
              <a:off x="2535748" y="1119794"/>
              <a:ext cx="82681" cy="51565"/>
            </a:xfrm>
            <a:custGeom>
              <a:avLst/>
              <a:gdLst/>
              <a:ahLst/>
              <a:cxnLst/>
              <a:rect l="l" t="t" r="r" b="b"/>
              <a:pathLst>
                <a:path w="2062" h="1286" extrusionOk="0">
                  <a:moveTo>
                    <a:pt x="81" y="1"/>
                  </a:moveTo>
                  <a:cubicBezTo>
                    <a:pt x="54" y="54"/>
                    <a:pt x="27" y="108"/>
                    <a:pt x="1" y="135"/>
                  </a:cubicBezTo>
                  <a:lnTo>
                    <a:pt x="1981" y="1285"/>
                  </a:lnTo>
                  <a:lnTo>
                    <a:pt x="2062" y="1125"/>
                  </a:ln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9" name="Google Shape;1429;p91"/>
            <p:cNvSpPr/>
            <p:nvPr/>
          </p:nvSpPr>
          <p:spPr>
            <a:xfrm>
              <a:off x="2711778" y="921268"/>
              <a:ext cx="287659" cy="329521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217"/>
                  </a:lnTo>
                  <a:lnTo>
                    <a:pt x="3667" y="8217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0" name="Google Shape;1430;p91"/>
            <p:cNvSpPr/>
            <p:nvPr/>
          </p:nvSpPr>
          <p:spPr>
            <a:xfrm>
              <a:off x="3092789" y="921268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80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0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41"/>
                  </a:lnTo>
                  <a:lnTo>
                    <a:pt x="7093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1" name="Google Shape;1431;p91"/>
            <p:cNvSpPr/>
            <p:nvPr/>
          </p:nvSpPr>
          <p:spPr>
            <a:xfrm>
              <a:off x="3474843" y="92126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480" y="3961"/>
                  </a:lnTo>
                  <a:lnTo>
                    <a:pt x="81" y="1981"/>
                  </a:lnTo>
                  <a:lnTo>
                    <a:pt x="1" y="2141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36"/>
                  </a:lnTo>
                  <a:lnTo>
                    <a:pt x="3480" y="4256"/>
                  </a:lnTo>
                  <a:lnTo>
                    <a:pt x="3480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2" name="Google Shape;1432;p91"/>
            <p:cNvSpPr/>
            <p:nvPr/>
          </p:nvSpPr>
          <p:spPr>
            <a:xfrm>
              <a:off x="3855854" y="953467"/>
              <a:ext cx="287659" cy="296240"/>
            </a:xfrm>
            <a:custGeom>
              <a:avLst/>
              <a:gdLst/>
              <a:ahLst/>
              <a:cxnLst/>
              <a:rect l="l" t="t" r="r" b="b"/>
              <a:pathLst>
                <a:path w="7174" h="7388" extrusionOk="0">
                  <a:moveTo>
                    <a:pt x="3507" y="0"/>
                  </a:moveTo>
                  <a:lnTo>
                    <a:pt x="3507" y="3158"/>
                  </a:lnTo>
                  <a:lnTo>
                    <a:pt x="81" y="1178"/>
                  </a:lnTo>
                  <a:lnTo>
                    <a:pt x="0" y="1312"/>
                  </a:lnTo>
                  <a:lnTo>
                    <a:pt x="3426" y="3292"/>
                  </a:lnTo>
                  <a:lnTo>
                    <a:pt x="0" y="5273"/>
                  </a:lnTo>
                  <a:lnTo>
                    <a:pt x="81" y="5433"/>
                  </a:lnTo>
                  <a:lnTo>
                    <a:pt x="3507" y="3453"/>
                  </a:lnTo>
                  <a:lnTo>
                    <a:pt x="3507" y="7387"/>
                  </a:lnTo>
                  <a:lnTo>
                    <a:pt x="3667" y="7387"/>
                  </a:lnTo>
                  <a:lnTo>
                    <a:pt x="3667" y="3453"/>
                  </a:lnTo>
                  <a:lnTo>
                    <a:pt x="7093" y="5407"/>
                  </a:lnTo>
                  <a:lnTo>
                    <a:pt x="7174" y="5273"/>
                  </a:lnTo>
                  <a:lnTo>
                    <a:pt x="3748" y="3292"/>
                  </a:lnTo>
                  <a:lnTo>
                    <a:pt x="5434" y="2329"/>
                  </a:lnTo>
                  <a:cubicBezTo>
                    <a:pt x="5380" y="2302"/>
                    <a:pt x="5354" y="2248"/>
                    <a:pt x="5327" y="2195"/>
                  </a:cubicBezTo>
                  <a:lnTo>
                    <a:pt x="3667" y="3158"/>
                  </a:lnTo>
                  <a:lnTo>
                    <a:pt x="3667" y="187"/>
                  </a:lnTo>
                  <a:cubicBezTo>
                    <a:pt x="3614" y="134"/>
                    <a:pt x="3560" y="80"/>
                    <a:pt x="350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3" name="Google Shape;1433;p91"/>
            <p:cNvSpPr/>
            <p:nvPr/>
          </p:nvSpPr>
          <p:spPr>
            <a:xfrm>
              <a:off x="2417699" y="1498640"/>
              <a:ext cx="7538" cy="9704"/>
            </a:xfrm>
            <a:custGeom>
              <a:avLst/>
              <a:gdLst/>
              <a:ahLst/>
              <a:cxnLst/>
              <a:rect l="l" t="t" r="r" b="b"/>
              <a:pathLst>
                <a:path w="188" h="242" extrusionOk="0">
                  <a:moveTo>
                    <a:pt x="1" y="1"/>
                  </a:moveTo>
                  <a:cubicBezTo>
                    <a:pt x="1" y="54"/>
                    <a:pt x="1" y="135"/>
                    <a:pt x="1" y="188"/>
                  </a:cubicBezTo>
                  <a:lnTo>
                    <a:pt x="108" y="242"/>
                  </a:lnTo>
                  <a:lnTo>
                    <a:pt x="188" y="108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4" name="Google Shape;1434;p91"/>
            <p:cNvSpPr/>
            <p:nvPr/>
          </p:nvSpPr>
          <p:spPr>
            <a:xfrm>
              <a:off x="2518586" y="1259335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5" name="Google Shape;1435;p91"/>
            <p:cNvSpPr/>
            <p:nvPr/>
          </p:nvSpPr>
          <p:spPr>
            <a:xfrm>
              <a:off x="2899597" y="1259335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3" y="6049"/>
                  </a:lnTo>
                  <a:lnTo>
                    <a:pt x="3774" y="4095"/>
                  </a:lnTo>
                  <a:lnTo>
                    <a:pt x="7173" y="2115"/>
                  </a:lnTo>
                  <a:lnTo>
                    <a:pt x="7093" y="1954"/>
                  </a:lnTo>
                  <a:lnTo>
                    <a:pt x="3667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6" name="Google Shape;1436;p91"/>
            <p:cNvSpPr/>
            <p:nvPr/>
          </p:nvSpPr>
          <p:spPr>
            <a:xfrm>
              <a:off x="3280608" y="1259335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35"/>
                  </a:lnTo>
                  <a:lnTo>
                    <a:pt x="107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107" y="6210"/>
                  </a:lnTo>
                  <a:lnTo>
                    <a:pt x="3506" y="4229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29"/>
                  </a:lnTo>
                  <a:lnTo>
                    <a:pt x="7093" y="6210"/>
                  </a:lnTo>
                  <a:lnTo>
                    <a:pt x="7200" y="6049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54"/>
                  </a:lnTo>
                  <a:lnTo>
                    <a:pt x="3694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7" name="Google Shape;1437;p91"/>
            <p:cNvSpPr/>
            <p:nvPr/>
          </p:nvSpPr>
          <p:spPr>
            <a:xfrm>
              <a:off x="3662662" y="1258252"/>
              <a:ext cx="287659" cy="329521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122"/>
                  </a:lnTo>
                  <a:lnTo>
                    <a:pt x="1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8" y="8218"/>
                  </a:lnTo>
                  <a:lnTo>
                    <a:pt x="3668" y="4256"/>
                  </a:lnTo>
                  <a:lnTo>
                    <a:pt x="7094" y="6237"/>
                  </a:lnTo>
                  <a:lnTo>
                    <a:pt x="7174" y="6076"/>
                  </a:lnTo>
                  <a:lnTo>
                    <a:pt x="3748" y="4122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8" name="Google Shape;1438;p91"/>
            <p:cNvSpPr/>
            <p:nvPr/>
          </p:nvSpPr>
          <p:spPr>
            <a:xfrm>
              <a:off x="4043673" y="1258252"/>
              <a:ext cx="193230" cy="329521"/>
            </a:xfrm>
            <a:custGeom>
              <a:avLst/>
              <a:gdLst/>
              <a:ahLst/>
              <a:cxnLst/>
              <a:rect l="l" t="t" r="r" b="b"/>
              <a:pathLst>
                <a:path w="4819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7" y="8218"/>
                  </a:lnTo>
                  <a:lnTo>
                    <a:pt x="3667" y="4256"/>
                  </a:lnTo>
                  <a:lnTo>
                    <a:pt x="4818" y="4925"/>
                  </a:lnTo>
                  <a:cubicBezTo>
                    <a:pt x="4818" y="4845"/>
                    <a:pt x="4818" y="4765"/>
                    <a:pt x="4792" y="4711"/>
                  </a:cubicBezTo>
                  <a:lnTo>
                    <a:pt x="3774" y="4096"/>
                  </a:lnTo>
                  <a:lnTo>
                    <a:pt x="4604" y="3614"/>
                  </a:lnTo>
                  <a:cubicBezTo>
                    <a:pt x="4604" y="3560"/>
                    <a:pt x="4577" y="3507"/>
                    <a:pt x="4577" y="3453"/>
                  </a:cubicBezTo>
                  <a:lnTo>
                    <a:pt x="3667" y="3962"/>
                  </a:lnTo>
                  <a:lnTo>
                    <a:pt x="3667" y="295"/>
                  </a:lnTo>
                  <a:cubicBezTo>
                    <a:pt x="3641" y="188"/>
                    <a:pt x="3614" y="108"/>
                    <a:pt x="358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9" name="Google Shape;1439;p91"/>
            <p:cNvSpPr/>
            <p:nvPr/>
          </p:nvSpPr>
          <p:spPr>
            <a:xfrm>
              <a:off x="2423072" y="1578074"/>
              <a:ext cx="195355" cy="328439"/>
            </a:xfrm>
            <a:custGeom>
              <a:avLst/>
              <a:gdLst/>
              <a:ahLst/>
              <a:cxnLst/>
              <a:rect l="l" t="t" r="r" b="b"/>
              <a:pathLst>
                <a:path w="4872" h="8191" extrusionOk="0">
                  <a:moveTo>
                    <a:pt x="1205" y="1"/>
                  </a:moveTo>
                  <a:lnTo>
                    <a:pt x="1205" y="3935"/>
                  </a:lnTo>
                  <a:lnTo>
                    <a:pt x="0" y="3266"/>
                  </a:lnTo>
                  <a:lnTo>
                    <a:pt x="0" y="3266"/>
                  </a:lnTo>
                  <a:cubicBezTo>
                    <a:pt x="0" y="3320"/>
                    <a:pt x="27" y="3400"/>
                    <a:pt x="27" y="3480"/>
                  </a:cubicBezTo>
                  <a:lnTo>
                    <a:pt x="1098" y="4096"/>
                  </a:lnTo>
                  <a:lnTo>
                    <a:pt x="214" y="4604"/>
                  </a:lnTo>
                  <a:cubicBezTo>
                    <a:pt x="241" y="4658"/>
                    <a:pt x="241" y="4738"/>
                    <a:pt x="268" y="4792"/>
                  </a:cubicBezTo>
                  <a:lnTo>
                    <a:pt x="1205" y="4256"/>
                  </a:lnTo>
                  <a:lnTo>
                    <a:pt x="1205" y="8030"/>
                  </a:lnTo>
                  <a:cubicBezTo>
                    <a:pt x="1205" y="8084"/>
                    <a:pt x="1232" y="8137"/>
                    <a:pt x="1258" y="8191"/>
                  </a:cubicBezTo>
                  <a:lnTo>
                    <a:pt x="1365" y="8191"/>
                  </a:lnTo>
                  <a:lnTo>
                    <a:pt x="1365" y="4256"/>
                  </a:lnTo>
                  <a:lnTo>
                    <a:pt x="4791" y="6210"/>
                  </a:lnTo>
                  <a:lnTo>
                    <a:pt x="4872" y="6076"/>
                  </a:lnTo>
                  <a:lnTo>
                    <a:pt x="1446" y="4096"/>
                  </a:lnTo>
                  <a:lnTo>
                    <a:pt x="4872" y="2115"/>
                  </a:lnTo>
                  <a:lnTo>
                    <a:pt x="4791" y="1981"/>
                  </a:lnTo>
                  <a:lnTo>
                    <a:pt x="1365" y="3935"/>
                  </a:lnTo>
                  <a:lnTo>
                    <a:pt x="136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0" name="Google Shape;1440;p91"/>
            <p:cNvSpPr/>
            <p:nvPr/>
          </p:nvSpPr>
          <p:spPr>
            <a:xfrm>
              <a:off x="2711778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56"/>
                  </a:lnTo>
                  <a:lnTo>
                    <a:pt x="7093" y="6210"/>
                  </a:lnTo>
                  <a:lnTo>
                    <a:pt x="7173" y="6076"/>
                  </a:lnTo>
                  <a:lnTo>
                    <a:pt x="3774" y="4096"/>
                  </a:lnTo>
                  <a:lnTo>
                    <a:pt x="7173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1" name="Google Shape;1441;p91"/>
            <p:cNvSpPr/>
            <p:nvPr/>
          </p:nvSpPr>
          <p:spPr>
            <a:xfrm>
              <a:off x="3092789" y="1578074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1"/>
                  </a:moveTo>
                  <a:lnTo>
                    <a:pt x="3506" y="3935"/>
                  </a:lnTo>
                  <a:lnTo>
                    <a:pt x="80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0" y="6210"/>
                  </a:lnTo>
                  <a:lnTo>
                    <a:pt x="3506" y="4230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30"/>
                  </a:lnTo>
                  <a:lnTo>
                    <a:pt x="7093" y="6210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15"/>
                  </a:lnTo>
                  <a:lnTo>
                    <a:pt x="7093" y="1981"/>
                  </a:lnTo>
                  <a:lnTo>
                    <a:pt x="3694" y="3935"/>
                  </a:lnTo>
                  <a:lnTo>
                    <a:pt x="369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2" name="Google Shape;1442;p91"/>
            <p:cNvSpPr/>
            <p:nvPr/>
          </p:nvSpPr>
          <p:spPr>
            <a:xfrm>
              <a:off x="3474843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1" y="2115"/>
                  </a:lnTo>
                  <a:lnTo>
                    <a:pt x="3400" y="4096"/>
                  </a:lnTo>
                  <a:lnTo>
                    <a:pt x="1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480" y="8191"/>
                  </a:lnTo>
                  <a:lnTo>
                    <a:pt x="3668" y="8191"/>
                  </a:lnTo>
                  <a:lnTo>
                    <a:pt x="3668" y="4230"/>
                  </a:lnTo>
                  <a:lnTo>
                    <a:pt x="7094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4" y="1955"/>
                  </a:lnTo>
                  <a:lnTo>
                    <a:pt x="3668" y="3935"/>
                  </a:lnTo>
                  <a:lnTo>
                    <a:pt x="366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3" name="Google Shape;1443;p91"/>
            <p:cNvSpPr/>
            <p:nvPr/>
          </p:nvSpPr>
          <p:spPr>
            <a:xfrm>
              <a:off x="3855854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30"/>
                  </a:lnTo>
                  <a:lnTo>
                    <a:pt x="7093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3" y="1955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4" name="Google Shape;1444;p91"/>
            <p:cNvSpPr/>
            <p:nvPr/>
          </p:nvSpPr>
          <p:spPr>
            <a:xfrm>
              <a:off x="2518586" y="1919388"/>
              <a:ext cx="287659" cy="293033"/>
            </a:xfrm>
            <a:custGeom>
              <a:avLst/>
              <a:gdLst/>
              <a:ahLst/>
              <a:cxnLst/>
              <a:rect l="l" t="t" r="r" b="b"/>
              <a:pathLst>
                <a:path w="7174" h="730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1767" y="5059"/>
                  </a:lnTo>
                  <a:cubicBezTo>
                    <a:pt x="1821" y="5086"/>
                    <a:pt x="1847" y="5139"/>
                    <a:pt x="1874" y="5193"/>
                  </a:cubicBezTo>
                  <a:lnTo>
                    <a:pt x="3507" y="4256"/>
                  </a:lnTo>
                  <a:lnTo>
                    <a:pt x="3507" y="7120"/>
                  </a:lnTo>
                  <a:cubicBezTo>
                    <a:pt x="3560" y="7200"/>
                    <a:pt x="3614" y="7254"/>
                    <a:pt x="3667" y="7307"/>
                  </a:cubicBezTo>
                  <a:lnTo>
                    <a:pt x="3667" y="4256"/>
                  </a:lnTo>
                  <a:lnTo>
                    <a:pt x="7093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5" name="Google Shape;1445;p91"/>
            <p:cNvSpPr/>
            <p:nvPr/>
          </p:nvSpPr>
          <p:spPr>
            <a:xfrm>
              <a:off x="2899597" y="191938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7" y="8190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6" name="Google Shape;1446;p91"/>
            <p:cNvSpPr/>
            <p:nvPr/>
          </p:nvSpPr>
          <p:spPr>
            <a:xfrm>
              <a:off x="3280608" y="1919388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107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107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7" name="Google Shape;1447;p91"/>
            <p:cNvSpPr/>
            <p:nvPr/>
          </p:nvSpPr>
          <p:spPr>
            <a:xfrm>
              <a:off x="3662662" y="191938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1" y="2115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8" name="Google Shape;1448;p91"/>
            <p:cNvSpPr/>
            <p:nvPr/>
          </p:nvSpPr>
          <p:spPr>
            <a:xfrm>
              <a:off x="4043673" y="1998782"/>
              <a:ext cx="78391" cy="49400"/>
            </a:xfrm>
            <a:custGeom>
              <a:avLst/>
              <a:gdLst/>
              <a:ahLst/>
              <a:cxnLst/>
              <a:rect l="l" t="t" r="r" b="b"/>
              <a:pathLst>
                <a:path w="1955" h="1232" extrusionOk="0">
                  <a:moveTo>
                    <a:pt x="81" y="1"/>
                  </a:moveTo>
                  <a:lnTo>
                    <a:pt x="0" y="135"/>
                  </a:lnTo>
                  <a:lnTo>
                    <a:pt x="1874" y="1232"/>
                  </a:lnTo>
                  <a:cubicBezTo>
                    <a:pt x="1901" y="1178"/>
                    <a:pt x="1928" y="1125"/>
                    <a:pt x="1954" y="1071"/>
                  </a:cubicBez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9" name="Google Shape;1449;p91"/>
            <p:cNvSpPr/>
            <p:nvPr/>
          </p:nvSpPr>
          <p:spPr>
            <a:xfrm>
              <a:off x="2884560" y="2317561"/>
              <a:ext cx="114879" cy="68727"/>
            </a:xfrm>
            <a:custGeom>
              <a:avLst/>
              <a:gdLst/>
              <a:ahLst/>
              <a:cxnLst/>
              <a:rect l="l" t="t" r="r" b="b"/>
              <a:pathLst>
                <a:path w="2865" h="1714" extrusionOk="0">
                  <a:moveTo>
                    <a:pt x="2784" y="0"/>
                  </a:moveTo>
                  <a:lnTo>
                    <a:pt x="1" y="1606"/>
                  </a:lnTo>
                  <a:cubicBezTo>
                    <a:pt x="54" y="1660"/>
                    <a:pt x="108" y="1686"/>
                    <a:pt x="161" y="1713"/>
                  </a:cubicBezTo>
                  <a:lnTo>
                    <a:pt x="2864" y="161"/>
                  </a:lnTo>
                  <a:lnTo>
                    <a:pt x="278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0" name="Google Shape;1450;p91"/>
            <p:cNvSpPr/>
            <p:nvPr/>
          </p:nvSpPr>
          <p:spPr>
            <a:xfrm>
              <a:off x="2852362" y="2238127"/>
              <a:ext cx="6496" cy="129916"/>
            </a:xfrm>
            <a:custGeom>
              <a:avLst/>
              <a:gdLst/>
              <a:ahLst/>
              <a:cxnLst/>
              <a:rect l="l" t="t" r="r" b="b"/>
              <a:pathLst>
                <a:path w="162" h="3240" extrusionOk="0">
                  <a:moveTo>
                    <a:pt x="1" y="0"/>
                  </a:moveTo>
                  <a:lnTo>
                    <a:pt x="1" y="3132"/>
                  </a:lnTo>
                  <a:cubicBezTo>
                    <a:pt x="54" y="3159"/>
                    <a:pt x="108" y="3212"/>
                    <a:pt x="161" y="3239"/>
                  </a:cubicBez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1" name="Google Shape;1451;p91"/>
            <p:cNvSpPr/>
            <p:nvPr/>
          </p:nvSpPr>
          <p:spPr>
            <a:xfrm>
              <a:off x="3092789" y="2238127"/>
              <a:ext cx="288742" cy="255461"/>
            </a:xfrm>
            <a:custGeom>
              <a:avLst/>
              <a:gdLst/>
              <a:ahLst/>
              <a:cxnLst/>
              <a:rect l="l" t="t" r="r" b="b"/>
              <a:pathLst>
                <a:path w="7201" h="6371" extrusionOk="0">
                  <a:moveTo>
                    <a:pt x="3506" y="0"/>
                  </a:moveTo>
                  <a:lnTo>
                    <a:pt x="3506" y="3962"/>
                  </a:lnTo>
                  <a:lnTo>
                    <a:pt x="80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455" y="5835"/>
                  </a:lnTo>
                  <a:cubicBezTo>
                    <a:pt x="535" y="5835"/>
                    <a:pt x="616" y="5862"/>
                    <a:pt x="696" y="5889"/>
                  </a:cubicBezTo>
                  <a:lnTo>
                    <a:pt x="3506" y="4256"/>
                  </a:lnTo>
                  <a:lnTo>
                    <a:pt x="3506" y="6371"/>
                  </a:lnTo>
                  <a:lnTo>
                    <a:pt x="3694" y="6371"/>
                  </a:lnTo>
                  <a:lnTo>
                    <a:pt x="3694" y="4256"/>
                  </a:lnTo>
                  <a:lnTo>
                    <a:pt x="7093" y="6237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42"/>
                  </a:lnTo>
                  <a:lnTo>
                    <a:pt x="7093" y="1981"/>
                  </a:lnTo>
                  <a:lnTo>
                    <a:pt x="3694" y="3962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2" name="Google Shape;1452;p91"/>
            <p:cNvSpPr/>
            <p:nvPr/>
          </p:nvSpPr>
          <p:spPr>
            <a:xfrm>
              <a:off x="3474843" y="2238127"/>
              <a:ext cx="287659" cy="247963"/>
            </a:xfrm>
            <a:custGeom>
              <a:avLst/>
              <a:gdLst/>
              <a:ahLst/>
              <a:cxnLst/>
              <a:rect l="l" t="t" r="r" b="b"/>
              <a:pathLst>
                <a:path w="7174" h="6184" extrusionOk="0">
                  <a:moveTo>
                    <a:pt x="3507" y="0"/>
                  </a:moveTo>
                  <a:lnTo>
                    <a:pt x="3480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096"/>
                  </a:lnTo>
                  <a:lnTo>
                    <a:pt x="1" y="6076"/>
                  </a:lnTo>
                  <a:lnTo>
                    <a:pt x="54" y="6183"/>
                  </a:lnTo>
                  <a:lnTo>
                    <a:pt x="161" y="6183"/>
                  </a:lnTo>
                  <a:lnTo>
                    <a:pt x="3480" y="4256"/>
                  </a:lnTo>
                  <a:lnTo>
                    <a:pt x="3480" y="5354"/>
                  </a:lnTo>
                  <a:cubicBezTo>
                    <a:pt x="3560" y="5327"/>
                    <a:pt x="3614" y="5327"/>
                    <a:pt x="3668" y="5300"/>
                  </a:cubicBezTo>
                  <a:lnTo>
                    <a:pt x="3668" y="4256"/>
                  </a:lnTo>
                  <a:lnTo>
                    <a:pt x="4765" y="4899"/>
                  </a:lnTo>
                  <a:cubicBezTo>
                    <a:pt x="4845" y="4872"/>
                    <a:pt x="4899" y="4845"/>
                    <a:pt x="4979" y="4818"/>
                  </a:cubicBezTo>
                  <a:lnTo>
                    <a:pt x="3748" y="4096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3" name="Google Shape;1453;p91"/>
            <p:cNvSpPr/>
            <p:nvPr/>
          </p:nvSpPr>
          <p:spPr>
            <a:xfrm>
              <a:off x="3855854" y="2317561"/>
              <a:ext cx="12911" cy="9704"/>
            </a:xfrm>
            <a:custGeom>
              <a:avLst/>
              <a:gdLst/>
              <a:ahLst/>
              <a:cxnLst/>
              <a:rect l="l" t="t" r="r" b="b"/>
              <a:pathLst>
                <a:path w="322" h="242" extrusionOk="0">
                  <a:moveTo>
                    <a:pt x="81" y="0"/>
                  </a:moveTo>
                  <a:lnTo>
                    <a:pt x="0" y="134"/>
                  </a:lnTo>
                  <a:lnTo>
                    <a:pt x="161" y="241"/>
                  </a:lnTo>
                  <a:cubicBezTo>
                    <a:pt x="215" y="214"/>
                    <a:pt x="268" y="161"/>
                    <a:pt x="322" y="134"/>
                  </a:cubicBezTo>
                  <a:lnTo>
                    <a:pt x="8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9">
  <p:cSld name="CUSTOM_49">
    <p:spTree>
      <p:nvGrpSpPr>
        <p:cNvPr id="1" name="Shape 14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5" name="Google Shape;1455;p92"/>
          <p:cNvSpPr txBox="1">
            <a:spLocks noGrp="1"/>
          </p:cNvSpPr>
          <p:nvPr>
            <p:ph type="title"/>
          </p:nvPr>
        </p:nvSpPr>
        <p:spPr>
          <a:xfrm>
            <a:off x="713250" y="523025"/>
            <a:ext cx="7717500" cy="541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>
                <a:solidFill>
                  <a:schemeClr val="accen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1456" name="Google Shape;1456;p92"/>
          <p:cNvSpPr/>
          <p:nvPr/>
        </p:nvSpPr>
        <p:spPr>
          <a:xfrm>
            <a:off x="-419100" y="416338"/>
            <a:ext cx="2264661" cy="1997587"/>
          </a:xfrm>
          <a:custGeom>
            <a:avLst/>
            <a:gdLst/>
            <a:ahLst/>
            <a:cxnLst/>
            <a:rect l="l" t="t" r="r" b="b"/>
            <a:pathLst>
              <a:path w="13679" h="12066" extrusionOk="0">
                <a:moveTo>
                  <a:pt x="7541" y="1"/>
                </a:moveTo>
                <a:cubicBezTo>
                  <a:pt x="7109" y="1"/>
                  <a:pt x="6648" y="24"/>
                  <a:pt x="6157" y="68"/>
                </a:cubicBezTo>
                <a:cubicBezTo>
                  <a:pt x="1981" y="443"/>
                  <a:pt x="28" y="3173"/>
                  <a:pt x="1" y="6385"/>
                </a:cubicBezTo>
                <a:cubicBezTo>
                  <a:pt x="598" y="10109"/>
                  <a:pt x="2003" y="12066"/>
                  <a:pt x="5300" y="12066"/>
                </a:cubicBezTo>
                <a:cubicBezTo>
                  <a:pt x="5700" y="12066"/>
                  <a:pt x="6128" y="12037"/>
                  <a:pt x="6585" y="11979"/>
                </a:cubicBezTo>
                <a:cubicBezTo>
                  <a:pt x="10680" y="11470"/>
                  <a:pt x="13678" y="9516"/>
                  <a:pt x="12822" y="4297"/>
                </a:cubicBezTo>
                <a:cubicBezTo>
                  <a:pt x="12326" y="1256"/>
                  <a:pt x="10731" y="1"/>
                  <a:pt x="7541" y="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57" name="Google Shape;1457;p92"/>
          <p:cNvSpPr/>
          <p:nvPr/>
        </p:nvSpPr>
        <p:spPr>
          <a:xfrm rot="4132171">
            <a:off x="6908594" y="2764384"/>
            <a:ext cx="3403944" cy="3389830"/>
          </a:xfrm>
          <a:custGeom>
            <a:avLst/>
            <a:gdLst/>
            <a:ahLst/>
            <a:cxnLst/>
            <a:rect l="l" t="t" r="r" b="b"/>
            <a:pathLst>
              <a:path w="48235" h="48035" extrusionOk="0">
                <a:moveTo>
                  <a:pt x="3770" y="17379"/>
                </a:moveTo>
                <a:cubicBezTo>
                  <a:pt x="7573" y="20948"/>
                  <a:pt x="10108" y="20948"/>
                  <a:pt x="20515" y="21349"/>
                </a:cubicBezTo>
                <a:cubicBezTo>
                  <a:pt x="30956" y="21782"/>
                  <a:pt x="19314" y="35525"/>
                  <a:pt x="27520" y="41797"/>
                </a:cubicBezTo>
                <a:cubicBezTo>
                  <a:pt x="35726" y="48034"/>
                  <a:pt x="48235" y="37827"/>
                  <a:pt x="48235" y="26986"/>
                </a:cubicBezTo>
                <a:cubicBezTo>
                  <a:pt x="48235" y="16145"/>
                  <a:pt x="35026" y="0"/>
                  <a:pt x="18080" y="867"/>
                </a:cubicBezTo>
                <a:cubicBezTo>
                  <a:pt x="1135" y="1768"/>
                  <a:pt x="1" y="13843"/>
                  <a:pt x="3770" y="17379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0">
  <p:cSld name="CUSTOM_50">
    <p:spTree>
      <p:nvGrpSpPr>
        <p:cNvPr id="1" name="Shape 14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9" name="Google Shape;1459;p93"/>
          <p:cNvSpPr/>
          <p:nvPr/>
        </p:nvSpPr>
        <p:spPr>
          <a:xfrm rot="5400000">
            <a:off x="-2348450" y="757133"/>
            <a:ext cx="4913539" cy="3022943"/>
          </a:xfrm>
          <a:custGeom>
            <a:avLst/>
            <a:gdLst/>
            <a:ahLst/>
            <a:cxnLst/>
            <a:rect l="l" t="t" r="r" b="b"/>
            <a:pathLst>
              <a:path w="59643" h="36694" extrusionOk="0">
                <a:moveTo>
                  <a:pt x="6271" y="15779"/>
                </a:moveTo>
                <a:cubicBezTo>
                  <a:pt x="9374" y="14178"/>
                  <a:pt x="17513" y="18347"/>
                  <a:pt x="23150" y="11676"/>
                </a:cubicBezTo>
                <a:cubicBezTo>
                  <a:pt x="28787" y="5004"/>
                  <a:pt x="30455" y="1"/>
                  <a:pt x="37327" y="2302"/>
                </a:cubicBezTo>
                <a:cubicBezTo>
                  <a:pt x="44198" y="4571"/>
                  <a:pt x="43064" y="13410"/>
                  <a:pt x="47601" y="15779"/>
                </a:cubicBezTo>
                <a:cubicBezTo>
                  <a:pt x="52104" y="18147"/>
                  <a:pt x="59643" y="31690"/>
                  <a:pt x="43364" y="34192"/>
                </a:cubicBezTo>
                <a:cubicBezTo>
                  <a:pt x="27120" y="36694"/>
                  <a:pt x="10441" y="33158"/>
                  <a:pt x="5204" y="27520"/>
                </a:cubicBezTo>
                <a:cubicBezTo>
                  <a:pt x="0" y="21883"/>
                  <a:pt x="3136" y="17380"/>
                  <a:pt x="6271" y="15779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60" name="Google Shape;1460;p93"/>
          <p:cNvSpPr txBox="1">
            <a:spLocks noGrp="1"/>
          </p:cNvSpPr>
          <p:nvPr>
            <p:ph type="title"/>
          </p:nvPr>
        </p:nvSpPr>
        <p:spPr>
          <a:xfrm>
            <a:off x="713250" y="523025"/>
            <a:ext cx="7717500" cy="541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>
                <a:solidFill>
                  <a:schemeClr val="accen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1">
  <p:cSld name="CUSTOM_51">
    <p:spTree>
      <p:nvGrpSpPr>
        <p:cNvPr id="1" name="Shape 1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2" name="Google Shape;1462;p94"/>
          <p:cNvSpPr/>
          <p:nvPr/>
        </p:nvSpPr>
        <p:spPr>
          <a:xfrm rot="5400000">
            <a:off x="-1338897" y="1434934"/>
            <a:ext cx="4906632" cy="3196913"/>
          </a:xfrm>
          <a:custGeom>
            <a:avLst/>
            <a:gdLst/>
            <a:ahLst/>
            <a:cxnLst/>
            <a:rect l="l" t="t" r="r" b="b"/>
            <a:pathLst>
              <a:path w="142469" h="136664" extrusionOk="0">
                <a:moveTo>
                  <a:pt x="97052" y="0"/>
                </a:moveTo>
                <a:cubicBezTo>
                  <a:pt x="94985" y="0"/>
                  <a:pt x="92658" y="685"/>
                  <a:pt x="89955" y="2065"/>
                </a:cubicBezTo>
                <a:cubicBezTo>
                  <a:pt x="76197" y="9104"/>
                  <a:pt x="81149" y="14564"/>
                  <a:pt x="82755" y="40634"/>
                </a:cubicBezTo>
                <a:cubicBezTo>
                  <a:pt x="85458" y="83646"/>
                  <a:pt x="12896" y="58112"/>
                  <a:pt x="4519" y="103881"/>
                </a:cubicBezTo>
                <a:cubicBezTo>
                  <a:pt x="0" y="128495"/>
                  <a:pt x="10558" y="136664"/>
                  <a:pt x="39417" y="136664"/>
                </a:cubicBezTo>
                <a:cubicBezTo>
                  <a:pt x="47997" y="136664"/>
                  <a:pt x="58195" y="135942"/>
                  <a:pt x="70095" y="134715"/>
                </a:cubicBezTo>
                <a:cubicBezTo>
                  <a:pt x="122047" y="129389"/>
                  <a:pt x="142469" y="101392"/>
                  <a:pt x="125767" y="56907"/>
                </a:cubicBezTo>
                <a:cubicBezTo>
                  <a:pt x="111706" y="19432"/>
                  <a:pt x="108060" y="0"/>
                  <a:pt x="97052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63" name="Google Shape;1463;p94"/>
          <p:cNvSpPr/>
          <p:nvPr/>
        </p:nvSpPr>
        <p:spPr>
          <a:xfrm>
            <a:off x="8115850" y="2244788"/>
            <a:ext cx="2264661" cy="1997587"/>
          </a:xfrm>
          <a:custGeom>
            <a:avLst/>
            <a:gdLst/>
            <a:ahLst/>
            <a:cxnLst/>
            <a:rect l="l" t="t" r="r" b="b"/>
            <a:pathLst>
              <a:path w="13679" h="12066" extrusionOk="0">
                <a:moveTo>
                  <a:pt x="7541" y="1"/>
                </a:moveTo>
                <a:cubicBezTo>
                  <a:pt x="7109" y="1"/>
                  <a:pt x="6648" y="24"/>
                  <a:pt x="6157" y="68"/>
                </a:cubicBezTo>
                <a:cubicBezTo>
                  <a:pt x="1981" y="443"/>
                  <a:pt x="28" y="3173"/>
                  <a:pt x="1" y="6385"/>
                </a:cubicBezTo>
                <a:cubicBezTo>
                  <a:pt x="598" y="10109"/>
                  <a:pt x="2003" y="12066"/>
                  <a:pt x="5300" y="12066"/>
                </a:cubicBezTo>
                <a:cubicBezTo>
                  <a:pt x="5700" y="12066"/>
                  <a:pt x="6128" y="12037"/>
                  <a:pt x="6585" y="11979"/>
                </a:cubicBezTo>
                <a:cubicBezTo>
                  <a:pt x="10680" y="11470"/>
                  <a:pt x="13678" y="9516"/>
                  <a:pt x="12822" y="4297"/>
                </a:cubicBezTo>
                <a:cubicBezTo>
                  <a:pt x="12326" y="1256"/>
                  <a:pt x="10731" y="1"/>
                  <a:pt x="7541" y="1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64" name="Google Shape;1464;p94"/>
          <p:cNvSpPr txBox="1">
            <a:spLocks noGrp="1"/>
          </p:cNvSpPr>
          <p:nvPr>
            <p:ph type="title"/>
          </p:nvPr>
        </p:nvSpPr>
        <p:spPr>
          <a:xfrm>
            <a:off x="713250" y="523025"/>
            <a:ext cx="7717500" cy="541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>
                <a:solidFill>
                  <a:schemeClr val="accen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2">
  <p:cSld name="CUSTOM_52">
    <p:spTree>
      <p:nvGrpSpPr>
        <p:cNvPr id="1" name="Shape 14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6" name="Google Shape;1466;p95"/>
          <p:cNvSpPr txBox="1">
            <a:spLocks noGrp="1"/>
          </p:cNvSpPr>
          <p:nvPr>
            <p:ph type="title"/>
          </p:nvPr>
        </p:nvSpPr>
        <p:spPr>
          <a:xfrm>
            <a:off x="713250" y="523025"/>
            <a:ext cx="7717500" cy="541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>
                <a:solidFill>
                  <a:schemeClr val="accen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1467" name="Google Shape;1467;p95"/>
          <p:cNvSpPr/>
          <p:nvPr/>
        </p:nvSpPr>
        <p:spPr>
          <a:xfrm rot="3000392">
            <a:off x="-2523829" y="1793396"/>
            <a:ext cx="4913563" cy="3022958"/>
          </a:xfrm>
          <a:custGeom>
            <a:avLst/>
            <a:gdLst/>
            <a:ahLst/>
            <a:cxnLst/>
            <a:rect l="l" t="t" r="r" b="b"/>
            <a:pathLst>
              <a:path w="59643" h="36694" extrusionOk="0">
                <a:moveTo>
                  <a:pt x="6271" y="15779"/>
                </a:moveTo>
                <a:cubicBezTo>
                  <a:pt x="9374" y="14178"/>
                  <a:pt x="17513" y="18347"/>
                  <a:pt x="23150" y="11676"/>
                </a:cubicBezTo>
                <a:cubicBezTo>
                  <a:pt x="28787" y="5004"/>
                  <a:pt x="30455" y="1"/>
                  <a:pt x="37327" y="2302"/>
                </a:cubicBezTo>
                <a:cubicBezTo>
                  <a:pt x="44198" y="4571"/>
                  <a:pt x="43064" y="13410"/>
                  <a:pt x="47601" y="15779"/>
                </a:cubicBezTo>
                <a:cubicBezTo>
                  <a:pt x="52104" y="18147"/>
                  <a:pt x="59643" y="31690"/>
                  <a:pt x="43364" y="34192"/>
                </a:cubicBezTo>
                <a:cubicBezTo>
                  <a:pt x="27120" y="36694"/>
                  <a:pt x="10441" y="33158"/>
                  <a:pt x="5204" y="27520"/>
                </a:cubicBezTo>
                <a:cubicBezTo>
                  <a:pt x="0" y="21883"/>
                  <a:pt x="3136" y="17380"/>
                  <a:pt x="6271" y="15779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3 ">
  <p:cSld name="CUSTOM_53">
    <p:spTree>
      <p:nvGrpSpPr>
        <p:cNvPr id="1" name="Shape 14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9" name="Google Shape;1469;p96"/>
          <p:cNvSpPr/>
          <p:nvPr/>
        </p:nvSpPr>
        <p:spPr>
          <a:xfrm rot="3000392">
            <a:off x="-2511879" y="337446"/>
            <a:ext cx="4913563" cy="3022958"/>
          </a:xfrm>
          <a:custGeom>
            <a:avLst/>
            <a:gdLst/>
            <a:ahLst/>
            <a:cxnLst/>
            <a:rect l="l" t="t" r="r" b="b"/>
            <a:pathLst>
              <a:path w="59643" h="36694" extrusionOk="0">
                <a:moveTo>
                  <a:pt x="6271" y="15779"/>
                </a:moveTo>
                <a:cubicBezTo>
                  <a:pt x="9374" y="14178"/>
                  <a:pt x="17513" y="18347"/>
                  <a:pt x="23150" y="11676"/>
                </a:cubicBezTo>
                <a:cubicBezTo>
                  <a:pt x="28787" y="5004"/>
                  <a:pt x="30455" y="1"/>
                  <a:pt x="37327" y="2302"/>
                </a:cubicBezTo>
                <a:cubicBezTo>
                  <a:pt x="44198" y="4571"/>
                  <a:pt x="43064" y="13410"/>
                  <a:pt x="47601" y="15779"/>
                </a:cubicBezTo>
                <a:cubicBezTo>
                  <a:pt x="52104" y="18147"/>
                  <a:pt x="59643" y="31690"/>
                  <a:pt x="43364" y="34192"/>
                </a:cubicBezTo>
                <a:cubicBezTo>
                  <a:pt x="27120" y="36694"/>
                  <a:pt x="10441" y="33158"/>
                  <a:pt x="5204" y="27520"/>
                </a:cubicBezTo>
                <a:cubicBezTo>
                  <a:pt x="0" y="21883"/>
                  <a:pt x="3136" y="17380"/>
                  <a:pt x="6271" y="15779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70" name="Google Shape;1470;p96"/>
          <p:cNvSpPr/>
          <p:nvPr/>
        </p:nvSpPr>
        <p:spPr>
          <a:xfrm rot="4132171">
            <a:off x="6908594" y="2764384"/>
            <a:ext cx="3403944" cy="3389830"/>
          </a:xfrm>
          <a:custGeom>
            <a:avLst/>
            <a:gdLst/>
            <a:ahLst/>
            <a:cxnLst/>
            <a:rect l="l" t="t" r="r" b="b"/>
            <a:pathLst>
              <a:path w="48235" h="48035" extrusionOk="0">
                <a:moveTo>
                  <a:pt x="3770" y="17379"/>
                </a:moveTo>
                <a:cubicBezTo>
                  <a:pt x="7573" y="20948"/>
                  <a:pt x="10108" y="20948"/>
                  <a:pt x="20515" y="21349"/>
                </a:cubicBezTo>
                <a:cubicBezTo>
                  <a:pt x="30956" y="21782"/>
                  <a:pt x="19314" y="35525"/>
                  <a:pt x="27520" y="41797"/>
                </a:cubicBezTo>
                <a:cubicBezTo>
                  <a:pt x="35726" y="48034"/>
                  <a:pt x="48235" y="37827"/>
                  <a:pt x="48235" y="26986"/>
                </a:cubicBezTo>
                <a:cubicBezTo>
                  <a:pt x="48235" y="16145"/>
                  <a:pt x="35026" y="0"/>
                  <a:pt x="18080" y="867"/>
                </a:cubicBezTo>
                <a:cubicBezTo>
                  <a:pt x="1135" y="1768"/>
                  <a:pt x="1" y="13843"/>
                  <a:pt x="3770" y="17379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71" name="Google Shape;1471;p96"/>
          <p:cNvSpPr txBox="1">
            <a:spLocks noGrp="1"/>
          </p:cNvSpPr>
          <p:nvPr>
            <p:ph type="title"/>
          </p:nvPr>
        </p:nvSpPr>
        <p:spPr>
          <a:xfrm>
            <a:off x="713250" y="523025"/>
            <a:ext cx="7717500" cy="541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>
                <a:solidFill>
                  <a:schemeClr val="accen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4">
  <p:cSld name="CUSTOM_54">
    <p:spTree>
      <p:nvGrpSpPr>
        <p:cNvPr id="1" name="Shape 14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3" name="Google Shape;1473;p97"/>
          <p:cNvSpPr/>
          <p:nvPr/>
        </p:nvSpPr>
        <p:spPr>
          <a:xfrm rot="-2075300" flipH="1">
            <a:off x="6536189" y="2792426"/>
            <a:ext cx="4162683" cy="2560996"/>
          </a:xfrm>
          <a:custGeom>
            <a:avLst/>
            <a:gdLst/>
            <a:ahLst/>
            <a:cxnLst/>
            <a:rect l="l" t="t" r="r" b="b"/>
            <a:pathLst>
              <a:path w="59643" h="36694" extrusionOk="0">
                <a:moveTo>
                  <a:pt x="6271" y="15779"/>
                </a:moveTo>
                <a:cubicBezTo>
                  <a:pt x="9374" y="14178"/>
                  <a:pt x="17513" y="18347"/>
                  <a:pt x="23150" y="11676"/>
                </a:cubicBezTo>
                <a:cubicBezTo>
                  <a:pt x="28787" y="5004"/>
                  <a:pt x="30455" y="1"/>
                  <a:pt x="37327" y="2302"/>
                </a:cubicBezTo>
                <a:cubicBezTo>
                  <a:pt x="44198" y="4571"/>
                  <a:pt x="43064" y="13410"/>
                  <a:pt x="47601" y="15779"/>
                </a:cubicBezTo>
                <a:cubicBezTo>
                  <a:pt x="52104" y="18147"/>
                  <a:pt x="59643" y="31690"/>
                  <a:pt x="43364" y="34192"/>
                </a:cubicBezTo>
                <a:cubicBezTo>
                  <a:pt x="27120" y="36694"/>
                  <a:pt x="10441" y="33158"/>
                  <a:pt x="5204" y="27520"/>
                </a:cubicBezTo>
                <a:cubicBezTo>
                  <a:pt x="0" y="21883"/>
                  <a:pt x="3136" y="17380"/>
                  <a:pt x="6271" y="15779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74" name="Google Shape;1474;p97"/>
          <p:cNvSpPr/>
          <p:nvPr/>
        </p:nvSpPr>
        <p:spPr>
          <a:xfrm rot="672094">
            <a:off x="-2943686" y="-119412"/>
            <a:ext cx="4680680" cy="4251900"/>
          </a:xfrm>
          <a:custGeom>
            <a:avLst/>
            <a:gdLst/>
            <a:ahLst/>
            <a:cxnLst/>
            <a:rect l="l" t="t" r="r" b="b"/>
            <a:pathLst>
              <a:path w="65181" h="59210" extrusionOk="0">
                <a:moveTo>
                  <a:pt x="23617" y="9808"/>
                </a:moveTo>
                <a:cubicBezTo>
                  <a:pt x="25785" y="15712"/>
                  <a:pt x="27153" y="21883"/>
                  <a:pt x="35092" y="17079"/>
                </a:cubicBezTo>
                <a:cubicBezTo>
                  <a:pt x="42998" y="12309"/>
                  <a:pt x="55740" y="12376"/>
                  <a:pt x="59276" y="17546"/>
                </a:cubicBezTo>
                <a:cubicBezTo>
                  <a:pt x="62812" y="22717"/>
                  <a:pt x="56140" y="30055"/>
                  <a:pt x="55940" y="36393"/>
                </a:cubicBezTo>
                <a:cubicBezTo>
                  <a:pt x="55740" y="42731"/>
                  <a:pt x="65180" y="49603"/>
                  <a:pt x="57741" y="54406"/>
                </a:cubicBezTo>
                <a:cubicBezTo>
                  <a:pt x="50303" y="59210"/>
                  <a:pt x="31556" y="57108"/>
                  <a:pt x="33224" y="47535"/>
                </a:cubicBezTo>
                <a:cubicBezTo>
                  <a:pt x="34892" y="37928"/>
                  <a:pt x="25719" y="35026"/>
                  <a:pt x="17579" y="31256"/>
                </a:cubicBezTo>
                <a:cubicBezTo>
                  <a:pt x="9440" y="27520"/>
                  <a:pt x="0" y="13744"/>
                  <a:pt x="7706" y="6872"/>
                </a:cubicBezTo>
                <a:cubicBezTo>
                  <a:pt x="15411" y="1"/>
                  <a:pt x="21449" y="3870"/>
                  <a:pt x="23617" y="9808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75" name="Google Shape;1475;p97"/>
          <p:cNvSpPr txBox="1">
            <a:spLocks noGrp="1"/>
          </p:cNvSpPr>
          <p:nvPr>
            <p:ph type="title"/>
          </p:nvPr>
        </p:nvSpPr>
        <p:spPr>
          <a:xfrm>
            <a:off x="713250" y="523025"/>
            <a:ext cx="7717500" cy="541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>
                <a:solidFill>
                  <a:schemeClr val="accen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1">
  <p:cSld name="CUSTOM_6">
    <p:spTree>
      <p:nvGrpSpPr>
        <p:cNvPr id="1" name="Shape 14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7" name="Google Shape;1477;p98"/>
          <p:cNvSpPr/>
          <p:nvPr/>
        </p:nvSpPr>
        <p:spPr>
          <a:xfrm rot="-2187687">
            <a:off x="6997415" y="2824325"/>
            <a:ext cx="1938838" cy="3305612"/>
          </a:xfrm>
          <a:custGeom>
            <a:avLst/>
            <a:gdLst/>
            <a:ahLst/>
            <a:cxnLst/>
            <a:rect l="l" t="t" r="r" b="b"/>
            <a:pathLst>
              <a:path w="19210" h="32752" extrusionOk="0">
                <a:moveTo>
                  <a:pt x="14053" y="490"/>
                </a:moveTo>
                <a:lnTo>
                  <a:pt x="14053" y="490"/>
                </a:lnTo>
                <a:cubicBezTo>
                  <a:pt x="14026" y="597"/>
                  <a:pt x="13999" y="758"/>
                  <a:pt x="13972" y="918"/>
                </a:cubicBezTo>
                <a:cubicBezTo>
                  <a:pt x="13972" y="865"/>
                  <a:pt x="13972" y="838"/>
                  <a:pt x="13946" y="838"/>
                </a:cubicBezTo>
                <a:cubicBezTo>
                  <a:pt x="13972" y="731"/>
                  <a:pt x="14026" y="597"/>
                  <a:pt x="14053" y="490"/>
                </a:cubicBezTo>
                <a:close/>
                <a:moveTo>
                  <a:pt x="13651" y="1560"/>
                </a:moveTo>
                <a:lnTo>
                  <a:pt x="13651" y="1560"/>
                </a:lnTo>
                <a:cubicBezTo>
                  <a:pt x="13276" y="3862"/>
                  <a:pt x="12045" y="5923"/>
                  <a:pt x="11189" y="8038"/>
                </a:cubicBezTo>
                <a:cubicBezTo>
                  <a:pt x="10522" y="9665"/>
                  <a:pt x="10466" y="11531"/>
                  <a:pt x="10493" y="13318"/>
                </a:cubicBezTo>
                <a:lnTo>
                  <a:pt x="10493" y="13318"/>
                </a:lnTo>
                <a:cubicBezTo>
                  <a:pt x="10490" y="13217"/>
                  <a:pt x="10464" y="13118"/>
                  <a:pt x="10439" y="13043"/>
                </a:cubicBezTo>
                <a:cubicBezTo>
                  <a:pt x="10091" y="10634"/>
                  <a:pt x="9904" y="8412"/>
                  <a:pt x="11001" y="6191"/>
                </a:cubicBezTo>
                <a:cubicBezTo>
                  <a:pt x="11724" y="4772"/>
                  <a:pt x="12714" y="3541"/>
                  <a:pt x="13410" y="2123"/>
                </a:cubicBezTo>
                <a:cubicBezTo>
                  <a:pt x="13491" y="1935"/>
                  <a:pt x="13571" y="1748"/>
                  <a:pt x="13651" y="1560"/>
                </a:cubicBezTo>
                <a:close/>
                <a:moveTo>
                  <a:pt x="13972" y="945"/>
                </a:moveTo>
                <a:lnTo>
                  <a:pt x="13972" y="945"/>
                </a:lnTo>
                <a:cubicBezTo>
                  <a:pt x="13972" y="1079"/>
                  <a:pt x="13946" y="1212"/>
                  <a:pt x="13946" y="1346"/>
                </a:cubicBezTo>
                <a:cubicBezTo>
                  <a:pt x="13946" y="2524"/>
                  <a:pt x="13758" y="3702"/>
                  <a:pt x="13517" y="4853"/>
                </a:cubicBezTo>
                <a:cubicBezTo>
                  <a:pt x="12821" y="7877"/>
                  <a:pt x="11376" y="10580"/>
                  <a:pt x="10760" y="13605"/>
                </a:cubicBezTo>
                <a:cubicBezTo>
                  <a:pt x="10787" y="11357"/>
                  <a:pt x="10921" y="9189"/>
                  <a:pt x="11858" y="7074"/>
                </a:cubicBezTo>
                <a:cubicBezTo>
                  <a:pt x="12741" y="5094"/>
                  <a:pt x="13785" y="3140"/>
                  <a:pt x="13972" y="945"/>
                </a:cubicBezTo>
                <a:close/>
                <a:moveTo>
                  <a:pt x="5002" y="14350"/>
                </a:moveTo>
                <a:cubicBezTo>
                  <a:pt x="5585" y="14350"/>
                  <a:pt x="6085" y="14646"/>
                  <a:pt x="6746" y="15104"/>
                </a:cubicBezTo>
                <a:cubicBezTo>
                  <a:pt x="6879" y="15184"/>
                  <a:pt x="7013" y="15264"/>
                  <a:pt x="7147" y="15372"/>
                </a:cubicBezTo>
                <a:cubicBezTo>
                  <a:pt x="6694" y="15252"/>
                  <a:pt x="6232" y="15200"/>
                  <a:pt x="5767" y="15200"/>
                </a:cubicBezTo>
                <a:cubicBezTo>
                  <a:pt x="4364" y="15200"/>
                  <a:pt x="2927" y="15672"/>
                  <a:pt x="1580" y="16174"/>
                </a:cubicBezTo>
                <a:cubicBezTo>
                  <a:pt x="2329" y="15666"/>
                  <a:pt x="3025" y="15077"/>
                  <a:pt x="3855" y="14676"/>
                </a:cubicBezTo>
                <a:cubicBezTo>
                  <a:pt x="4297" y="14450"/>
                  <a:pt x="4663" y="14350"/>
                  <a:pt x="5002" y="14350"/>
                </a:cubicBezTo>
                <a:close/>
                <a:moveTo>
                  <a:pt x="5753" y="15432"/>
                </a:moveTo>
                <a:cubicBezTo>
                  <a:pt x="6514" y="15432"/>
                  <a:pt x="7262" y="15581"/>
                  <a:pt x="7977" y="15960"/>
                </a:cubicBezTo>
                <a:cubicBezTo>
                  <a:pt x="8619" y="16389"/>
                  <a:pt x="9208" y="16870"/>
                  <a:pt x="9743" y="17406"/>
                </a:cubicBezTo>
                <a:cubicBezTo>
                  <a:pt x="8352" y="16737"/>
                  <a:pt x="6906" y="16389"/>
                  <a:pt x="5381" y="16335"/>
                </a:cubicBezTo>
                <a:lnTo>
                  <a:pt x="4765" y="16335"/>
                </a:lnTo>
                <a:cubicBezTo>
                  <a:pt x="3828" y="16335"/>
                  <a:pt x="2918" y="16469"/>
                  <a:pt x="1981" y="16576"/>
                </a:cubicBezTo>
                <a:cubicBezTo>
                  <a:pt x="1633" y="16603"/>
                  <a:pt x="1312" y="16629"/>
                  <a:pt x="964" y="16656"/>
                </a:cubicBezTo>
                <a:cubicBezTo>
                  <a:pt x="2489" y="16094"/>
                  <a:pt x="4149" y="15432"/>
                  <a:pt x="5753" y="15432"/>
                </a:cubicBezTo>
                <a:close/>
                <a:moveTo>
                  <a:pt x="18748" y="11060"/>
                </a:moveTo>
                <a:cubicBezTo>
                  <a:pt x="18737" y="11089"/>
                  <a:pt x="18737" y="11129"/>
                  <a:pt x="18737" y="11169"/>
                </a:cubicBezTo>
                <a:cubicBezTo>
                  <a:pt x="18603" y="11892"/>
                  <a:pt x="18442" y="12588"/>
                  <a:pt x="18282" y="13284"/>
                </a:cubicBezTo>
                <a:cubicBezTo>
                  <a:pt x="17907" y="14729"/>
                  <a:pt x="17291" y="16255"/>
                  <a:pt x="16087" y="17165"/>
                </a:cubicBezTo>
                <a:cubicBezTo>
                  <a:pt x="14963" y="17995"/>
                  <a:pt x="13223" y="18289"/>
                  <a:pt x="12045" y="19119"/>
                </a:cubicBezTo>
                <a:cubicBezTo>
                  <a:pt x="12473" y="18342"/>
                  <a:pt x="12955" y="17700"/>
                  <a:pt x="13785" y="17218"/>
                </a:cubicBezTo>
                <a:cubicBezTo>
                  <a:pt x="14508" y="16790"/>
                  <a:pt x="15257" y="16469"/>
                  <a:pt x="15873" y="15907"/>
                </a:cubicBezTo>
                <a:cubicBezTo>
                  <a:pt x="16542" y="15291"/>
                  <a:pt x="17077" y="14408"/>
                  <a:pt x="17532" y="13659"/>
                </a:cubicBezTo>
                <a:cubicBezTo>
                  <a:pt x="18036" y="12864"/>
                  <a:pt x="18250" y="11859"/>
                  <a:pt x="18748" y="11060"/>
                </a:cubicBezTo>
                <a:close/>
                <a:moveTo>
                  <a:pt x="18549" y="10928"/>
                </a:moveTo>
                <a:lnTo>
                  <a:pt x="18549" y="10928"/>
                </a:lnTo>
                <a:cubicBezTo>
                  <a:pt x="18201" y="11517"/>
                  <a:pt x="18014" y="12213"/>
                  <a:pt x="17693" y="12856"/>
                </a:cubicBezTo>
                <a:cubicBezTo>
                  <a:pt x="17184" y="13899"/>
                  <a:pt x="16488" y="14863"/>
                  <a:pt x="15712" y="15719"/>
                </a:cubicBezTo>
                <a:cubicBezTo>
                  <a:pt x="15016" y="16469"/>
                  <a:pt x="13919" y="16844"/>
                  <a:pt x="13062" y="17379"/>
                </a:cubicBezTo>
                <a:cubicBezTo>
                  <a:pt x="12313" y="17861"/>
                  <a:pt x="11911" y="18798"/>
                  <a:pt x="11510" y="19547"/>
                </a:cubicBezTo>
                <a:cubicBezTo>
                  <a:pt x="11485" y="19571"/>
                  <a:pt x="11461" y="19573"/>
                  <a:pt x="11457" y="19594"/>
                </a:cubicBezTo>
                <a:lnTo>
                  <a:pt x="11457" y="19594"/>
                </a:lnTo>
                <a:cubicBezTo>
                  <a:pt x="11836" y="15557"/>
                  <a:pt x="16249" y="13818"/>
                  <a:pt x="18549" y="10928"/>
                </a:cubicBezTo>
                <a:close/>
                <a:moveTo>
                  <a:pt x="6505" y="16683"/>
                </a:moveTo>
                <a:lnTo>
                  <a:pt x="6505" y="16683"/>
                </a:lnTo>
                <a:cubicBezTo>
                  <a:pt x="7763" y="16844"/>
                  <a:pt x="8994" y="17245"/>
                  <a:pt x="10145" y="17914"/>
                </a:cubicBezTo>
                <a:cubicBezTo>
                  <a:pt x="10573" y="18450"/>
                  <a:pt x="10921" y="19065"/>
                  <a:pt x="11135" y="19788"/>
                </a:cubicBezTo>
                <a:cubicBezTo>
                  <a:pt x="9315" y="19172"/>
                  <a:pt x="8191" y="17432"/>
                  <a:pt x="6505" y="16683"/>
                </a:cubicBezTo>
                <a:close/>
                <a:moveTo>
                  <a:pt x="6772" y="20270"/>
                </a:moveTo>
                <a:cubicBezTo>
                  <a:pt x="7736" y="21581"/>
                  <a:pt x="9342" y="22384"/>
                  <a:pt x="10466" y="23535"/>
                </a:cubicBezTo>
                <a:cubicBezTo>
                  <a:pt x="9074" y="22598"/>
                  <a:pt x="7120" y="22331"/>
                  <a:pt x="6826" y="20350"/>
                </a:cubicBezTo>
                <a:cubicBezTo>
                  <a:pt x="6799" y="20323"/>
                  <a:pt x="6772" y="20296"/>
                  <a:pt x="6746" y="20270"/>
                </a:cubicBezTo>
                <a:close/>
                <a:moveTo>
                  <a:pt x="16221" y="20698"/>
                </a:moveTo>
                <a:cubicBezTo>
                  <a:pt x="15685" y="21635"/>
                  <a:pt x="14267" y="22304"/>
                  <a:pt x="13464" y="22812"/>
                </a:cubicBezTo>
                <a:cubicBezTo>
                  <a:pt x="12955" y="23187"/>
                  <a:pt x="12233" y="23615"/>
                  <a:pt x="11831" y="24177"/>
                </a:cubicBezTo>
                <a:cubicBezTo>
                  <a:pt x="12286" y="22357"/>
                  <a:pt x="14722" y="21768"/>
                  <a:pt x="16221" y="20698"/>
                </a:cubicBezTo>
                <a:close/>
                <a:moveTo>
                  <a:pt x="6692" y="20939"/>
                </a:moveTo>
                <a:cubicBezTo>
                  <a:pt x="7388" y="22893"/>
                  <a:pt x="9957" y="22866"/>
                  <a:pt x="11135" y="24445"/>
                </a:cubicBezTo>
                <a:cubicBezTo>
                  <a:pt x="9395" y="23481"/>
                  <a:pt x="6772" y="23080"/>
                  <a:pt x="6692" y="20939"/>
                </a:cubicBezTo>
                <a:close/>
                <a:moveTo>
                  <a:pt x="16194" y="21126"/>
                </a:moveTo>
                <a:cubicBezTo>
                  <a:pt x="15766" y="22304"/>
                  <a:pt x="14749" y="22919"/>
                  <a:pt x="13571" y="23455"/>
                </a:cubicBezTo>
                <a:cubicBezTo>
                  <a:pt x="12982" y="23722"/>
                  <a:pt x="12393" y="24017"/>
                  <a:pt x="11938" y="24445"/>
                </a:cubicBezTo>
                <a:cubicBezTo>
                  <a:pt x="12447" y="23562"/>
                  <a:pt x="13785" y="22919"/>
                  <a:pt x="14534" y="22411"/>
                </a:cubicBezTo>
                <a:cubicBezTo>
                  <a:pt x="15070" y="22063"/>
                  <a:pt x="15739" y="21661"/>
                  <a:pt x="16194" y="21126"/>
                </a:cubicBezTo>
                <a:close/>
                <a:moveTo>
                  <a:pt x="14048" y="0"/>
                </a:moveTo>
                <a:cubicBezTo>
                  <a:pt x="14002" y="0"/>
                  <a:pt x="13958" y="28"/>
                  <a:pt x="13946" y="88"/>
                </a:cubicBezTo>
                <a:cubicBezTo>
                  <a:pt x="13196" y="2390"/>
                  <a:pt x="11751" y="4183"/>
                  <a:pt x="10680" y="6298"/>
                </a:cubicBezTo>
                <a:cubicBezTo>
                  <a:pt x="9610" y="8466"/>
                  <a:pt x="9877" y="10795"/>
                  <a:pt x="10225" y="13096"/>
                </a:cubicBezTo>
                <a:cubicBezTo>
                  <a:pt x="10305" y="13766"/>
                  <a:pt x="10413" y="14435"/>
                  <a:pt x="10520" y="15104"/>
                </a:cubicBezTo>
                <a:cubicBezTo>
                  <a:pt x="10520" y="15131"/>
                  <a:pt x="10520" y="15157"/>
                  <a:pt x="10520" y="15157"/>
                </a:cubicBezTo>
                <a:cubicBezTo>
                  <a:pt x="10520" y="15184"/>
                  <a:pt x="10520" y="15211"/>
                  <a:pt x="10546" y="15211"/>
                </a:cubicBezTo>
                <a:cubicBezTo>
                  <a:pt x="10734" y="16469"/>
                  <a:pt x="10921" y="17727"/>
                  <a:pt x="11082" y="18985"/>
                </a:cubicBezTo>
                <a:cubicBezTo>
                  <a:pt x="10520" y="17700"/>
                  <a:pt x="9502" y="16737"/>
                  <a:pt x="8352" y="15907"/>
                </a:cubicBezTo>
                <a:cubicBezTo>
                  <a:pt x="8352" y="15880"/>
                  <a:pt x="8352" y="15853"/>
                  <a:pt x="8325" y="15853"/>
                </a:cubicBezTo>
                <a:cubicBezTo>
                  <a:pt x="8298" y="15853"/>
                  <a:pt x="8271" y="15827"/>
                  <a:pt x="8271" y="15827"/>
                </a:cubicBezTo>
                <a:cubicBezTo>
                  <a:pt x="7602" y="15345"/>
                  <a:pt x="6906" y="14890"/>
                  <a:pt x="6237" y="14461"/>
                </a:cubicBezTo>
                <a:cubicBezTo>
                  <a:pt x="5829" y="14193"/>
                  <a:pt x="5417" y="14081"/>
                  <a:pt x="5004" y="14081"/>
                </a:cubicBezTo>
                <a:cubicBezTo>
                  <a:pt x="3280" y="14081"/>
                  <a:pt x="1550" y="16040"/>
                  <a:pt x="81" y="16710"/>
                </a:cubicBezTo>
                <a:cubicBezTo>
                  <a:pt x="27" y="16737"/>
                  <a:pt x="1" y="16790"/>
                  <a:pt x="27" y="16844"/>
                </a:cubicBezTo>
                <a:cubicBezTo>
                  <a:pt x="27" y="16870"/>
                  <a:pt x="54" y="16870"/>
                  <a:pt x="54" y="16870"/>
                </a:cubicBezTo>
                <a:cubicBezTo>
                  <a:pt x="54" y="16870"/>
                  <a:pt x="54" y="16897"/>
                  <a:pt x="81" y="16897"/>
                </a:cubicBezTo>
                <a:cubicBezTo>
                  <a:pt x="81" y="16924"/>
                  <a:pt x="108" y="16924"/>
                  <a:pt x="108" y="16924"/>
                </a:cubicBezTo>
                <a:lnTo>
                  <a:pt x="135" y="16924"/>
                </a:lnTo>
                <a:cubicBezTo>
                  <a:pt x="1580" y="16924"/>
                  <a:pt x="2972" y="16656"/>
                  <a:pt x="4390" y="16576"/>
                </a:cubicBezTo>
                <a:lnTo>
                  <a:pt x="5354" y="16576"/>
                </a:lnTo>
                <a:cubicBezTo>
                  <a:pt x="7736" y="16870"/>
                  <a:pt x="8967" y="19413"/>
                  <a:pt x="11242" y="20082"/>
                </a:cubicBezTo>
                <a:cubicBezTo>
                  <a:pt x="11376" y="21367"/>
                  <a:pt x="11483" y="22679"/>
                  <a:pt x="11483" y="23990"/>
                </a:cubicBezTo>
                <a:cubicBezTo>
                  <a:pt x="11483" y="24124"/>
                  <a:pt x="11483" y="24284"/>
                  <a:pt x="11483" y="24445"/>
                </a:cubicBezTo>
                <a:cubicBezTo>
                  <a:pt x="10413" y="22545"/>
                  <a:pt x="7977" y="21715"/>
                  <a:pt x="6799" y="19895"/>
                </a:cubicBezTo>
                <a:cubicBezTo>
                  <a:pt x="6778" y="19863"/>
                  <a:pt x="6740" y="19848"/>
                  <a:pt x="6701" y="19848"/>
                </a:cubicBezTo>
                <a:cubicBezTo>
                  <a:pt x="6640" y="19848"/>
                  <a:pt x="6574" y="19884"/>
                  <a:pt x="6558" y="19948"/>
                </a:cubicBezTo>
                <a:cubicBezTo>
                  <a:pt x="6237" y="21340"/>
                  <a:pt x="6719" y="22411"/>
                  <a:pt x="7897" y="23241"/>
                </a:cubicBezTo>
                <a:cubicBezTo>
                  <a:pt x="8967" y="23990"/>
                  <a:pt x="10386" y="24177"/>
                  <a:pt x="11456" y="24954"/>
                </a:cubicBezTo>
                <a:cubicBezTo>
                  <a:pt x="11349" y="27523"/>
                  <a:pt x="10734" y="30093"/>
                  <a:pt x="10145" y="32609"/>
                </a:cubicBezTo>
                <a:cubicBezTo>
                  <a:pt x="10112" y="32690"/>
                  <a:pt x="10188" y="32751"/>
                  <a:pt x="10265" y="32751"/>
                </a:cubicBezTo>
                <a:cubicBezTo>
                  <a:pt x="10315" y="32751"/>
                  <a:pt x="10365" y="32725"/>
                  <a:pt x="10386" y="32662"/>
                </a:cubicBezTo>
                <a:cubicBezTo>
                  <a:pt x="10760" y="31003"/>
                  <a:pt x="11108" y="29343"/>
                  <a:pt x="11430" y="27684"/>
                </a:cubicBezTo>
                <a:cubicBezTo>
                  <a:pt x="11563" y="26854"/>
                  <a:pt x="11670" y="26024"/>
                  <a:pt x="11697" y="25194"/>
                </a:cubicBezTo>
                <a:cubicBezTo>
                  <a:pt x="12179" y="24017"/>
                  <a:pt x="13839" y="23669"/>
                  <a:pt x="14829" y="23080"/>
                </a:cubicBezTo>
                <a:cubicBezTo>
                  <a:pt x="15899" y="22491"/>
                  <a:pt x="16488" y="21581"/>
                  <a:pt x="16595" y="20377"/>
                </a:cubicBezTo>
                <a:cubicBezTo>
                  <a:pt x="16595" y="20350"/>
                  <a:pt x="16595" y="20350"/>
                  <a:pt x="16595" y="20323"/>
                </a:cubicBezTo>
                <a:cubicBezTo>
                  <a:pt x="16622" y="20270"/>
                  <a:pt x="16569" y="20243"/>
                  <a:pt x="16515" y="20216"/>
                </a:cubicBezTo>
                <a:lnTo>
                  <a:pt x="16462" y="20216"/>
                </a:lnTo>
                <a:cubicBezTo>
                  <a:pt x="16435" y="20216"/>
                  <a:pt x="16435" y="20243"/>
                  <a:pt x="16408" y="20243"/>
                </a:cubicBezTo>
                <a:cubicBezTo>
                  <a:pt x="15043" y="21474"/>
                  <a:pt x="12473" y="21983"/>
                  <a:pt x="11724" y="23722"/>
                </a:cubicBezTo>
                <a:cubicBezTo>
                  <a:pt x="11724" y="22571"/>
                  <a:pt x="11644" y="21447"/>
                  <a:pt x="11510" y="20323"/>
                </a:cubicBezTo>
                <a:cubicBezTo>
                  <a:pt x="11510" y="20189"/>
                  <a:pt x="11483" y="20082"/>
                  <a:pt x="11483" y="19948"/>
                </a:cubicBezTo>
                <a:cubicBezTo>
                  <a:pt x="12072" y="19172"/>
                  <a:pt x="13250" y="18824"/>
                  <a:pt x="14106" y="18450"/>
                </a:cubicBezTo>
                <a:cubicBezTo>
                  <a:pt x="15070" y="18021"/>
                  <a:pt x="16060" y="17593"/>
                  <a:pt x="16809" y="16844"/>
                </a:cubicBezTo>
                <a:cubicBezTo>
                  <a:pt x="18522" y="15157"/>
                  <a:pt x="18790" y="12160"/>
                  <a:pt x="19192" y="9938"/>
                </a:cubicBezTo>
                <a:cubicBezTo>
                  <a:pt x="19210" y="9848"/>
                  <a:pt x="19130" y="9770"/>
                  <a:pt x="19060" y="9770"/>
                </a:cubicBezTo>
                <a:cubicBezTo>
                  <a:pt x="19026" y="9770"/>
                  <a:pt x="18995" y="9788"/>
                  <a:pt x="18978" y="9831"/>
                </a:cubicBezTo>
                <a:cubicBezTo>
                  <a:pt x="18014" y="11758"/>
                  <a:pt x="15846" y="13070"/>
                  <a:pt x="14294" y="14488"/>
                </a:cubicBezTo>
                <a:cubicBezTo>
                  <a:pt x="12982" y="15693"/>
                  <a:pt x="11751" y="17138"/>
                  <a:pt x="11349" y="18851"/>
                </a:cubicBezTo>
                <a:cubicBezTo>
                  <a:pt x="11162" y="17593"/>
                  <a:pt x="10975" y="16335"/>
                  <a:pt x="10760" y="15104"/>
                </a:cubicBezTo>
                <a:cubicBezTo>
                  <a:pt x="11028" y="12534"/>
                  <a:pt x="11911" y="10233"/>
                  <a:pt x="12821" y="7877"/>
                </a:cubicBezTo>
                <a:cubicBezTo>
                  <a:pt x="13758" y="5334"/>
                  <a:pt x="14267" y="2818"/>
                  <a:pt x="14160" y="115"/>
                </a:cubicBezTo>
                <a:cubicBezTo>
                  <a:pt x="14160" y="42"/>
                  <a:pt x="14103" y="0"/>
                  <a:pt x="14048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78" name="Google Shape;1478;p98"/>
          <p:cNvSpPr/>
          <p:nvPr/>
        </p:nvSpPr>
        <p:spPr>
          <a:xfrm rot="1855510">
            <a:off x="2523490" y="193756"/>
            <a:ext cx="4979106" cy="4104445"/>
          </a:xfrm>
          <a:custGeom>
            <a:avLst/>
            <a:gdLst/>
            <a:ahLst/>
            <a:cxnLst/>
            <a:rect l="l" t="t" r="r" b="b"/>
            <a:pathLst>
              <a:path w="59243" h="48836" extrusionOk="0">
                <a:moveTo>
                  <a:pt x="27153" y="9007"/>
                </a:moveTo>
                <a:cubicBezTo>
                  <a:pt x="33591" y="9007"/>
                  <a:pt x="31990" y="9240"/>
                  <a:pt x="38094" y="5071"/>
                </a:cubicBezTo>
                <a:cubicBezTo>
                  <a:pt x="44232" y="901"/>
                  <a:pt x="51737" y="0"/>
                  <a:pt x="55473" y="5071"/>
                </a:cubicBezTo>
                <a:cubicBezTo>
                  <a:pt x="59243" y="10108"/>
                  <a:pt x="46800" y="16346"/>
                  <a:pt x="46767" y="22483"/>
                </a:cubicBezTo>
                <a:cubicBezTo>
                  <a:pt x="46734" y="28621"/>
                  <a:pt x="48768" y="48835"/>
                  <a:pt x="28354" y="48835"/>
                </a:cubicBezTo>
                <a:cubicBezTo>
                  <a:pt x="7939" y="48835"/>
                  <a:pt x="0" y="22583"/>
                  <a:pt x="8973" y="14011"/>
                </a:cubicBezTo>
                <a:cubicBezTo>
                  <a:pt x="17946" y="5471"/>
                  <a:pt x="20715" y="9007"/>
                  <a:pt x="27153" y="9007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79" name="Google Shape;1479;p98"/>
          <p:cNvSpPr/>
          <p:nvPr/>
        </p:nvSpPr>
        <p:spPr>
          <a:xfrm rot="10800000" flipH="1">
            <a:off x="242450" y="2888462"/>
            <a:ext cx="1774800" cy="17748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480" name="Google Shape;1480;p98"/>
          <p:cNvGrpSpPr/>
          <p:nvPr/>
        </p:nvGrpSpPr>
        <p:grpSpPr>
          <a:xfrm rot="10800000" flipH="1">
            <a:off x="955516" y="2266845"/>
            <a:ext cx="1696762" cy="1688828"/>
            <a:chOff x="2414491" y="671177"/>
            <a:chExt cx="1830972" cy="1822411"/>
          </a:xfrm>
        </p:grpSpPr>
        <p:sp>
          <p:nvSpPr>
            <p:cNvPr id="1481" name="Google Shape;1481;p98"/>
            <p:cNvSpPr/>
            <p:nvPr/>
          </p:nvSpPr>
          <p:spPr>
            <a:xfrm>
              <a:off x="2414491" y="671177"/>
              <a:ext cx="1830972" cy="1822391"/>
            </a:xfrm>
            <a:custGeom>
              <a:avLst/>
              <a:gdLst/>
              <a:ahLst/>
              <a:cxnLst/>
              <a:rect l="l" t="t" r="r" b="b"/>
              <a:pathLst>
                <a:path w="45663" h="45449" extrusionOk="0">
                  <a:moveTo>
                    <a:pt x="10947" y="4979"/>
                  </a:moveTo>
                  <a:lnTo>
                    <a:pt x="15605" y="7656"/>
                  </a:lnTo>
                  <a:lnTo>
                    <a:pt x="15605" y="13062"/>
                  </a:lnTo>
                  <a:lnTo>
                    <a:pt x="10947" y="15766"/>
                  </a:lnTo>
                  <a:lnTo>
                    <a:pt x="6263" y="13062"/>
                  </a:lnTo>
                  <a:lnTo>
                    <a:pt x="6263" y="7656"/>
                  </a:lnTo>
                  <a:lnTo>
                    <a:pt x="10947" y="4979"/>
                  </a:lnTo>
                  <a:close/>
                  <a:moveTo>
                    <a:pt x="20449" y="4979"/>
                  </a:moveTo>
                  <a:lnTo>
                    <a:pt x="25133" y="7656"/>
                  </a:lnTo>
                  <a:lnTo>
                    <a:pt x="25133" y="13062"/>
                  </a:lnTo>
                  <a:lnTo>
                    <a:pt x="20449" y="15766"/>
                  </a:lnTo>
                  <a:lnTo>
                    <a:pt x="15792" y="13062"/>
                  </a:lnTo>
                  <a:lnTo>
                    <a:pt x="15792" y="7656"/>
                  </a:lnTo>
                  <a:lnTo>
                    <a:pt x="20449" y="4979"/>
                  </a:lnTo>
                  <a:close/>
                  <a:moveTo>
                    <a:pt x="29978" y="4979"/>
                  </a:moveTo>
                  <a:lnTo>
                    <a:pt x="34635" y="7656"/>
                  </a:lnTo>
                  <a:lnTo>
                    <a:pt x="34635" y="13062"/>
                  </a:lnTo>
                  <a:lnTo>
                    <a:pt x="29978" y="15766"/>
                  </a:lnTo>
                  <a:lnTo>
                    <a:pt x="25294" y="13062"/>
                  </a:lnTo>
                  <a:lnTo>
                    <a:pt x="25294" y="7656"/>
                  </a:lnTo>
                  <a:lnTo>
                    <a:pt x="29978" y="4979"/>
                  </a:lnTo>
                  <a:close/>
                  <a:moveTo>
                    <a:pt x="6183" y="13196"/>
                  </a:moveTo>
                  <a:lnTo>
                    <a:pt x="10867" y="15899"/>
                  </a:lnTo>
                  <a:lnTo>
                    <a:pt x="10867" y="21306"/>
                  </a:lnTo>
                  <a:lnTo>
                    <a:pt x="6183" y="23983"/>
                  </a:lnTo>
                  <a:lnTo>
                    <a:pt x="1526" y="21306"/>
                  </a:lnTo>
                  <a:lnTo>
                    <a:pt x="1526" y="15899"/>
                  </a:lnTo>
                  <a:lnTo>
                    <a:pt x="6183" y="13196"/>
                  </a:lnTo>
                  <a:close/>
                  <a:moveTo>
                    <a:pt x="15712" y="13196"/>
                  </a:moveTo>
                  <a:lnTo>
                    <a:pt x="20369" y="15899"/>
                  </a:lnTo>
                  <a:lnTo>
                    <a:pt x="20369" y="21306"/>
                  </a:lnTo>
                  <a:lnTo>
                    <a:pt x="15712" y="23983"/>
                  </a:lnTo>
                  <a:lnTo>
                    <a:pt x="11028" y="21306"/>
                  </a:lnTo>
                  <a:lnTo>
                    <a:pt x="11028" y="15899"/>
                  </a:lnTo>
                  <a:lnTo>
                    <a:pt x="15712" y="13196"/>
                  </a:lnTo>
                  <a:close/>
                  <a:moveTo>
                    <a:pt x="25213" y="13196"/>
                  </a:moveTo>
                  <a:lnTo>
                    <a:pt x="29871" y="15899"/>
                  </a:lnTo>
                  <a:lnTo>
                    <a:pt x="29871" y="21306"/>
                  </a:lnTo>
                  <a:lnTo>
                    <a:pt x="25213" y="23983"/>
                  </a:lnTo>
                  <a:lnTo>
                    <a:pt x="20529" y="21306"/>
                  </a:lnTo>
                  <a:lnTo>
                    <a:pt x="20529" y="15899"/>
                  </a:lnTo>
                  <a:lnTo>
                    <a:pt x="25213" y="13196"/>
                  </a:lnTo>
                  <a:close/>
                  <a:moveTo>
                    <a:pt x="34715" y="13196"/>
                  </a:moveTo>
                  <a:lnTo>
                    <a:pt x="39399" y="15899"/>
                  </a:lnTo>
                  <a:lnTo>
                    <a:pt x="39399" y="21306"/>
                  </a:lnTo>
                  <a:lnTo>
                    <a:pt x="34715" y="23983"/>
                  </a:lnTo>
                  <a:lnTo>
                    <a:pt x="30058" y="21306"/>
                  </a:lnTo>
                  <a:lnTo>
                    <a:pt x="30058" y="15899"/>
                  </a:lnTo>
                  <a:lnTo>
                    <a:pt x="34715" y="13196"/>
                  </a:lnTo>
                  <a:close/>
                  <a:moveTo>
                    <a:pt x="10947" y="21440"/>
                  </a:moveTo>
                  <a:lnTo>
                    <a:pt x="15605" y="24143"/>
                  </a:lnTo>
                  <a:lnTo>
                    <a:pt x="15605" y="29523"/>
                  </a:lnTo>
                  <a:lnTo>
                    <a:pt x="10947" y="32226"/>
                  </a:lnTo>
                  <a:lnTo>
                    <a:pt x="6263" y="29523"/>
                  </a:lnTo>
                  <a:lnTo>
                    <a:pt x="6263" y="24143"/>
                  </a:lnTo>
                  <a:lnTo>
                    <a:pt x="10947" y="21440"/>
                  </a:lnTo>
                  <a:close/>
                  <a:moveTo>
                    <a:pt x="20449" y="21440"/>
                  </a:moveTo>
                  <a:lnTo>
                    <a:pt x="25133" y="24143"/>
                  </a:lnTo>
                  <a:lnTo>
                    <a:pt x="25133" y="29523"/>
                  </a:lnTo>
                  <a:lnTo>
                    <a:pt x="20449" y="32226"/>
                  </a:lnTo>
                  <a:lnTo>
                    <a:pt x="15792" y="29523"/>
                  </a:lnTo>
                  <a:lnTo>
                    <a:pt x="15792" y="24143"/>
                  </a:lnTo>
                  <a:lnTo>
                    <a:pt x="20449" y="21440"/>
                  </a:lnTo>
                  <a:close/>
                  <a:moveTo>
                    <a:pt x="29978" y="21440"/>
                  </a:moveTo>
                  <a:lnTo>
                    <a:pt x="34635" y="24143"/>
                  </a:lnTo>
                  <a:lnTo>
                    <a:pt x="34635" y="29523"/>
                  </a:lnTo>
                  <a:lnTo>
                    <a:pt x="29978" y="32226"/>
                  </a:lnTo>
                  <a:lnTo>
                    <a:pt x="25294" y="29523"/>
                  </a:lnTo>
                  <a:lnTo>
                    <a:pt x="25294" y="24143"/>
                  </a:lnTo>
                  <a:lnTo>
                    <a:pt x="29978" y="21440"/>
                  </a:lnTo>
                  <a:close/>
                  <a:moveTo>
                    <a:pt x="39480" y="21440"/>
                  </a:moveTo>
                  <a:lnTo>
                    <a:pt x="44137" y="24143"/>
                  </a:lnTo>
                  <a:lnTo>
                    <a:pt x="44137" y="29523"/>
                  </a:lnTo>
                  <a:lnTo>
                    <a:pt x="39480" y="32226"/>
                  </a:lnTo>
                  <a:lnTo>
                    <a:pt x="34796" y="29523"/>
                  </a:lnTo>
                  <a:lnTo>
                    <a:pt x="34796" y="24143"/>
                  </a:lnTo>
                  <a:lnTo>
                    <a:pt x="39480" y="21440"/>
                  </a:lnTo>
                  <a:close/>
                  <a:moveTo>
                    <a:pt x="15712" y="29684"/>
                  </a:moveTo>
                  <a:lnTo>
                    <a:pt x="20369" y="32387"/>
                  </a:lnTo>
                  <a:lnTo>
                    <a:pt x="20369" y="37767"/>
                  </a:lnTo>
                  <a:lnTo>
                    <a:pt x="15712" y="40470"/>
                  </a:lnTo>
                  <a:lnTo>
                    <a:pt x="11028" y="37767"/>
                  </a:lnTo>
                  <a:lnTo>
                    <a:pt x="11028" y="32387"/>
                  </a:lnTo>
                  <a:lnTo>
                    <a:pt x="15712" y="29684"/>
                  </a:lnTo>
                  <a:close/>
                  <a:moveTo>
                    <a:pt x="25213" y="29684"/>
                  </a:moveTo>
                  <a:lnTo>
                    <a:pt x="29871" y="32387"/>
                  </a:lnTo>
                  <a:lnTo>
                    <a:pt x="29871" y="37767"/>
                  </a:lnTo>
                  <a:lnTo>
                    <a:pt x="25213" y="40470"/>
                  </a:lnTo>
                  <a:lnTo>
                    <a:pt x="20529" y="37767"/>
                  </a:lnTo>
                  <a:lnTo>
                    <a:pt x="20529" y="32387"/>
                  </a:lnTo>
                  <a:lnTo>
                    <a:pt x="25213" y="29684"/>
                  </a:lnTo>
                  <a:close/>
                  <a:moveTo>
                    <a:pt x="34715" y="29684"/>
                  </a:moveTo>
                  <a:lnTo>
                    <a:pt x="39399" y="32387"/>
                  </a:lnTo>
                  <a:lnTo>
                    <a:pt x="39399" y="37767"/>
                  </a:lnTo>
                  <a:lnTo>
                    <a:pt x="34715" y="40470"/>
                  </a:lnTo>
                  <a:lnTo>
                    <a:pt x="30058" y="37767"/>
                  </a:lnTo>
                  <a:lnTo>
                    <a:pt x="30058" y="32387"/>
                  </a:lnTo>
                  <a:lnTo>
                    <a:pt x="34715" y="29684"/>
                  </a:lnTo>
                  <a:close/>
                  <a:moveTo>
                    <a:pt x="20369" y="1"/>
                  </a:moveTo>
                  <a:lnTo>
                    <a:pt x="20369" y="4818"/>
                  </a:lnTo>
                  <a:lnTo>
                    <a:pt x="15712" y="7522"/>
                  </a:lnTo>
                  <a:lnTo>
                    <a:pt x="11028" y="4818"/>
                  </a:lnTo>
                  <a:lnTo>
                    <a:pt x="11028" y="3159"/>
                  </a:lnTo>
                  <a:cubicBezTo>
                    <a:pt x="10974" y="3186"/>
                    <a:pt x="10921" y="3239"/>
                    <a:pt x="10867" y="3266"/>
                  </a:cubicBezTo>
                  <a:lnTo>
                    <a:pt x="10867" y="4818"/>
                  </a:lnTo>
                  <a:lnTo>
                    <a:pt x="6183" y="7522"/>
                  </a:lnTo>
                  <a:lnTo>
                    <a:pt x="5915" y="7361"/>
                  </a:lnTo>
                  <a:cubicBezTo>
                    <a:pt x="5889" y="7415"/>
                    <a:pt x="5835" y="7442"/>
                    <a:pt x="5808" y="7495"/>
                  </a:cubicBezTo>
                  <a:lnTo>
                    <a:pt x="6103" y="7656"/>
                  </a:lnTo>
                  <a:lnTo>
                    <a:pt x="6103" y="13062"/>
                  </a:lnTo>
                  <a:lnTo>
                    <a:pt x="1419" y="15766"/>
                  </a:lnTo>
                  <a:lnTo>
                    <a:pt x="1124" y="15578"/>
                  </a:lnTo>
                  <a:cubicBezTo>
                    <a:pt x="1124" y="15632"/>
                    <a:pt x="1098" y="15685"/>
                    <a:pt x="1071" y="15739"/>
                  </a:cubicBezTo>
                  <a:lnTo>
                    <a:pt x="1338" y="15899"/>
                  </a:lnTo>
                  <a:lnTo>
                    <a:pt x="1338" y="21306"/>
                  </a:lnTo>
                  <a:lnTo>
                    <a:pt x="0" y="22082"/>
                  </a:lnTo>
                  <a:cubicBezTo>
                    <a:pt x="0" y="22136"/>
                    <a:pt x="0" y="22216"/>
                    <a:pt x="0" y="22270"/>
                  </a:cubicBezTo>
                  <a:lnTo>
                    <a:pt x="1419" y="21440"/>
                  </a:lnTo>
                  <a:lnTo>
                    <a:pt x="6103" y="24143"/>
                  </a:lnTo>
                  <a:lnTo>
                    <a:pt x="6103" y="29523"/>
                  </a:lnTo>
                  <a:lnTo>
                    <a:pt x="1927" y="31932"/>
                  </a:lnTo>
                  <a:cubicBezTo>
                    <a:pt x="1954" y="31986"/>
                    <a:pt x="1981" y="32039"/>
                    <a:pt x="2008" y="32093"/>
                  </a:cubicBezTo>
                  <a:lnTo>
                    <a:pt x="6183" y="29684"/>
                  </a:lnTo>
                  <a:lnTo>
                    <a:pt x="10867" y="32387"/>
                  </a:lnTo>
                  <a:lnTo>
                    <a:pt x="10867" y="37767"/>
                  </a:lnTo>
                  <a:lnTo>
                    <a:pt x="7548" y="39694"/>
                  </a:lnTo>
                  <a:cubicBezTo>
                    <a:pt x="7575" y="39721"/>
                    <a:pt x="7628" y="39774"/>
                    <a:pt x="7682" y="39801"/>
                  </a:cubicBezTo>
                  <a:lnTo>
                    <a:pt x="10947" y="37928"/>
                  </a:lnTo>
                  <a:lnTo>
                    <a:pt x="15605" y="40631"/>
                  </a:lnTo>
                  <a:lnTo>
                    <a:pt x="15605" y="44405"/>
                  </a:lnTo>
                  <a:cubicBezTo>
                    <a:pt x="15658" y="44405"/>
                    <a:pt x="15738" y="44432"/>
                    <a:pt x="15792" y="44458"/>
                  </a:cubicBezTo>
                  <a:lnTo>
                    <a:pt x="15792" y="40631"/>
                  </a:lnTo>
                  <a:lnTo>
                    <a:pt x="20449" y="37928"/>
                  </a:lnTo>
                  <a:lnTo>
                    <a:pt x="25133" y="40631"/>
                  </a:lnTo>
                  <a:lnTo>
                    <a:pt x="25133" y="45449"/>
                  </a:lnTo>
                  <a:cubicBezTo>
                    <a:pt x="25187" y="45449"/>
                    <a:pt x="25240" y="45449"/>
                    <a:pt x="25294" y="45422"/>
                  </a:cubicBezTo>
                  <a:lnTo>
                    <a:pt x="25294" y="40631"/>
                  </a:lnTo>
                  <a:lnTo>
                    <a:pt x="29978" y="37928"/>
                  </a:lnTo>
                  <a:lnTo>
                    <a:pt x="34635" y="40631"/>
                  </a:lnTo>
                  <a:lnTo>
                    <a:pt x="34635" y="42290"/>
                  </a:lnTo>
                  <a:cubicBezTo>
                    <a:pt x="34688" y="42237"/>
                    <a:pt x="34742" y="42210"/>
                    <a:pt x="34796" y="42183"/>
                  </a:cubicBezTo>
                  <a:lnTo>
                    <a:pt x="34796" y="40631"/>
                  </a:lnTo>
                  <a:lnTo>
                    <a:pt x="39480" y="37928"/>
                  </a:lnTo>
                  <a:lnTo>
                    <a:pt x="39747" y="38088"/>
                  </a:lnTo>
                  <a:cubicBezTo>
                    <a:pt x="39774" y="38035"/>
                    <a:pt x="39827" y="37981"/>
                    <a:pt x="39854" y="37954"/>
                  </a:cubicBezTo>
                  <a:lnTo>
                    <a:pt x="39560" y="37767"/>
                  </a:lnTo>
                  <a:lnTo>
                    <a:pt x="39560" y="32387"/>
                  </a:lnTo>
                  <a:lnTo>
                    <a:pt x="44244" y="29684"/>
                  </a:lnTo>
                  <a:lnTo>
                    <a:pt x="44538" y="29871"/>
                  </a:lnTo>
                  <a:cubicBezTo>
                    <a:pt x="44565" y="29791"/>
                    <a:pt x="44565" y="29737"/>
                    <a:pt x="44592" y="29684"/>
                  </a:cubicBezTo>
                  <a:lnTo>
                    <a:pt x="44324" y="29523"/>
                  </a:lnTo>
                  <a:lnTo>
                    <a:pt x="44324" y="24143"/>
                  </a:lnTo>
                  <a:lnTo>
                    <a:pt x="45662" y="23367"/>
                  </a:lnTo>
                  <a:cubicBezTo>
                    <a:pt x="45662" y="23314"/>
                    <a:pt x="45662" y="23233"/>
                    <a:pt x="45662" y="23153"/>
                  </a:cubicBezTo>
                  <a:lnTo>
                    <a:pt x="44244" y="23983"/>
                  </a:lnTo>
                  <a:lnTo>
                    <a:pt x="39560" y="21306"/>
                  </a:lnTo>
                  <a:lnTo>
                    <a:pt x="39560" y="15899"/>
                  </a:lnTo>
                  <a:lnTo>
                    <a:pt x="43735" y="13491"/>
                  </a:lnTo>
                  <a:cubicBezTo>
                    <a:pt x="43709" y="13437"/>
                    <a:pt x="43682" y="13383"/>
                    <a:pt x="43655" y="13330"/>
                  </a:cubicBezTo>
                  <a:lnTo>
                    <a:pt x="39480" y="15766"/>
                  </a:lnTo>
                  <a:lnTo>
                    <a:pt x="34796" y="13062"/>
                  </a:lnTo>
                  <a:lnTo>
                    <a:pt x="34796" y="7656"/>
                  </a:lnTo>
                  <a:lnTo>
                    <a:pt x="38114" y="5755"/>
                  </a:lnTo>
                  <a:cubicBezTo>
                    <a:pt x="38088" y="5702"/>
                    <a:pt x="38034" y="5675"/>
                    <a:pt x="37981" y="5621"/>
                  </a:cubicBezTo>
                  <a:lnTo>
                    <a:pt x="34715" y="7522"/>
                  </a:lnTo>
                  <a:lnTo>
                    <a:pt x="30058" y="4818"/>
                  </a:lnTo>
                  <a:lnTo>
                    <a:pt x="30058" y="1045"/>
                  </a:lnTo>
                  <a:cubicBezTo>
                    <a:pt x="30004" y="1018"/>
                    <a:pt x="29951" y="1018"/>
                    <a:pt x="29871" y="991"/>
                  </a:cubicBezTo>
                  <a:lnTo>
                    <a:pt x="29871" y="4818"/>
                  </a:lnTo>
                  <a:lnTo>
                    <a:pt x="25213" y="7522"/>
                  </a:lnTo>
                  <a:lnTo>
                    <a:pt x="20529" y="4818"/>
                  </a:lnTo>
                  <a:lnTo>
                    <a:pt x="2052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2" name="Google Shape;1482;p98"/>
            <p:cNvSpPr/>
            <p:nvPr/>
          </p:nvSpPr>
          <p:spPr>
            <a:xfrm>
              <a:off x="2796545" y="833253"/>
              <a:ext cx="9704" cy="7538"/>
            </a:xfrm>
            <a:custGeom>
              <a:avLst/>
              <a:gdLst/>
              <a:ahLst/>
              <a:cxnLst/>
              <a:rect l="l" t="t" r="r" b="b"/>
              <a:pathLst>
                <a:path w="242" h="188" extrusionOk="0">
                  <a:moveTo>
                    <a:pt x="161" y="0"/>
                  </a:moveTo>
                  <a:cubicBezTo>
                    <a:pt x="108" y="27"/>
                    <a:pt x="54" y="81"/>
                    <a:pt x="1" y="107"/>
                  </a:cubicBezTo>
                  <a:lnTo>
                    <a:pt x="161" y="188"/>
                  </a:lnTo>
                  <a:lnTo>
                    <a:pt x="242" y="54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3" name="Google Shape;1483;p98"/>
            <p:cNvSpPr/>
            <p:nvPr/>
          </p:nvSpPr>
          <p:spPr>
            <a:xfrm>
              <a:off x="2899597" y="677633"/>
              <a:ext cx="287659" cy="242590"/>
            </a:xfrm>
            <a:custGeom>
              <a:avLst/>
              <a:gdLst/>
              <a:ahLst/>
              <a:cxnLst/>
              <a:rect l="l" t="t" r="r" b="b"/>
              <a:pathLst>
                <a:path w="7174" h="6050" extrusionOk="0">
                  <a:moveTo>
                    <a:pt x="7173" y="0"/>
                  </a:moveTo>
                  <a:lnTo>
                    <a:pt x="7173" y="0"/>
                  </a:lnTo>
                  <a:cubicBezTo>
                    <a:pt x="7013" y="27"/>
                    <a:pt x="6852" y="54"/>
                    <a:pt x="6692" y="81"/>
                  </a:cubicBezTo>
                  <a:lnTo>
                    <a:pt x="3667" y="1794"/>
                  </a:lnTo>
                  <a:lnTo>
                    <a:pt x="3667" y="830"/>
                  </a:lnTo>
                  <a:cubicBezTo>
                    <a:pt x="3614" y="857"/>
                    <a:pt x="3560" y="857"/>
                    <a:pt x="3507" y="884"/>
                  </a:cubicBezTo>
                  <a:lnTo>
                    <a:pt x="3507" y="1794"/>
                  </a:lnTo>
                  <a:lnTo>
                    <a:pt x="2516" y="1231"/>
                  </a:lnTo>
                  <a:cubicBezTo>
                    <a:pt x="2463" y="1258"/>
                    <a:pt x="2382" y="1285"/>
                    <a:pt x="2329" y="1312"/>
                  </a:cubicBezTo>
                  <a:lnTo>
                    <a:pt x="3426" y="1954"/>
                  </a:lnTo>
                  <a:lnTo>
                    <a:pt x="0" y="3935"/>
                  </a:lnTo>
                  <a:lnTo>
                    <a:pt x="81" y="4069"/>
                  </a:lnTo>
                  <a:lnTo>
                    <a:pt x="3507" y="2115"/>
                  </a:lnTo>
                  <a:lnTo>
                    <a:pt x="3507" y="6049"/>
                  </a:lnTo>
                  <a:lnTo>
                    <a:pt x="3667" y="6049"/>
                  </a:lnTo>
                  <a:lnTo>
                    <a:pt x="3667" y="2115"/>
                  </a:lnTo>
                  <a:lnTo>
                    <a:pt x="7093" y="4069"/>
                  </a:lnTo>
                  <a:lnTo>
                    <a:pt x="7173" y="3935"/>
                  </a:lnTo>
                  <a:lnTo>
                    <a:pt x="3774" y="1954"/>
                  </a:lnTo>
                  <a:lnTo>
                    <a:pt x="717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4" name="Google Shape;1484;p98"/>
            <p:cNvSpPr/>
            <p:nvPr/>
          </p:nvSpPr>
          <p:spPr>
            <a:xfrm>
              <a:off x="3280608" y="671177"/>
              <a:ext cx="288742" cy="249046"/>
            </a:xfrm>
            <a:custGeom>
              <a:avLst/>
              <a:gdLst/>
              <a:ahLst/>
              <a:cxnLst/>
              <a:rect l="l" t="t" r="r" b="b"/>
              <a:pathLst>
                <a:path w="7201" h="6211" extrusionOk="0">
                  <a:moveTo>
                    <a:pt x="107" y="1"/>
                  </a:moveTo>
                  <a:lnTo>
                    <a:pt x="0" y="134"/>
                  </a:lnTo>
                  <a:lnTo>
                    <a:pt x="3426" y="2115"/>
                  </a:lnTo>
                  <a:lnTo>
                    <a:pt x="0" y="4096"/>
                  </a:lnTo>
                  <a:lnTo>
                    <a:pt x="107" y="4230"/>
                  </a:lnTo>
                  <a:lnTo>
                    <a:pt x="3506" y="2276"/>
                  </a:lnTo>
                  <a:lnTo>
                    <a:pt x="3506" y="6210"/>
                  </a:lnTo>
                  <a:lnTo>
                    <a:pt x="3694" y="6210"/>
                  </a:lnTo>
                  <a:lnTo>
                    <a:pt x="3694" y="2276"/>
                  </a:lnTo>
                  <a:lnTo>
                    <a:pt x="7093" y="4230"/>
                  </a:lnTo>
                  <a:lnTo>
                    <a:pt x="7200" y="4096"/>
                  </a:lnTo>
                  <a:lnTo>
                    <a:pt x="3774" y="2115"/>
                  </a:lnTo>
                  <a:lnTo>
                    <a:pt x="6558" y="509"/>
                  </a:lnTo>
                  <a:cubicBezTo>
                    <a:pt x="6477" y="482"/>
                    <a:pt x="6397" y="456"/>
                    <a:pt x="6317" y="456"/>
                  </a:cubicBezTo>
                  <a:lnTo>
                    <a:pt x="3694" y="1955"/>
                  </a:lnTo>
                  <a:lnTo>
                    <a:pt x="3694" y="1"/>
                  </a:lnTo>
                  <a:lnTo>
                    <a:pt x="3506" y="1"/>
                  </a:lnTo>
                  <a:lnTo>
                    <a:pt x="3506" y="1955"/>
                  </a:lnTo>
                  <a:lnTo>
                    <a:pt x="10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5" name="Google Shape;1485;p98"/>
            <p:cNvSpPr/>
            <p:nvPr/>
          </p:nvSpPr>
          <p:spPr>
            <a:xfrm>
              <a:off x="3662662" y="776354"/>
              <a:ext cx="109506" cy="64437"/>
            </a:xfrm>
            <a:custGeom>
              <a:avLst/>
              <a:gdLst/>
              <a:ahLst/>
              <a:cxnLst/>
              <a:rect l="l" t="t" r="r" b="b"/>
              <a:pathLst>
                <a:path w="2731" h="1607" extrusionOk="0">
                  <a:moveTo>
                    <a:pt x="2543" y="1"/>
                  </a:moveTo>
                  <a:lnTo>
                    <a:pt x="1" y="1473"/>
                  </a:lnTo>
                  <a:lnTo>
                    <a:pt x="81" y="1607"/>
                  </a:lnTo>
                  <a:lnTo>
                    <a:pt x="2731" y="81"/>
                  </a:lnTo>
                  <a:cubicBezTo>
                    <a:pt x="2677" y="54"/>
                    <a:pt x="2597" y="27"/>
                    <a:pt x="254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6" name="Google Shape;1486;p98"/>
            <p:cNvSpPr/>
            <p:nvPr/>
          </p:nvSpPr>
          <p:spPr>
            <a:xfrm>
              <a:off x="3803246" y="797847"/>
              <a:ext cx="6496" cy="122378"/>
            </a:xfrm>
            <a:custGeom>
              <a:avLst/>
              <a:gdLst/>
              <a:ahLst/>
              <a:cxnLst/>
              <a:rect l="l" t="t" r="r" b="b"/>
              <a:pathLst>
                <a:path w="162" h="3052" extrusionOk="0">
                  <a:moveTo>
                    <a:pt x="1" y="0"/>
                  </a:moveTo>
                  <a:lnTo>
                    <a:pt x="1" y="3051"/>
                  </a:lnTo>
                  <a:lnTo>
                    <a:pt x="162" y="3051"/>
                  </a:lnTo>
                  <a:lnTo>
                    <a:pt x="162" y="107"/>
                  </a:lnTo>
                  <a:cubicBezTo>
                    <a:pt x="108" y="54"/>
                    <a:pt x="54" y="27"/>
                    <a:pt x="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7" name="Google Shape;1487;p98"/>
            <p:cNvSpPr/>
            <p:nvPr/>
          </p:nvSpPr>
          <p:spPr>
            <a:xfrm>
              <a:off x="2475641" y="1246463"/>
              <a:ext cx="2205" cy="4331"/>
            </a:xfrm>
            <a:custGeom>
              <a:avLst/>
              <a:gdLst/>
              <a:ahLst/>
              <a:cxnLst/>
              <a:rect l="l" t="t" r="r" b="b"/>
              <a:pathLst>
                <a:path w="55" h="108" extrusionOk="0">
                  <a:moveTo>
                    <a:pt x="54" y="0"/>
                  </a:moveTo>
                  <a:cubicBezTo>
                    <a:pt x="28" y="27"/>
                    <a:pt x="28" y="54"/>
                    <a:pt x="1" y="107"/>
                  </a:cubicBezTo>
                  <a:lnTo>
                    <a:pt x="54" y="107"/>
                  </a:lnTo>
                  <a:lnTo>
                    <a:pt x="5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8" name="Google Shape;1488;p98"/>
            <p:cNvSpPr/>
            <p:nvPr/>
          </p:nvSpPr>
          <p:spPr>
            <a:xfrm>
              <a:off x="2616265" y="1006036"/>
              <a:ext cx="2165" cy="2205"/>
            </a:xfrm>
            <a:custGeom>
              <a:avLst/>
              <a:gdLst/>
              <a:ahLst/>
              <a:cxnLst/>
              <a:rect l="l" t="t" r="r" b="b"/>
              <a:pathLst>
                <a:path w="54" h="55" extrusionOk="0">
                  <a:moveTo>
                    <a:pt x="54" y="1"/>
                  </a:moveTo>
                  <a:cubicBezTo>
                    <a:pt x="27" y="27"/>
                    <a:pt x="27" y="27"/>
                    <a:pt x="0" y="54"/>
                  </a:cubicBezTo>
                  <a:lnTo>
                    <a:pt x="54" y="27"/>
                  </a:lnTo>
                  <a:lnTo>
                    <a:pt x="5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9" name="Google Shape;1489;p98"/>
            <p:cNvSpPr/>
            <p:nvPr/>
          </p:nvSpPr>
          <p:spPr>
            <a:xfrm>
              <a:off x="2535748" y="1119794"/>
              <a:ext cx="82681" cy="51565"/>
            </a:xfrm>
            <a:custGeom>
              <a:avLst/>
              <a:gdLst/>
              <a:ahLst/>
              <a:cxnLst/>
              <a:rect l="l" t="t" r="r" b="b"/>
              <a:pathLst>
                <a:path w="2062" h="1286" extrusionOk="0">
                  <a:moveTo>
                    <a:pt x="81" y="1"/>
                  </a:moveTo>
                  <a:cubicBezTo>
                    <a:pt x="54" y="54"/>
                    <a:pt x="27" y="108"/>
                    <a:pt x="1" y="135"/>
                  </a:cubicBezTo>
                  <a:lnTo>
                    <a:pt x="1981" y="1285"/>
                  </a:lnTo>
                  <a:lnTo>
                    <a:pt x="2062" y="1125"/>
                  </a:ln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0" name="Google Shape;1490;p98"/>
            <p:cNvSpPr/>
            <p:nvPr/>
          </p:nvSpPr>
          <p:spPr>
            <a:xfrm>
              <a:off x="2711778" y="921268"/>
              <a:ext cx="287659" cy="329521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217"/>
                  </a:lnTo>
                  <a:lnTo>
                    <a:pt x="3667" y="8217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1" name="Google Shape;1491;p98"/>
            <p:cNvSpPr/>
            <p:nvPr/>
          </p:nvSpPr>
          <p:spPr>
            <a:xfrm>
              <a:off x="3092789" y="921268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80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0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41"/>
                  </a:lnTo>
                  <a:lnTo>
                    <a:pt x="7093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2" name="Google Shape;1492;p98"/>
            <p:cNvSpPr/>
            <p:nvPr/>
          </p:nvSpPr>
          <p:spPr>
            <a:xfrm>
              <a:off x="3474843" y="92126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480" y="3961"/>
                  </a:lnTo>
                  <a:lnTo>
                    <a:pt x="81" y="1981"/>
                  </a:lnTo>
                  <a:lnTo>
                    <a:pt x="1" y="2141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36"/>
                  </a:lnTo>
                  <a:lnTo>
                    <a:pt x="3480" y="4256"/>
                  </a:lnTo>
                  <a:lnTo>
                    <a:pt x="3480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3" name="Google Shape;1493;p98"/>
            <p:cNvSpPr/>
            <p:nvPr/>
          </p:nvSpPr>
          <p:spPr>
            <a:xfrm>
              <a:off x="3855854" y="953467"/>
              <a:ext cx="287659" cy="296240"/>
            </a:xfrm>
            <a:custGeom>
              <a:avLst/>
              <a:gdLst/>
              <a:ahLst/>
              <a:cxnLst/>
              <a:rect l="l" t="t" r="r" b="b"/>
              <a:pathLst>
                <a:path w="7174" h="7388" extrusionOk="0">
                  <a:moveTo>
                    <a:pt x="3507" y="0"/>
                  </a:moveTo>
                  <a:lnTo>
                    <a:pt x="3507" y="3158"/>
                  </a:lnTo>
                  <a:lnTo>
                    <a:pt x="81" y="1178"/>
                  </a:lnTo>
                  <a:lnTo>
                    <a:pt x="0" y="1312"/>
                  </a:lnTo>
                  <a:lnTo>
                    <a:pt x="3426" y="3292"/>
                  </a:lnTo>
                  <a:lnTo>
                    <a:pt x="0" y="5273"/>
                  </a:lnTo>
                  <a:lnTo>
                    <a:pt x="81" y="5433"/>
                  </a:lnTo>
                  <a:lnTo>
                    <a:pt x="3507" y="3453"/>
                  </a:lnTo>
                  <a:lnTo>
                    <a:pt x="3507" y="7387"/>
                  </a:lnTo>
                  <a:lnTo>
                    <a:pt x="3667" y="7387"/>
                  </a:lnTo>
                  <a:lnTo>
                    <a:pt x="3667" y="3453"/>
                  </a:lnTo>
                  <a:lnTo>
                    <a:pt x="7093" y="5407"/>
                  </a:lnTo>
                  <a:lnTo>
                    <a:pt x="7174" y="5273"/>
                  </a:lnTo>
                  <a:lnTo>
                    <a:pt x="3748" y="3292"/>
                  </a:lnTo>
                  <a:lnTo>
                    <a:pt x="5434" y="2329"/>
                  </a:lnTo>
                  <a:cubicBezTo>
                    <a:pt x="5380" y="2302"/>
                    <a:pt x="5354" y="2248"/>
                    <a:pt x="5327" y="2195"/>
                  </a:cubicBezTo>
                  <a:lnTo>
                    <a:pt x="3667" y="3158"/>
                  </a:lnTo>
                  <a:lnTo>
                    <a:pt x="3667" y="187"/>
                  </a:lnTo>
                  <a:cubicBezTo>
                    <a:pt x="3614" y="134"/>
                    <a:pt x="3560" y="80"/>
                    <a:pt x="350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4" name="Google Shape;1494;p98"/>
            <p:cNvSpPr/>
            <p:nvPr/>
          </p:nvSpPr>
          <p:spPr>
            <a:xfrm>
              <a:off x="2417699" y="1498640"/>
              <a:ext cx="7538" cy="9704"/>
            </a:xfrm>
            <a:custGeom>
              <a:avLst/>
              <a:gdLst/>
              <a:ahLst/>
              <a:cxnLst/>
              <a:rect l="l" t="t" r="r" b="b"/>
              <a:pathLst>
                <a:path w="188" h="242" extrusionOk="0">
                  <a:moveTo>
                    <a:pt x="1" y="1"/>
                  </a:moveTo>
                  <a:cubicBezTo>
                    <a:pt x="1" y="54"/>
                    <a:pt x="1" y="135"/>
                    <a:pt x="1" y="188"/>
                  </a:cubicBezTo>
                  <a:lnTo>
                    <a:pt x="108" y="242"/>
                  </a:lnTo>
                  <a:lnTo>
                    <a:pt x="188" y="108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5" name="Google Shape;1495;p98"/>
            <p:cNvSpPr/>
            <p:nvPr/>
          </p:nvSpPr>
          <p:spPr>
            <a:xfrm>
              <a:off x="2518586" y="1259335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6" name="Google Shape;1496;p98"/>
            <p:cNvSpPr/>
            <p:nvPr/>
          </p:nvSpPr>
          <p:spPr>
            <a:xfrm>
              <a:off x="2899597" y="1259335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3" y="6049"/>
                  </a:lnTo>
                  <a:lnTo>
                    <a:pt x="3774" y="4095"/>
                  </a:lnTo>
                  <a:lnTo>
                    <a:pt x="7173" y="2115"/>
                  </a:lnTo>
                  <a:lnTo>
                    <a:pt x="7093" y="1954"/>
                  </a:lnTo>
                  <a:lnTo>
                    <a:pt x="3667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7" name="Google Shape;1497;p98"/>
            <p:cNvSpPr/>
            <p:nvPr/>
          </p:nvSpPr>
          <p:spPr>
            <a:xfrm>
              <a:off x="3280608" y="1259335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35"/>
                  </a:lnTo>
                  <a:lnTo>
                    <a:pt x="107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107" y="6210"/>
                  </a:lnTo>
                  <a:lnTo>
                    <a:pt x="3506" y="4229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29"/>
                  </a:lnTo>
                  <a:lnTo>
                    <a:pt x="7093" y="6210"/>
                  </a:lnTo>
                  <a:lnTo>
                    <a:pt x="7200" y="6049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54"/>
                  </a:lnTo>
                  <a:lnTo>
                    <a:pt x="3694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8" name="Google Shape;1498;p98"/>
            <p:cNvSpPr/>
            <p:nvPr/>
          </p:nvSpPr>
          <p:spPr>
            <a:xfrm>
              <a:off x="3662662" y="1258252"/>
              <a:ext cx="287659" cy="329521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122"/>
                  </a:lnTo>
                  <a:lnTo>
                    <a:pt x="1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8" y="8218"/>
                  </a:lnTo>
                  <a:lnTo>
                    <a:pt x="3668" y="4256"/>
                  </a:lnTo>
                  <a:lnTo>
                    <a:pt x="7094" y="6237"/>
                  </a:lnTo>
                  <a:lnTo>
                    <a:pt x="7174" y="6076"/>
                  </a:lnTo>
                  <a:lnTo>
                    <a:pt x="3748" y="4122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9" name="Google Shape;1499;p98"/>
            <p:cNvSpPr/>
            <p:nvPr/>
          </p:nvSpPr>
          <p:spPr>
            <a:xfrm>
              <a:off x="4043673" y="1258252"/>
              <a:ext cx="193230" cy="329521"/>
            </a:xfrm>
            <a:custGeom>
              <a:avLst/>
              <a:gdLst/>
              <a:ahLst/>
              <a:cxnLst/>
              <a:rect l="l" t="t" r="r" b="b"/>
              <a:pathLst>
                <a:path w="4819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7" y="8218"/>
                  </a:lnTo>
                  <a:lnTo>
                    <a:pt x="3667" y="4256"/>
                  </a:lnTo>
                  <a:lnTo>
                    <a:pt x="4818" y="4925"/>
                  </a:lnTo>
                  <a:cubicBezTo>
                    <a:pt x="4818" y="4845"/>
                    <a:pt x="4818" y="4765"/>
                    <a:pt x="4792" y="4711"/>
                  </a:cubicBezTo>
                  <a:lnTo>
                    <a:pt x="3774" y="4096"/>
                  </a:lnTo>
                  <a:lnTo>
                    <a:pt x="4604" y="3614"/>
                  </a:lnTo>
                  <a:cubicBezTo>
                    <a:pt x="4604" y="3560"/>
                    <a:pt x="4577" y="3507"/>
                    <a:pt x="4577" y="3453"/>
                  </a:cubicBezTo>
                  <a:lnTo>
                    <a:pt x="3667" y="3962"/>
                  </a:lnTo>
                  <a:lnTo>
                    <a:pt x="3667" y="295"/>
                  </a:lnTo>
                  <a:cubicBezTo>
                    <a:pt x="3641" y="188"/>
                    <a:pt x="3614" y="108"/>
                    <a:pt x="358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0" name="Google Shape;1500;p98"/>
            <p:cNvSpPr/>
            <p:nvPr/>
          </p:nvSpPr>
          <p:spPr>
            <a:xfrm>
              <a:off x="2423072" y="1578074"/>
              <a:ext cx="195355" cy="328439"/>
            </a:xfrm>
            <a:custGeom>
              <a:avLst/>
              <a:gdLst/>
              <a:ahLst/>
              <a:cxnLst/>
              <a:rect l="l" t="t" r="r" b="b"/>
              <a:pathLst>
                <a:path w="4872" h="8191" extrusionOk="0">
                  <a:moveTo>
                    <a:pt x="1205" y="1"/>
                  </a:moveTo>
                  <a:lnTo>
                    <a:pt x="1205" y="3935"/>
                  </a:lnTo>
                  <a:lnTo>
                    <a:pt x="0" y="3266"/>
                  </a:lnTo>
                  <a:lnTo>
                    <a:pt x="0" y="3266"/>
                  </a:lnTo>
                  <a:cubicBezTo>
                    <a:pt x="0" y="3320"/>
                    <a:pt x="27" y="3400"/>
                    <a:pt x="27" y="3480"/>
                  </a:cubicBezTo>
                  <a:lnTo>
                    <a:pt x="1098" y="4096"/>
                  </a:lnTo>
                  <a:lnTo>
                    <a:pt x="214" y="4604"/>
                  </a:lnTo>
                  <a:cubicBezTo>
                    <a:pt x="241" y="4658"/>
                    <a:pt x="241" y="4738"/>
                    <a:pt x="268" y="4792"/>
                  </a:cubicBezTo>
                  <a:lnTo>
                    <a:pt x="1205" y="4256"/>
                  </a:lnTo>
                  <a:lnTo>
                    <a:pt x="1205" y="8030"/>
                  </a:lnTo>
                  <a:cubicBezTo>
                    <a:pt x="1205" y="8084"/>
                    <a:pt x="1232" y="8137"/>
                    <a:pt x="1258" y="8191"/>
                  </a:cubicBezTo>
                  <a:lnTo>
                    <a:pt x="1365" y="8191"/>
                  </a:lnTo>
                  <a:lnTo>
                    <a:pt x="1365" y="4256"/>
                  </a:lnTo>
                  <a:lnTo>
                    <a:pt x="4791" y="6210"/>
                  </a:lnTo>
                  <a:lnTo>
                    <a:pt x="4872" y="6076"/>
                  </a:lnTo>
                  <a:lnTo>
                    <a:pt x="1446" y="4096"/>
                  </a:lnTo>
                  <a:lnTo>
                    <a:pt x="4872" y="2115"/>
                  </a:lnTo>
                  <a:lnTo>
                    <a:pt x="4791" y="1981"/>
                  </a:lnTo>
                  <a:lnTo>
                    <a:pt x="1365" y="3935"/>
                  </a:lnTo>
                  <a:lnTo>
                    <a:pt x="136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1" name="Google Shape;1501;p98"/>
            <p:cNvSpPr/>
            <p:nvPr/>
          </p:nvSpPr>
          <p:spPr>
            <a:xfrm>
              <a:off x="2711778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56"/>
                  </a:lnTo>
                  <a:lnTo>
                    <a:pt x="7093" y="6210"/>
                  </a:lnTo>
                  <a:lnTo>
                    <a:pt x="7173" y="6076"/>
                  </a:lnTo>
                  <a:lnTo>
                    <a:pt x="3774" y="4096"/>
                  </a:lnTo>
                  <a:lnTo>
                    <a:pt x="7173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2" name="Google Shape;1502;p98"/>
            <p:cNvSpPr/>
            <p:nvPr/>
          </p:nvSpPr>
          <p:spPr>
            <a:xfrm>
              <a:off x="3092789" y="1578074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1"/>
                  </a:moveTo>
                  <a:lnTo>
                    <a:pt x="3506" y="3935"/>
                  </a:lnTo>
                  <a:lnTo>
                    <a:pt x="80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0" y="6210"/>
                  </a:lnTo>
                  <a:lnTo>
                    <a:pt x="3506" y="4230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30"/>
                  </a:lnTo>
                  <a:lnTo>
                    <a:pt x="7093" y="6210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15"/>
                  </a:lnTo>
                  <a:lnTo>
                    <a:pt x="7093" y="1981"/>
                  </a:lnTo>
                  <a:lnTo>
                    <a:pt x="3694" y="3935"/>
                  </a:lnTo>
                  <a:lnTo>
                    <a:pt x="369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3" name="Google Shape;1503;p98"/>
            <p:cNvSpPr/>
            <p:nvPr/>
          </p:nvSpPr>
          <p:spPr>
            <a:xfrm>
              <a:off x="3474843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1" y="2115"/>
                  </a:lnTo>
                  <a:lnTo>
                    <a:pt x="3400" y="4096"/>
                  </a:lnTo>
                  <a:lnTo>
                    <a:pt x="1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480" y="8191"/>
                  </a:lnTo>
                  <a:lnTo>
                    <a:pt x="3668" y="8191"/>
                  </a:lnTo>
                  <a:lnTo>
                    <a:pt x="3668" y="4230"/>
                  </a:lnTo>
                  <a:lnTo>
                    <a:pt x="7094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4" y="1955"/>
                  </a:lnTo>
                  <a:lnTo>
                    <a:pt x="3668" y="3935"/>
                  </a:lnTo>
                  <a:lnTo>
                    <a:pt x="366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4" name="Google Shape;1504;p98"/>
            <p:cNvSpPr/>
            <p:nvPr/>
          </p:nvSpPr>
          <p:spPr>
            <a:xfrm>
              <a:off x="3855854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30"/>
                  </a:lnTo>
                  <a:lnTo>
                    <a:pt x="7093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3" y="1955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5" name="Google Shape;1505;p98"/>
            <p:cNvSpPr/>
            <p:nvPr/>
          </p:nvSpPr>
          <p:spPr>
            <a:xfrm>
              <a:off x="2518586" y="1919388"/>
              <a:ext cx="287659" cy="293033"/>
            </a:xfrm>
            <a:custGeom>
              <a:avLst/>
              <a:gdLst/>
              <a:ahLst/>
              <a:cxnLst/>
              <a:rect l="l" t="t" r="r" b="b"/>
              <a:pathLst>
                <a:path w="7174" h="730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1767" y="5059"/>
                  </a:lnTo>
                  <a:cubicBezTo>
                    <a:pt x="1821" y="5086"/>
                    <a:pt x="1847" y="5139"/>
                    <a:pt x="1874" y="5193"/>
                  </a:cubicBezTo>
                  <a:lnTo>
                    <a:pt x="3507" y="4256"/>
                  </a:lnTo>
                  <a:lnTo>
                    <a:pt x="3507" y="7120"/>
                  </a:lnTo>
                  <a:cubicBezTo>
                    <a:pt x="3560" y="7200"/>
                    <a:pt x="3614" y="7254"/>
                    <a:pt x="3667" y="7307"/>
                  </a:cubicBezTo>
                  <a:lnTo>
                    <a:pt x="3667" y="4256"/>
                  </a:lnTo>
                  <a:lnTo>
                    <a:pt x="7093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6" name="Google Shape;1506;p98"/>
            <p:cNvSpPr/>
            <p:nvPr/>
          </p:nvSpPr>
          <p:spPr>
            <a:xfrm>
              <a:off x="2899597" y="191938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7" y="8190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7" name="Google Shape;1507;p98"/>
            <p:cNvSpPr/>
            <p:nvPr/>
          </p:nvSpPr>
          <p:spPr>
            <a:xfrm>
              <a:off x="3280608" y="1919388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107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107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8" name="Google Shape;1508;p98"/>
            <p:cNvSpPr/>
            <p:nvPr/>
          </p:nvSpPr>
          <p:spPr>
            <a:xfrm>
              <a:off x="3662662" y="191938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1" y="2115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9" name="Google Shape;1509;p98"/>
            <p:cNvSpPr/>
            <p:nvPr/>
          </p:nvSpPr>
          <p:spPr>
            <a:xfrm>
              <a:off x="4043673" y="1998782"/>
              <a:ext cx="78391" cy="49400"/>
            </a:xfrm>
            <a:custGeom>
              <a:avLst/>
              <a:gdLst/>
              <a:ahLst/>
              <a:cxnLst/>
              <a:rect l="l" t="t" r="r" b="b"/>
              <a:pathLst>
                <a:path w="1955" h="1232" extrusionOk="0">
                  <a:moveTo>
                    <a:pt x="81" y="1"/>
                  </a:moveTo>
                  <a:lnTo>
                    <a:pt x="0" y="135"/>
                  </a:lnTo>
                  <a:lnTo>
                    <a:pt x="1874" y="1232"/>
                  </a:lnTo>
                  <a:cubicBezTo>
                    <a:pt x="1901" y="1178"/>
                    <a:pt x="1928" y="1125"/>
                    <a:pt x="1954" y="1071"/>
                  </a:cubicBez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0" name="Google Shape;1510;p98"/>
            <p:cNvSpPr/>
            <p:nvPr/>
          </p:nvSpPr>
          <p:spPr>
            <a:xfrm>
              <a:off x="2884560" y="2317561"/>
              <a:ext cx="114879" cy="68727"/>
            </a:xfrm>
            <a:custGeom>
              <a:avLst/>
              <a:gdLst/>
              <a:ahLst/>
              <a:cxnLst/>
              <a:rect l="l" t="t" r="r" b="b"/>
              <a:pathLst>
                <a:path w="2865" h="1714" extrusionOk="0">
                  <a:moveTo>
                    <a:pt x="2784" y="0"/>
                  </a:moveTo>
                  <a:lnTo>
                    <a:pt x="1" y="1606"/>
                  </a:lnTo>
                  <a:cubicBezTo>
                    <a:pt x="54" y="1660"/>
                    <a:pt x="108" y="1686"/>
                    <a:pt x="161" y="1713"/>
                  </a:cubicBezTo>
                  <a:lnTo>
                    <a:pt x="2864" y="161"/>
                  </a:lnTo>
                  <a:lnTo>
                    <a:pt x="278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1" name="Google Shape;1511;p98"/>
            <p:cNvSpPr/>
            <p:nvPr/>
          </p:nvSpPr>
          <p:spPr>
            <a:xfrm>
              <a:off x="2852362" y="2238127"/>
              <a:ext cx="6496" cy="129916"/>
            </a:xfrm>
            <a:custGeom>
              <a:avLst/>
              <a:gdLst/>
              <a:ahLst/>
              <a:cxnLst/>
              <a:rect l="l" t="t" r="r" b="b"/>
              <a:pathLst>
                <a:path w="162" h="3240" extrusionOk="0">
                  <a:moveTo>
                    <a:pt x="1" y="0"/>
                  </a:moveTo>
                  <a:lnTo>
                    <a:pt x="1" y="3132"/>
                  </a:lnTo>
                  <a:cubicBezTo>
                    <a:pt x="54" y="3159"/>
                    <a:pt x="108" y="3212"/>
                    <a:pt x="161" y="3239"/>
                  </a:cubicBez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2" name="Google Shape;1512;p98"/>
            <p:cNvSpPr/>
            <p:nvPr/>
          </p:nvSpPr>
          <p:spPr>
            <a:xfrm>
              <a:off x="3092789" y="2238127"/>
              <a:ext cx="288742" cy="255461"/>
            </a:xfrm>
            <a:custGeom>
              <a:avLst/>
              <a:gdLst/>
              <a:ahLst/>
              <a:cxnLst/>
              <a:rect l="l" t="t" r="r" b="b"/>
              <a:pathLst>
                <a:path w="7201" h="6371" extrusionOk="0">
                  <a:moveTo>
                    <a:pt x="3506" y="0"/>
                  </a:moveTo>
                  <a:lnTo>
                    <a:pt x="3506" y="3962"/>
                  </a:lnTo>
                  <a:lnTo>
                    <a:pt x="80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455" y="5835"/>
                  </a:lnTo>
                  <a:cubicBezTo>
                    <a:pt x="535" y="5835"/>
                    <a:pt x="616" y="5862"/>
                    <a:pt x="696" y="5889"/>
                  </a:cubicBezTo>
                  <a:lnTo>
                    <a:pt x="3506" y="4256"/>
                  </a:lnTo>
                  <a:lnTo>
                    <a:pt x="3506" y="6371"/>
                  </a:lnTo>
                  <a:lnTo>
                    <a:pt x="3694" y="6371"/>
                  </a:lnTo>
                  <a:lnTo>
                    <a:pt x="3694" y="4256"/>
                  </a:lnTo>
                  <a:lnTo>
                    <a:pt x="7093" y="6237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42"/>
                  </a:lnTo>
                  <a:lnTo>
                    <a:pt x="7093" y="1981"/>
                  </a:lnTo>
                  <a:lnTo>
                    <a:pt x="3694" y="3962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3" name="Google Shape;1513;p98"/>
            <p:cNvSpPr/>
            <p:nvPr/>
          </p:nvSpPr>
          <p:spPr>
            <a:xfrm>
              <a:off x="3474843" y="2238127"/>
              <a:ext cx="287659" cy="247963"/>
            </a:xfrm>
            <a:custGeom>
              <a:avLst/>
              <a:gdLst/>
              <a:ahLst/>
              <a:cxnLst/>
              <a:rect l="l" t="t" r="r" b="b"/>
              <a:pathLst>
                <a:path w="7174" h="6184" extrusionOk="0">
                  <a:moveTo>
                    <a:pt x="3507" y="0"/>
                  </a:moveTo>
                  <a:lnTo>
                    <a:pt x="3480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096"/>
                  </a:lnTo>
                  <a:lnTo>
                    <a:pt x="1" y="6076"/>
                  </a:lnTo>
                  <a:lnTo>
                    <a:pt x="54" y="6183"/>
                  </a:lnTo>
                  <a:lnTo>
                    <a:pt x="161" y="6183"/>
                  </a:lnTo>
                  <a:lnTo>
                    <a:pt x="3480" y="4256"/>
                  </a:lnTo>
                  <a:lnTo>
                    <a:pt x="3480" y="5354"/>
                  </a:lnTo>
                  <a:cubicBezTo>
                    <a:pt x="3560" y="5327"/>
                    <a:pt x="3614" y="5327"/>
                    <a:pt x="3668" y="5300"/>
                  </a:cubicBezTo>
                  <a:lnTo>
                    <a:pt x="3668" y="4256"/>
                  </a:lnTo>
                  <a:lnTo>
                    <a:pt x="4765" y="4899"/>
                  </a:lnTo>
                  <a:cubicBezTo>
                    <a:pt x="4845" y="4872"/>
                    <a:pt x="4899" y="4845"/>
                    <a:pt x="4979" y="4818"/>
                  </a:cubicBezTo>
                  <a:lnTo>
                    <a:pt x="3748" y="4096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4" name="Google Shape;1514;p98"/>
            <p:cNvSpPr/>
            <p:nvPr/>
          </p:nvSpPr>
          <p:spPr>
            <a:xfrm>
              <a:off x="3855854" y="2317561"/>
              <a:ext cx="12911" cy="9704"/>
            </a:xfrm>
            <a:custGeom>
              <a:avLst/>
              <a:gdLst/>
              <a:ahLst/>
              <a:cxnLst/>
              <a:rect l="l" t="t" r="r" b="b"/>
              <a:pathLst>
                <a:path w="322" h="242" extrusionOk="0">
                  <a:moveTo>
                    <a:pt x="81" y="0"/>
                  </a:moveTo>
                  <a:lnTo>
                    <a:pt x="0" y="134"/>
                  </a:lnTo>
                  <a:lnTo>
                    <a:pt x="161" y="241"/>
                  </a:lnTo>
                  <a:cubicBezTo>
                    <a:pt x="215" y="214"/>
                    <a:pt x="268" y="161"/>
                    <a:pt x="322" y="134"/>
                  </a:cubicBezTo>
                  <a:lnTo>
                    <a:pt x="8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515" name="Google Shape;1515;p98"/>
          <p:cNvSpPr/>
          <p:nvPr/>
        </p:nvSpPr>
        <p:spPr>
          <a:xfrm rot="-7977683">
            <a:off x="6033949" y="548625"/>
            <a:ext cx="1554661" cy="1491741"/>
          </a:xfrm>
          <a:custGeom>
            <a:avLst/>
            <a:gdLst/>
            <a:ahLst/>
            <a:cxnLst/>
            <a:rect l="l" t="t" r="r" b="b"/>
            <a:pathLst>
              <a:path w="20582" h="19749" extrusionOk="0">
                <a:moveTo>
                  <a:pt x="15178" y="401"/>
                </a:moveTo>
                <a:cubicBezTo>
                  <a:pt x="11542" y="1"/>
                  <a:pt x="4470" y="1235"/>
                  <a:pt x="2235" y="7773"/>
                </a:cubicBezTo>
                <a:cubicBezTo>
                  <a:pt x="0" y="14311"/>
                  <a:pt x="7939" y="17947"/>
                  <a:pt x="11675" y="18848"/>
                </a:cubicBezTo>
                <a:cubicBezTo>
                  <a:pt x="15445" y="19748"/>
                  <a:pt x="20315" y="19448"/>
                  <a:pt x="20448" y="13477"/>
                </a:cubicBezTo>
                <a:cubicBezTo>
                  <a:pt x="20582" y="7506"/>
                  <a:pt x="18780" y="835"/>
                  <a:pt x="15178" y="40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16" name="Google Shape;1516;p98">
            <a:hlinkClick r:id="" action="ppaction://noaction"/>
          </p:cNvPr>
          <p:cNvSpPr txBox="1">
            <a:spLocks noGrp="1"/>
          </p:cNvSpPr>
          <p:nvPr>
            <p:ph type="title"/>
          </p:nvPr>
        </p:nvSpPr>
        <p:spPr>
          <a:xfrm>
            <a:off x="2019300" y="1960425"/>
            <a:ext cx="5105400" cy="1213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5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17" name="Google Shape;1517;p98"/>
          <p:cNvSpPr txBox="1">
            <a:spLocks noGrp="1"/>
          </p:cNvSpPr>
          <p:nvPr>
            <p:ph type="title" idx="2" hasCustomPrompt="1"/>
          </p:nvPr>
        </p:nvSpPr>
        <p:spPr>
          <a:xfrm>
            <a:off x="2019300" y="914400"/>
            <a:ext cx="5105400" cy="1213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750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</p:spTree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2">
  <p:cSld name="CUSTOM_8">
    <p:spTree>
      <p:nvGrpSpPr>
        <p:cNvPr id="1" name="Shape 15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9" name="Google Shape;1519;p99"/>
          <p:cNvSpPr/>
          <p:nvPr/>
        </p:nvSpPr>
        <p:spPr>
          <a:xfrm rot="-7977683">
            <a:off x="1484724" y="1516400"/>
            <a:ext cx="1554661" cy="1491741"/>
          </a:xfrm>
          <a:custGeom>
            <a:avLst/>
            <a:gdLst/>
            <a:ahLst/>
            <a:cxnLst/>
            <a:rect l="l" t="t" r="r" b="b"/>
            <a:pathLst>
              <a:path w="20582" h="19749" extrusionOk="0">
                <a:moveTo>
                  <a:pt x="15178" y="401"/>
                </a:moveTo>
                <a:cubicBezTo>
                  <a:pt x="11542" y="1"/>
                  <a:pt x="4470" y="1235"/>
                  <a:pt x="2235" y="7773"/>
                </a:cubicBezTo>
                <a:cubicBezTo>
                  <a:pt x="0" y="14311"/>
                  <a:pt x="7939" y="17947"/>
                  <a:pt x="11675" y="18848"/>
                </a:cubicBezTo>
                <a:cubicBezTo>
                  <a:pt x="15445" y="19748"/>
                  <a:pt x="20315" y="19448"/>
                  <a:pt x="20448" y="13477"/>
                </a:cubicBezTo>
                <a:cubicBezTo>
                  <a:pt x="20582" y="7506"/>
                  <a:pt x="18780" y="835"/>
                  <a:pt x="15178" y="40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20" name="Google Shape;1520;p99"/>
          <p:cNvSpPr/>
          <p:nvPr/>
        </p:nvSpPr>
        <p:spPr>
          <a:xfrm rot="288619" flipH="1">
            <a:off x="-1415244" y="1158707"/>
            <a:ext cx="4829256" cy="4940052"/>
          </a:xfrm>
          <a:custGeom>
            <a:avLst/>
            <a:gdLst/>
            <a:ahLst/>
            <a:cxnLst/>
            <a:rect l="l" t="t" r="r" b="b"/>
            <a:pathLst>
              <a:path w="142469" h="136664" extrusionOk="0">
                <a:moveTo>
                  <a:pt x="97052" y="0"/>
                </a:moveTo>
                <a:cubicBezTo>
                  <a:pt x="94985" y="0"/>
                  <a:pt x="92658" y="685"/>
                  <a:pt x="89955" y="2065"/>
                </a:cubicBezTo>
                <a:cubicBezTo>
                  <a:pt x="76197" y="9104"/>
                  <a:pt x="81149" y="14564"/>
                  <a:pt x="82755" y="40634"/>
                </a:cubicBezTo>
                <a:cubicBezTo>
                  <a:pt x="85458" y="83646"/>
                  <a:pt x="12896" y="58112"/>
                  <a:pt x="4519" y="103881"/>
                </a:cubicBezTo>
                <a:cubicBezTo>
                  <a:pt x="0" y="128495"/>
                  <a:pt x="10558" y="136664"/>
                  <a:pt x="39417" y="136664"/>
                </a:cubicBezTo>
                <a:cubicBezTo>
                  <a:pt x="47997" y="136664"/>
                  <a:pt x="58195" y="135942"/>
                  <a:pt x="70095" y="134715"/>
                </a:cubicBezTo>
                <a:cubicBezTo>
                  <a:pt x="122047" y="129389"/>
                  <a:pt x="142469" y="101392"/>
                  <a:pt x="125767" y="56907"/>
                </a:cubicBezTo>
                <a:cubicBezTo>
                  <a:pt x="111706" y="19432"/>
                  <a:pt x="108060" y="0"/>
                  <a:pt x="97052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21" name="Google Shape;1521;p99"/>
          <p:cNvSpPr/>
          <p:nvPr/>
        </p:nvSpPr>
        <p:spPr>
          <a:xfrm rot="-8533595">
            <a:off x="7105388" y="-706575"/>
            <a:ext cx="1938828" cy="3305595"/>
          </a:xfrm>
          <a:custGeom>
            <a:avLst/>
            <a:gdLst/>
            <a:ahLst/>
            <a:cxnLst/>
            <a:rect l="l" t="t" r="r" b="b"/>
            <a:pathLst>
              <a:path w="19210" h="32752" extrusionOk="0">
                <a:moveTo>
                  <a:pt x="14053" y="490"/>
                </a:moveTo>
                <a:lnTo>
                  <a:pt x="14053" y="490"/>
                </a:lnTo>
                <a:cubicBezTo>
                  <a:pt x="14026" y="597"/>
                  <a:pt x="13999" y="758"/>
                  <a:pt x="13972" y="918"/>
                </a:cubicBezTo>
                <a:cubicBezTo>
                  <a:pt x="13972" y="865"/>
                  <a:pt x="13972" y="838"/>
                  <a:pt x="13946" y="838"/>
                </a:cubicBezTo>
                <a:cubicBezTo>
                  <a:pt x="13972" y="731"/>
                  <a:pt x="14026" y="597"/>
                  <a:pt x="14053" y="490"/>
                </a:cubicBezTo>
                <a:close/>
                <a:moveTo>
                  <a:pt x="13651" y="1560"/>
                </a:moveTo>
                <a:lnTo>
                  <a:pt x="13651" y="1560"/>
                </a:lnTo>
                <a:cubicBezTo>
                  <a:pt x="13276" y="3862"/>
                  <a:pt x="12045" y="5923"/>
                  <a:pt x="11189" y="8038"/>
                </a:cubicBezTo>
                <a:cubicBezTo>
                  <a:pt x="10522" y="9665"/>
                  <a:pt x="10466" y="11531"/>
                  <a:pt x="10493" y="13318"/>
                </a:cubicBezTo>
                <a:lnTo>
                  <a:pt x="10493" y="13318"/>
                </a:lnTo>
                <a:cubicBezTo>
                  <a:pt x="10490" y="13217"/>
                  <a:pt x="10464" y="13118"/>
                  <a:pt x="10439" y="13043"/>
                </a:cubicBezTo>
                <a:cubicBezTo>
                  <a:pt x="10091" y="10634"/>
                  <a:pt x="9904" y="8412"/>
                  <a:pt x="11001" y="6191"/>
                </a:cubicBezTo>
                <a:cubicBezTo>
                  <a:pt x="11724" y="4772"/>
                  <a:pt x="12714" y="3541"/>
                  <a:pt x="13410" y="2123"/>
                </a:cubicBezTo>
                <a:cubicBezTo>
                  <a:pt x="13491" y="1935"/>
                  <a:pt x="13571" y="1748"/>
                  <a:pt x="13651" y="1560"/>
                </a:cubicBezTo>
                <a:close/>
                <a:moveTo>
                  <a:pt x="13972" y="945"/>
                </a:moveTo>
                <a:lnTo>
                  <a:pt x="13972" y="945"/>
                </a:lnTo>
                <a:cubicBezTo>
                  <a:pt x="13972" y="1079"/>
                  <a:pt x="13946" y="1212"/>
                  <a:pt x="13946" y="1346"/>
                </a:cubicBezTo>
                <a:cubicBezTo>
                  <a:pt x="13946" y="2524"/>
                  <a:pt x="13758" y="3702"/>
                  <a:pt x="13517" y="4853"/>
                </a:cubicBezTo>
                <a:cubicBezTo>
                  <a:pt x="12821" y="7877"/>
                  <a:pt x="11376" y="10580"/>
                  <a:pt x="10760" y="13605"/>
                </a:cubicBezTo>
                <a:cubicBezTo>
                  <a:pt x="10787" y="11357"/>
                  <a:pt x="10921" y="9189"/>
                  <a:pt x="11858" y="7074"/>
                </a:cubicBezTo>
                <a:cubicBezTo>
                  <a:pt x="12741" y="5094"/>
                  <a:pt x="13785" y="3140"/>
                  <a:pt x="13972" y="945"/>
                </a:cubicBezTo>
                <a:close/>
                <a:moveTo>
                  <a:pt x="5002" y="14350"/>
                </a:moveTo>
                <a:cubicBezTo>
                  <a:pt x="5585" y="14350"/>
                  <a:pt x="6085" y="14646"/>
                  <a:pt x="6746" y="15104"/>
                </a:cubicBezTo>
                <a:cubicBezTo>
                  <a:pt x="6879" y="15184"/>
                  <a:pt x="7013" y="15264"/>
                  <a:pt x="7147" y="15372"/>
                </a:cubicBezTo>
                <a:cubicBezTo>
                  <a:pt x="6694" y="15252"/>
                  <a:pt x="6232" y="15200"/>
                  <a:pt x="5767" y="15200"/>
                </a:cubicBezTo>
                <a:cubicBezTo>
                  <a:pt x="4364" y="15200"/>
                  <a:pt x="2927" y="15672"/>
                  <a:pt x="1580" y="16174"/>
                </a:cubicBezTo>
                <a:cubicBezTo>
                  <a:pt x="2329" y="15666"/>
                  <a:pt x="3025" y="15077"/>
                  <a:pt x="3855" y="14676"/>
                </a:cubicBezTo>
                <a:cubicBezTo>
                  <a:pt x="4297" y="14450"/>
                  <a:pt x="4663" y="14350"/>
                  <a:pt x="5002" y="14350"/>
                </a:cubicBezTo>
                <a:close/>
                <a:moveTo>
                  <a:pt x="5753" y="15432"/>
                </a:moveTo>
                <a:cubicBezTo>
                  <a:pt x="6514" y="15432"/>
                  <a:pt x="7262" y="15581"/>
                  <a:pt x="7977" y="15960"/>
                </a:cubicBezTo>
                <a:cubicBezTo>
                  <a:pt x="8619" y="16389"/>
                  <a:pt x="9208" y="16870"/>
                  <a:pt x="9743" y="17406"/>
                </a:cubicBezTo>
                <a:cubicBezTo>
                  <a:pt x="8352" y="16737"/>
                  <a:pt x="6906" y="16389"/>
                  <a:pt x="5381" y="16335"/>
                </a:cubicBezTo>
                <a:lnTo>
                  <a:pt x="4765" y="16335"/>
                </a:lnTo>
                <a:cubicBezTo>
                  <a:pt x="3828" y="16335"/>
                  <a:pt x="2918" y="16469"/>
                  <a:pt x="1981" y="16576"/>
                </a:cubicBezTo>
                <a:cubicBezTo>
                  <a:pt x="1633" y="16603"/>
                  <a:pt x="1312" y="16629"/>
                  <a:pt x="964" y="16656"/>
                </a:cubicBezTo>
                <a:cubicBezTo>
                  <a:pt x="2489" y="16094"/>
                  <a:pt x="4149" y="15432"/>
                  <a:pt x="5753" y="15432"/>
                </a:cubicBezTo>
                <a:close/>
                <a:moveTo>
                  <a:pt x="18748" y="11060"/>
                </a:moveTo>
                <a:cubicBezTo>
                  <a:pt x="18737" y="11089"/>
                  <a:pt x="18737" y="11129"/>
                  <a:pt x="18737" y="11169"/>
                </a:cubicBezTo>
                <a:cubicBezTo>
                  <a:pt x="18603" y="11892"/>
                  <a:pt x="18442" y="12588"/>
                  <a:pt x="18282" y="13284"/>
                </a:cubicBezTo>
                <a:cubicBezTo>
                  <a:pt x="17907" y="14729"/>
                  <a:pt x="17291" y="16255"/>
                  <a:pt x="16087" y="17165"/>
                </a:cubicBezTo>
                <a:cubicBezTo>
                  <a:pt x="14963" y="17995"/>
                  <a:pt x="13223" y="18289"/>
                  <a:pt x="12045" y="19119"/>
                </a:cubicBezTo>
                <a:cubicBezTo>
                  <a:pt x="12473" y="18342"/>
                  <a:pt x="12955" y="17700"/>
                  <a:pt x="13785" y="17218"/>
                </a:cubicBezTo>
                <a:cubicBezTo>
                  <a:pt x="14508" y="16790"/>
                  <a:pt x="15257" y="16469"/>
                  <a:pt x="15873" y="15907"/>
                </a:cubicBezTo>
                <a:cubicBezTo>
                  <a:pt x="16542" y="15291"/>
                  <a:pt x="17077" y="14408"/>
                  <a:pt x="17532" y="13659"/>
                </a:cubicBezTo>
                <a:cubicBezTo>
                  <a:pt x="18036" y="12864"/>
                  <a:pt x="18250" y="11859"/>
                  <a:pt x="18748" y="11060"/>
                </a:cubicBezTo>
                <a:close/>
                <a:moveTo>
                  <a:pt x="18549" y="10928"/>
                </a:moveTo>
                <a:lnTo>
                  <a:pt x="18549" y="10928"/>
                </a:lnTo>
                <a:cubicBezTo>
                  <a:pt x="18201" y="11517"/>
                  <a:pt x="18014" y="12213"/>
                  <a:pt x="17693" y="12856"/>
                </a:cubicBezTo>
                <a:cubicBezTo>
                  <a:pt x="17184" y="13899"/>
                  <a:pt x="16488" y="14863"/>
                  <a:pt x="15712" y="15719"/>
                </a:cubicBezTo>
                <a:cubicBezTo>
                  <a:pt x="15016" y="16469"/>
                  <a:pt x="13919" y="16844"/>
                  <a:pt x="13062" y="17379"/>
                </a:cubicBezTo>
                <a:cubicBezTo>
                  <a:pt x="12313" y="17861"/>
                  <a:pt x="11911" y="18798"/>
                  <a:pt x="11510" y="19547"/>
                </a:cubicBezTo>
                <a:cubicBezTo>
                  <a:pt x="11485" y="19571"/>
                  <a:pt x="11461" y="19573"/>
                  <a:pt x="11457" y="19594"/>
                </a:cubicBezTo>
                <a:lnTo>
                  <a:pt x="11457" y="19594"/>
                </a:lnTo>
                <a:cubicBezTo>
                  <a:pt x="11836" y="15557"/>
                  <a:pt x="16249" y="13818"/>
                  <a:pt x="18549" y="10928"/>
                </a:cubicBezTo>
                <a:close/>
                <a:moveTo>
                  <a:pt x="6505" y="16683"/>
                </a:moveTo>
                <a:lnTo>
                  <a:pt x="6505" y="16683"/>
                </a:lnTo>
                <a:cubicBezTo>
                  <a:pt x="7763" y="16844"/>
                  <a:pt x="8994" y="17245"/>
                  <a:pt x="10145" y="17914"/>
                </a:cubicBezTo>
                <a:cubicBezTo>
                  <a:pt x="10573" y="18450"/>
                  <a:pt x="10921" y="19065"/>
                  <a:pt x="11135" y="19788"/>
                </a:cubicBezTo>
                <a:cubicBezTo>
                  <a:pt x="9315" y="19172"/>
                  <a:pt x="8191" y="17432"/>
                  <a:pt x="6505" y="16683"/>
                </a:cubicBezTo>
                <a:close/>
                <a:moveTo>
                  <a:pt x="6772" y="20270"/>
                </a:moveTo>
                <a:cubicBezTo>
                  <a:pt x="7736" y="21581"/>
                  <a:pt x="9342" y="22384"/>
                  <a:pt x="10466" y="23535"/>
                </a:cubicBezTo>
                <a:cubicBezTo>
                  <a:pt x="9074" y="22598"/>
                  <a:pt x="7120" y="22331"/>
                  <a:pt x="6826" y="20350"/>
                </a:cubicBezTo>
                <a:cubicBezTo>
                  <a:pt x="6799" y="20323"/>
                  <a:pt x="6772" y="20296"/>
                  <a:pt x="6746" y="20270"/>
                </a:cubicBezTo>
                <a:close/>
                <a:moveTo>
                  <a:pt x="16221" y="20698"/>
                </a:moveTo>
                <a:cubicBezTo>
                  <a:pt x="15685" y="21635"/>
                  <a:pt x="14267" y="22304"/>
                  <a:pt x="13464" y="22812"/>
                </a:cubicBezTo>
                <a:cubicBezTo>
                  <a:pt x="12955" y="23187"/>
                  <a:pt x="12233" y="23615"/>
                  <a:pt x="11831" y="24177"/>
                </a:cubicBezTo>
                <a:cubicBezTo>
                  <a:pt x="12286" y="22357"/>
                  <a:pt x="14722" y="21768"/>
                  <a:pt x="16221" y="20698"/>
                </a:cubicBezTo>
                <a:close/>
                <a:moveTo>
                  <a:pt x="6692" y="20939"/>
                </a:moveTo>
                <a:cubicBezTo>
                  <a:pt x="7388" y="22893"/>
                  <a:pt x="9957" y="22866"/>
                  <a:pt x="11135" y="24445"/>
                </a:cubicBezTo>
                <a:cubicBezTo>
                  <a:pt x="9395" y="23481"/>
                  <a:pt x="6772" y="23080"/>
                  <a:pt x="6692" y="20939"/>
                </a:cubicBezTo>
                <a:close/>
                <a:moveTo>
                  <a:pt x="16194" y="21126"/>
                </a:moveTo>
                <a:cubicBezTo>
                  <a:pt x="15766" y="22304"/>
                  <a:pt x="14749" y="22919"/>
                  <a:pt x="13571" y="23455"/>
                </a:cubicBezTo>
                <a:cubicBezTo>
                  <a:pt x="12982" y="23722"/>
                  <a:pt x="12393" y="24017"/>
                  <a:pt x="11938" y="24445"/>
                </a:cubicBezTo>
                <a:cubicBezTo>
                  <a:pt x="12447" y="23562"/>
                  <a:pt x="13785" y="22919"/>
                  <a:pt x="14534" y="22411"/>
                </a:cubicBezTo>
                <a:cubicBezTo>
                  <a:pt x="15070" y="22063"/>
                  <a:pt x="15739" y="21661"/>
                  <a:pt x="16194" y="21126"/>
                </a:cubicBezTo>
                <a:close/>
                <a:moveTo>
                  <a:pt x="14048" y="0"/>
                </a:moveTo>
                <a:cubicBezTo>
                  <a:pt x="14002" y="0"/>
                  <a:pt x="13958" y="28"/>
                  <a:pt x="13946" y="88"/>
                </a:cubicBezTo>
                <a:cubicBezTo>
                  <a:pt x="13196" y="2390"/>
                  <a:pt x="11751" y="4183"/>
                  <a:pt x="10680" y="6298"/>
                </a:cubicBezTo>
                <a:cubicBezTo>
                  <a:pt x="9610" y="8466"/>
                  <a:pt x="9877" y="10795"/>
                  <a:pt x="10225" y="13096"/>
                </a:cubicBezTo>
                <a:cubicBezTo>
                  <a:pt x="10305" y="13766"/>
                  <a:pt x="10413" y="14435"/>
                  <a:pt x="10520" y="15104"/>
                </a:cubicBezTo>
                <a:cubicBezTo>
                  <a:pt x="10520" y="15131"/>
                  <a:pt x="10520" y="15157"/>
                  <a:pt x="10520" y="15157"/>
                </a:cubicBezTo>
                <a:cubicBezTo>
                  <a:pt x="10520" y="15184"/>
                  <a:pt x="10520" y="15211"/>
                  <a:pt x="10546" y="15211"/>
                </a:cubicBezTo>
                <a:cubicBezTo>
                  <a:pt x="10734" y="16469"/>
                  <a:pt x="10921" y="17727"/>
                  <a:pt x="11082" y="18985"/>
                </a:cubicBezTo>
                <a:cubicBezTo>
                  <a:pt x="10520" y="17700"/>
                  <a:pt x="9502" y="16737"/>
                  <a:pt x="8352" y="15907"/>
                </a:cubicBezTo>
                <a:cubicBezTo>
                  <a:pt x="8352" y="15880"/>
                  <a:pt x="8352" y="15853"/>
                  <a:pt x="8325" y="15853"/>
                </a:cubicBezTo>
                <a:cubicBezTo>
                  <a:pt x="8298" y="15853"/>
                  <a:pt x="8271" y="15827"/>
                  <a:pt x="8271" y="15827"/>
                </a:cubicBezTo>
                <a:cubicBezTo>
                  <a:pt x="7602" y="15345"/>
                  <a:pt x="6906" y="14890"/>
                  <a:pt x="6237" y="14461"/>
                </a:cubicBezTo>
                <a:cubicBezTo>
                  <a:pt x="5829" y="14193"/>
                  <a:pt x="5417" y="14081"/>
                  <a:pt x="5004" y="14081"/>
                </a:cubicBezTo>
                <a:cubicBezTo>
                  <a:pt x="3280" y="14081"/>
                  <a:pt x="1550" y="16040"/>
                  <a:pt x="81" y="16710"/>
                </a:cubicBezTo>
                <a:cubicBezTo>
                  <a:pt x="27" y="16737"/>
                  <a:pt x="1" y="16790"/>
                  <a:pt x="27" y="16844"/>
                </a:cubicBezTo>
                <a:cubicBezTo>
                  <a:pt x="27" y="16870"/>
                  <a:pt x="54" y="16870"/>
                  <a:pt x="54" y="16870"/>
                </a:cubicBezTo>
                <a:cubicBezTo>
                  <a:pt x="54" y="16870"/>
                  <a:pt x="54" y="16897"/>
                  <a:pt x="81" y="16897"/>
                </a:cubicBezTo>
                <a:cubicBezTo>
                  <a:pt x="81" y="16924"/>
                  <a:pt x="108" y="16924"/>
                  <a:pt x="108" y="16924"/>
                </a:cubicBezTo>
                <a:lnTo>
                  <a:pt x="135" y="16924"/>
                </a:lnTo>
                <a:cubicBezTo>
                  <a:pt x="1580" y="16924"/>
                  <a:pt x="2972" y="16656"/>
                  <a:pt x="4390" y="16576"/>
                </a:cubicBezTo>
                <a:lnTo>
                  <a:pt x="5354" y="16576"/>
                </a:lnTo>
                <a:cubicBezTo>
                  <a:pt x="7736" y="16870"/>
                  <a:pt x="8967" y="19413"/>
                  <a:pt x="11242" y="20082"/>
                </a:cubicBezTo>
                <a:cubicBezTo>
                  <a:pt x="11376" y="21367"/>
                  <a:pt x="11483" y="22679"/>
                  <a:pt x="11483" y="23990"/>
                </a:cubicBezTo>
                <a:cubicBezTo>
                  <a:pt x="11483" y="24124"/>
                  <a:pt x="11483" y="24284"/>
                  <a:pt x="11483" y="24445"/>
                </a:cubicBezTo>
                <a:cubicBezTo>
                  <a:pt x="10413" y="22545"/>
                  <a:pt x="7977" y="21715"/>
                  <a:pt x="6799" y="19895"/>
                </a:cubicBezTo>
                <a:cubicBezTo>
                  <a:pt x="6778" y="19863"/>
                  <a:pt x="6740" y="19848"/>
                  <a:pt x="6701" y="19848"/>
                </a:cubicBezTo>
                <a:cubicBezTo>
                  <a:pt x="6640" y="19848"/>
                  <a:pt x="6574" y="19884"/>
                  <a:pt x="6558" y="19948"/>
                </a:cubicBezTo>
                <a:cubicBezTo>
                  <a:pt x="6237" y="21340"/>
                  <a:pt x="6719" y="22411"/>
                  <a:pt x="7897" y="23241"/>
                </a:cubicBezTo>
                <a:cubicBezTo>
                  <a:pt x="8967" y="23990"/>
                  <a:pt x="10386" y="24177"/>
                  <a:pt x="11456" y="24954"/>
                </a:cubicBezTo>
                <a:cubicBezTo>
                  <a:pt x="11349" y="27523"/>
                  <a:pt x="10734" y="30093"/>
                  <a:pt x="10145" y="32609"/>
                </a:cubicBezTo>
                <a:cubicBezTo>
                  <a:pt x="10112" y="32690"/>
                  <a:pt x="10188" y="32751"/>
                  <a:pt x="10265" y="32751"/>
                </a:cubicBezTo>
                <a:cubicBezTo>
                  <a:pt x="10315" y="32751"/>
                  <a:pt x="10365" y="32725"/>
                  <a:pt x="10386" y="32662"/>
                </a:cubicBezTo>
                <a:cubicBezTo>
                  <a:pt x="10760" y="31003"/>
                  <a:pt x="11108" y="29343"/>
                  <a:pt x="11430" y="27684"/>
                </a:cubicBezTo>
                <a:cubicBezTo>
                  <a:pt x="11563" y="26854"/>
                  <a:pt x="11670" y="26024"/>
                  <a:pt x="11697" y="25194"/>
                </a:cubicBezTo>
                <a:cubicBezTo>
                  <a:pt x="12179" y="24017"/>
                  <a:pt x="13839" y="23669"/>
                  <a:pt x="14829" y="23080"/>
                </a:cubicBezTo>
                <a:cubicBezTo>
                  <a:pt x="15899" y="22491"/>
                  <a:pt x="16488" y="21581"/>
                  <a:pt x="16595" y="20377"/>
                </a:cubicBezTo>
                <a:cubicBezTo>
                  <a:pt x="16595" y="20350"/>
                  <a:pt x="16595" y="20350"/>
                  <a:pt x="16595" y="20323"/>
                </a:cubicBezTo>
                <a:cubicBezTo>
                  <a:pt x="16622" y="20270"/>
                  <a:pt x="16569" y="20243"/>
                  <a:pt x="16515" y="20216"/>
                </a:cubicBezTo>
                <a:lnTo>
                  <a:pt x="16462" y="20216"/>
                </a:lnTo>
                <a:cubicBezTo>
                  <a:pt x="16435" y="20216"/>
                  <a:pt x="16435" y="20243"/>
                  <a:pt x="16408" y="20243"/>
                </a:cubicBezTo>
                <a:cubicBezTo>
                  <a:pt x="15043" y="21474"/>
                  <a:pt x="12473" y="21983"/>
                  <a:pt x="11724" y="23722"/>
                </a:cubicBezTo>
                <a:cubicBezTo>
                  <a:pt x="11724" y="22571"/>
                  <a:pt x="11644" y="21447"/>
                  <a:pt x="11510" y="20323"/>
                </a:cubicBezTo>
                <a:cubicBezTo>
                  <a:pt x="11510" y="20189"/>
                  <a:pt x="11483" y="20082"/>
                  <a:pt x="11483" y="19948"/>
                </a:cubicBezTo>
                <a:cubicBezTo>
                  <a:pt x="12072" y="19172"/>
                  <a:pt x="13250" y="18824"/>
                  <a:pt x="14106" y="18450"/>
                </a:cubicBezTo>
                <a:cubicBezTo>
                  <a:pt x="15070" y="18021"/>
                  <a:pt x="16060" y="17593"/>
                  <a:pt x="16809" y="16844"/>
                </a:cubicBezTo>
                <a:cubicBezTo>
                  <a:pt x="18522" y="15157"/>
                  <a:pt x="18790" y="12160"/>
                  <a:pt x="19192" y="9938"/>
                </a:cubicBezTo>
                <a:cubicBezTo>
                  <a:pt x="19210" y="9848"/>
                  <a:pt x="19130" y="9770"/>
                  <a:pt x="19060" y="9770"/>
                </a:cubicBezTo>
                <a:cubicBezTo>
                  <a:pt x="19026" y="9770"/>
                  <a:pt x="18995" y="9788"/>
                  <a:pt x="18978" y="9831"/>
                </a:cubicBezTo>
                <a:cubicBezTo>
                  <a:pt x="18014" y="11758"/>
                  <a:pt x="15846" y="13070"/>
                  <a:pt x="14294" y="14488"/>
                </a:cubicBezTo>
                <a:cubicBezTo>
                  <a:pt x="12982" y="15693"/>
                  <a:pt x="11751" y="17138"/>
                  <a:pt x="11349" y="18851"/>
                </a:cubicBezTo>
                <a:cubicBezTo>
                  <a:pt x="11162" y="17593"/>
                  <a:pt x="10975" y="16335"/>
                  <a:pt x="10760" y="15104"/>
                </a:cubicBezTo>
                <a:cubicBezTo>
                  <a:pt x="11028" y="12534"/>
                  <a:pt x="11911" y="10233"/>
                  <a:pt x="12821" y="7877"/>
                </a:cubicBezTo>
                <a:cubicBezTo>
                  <a:pt x="13758" y="5334"/>
                  <a:pt x="14267" y="2818"/>
                  <a:pt x="14160" y="115"/>
                </a:cubicBezTo>
                <a:cubicBezTo>
                  <a:pt x="14160" y="42"/>
                  <a:pt x="14103" y="0"/>
                  <a:pt x="14048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22" name="Google Shape;1522;p99"/>
          <p:cNvSpPr/>
          <p:nvPr/>
        </p:nvSpPr>
        <p:spPr>
          <a:xfrm>
            <a:off x="6970750" y="2154714"/>
            <a:ext cx="1460036" cy="1906827"/>
          </a:xfrm>
          <a:custGeom>
            <a:avLst/>
            <a:gdLst/>
            <a:ahLst/>
            <a:cxnLst/>
            <a:rect l="l" t="t" r="r" b="b"/>
            <a:pathLst>
              <a:path w="17277" h="22564" extrusionOk="0">
                <a:moveTo>
                  <a:pt x="9074" y="0"/>
                </a:moveTo>
                <a:cubicBezTo>
                  <a:pt x="8555" y="0"/>
                  <a:pt x="8010" y="60"/>
                  <a:pt x="7441" y="188"/>
                </a:cubicBezTo>
                <a:cubicBezTo>
                  <a:pt x="2543" y="1285"/>
                  <a:pt x="1" y="6692"/>
                  <a:pt x="54" y="12607"/>
                </a:cubicBezTo>
                <a:cubicBezTo>
                  <a:pt x="134" y="18683"/>
                  <a:pt x="3989" y="22189"/>
                  <a:pt x="8592" y="22564"/>
                </a:cubicBezTo>
                <a:cubicBezTo>
                  <a:pt x="14641" y="22082"/>
                  <a:pt x="16354" y="18388"/>
                  <a:pt x="16836" y="12312"/>
                </a:cubicBezTo>
                <a:cubicBezTo>
                  <a:pt x="17276" y="6737"/>
                  <a:pt x="14567" y="0"/>
                  <a:pt x="9074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523" name="Google Shape;1523;p99"/>
          <p:cNvGrpSpPr/>
          <p:nvPr/>
        </p:nvGrpSpPr>
        <p:grpSpPr>
          <a:xfrm>
            <a:off x="6247704" y="2777002"/>
            <a:ext cx="1830972" cy="1822411"/>
            <a:chOff x="2414491" y="671177"/>
            <a:chExt cx="1830972" cy="1822411"/>
          </a:xfrm>
        </p:grpSpPr>
        <p:sp>
          <p:nvSpPr>
            <p:cNvPr id="1524" name="Google Shape;1524;p99"/>
            <p:cNvSpPr/>
            <p:nvPr/>
          </p:nvSpPr>
          <p:spPr>
            <a:xfrm>
              <a:off x="2414491" y="671177"/>
              <a:ext cx="1830972" cy="1822391"/>
            </a:xfrm>
            <a:custGeom>
              <a:avLst/>
              <a:gdLst/>
              <a:ahLst/>
              <a:cxnLst/>
              <a:rect l="l" t="t" r="r" b="b"/>
              <a:pathLst>
                <a:path w="45663" h="45449" extrusionOk="0">
                  <a:moveTo>
                    <a:pt x="10947" y="4979"/>
                  </a:moveTo>
                  <a:lnTo>
                    <a:pt x="15605" y="7656"/>
                  </a:lnTo>
                  <a:lnTo>
                    <a:pt x="15605" y="13062"/>
                  </a:lnTo>
                  <a:lnTo>
                    <a:pt x="10947" y="15766"/>
                  </a:lnTo>
                  <a:lnTo>
                    <a:pt x="6263" y="13062"/>
                  </a:lnTo>
                  <a:lnTo>
                    <a:pt x="6263" y="7656"/>
                  </a:lnTo>
                  <a:lnTo>
                    <a:pt x="10947" y="4979"/>
                  </a:lnTo>
                  <a:close/>
                  <a:moveTo>
                    <a:pt x="20449" y="4979"/>
                  </a:moveTo>
                  <a:lnTo>
                    <a:pt x="25133" y="7656"/>
                  </a:lnTo>
                  <a:lnTo>
                    <a:pt x="25133" y="13062"/>
                  </a:lnTo>
                  <a:lnTo>
                    <a:pt x="20449" y="15766"/>
                  </a:lnTo>
                  <a:lnTo>
                    <a:pt x="15792" y="13062"/>
                  </a:lnTo>
                  <a:lnTo>
                    <a:pt x="15792" y="7656"/>
                  </a:lnTo>
                  <a:lnTo>
                    <a:pt x="20449" y="4979"/>
                  </a:lnTo>
                  <a:close/>
                  <a:moveTo>
                    <a:pt x="29978" y="4979"/>
                  </a:moveTo>
                  <a:lnTo>
                    <a:pt x="34635" y="7656"/>
                  </a:lnTo>
                  <a:lnTo>
                    <a:pt x="34635" y="13062"/>
                  </a:lnTo>
                  <a:lnTo>
                    <a:pt x="29978" y="15766"/>
                  </a:lnTo>
                  <a:lnTo>
                    <a:pt x="25294" y="13062"/>
                  </a:lnTo>
                  <a:lnTo>
                    <a:pt x="25294" y="7656"/>
                  </a:lnTo>
                  <a:lnTo>
                    <a:pt x="29978" y="4979"/>
                  </a:lnTo>
                  <a:close/>
                  <a:moveTo>
                    <a:pt x="6183" y="13196"/>
                  </a:moveTo>
                  <a:lnTo>
                    <a:pt x="10867" y="15899"/>
                  </a:lnTo>
                  <a:lnTo>
                    <a:pt x="10867" y="21306"/>
                  </a:lnTo>
                  <a:lnTo>
                    <a:pt x="6183" y="23983"/>
                  </a:lnTo>
                  <a:lnTo>
                    <a:pt x="1526" y="21306"/>
                  </a:lnTo>
                  <a:lnTo>
                    <a:pt x="1526" y="15899"/>
                  </a:lnTo>
                  <a:lnTo>
                    <a:pt x="6183" y="13196"/>
                  </a:lnTo>
                  <a:close/>
                  <a:moveTo>
                    <a:pt x="15712" y="13196"/>
                  </a:moveTo>
                  <a:lnTo>
                    <a:pt x="20369" y="15899"/>
                  </a:lnTo>
                  <a:lnTo>
                    <a:pt x="20369" y="21306"/>
                  </a:lnTo>
                  <a:lnTo>
                    <a:pt x="15712" y="23983"/>
                  </a:lnTo>
                  <a:lnTo>
                    <a:pt x="11028" y="21306"/>
                  </a:lnTo>
                  <a:lnTo>
                    <a:pt x="11028" y="15899"/>
                  </a:lnTo>
                  <a:lnTo>
                    <a:pt x="15712" y="13196"/>
                  </a:lnTo>
                  <a:close/>
                  <a:moveTo>
                    <a:pt x="25213" y="13196"/>
                  </a:moveTo>
                  <a:lnTo>
                    <a:pt x="29871" y="15899"/>
                  </a:lnTo>
                  <a:lnTo>
                    <a:pt x="29871" y="21306"/>
                  </a:lnTo>
                  <a:lnTo>
                    <a:pt x="25213" y="23983"/>
                  </a:lnTo>
                  <a:lnTo>
                    <a:pt x="20529" y="21306"/>
                  </a:lnTo>
                  <a:lnTo>
                    <a:pt x="20529" y="15899"/>
                  </a:lnTo>
                  <a:lnTo>
                    <a:pt x="25213" y="13196"/>
                  </a:lnTo>
                  <a:close/>
                  <a:moveTo>
                    <a:pt x="34715" y="13196"/>
                  </a:moveTo>
                  <a:lnTo>
                    <a:pt x="39399" y="15899"/>
                  </a:lnTo>
                  <a:lnTo>
                    <a:pt x="39399" y="21306"/>
                  </a:lnTo>
                  <a:lnTo>
                    <a:pt x="34715" y="23983"/>
                  </a:lnTo>
                  <a:lnTo>
                    <a:pt x="30058" y="21306"/>
                  </a:lnTo>
                  <a:lnTo>
                    <a:pt x="30058" y="15899"/>
                  </a:lnTo>
                  <a:lnTo>
                    <a:pt x="34715" y="13196"/>
                  </a:lnTo>
                  <a:close/>
                  <a:moveTo>
                    <a:pt x="10947" y="21440"/>
                  </a:moveTo>
                  <a:lnTo>
                    <a:pt x="15605" y="24143"/>
                  </a:lnTo>
                  <a:lnTo>
                    <a:pt x="15605" y="29523"/>
                  </a:lnTo>
                  <a:lnTo>
                    <a:pt x="10947" y="32226"/>
                  </a:lnTo>
                  <a:lnTo>
                    <a:pt x="6263" y="29523"/>
                  </a:lnTo>
                  <a:lnTo>
                    <a:pt x="6263" y="24143"/>
                  </a:lnTo>
                  <a:lnTo>
                    <a:pt x="10947" y="21440"/>
                  </a:lnTo>
                  <a:close/>
                  <a:moveTo>
                    <a:pt x="20449" y="21440"/>
                  </a:moveTo>
                  <a:lnTo>
                    <a:pt x="25133" y="24143"/>
                  </a:lnTo>
                  <a:lnTo>
                    <a:pt x="25133" y="29523"/>
                  </a:lnTo>
                  <a:lnTo>
                    <a:pt x="20449" y="32226"/>
                  </a:lnTo>
                  <a:lnTo>
                    <a:pt x="15792" y="29523"/>
                  </a:lnTo>
                  <a:lnTo>
                    <a:pt x="15792" y="24143"/>
                  </a:lnTo>
                  <a:lnTo>
                    <a:pt x="20449" y="21440"/>
                  </a:lnTo>
                  <a:close/>
                  <a:moveTo>
                    <a:pt x="29978" y="21440"/>
                  </a:moveTo>
                  <a:lnTo>
                    <a:pt x="34635" y="24143"/>
                  </a:lnTo>
                  <a:lnTo>
                    <a:pt x="34635" y="29523"/>
                  </a:lnTo>
                  <a:lnTo>
                    <a:pt x="29978" y="32226"/>
                  </a:lnTo>
                  <a:lnTo>
                    <a:pt x="25294" y="29523"/>
                  </a:lnTo>
                  <a:lnTo>
                    <a:pt x="25294" y="24143"/>
                  </a:lnTo>
                  <a:lnTo>
                    <a:pt x="29978" y="21440"/>
                  </a:lnTo>
                  <a:close/>
                  <a:moveTo>
                    <a:pt x="39480" y="21440"/>
                  </a:moveTo>
                  <a:lnTo>
                    <a:pt x="44137" y="24143"/>
                  </a:lnTo>
                  <a:lnTo>
                    <a:pt x="44137" y="29523"/>
                  </a:lnTo>
                  <a:lnTo>
                    <a:pt x="39480" y="32226"/>
                  </a:lnTo>
                  <a:lnTo>
                    <a:pt x="34796" y="29523"/>
                  </a:lnTo>
                  <a:lnTo>
                    <a:pt x="34796" y="24143"/>
                  </a:lnTo>
                  <a:lnTo>
                    <a:pt x="39480" y="21440"/>
                  </a:lnTo>
                  <a:close/>
                  <a:moveTo>
                    <a:pt x="15712" y="29684"/>
                  </a:moveTo>
                  <a:lnTo>
                    <a:pt x="20369" y="32387"/>
                  </a:lnTo>
                  <a:lnTo>
                    <a:pt x="20369" y="37767"/>
                  </a:lnTo>
                  <a:lnTo>
                    <a:pt x="15712" y="40470"/>
                  </a:lnTo>
                  <a:lnTo>
                    <a:pt x="11028" y="37767"/>
                  </a:lnTo>
                  <a:lnTo>
                    <a:pt x="11028" y="32387"/>
                  </a:lnTo>
                  <a:lnTo>
                    <a:pt x="15712" y="29684"/>
                  </a:lnTo>
                  <a:close/>
                  <a:moveTo>
                    <a:pt x="25213" y="29684"/>
                  </a:moveTo>
                  <a:lnTo>
                    <a:pt x="29871" y="32387"/>
                  </a:lnTo>
                  <a:lnTo>
                    <a:pt x="29871" y="37767"/>
                  </a:lnTo>
                  <a:lnTo>
                    <a:pt x="25213" y="40470"/>
                  </a:lnTo>
                  <a:lnTo>
                    <a:pt x="20529" y="37767"/>
                  </a:lnTo>
                  <a:lnTo>
                    <a:pt x="20529" y="32387"/>
                  </a:lnTo>
                  <a:lnTo>
                    <a:pt x="25213" y="29684"/>
                  </a:lnTo>
                  <a:close/>
                  <a:moveTo>
                    <a:pt x="34715" y="29684"/>
                  </a:moveTo>
                  <a:lnTo>
                    <a:pt x="39399" y="32387"/>
                  </a:lnTo>
                  <a:lnTo>
                    <a:pt x="39399" y="37767"/>
                  </a:lnTo>
                  <a:lnTo>
                    <a:pt x="34715" y="40470"/>
                  </a:lnTo>
                  <a:lnTo>
                    <a:pt x="30058" y="37767"/>
                  </a:lnTo>
                  <a:lnTo>
                    <a:pt x="30058" y="32387"/>
                  </a:lnTo>
                  <a:lnTo>
                    <a:pt x="34715" y="29684"/>
                  </a:lnTo>
                  <a:close/>
                  <a:moveTo>
                    <a:pt x="20369" y="1"/>
                  </a:moveTo>
                  <a:lnTo>
                    <a:pt x="20369" y="4818"/>
                  </a:lnTo>
                  <a:lnTo>
                    <a:pt x="15712" y="7522"/>
                  </a:lnTo>
                  <a:lnTo>
                    <a:pt x="11028" y="4818"/>
                  </a:lnTo>
                  <a:lnTo>
                    <a:pt x="11028" y="3159"/>
                  </a:lnTo>
                  <a:cubicBezTo>
                    <a:pt x="10974" y="3186"/>
                    <a:pt x="10921" y="3239"/>
                    <a:pt x="10867" y="3266"/>
                  </a:cubicBezTo>
                  <a:lnTo>
                    <a:pt x="10867" y="4818"/>
                  </a:lnTo>
                  <a:lnTo>
                    <a:pt x="6183" y="7522"/>
                  </a:lnTo>
                  <a:lnTo>
                    <a:pt x="5915" y="7361"/>
                  </a:lnTo>
                  <a:cubicBezTo>
                    <a:pt x="5889" y="7415"/>
                    <a:pt x="5835" y="7442"/>
                    <a:pt x="5808" y="7495"/>
                  </a:cubicBezTo>
                  <a:lnTo>
                    <a:pt x="6103" y="7656"/>
                  </a:lnTo>
                  <a:lnTo>
                    <a:pt x="6103" y="13062"/>
                  </a:lnTo>
                  <a:lnTo>
                    <a:pt x="1419" y="15766"/>
                  </a:lnTo>
                  <a:lnTo>
                    <a:pt x="1124" y="15578"/>
                  </a:lnTo>
                  <a:cubicBezTo>
                    <a:pt x="1124" y="15632"/>
                    <a:pt x="1098" y="15685"/>
                    <a:pt x="1071" y="15739"/>
                  </a:cubicBezTo>
                  <a:lnTo>
                    <a:pt x="1338" y="15899"/>
                  </a:lnTo>
                  <a:lnTo>
                    <a:pt x="1338" y="21306"/>
                  </a:lnTo>
                  <a:lnTo>
                    <a:pt x="0" y="22082"/>
                  </a:lnTo>
                  <a:cubicBezTo>
                    <a:pt x="0" y="22136"/>
                    <a:pt x="0" y="22216"/>
                    <a:pt x="0" y="22270"/>
                  </a:cubicBezTo>
                  <a:lnTo>
                    <a:pt x="1419" y="21440"/>
                  </a:lnTo>
                  <a:lnTo>
                    <a:pt x="6103" y="24143"/>
                  </a:lnTo>
                  <a:lnTo>
                    <a:pt x="6103" y="29523"/>
                  </a:lnTo>
                  <a:lnTo>
                    <a:pt x="1927" y="31932"/>
                  </a:lnTo>
                  <a:cubicBezTo>
                    <a:pt x="1954" y="31986"/>
                    <a:pt x="1981" y="32039"/>
                    <a:pt x="2008" y="32093"/>
                  </a:cubicBezTo>
                  <a:lnTo>
                    <a:pt x="6183" y="29684"/>
                  </a:lnTo>
                  <a:lnTo>
                    <a:pt x="10867" y="32387"/>
                  </a:lnTo>
                  <a:lnTo>
                    <a:pt x="10867" y="37767"/>
                  </a:lnTo>
                  <a:lnTo>
                    <a:pt x="7548" y="39694"/>
                  </a:lnTo>
                  <a:cubicBezTo>
                    <a:pt x="7575" y="39721"/>
                    <a:pt x="7628" y="39774"/>
                    <a:pt x="7682" y="39801"/>
                  </a:cubicBezTo>
                  <a:lnTo>
                    <a:pt x="10947" y="37928"/>
                  </a:lnTo>
                  <a:lnTo>
                    <a:pt x="15605" y="40631"/>
                  </a:lnTo>
                  <a:lnTo>
                    <a:pt x="15605" y="44405"/>
                  </a:lnTo>
                  <a:cubicBezTo>
                    <a:pt x="15658" y="44405"/>
                    <a:pt x="15738" y="44432"/>
                    <a:pt x="15792" y="44458"/>
                  </a:cubicBezTo>
                  <a:lnTo>
                    <a:pt x="15792" y="40631"/>
                  </a:lnTo>
                  <a:lnTo>
                    <a:pt x="20449" y="37928"/>
                  </a:lnTo>
                  <a:lnTo>
                    <a:pt x="25133" y="40631"/>
                  </a:lnTo>
                  <a:lnTo>
                    <a:pt x="25133" y="45449"/>
                  </a:lnTo>
                  <a:cubicBezTo>
                    <a:pt x="25187" y="45449"/>
                    <a:pt x="25240" y="45449"/>
                    <a:pt x="25294" y="45422"/>
                  </a:cubicBezTo>
                  <a:lnTo>
                    <a:pt x="25294" y="40631"/>
                  </a:lnTo>
                  <a:lnTo>
                    <a:pt x="29978" y="37928"/>
                  </a:lnTo>
                  <a:lnTo>
                    <a:pt x="34635" y="40631"/>
                  </a:lnTo>
                  <a:lnTo>
                    <a:pt x="34635" y="42290"/>
                  </a:lnTo>
                  <a:cubicBezTo>
                    <a:pt x="34688" y="42237"/>
                    <a:pt x="34742" y="42210"/>
                    <a:pt x="34796" y="42183"/>
                  </a:cubicBezTo>
                  <a:lnTo>
                    <a:pt x="34796" y="40631"/>
                  </a:lnTo>
                  <a:lnTo>
                    <a:pt x="39480" y="37928"/>
                  </a:lnTo>
                  <a:lnTo>
                    <a:pt x="39747" y="38088"/>
                  </a:lnTo>
                  <a:cubicBezTo>
                    <a:pt x="39774" y="38035"/>
                    <a:pt x="39827" y="37981"/>
                    <a:pt x="39854" y="37954"/>
                  </a:cubicBezTo>
                  <a:lnTo>
                    <a:pt x="39560" y="37767"/>
                  </a:lnTo>
                  <a:lnTo>
                    <a:pt x="39560" y="32387"/>
                  </a:lnTo>
                  <a:lnTo>
                    <a:pt x="44244" y="29684"/>
                  </a:lnTo>
                  <a:lnTo>
                    <a:pt x="44538" y="29871"/>
                  </a:lnTo>
                  <a:cubicBezTo>
                    <a:pt x="44565" y="29791"/>
                    <a:pt x="44565" y="29737"/>
                    <a:pt x="44592" y="29684"/>
                  </a:cubicBezTo>
                  <a:lnTo>
                    <a:pt x="44324" y="29523"/>
                  </a:lnTo>
                  <a:lnTo>
                    <a:pt x="44324" y="24143"/>
                  </a:lnTo>
                  <a:lnTo>
                    <a:pt x="45662" y="23367"/>
                  </a:lnTo>
                  <a:cubicBezTo>
                    <a:pt x="45662" y="23314"/>
                    <a:pt x="45662" y="23233"/>
                    <a:pt x="45662" y="23153"/>
                  </a:cubicBezTo>
                  <a:lnTo>
                    <a:pt x="44244" y="23983"/>
                  </a:lnTo>
                  <a:lnTo>
                    <a:pt x="39560" y="21306"/>
                  </a:lnTo>
                  <a:lnTo>
                    <a:pt x="39560" y="15899"/>
                  </a:lnTo>
                  <a:lnTo>
                    <a:pt x="43735" y="13491"/>
                  </a:lnTo>
                  <a:cubicBezTo>
                    <a:pt x="43709" y="13437"/>
                    <a:pt x="43682" y="13383"/>
                    <a:pt x="43655" y="13330"/>
                  </a:cubicBezTo>
                  <a:lnTo>
                    <a:pt x="39480" y="15766"/>
                  </a:lnTo>
                  <a:lnTo>
                    <a:pt x="34796" y="13062"/>
                  </a:lnTo>
                  <a:lnTo>
                    <a:pt x="34796" y="7656"/>
                  </a:lnTo>
                  <a:lnTo>
                    <a:pt x="38114" y="5755"/>
                  </a:lnTo>
                  <a:cubicBezTo>
                    <a:pt x="38088" y="5702"/>
                    <a:pt x="38034" y="5675"/>
                    <a:pt x="37981" y="5621"/>
                  </a:cubicBezTo>
                  <a:lnTo>
                    <a:pt x="34715" y="7522"/>
                  </a:lnTo>
                  <a:lnTo>
                    <a:pt x="30058" y="4818"/>
                  </a:lnTo>
                  <a:lnTo>
                    <a:pt x="30058" y="1045"/>
                  </a:lnTo>
                  <a:cubicBezTo>
                    <a:pt x="30004" y="1018"/>
                    <a:pt x="29951" y="1018"/>
                    <a:pt x="29871" y="991"/>
                  </a:cubicBezTo>
                  <a:lnTo>
                    <a:pt x="29871" y="4818"/>
                  </a:lnTo>
                  <a:lnTo>
                    <a:pt x="25213" y="7522"/>
                  </a:lnTo>
                  <a:lnTo>
                    <a:pt x="20529" y="4818"/>
                  </a:lnTo>
                  <a:lnTo>
                    <a:pt x="2052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5" name="Google Shape;1525;p99"/>
            <p:cNvSpPr/>
            <p:nvPr/>
          </p:nvSpPr>
          <p:spPr>
            <a:xfrm>
              <a:off x="2796545" y="833253"/>
              <a:ext cx="9704" cy="7538"/>
            </a:xfrm>
            <a:custGeom>
              <a:avLst/>
              <a:gdLst/>
              <a:ahLst/>
              <a:cxnLst/>
              <a:rect l="l" t="t" r="r" b="b"/>
              <a:pathLst>
                <a:path w="242" h="188" extrusionOk="0">
                  <a:moveTo>
                    <a:pt x="161" y="0"/>
                  </a:moveTo>
                  <a:cubicBezTo>
                    <a:pt x="108" y="27"/>
                    <a:pt x="54" y="81"/>
                    <a:pt x="1" y="107"/>
                  </a:cubicBezTo>
                  <a:lnTo>
                    <a:pt x="161" y="188"/>
                  </a:lnTo>
                  <a:lnTo>
                    <a:pt x="242" y="54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6" name="Google Shape;1526;p99"/>
            <p:cNvSpPr/>
            <p:nvPr/>
          </p:nvSpPr>
          <p:spPr>
            <a:xfrm>
              <a:off x="2899597" y="677633"/>
              <a:ext cx="287659" cy="242590"/>
            </a:xfrm>
            <a:custGeom>
              <a:avLst/>
              <a:gdLst/>
              <a:ahLst/>
              <a:cxnLst/>
              <a:rect l="l" t="t" r="r" b="b"/>
              <a:pathLst>
                <a:path w="7174" h="6050" extrusionOk="0">
                  <a:moveTo>
                    <a:pt x="7173" y="0"/>
                  </a:moveTo>
                  <a:lnTo>
                    <a:pt x="7173" y="0"/>
                  </a:lnTo>
                  <a:cubicBezTo>
                    <a:pt x="7013" y="27"/>
                    <a:pt x="6852" y="54"/>
                    <a:pt x="6692" y="81"/>
                  </a:cubicBezTo>
                  <a:lnTo>
                    <a:pt x="3667" y="1794"/>
                  </a:lnTo>
                  <a:lnTo>
                    <a:pt x="3667" y="830"/>
                  </a:lnTo>
                  <a:cubicBezTo>
                    <a:pt x="3614" y="857"/>
                    <a:pt x="3560" y="857"/>
                    <a:pt x="3507" y="884"/>
                  </a:cubicBezTo>
                  <a:lnTo>
                    <a:pt x="3507" y="1794"/>
                  </a:lnTo>
                  <a:lnTo>
                    <a:pt x="2516" y="1231"/>
                  </a:lnTo>
                  <a:cubicBezTo>
                    <a:pt x="2463" y="1258"/>
                    <a:pt x="2382" y="1285"/>
                    <a:pt x="2329" y="1312"/>
                  </a:cubicBezTo>
                  <a:lnTo>
                    <a:pt x="3426" y="1954"/>
                  </a:lnTo>
                  <a:lnTo>
                    <a:pt x="0" y="3935"/>
                  </a:lnTo>
                  <a:lnTo>
                    <a:pt x="81" y="4069"/>
                  </a:lnTo>
                  <a:lnTo>
                    <a:pt x="3507" y="2115"/>
                  </a:lnTo>
                  <a:lnTo>
                    <a:pt x="3507" y="6049"/>
                  </a:lnTo>
                  <a:lnTo>
                    <a:pt x="3667" y="6049"/>
                  </a:lnTo>
                  <a:lnTo>
                    <a:pt x="3667" y="2115"/>
                  </a:lnTo>
                  <a:lnTo>
                    <a:pt x="7093" y="4069"/>
                  </a:lnTo>
                  <a:lnTo>
                    <a:pt x="7173" y="3935"/>
                  </a:lnTo>
                  <a:lnTo>
                    <a:pt x="3774" y="1954"/>
                  </a:lnTo>
                  <a:lnTo>
                    <a:pt x="717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7" name="Google Shape;1527;p99"/>
            <p:cNvSpPr/>
            <p:nvPr/>
          </p:nvSpPr>
          <p:spPr>
            <a:xfrm>
              <a:off x="3280608" y="671177"/>
              <a:ext cx="288742" cy="249046"/>
            </a:xfrm>
            <a:custGeom>
              <a:avLst/>
              <a:gdLst/>
              <a:ahLst/>
              <a:cxnLst/>
              <a:rect l="l" t="t" r="r" b="b"/>
              <a:pathLst>
                <a:path w="7201" h="6211" extrusionOk="0">
                  <a:moveTo>
                    <a:pt x="107" y="1"/>
                  </a:moveTo>
                  <a:lnTo>
                    <a:pt x="0" y="134"/>
                  </a:lnTo>
                  <a:lnTo>
                    <a:pt x="3426" y="2115"/>
                  </a:lnTo>
                  <a:lnTo>
                    <a:pt x="0" y="4096"/>
                  </a:lnTo>
                  <a:lnTo>
                    <a:pt x="107" y="4230"/>
                  </a:lnTo>
                  <a:lnTo>
                    <a:pt x="3506" y="2276"/>
                  </a:lnTo>
                  <a:lnTo>
                    <a:pt x="3506" y="6210"/>
                  </a:lnTo>
                  <a:lnTo>
                    <a:pt x="3694" y="6210"/>
                  </a:lnTo>
                  <a:lnTo>
                    <a:pt x="3694" y="2276"/>
                  </a:lnTo>
                  <a:lnTo>
                    <a:pt x="7093" y="4230"/>
                  </a:lnTo>
                  <a:lnTo>
                    <a:pt x="7200" y="4096"/>
                  </a:lnTo>
                  <a:lnTo>
                    <a:pt x="3774" y="2115"/>
                  </a:lnTo>
                  <a:lnTo>
                    <a:pt x="6558" y="509"/>
                  </a:lnTo>
                  <a:cubicBezTo>
                    <a:pt x="6477" y="482"/>
                    <a:pt x="6397" y="456"/>
                    <a:pt x="6317" y="456"/>
                  </a:cubicBezTo>
                  <a:lnTo>
                    <a:pt x="3694" y="1955"/>
                  </a:lnTo>
                  <a:lnTo>
                    <a:pt x="3694" y="1"/>
                  </a:lnTo>
                  <a:lnTo>
                    <a:pt x="3506" y="1"/>
                  </a:lnTo>
                  <a:lnTo>
                    <a:pt x="3506" y="1955"/>
                  </a:lnTo>
                  <a:lnTo>
                    <a:pt x="10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8" name="Google Shape;1528;p99"/>
            <p:cNvSpPr/>
            <p:nvPr/>
          </p:nvSpPr>
          <p:spPr>
            <a:xfrm>
              <a:off x="3662662" y="776354"/>
              <a:ext cx="109506" cy="64437"/>
            </a:xfrm>
            <a:custGeom>
              <a:avLst/>
              <a:gdLst/>
              <a:ahLst/>
              <a:cxnLst/>
              <a:rect l="l" t="t" r="r" b="b"/>
              <a:pathLst>
                <a:path w="2731" h="1607" extrusionOk="0">
                  <a:moveTo>
                    <a:pt x="2543" y="1"/>
                  </a:moveTo>
                  <a:lnTo>
                    <a:pt x="1" y="1473"/>
                  </a:lnTo>
                  <a:lnTo>
                    <a:pt x="81" y="1607"/>
                  </a:lnTo>
                  <a:lnTo>
                    <a:pt x="2731" y="81"/>
                  </a:lnTo>
                  <a:cubicBezTo>
                    <a:pt x="2677" y="54"/>
                    <a:pt x="2597" y="27"/>
                    <a:pt x="254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9" name="Google Shape;1529;p99"/>
            <p:cNvSpPr/>
            <p:nvPr/>
          </p:nvSpPr>
          <p:spPr>
            <a:xfrm>
              <a:off x="3803246" y="797847"/>
              <a:ext cx="6496" cy="122378"/>
            </a:xfrm>
            <a:custGeom>
              <a:avLst/>
              <a:gdLst/>
              <a:ahLst/>
              <a:cxnLst/>
              <a:rect l="l" t="t" r="r" b="b"/>
              <a:pathLst>
                <a:path w="162" h="3052" extrusionOk="0">
                  <a:moveTo>
                    <a:pt x="1" y="0"/>
                  </a:moveTo>
                  <a:lnTo>
                    <a:pt x="1" y="3051"/>
                  </a:lnTo>
                  <a:lnTo>
                    <a:pt x="162" y="3051"/>
                  </a:lnTo>
                  <a:lnTo>
                    <a:pt x="162" y="107"/>
                  </a:lnTo>
                  <a:cubicBezTo>
                    <a:pt x="108" y="54"/>
                    <a:pt x="54" y="27"/>
                    <a:pt x="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0" name="Google Shape;1530;p99"/>
            <p:cNvSpPr/>
            <p:nvPr/>
          </p:nvSpPr>
          <p:spPr>
            <a:xfrm>
              <a:off x="2475641" y="1246463"/>
              <a:ext cx="2205" cy="4331"/>
            </a:xfrm>
            <a:custGeom>
              <a:avLst/>
              <a:gdLst/>
              <a:ahLst/>
              <a:cxnLst/>
              <a:rect l="l" t="t" r="r" b="b"/>
              <a:pathLst>
                <a:path w="55" h="108" extrusionOk="0">
                  <a:moveTo>
                    <a:pt x="54" y="0"/>
                  </a:moveTo>
                  <a:cubicBezTo>
                    <a:pt x="28" y="27"/>
                    <a:pt x="28" y="54"/>
                    <a:pt x="1" y="107"/>
                  </a:cubicBezTo>
                  <a:lnTo>
                    <a:pt x="54" y="107"/>
                  </a:lnTo>
                  <a:lnTo>
                    <a:pt x="5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1" name="Google Shape;1531;p99"/>
            <p:cNvSpPr/>
            <p:nvPr/>
          </p:nvSpPr>
          <p:spPr>
            <a:xfrm>
              <a:off x="2616265" y="1006036"/>
              <a:ext cx="2165" cy="2205"/>
            </a:xfrm>
            <a:custGeom>
              <a:avLst/>
              <a:gdLst/>
              <a:ahLst/>
              <a:cxnLst/>
              <a:rect l="l" t="t" r="r" b="b"/>
              <a:pathLst>
                <a:path w="54" h="55" extrusionOk="0">
                  <a:moveTo>
                    <a:pt x="54" y="1"/>
                  </a:moveTo>
                  <a:cubicBezTo>
                    <a:pt x="27" y="27"/>
                    <a:pt x="27" y="27"/>
                    <a:pt x="0" y="54"/>
                  </a:cubicBezTo>
                  <a:lnTo>
                    <a:pt x="54" y="27"/>
                  </a:lnTo>
                  <a:lnTo>
                    <a:pt x="5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2" name="Google Shape;1532;p99"/>
            <p:cNvSpPr/>
            <p:nvPr/>
          </p:nvSpPr>
          <p:spPr>
            <a:xfrm>
              <a:off x="2535748" y="1119794"/>
              <a:ext cx="82681" cy="51565"/>
            </a:xfrm>
            <a:custGeom>
              <a:avLst/>
              <a:gdLst/>
              <a:ahLst/>
              <a:cxnLst/>
              <a:rect l="l" t="t" r="r" b="b"/>
              <a:pathLst>
                <a:path w="2062" h="1286" extrusionOk="0">
                  <a:moveTo>
                    <a:pt x="81" y="1"/>
                  </a:moveTo>
                  <a:cubicBezTo>
                    <a:pt x="54" y="54"/>
                    <a:pt x="27" y="108"/>
                    <a:pt x="1" y="135"/>
                  </a:cubicBezTo>
                  <a:lnTo>
                    <a:pt x="1981" y="1285"/>
                  </a:lnTo>
                  <a:lnTo>
                    <a:pt x="2062" y="1125"/>
                  </a:ln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3" name="Google Shape;1533;p99"/>
            <p:cNvSpPr/>
            <p:nvPr/>
          </p:nvSpPr>
          <p:spPr>
            <a:xfrm>
              <a:off x="2711778" y="921268"/>
              <a:ext cx="287659" cy="329521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217"/>
                  </a:lnTo>
                  <a:lnTo>
                    <a:pt x="3667" y="8217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4" name="Google Shape;1534;p99"/>
            <p:cNvSpPr/>
            <p:nvPr/>
          </p:nvSpPr>
          <p:spPr>
            <a:xfrm>
              <a:off x="3092789" y="921268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80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0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41"/>
                  </a:lnTo>
                  <a:lnTo>
                    <a:pt x="7093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5" name="Google Shape;1535;p99"/>
            <p:cNvSpPr/>
            <p:nvPr/>
          </p:nvSpPr>
          <p:spPr>
            <a:xfrm>
              <a:off x="3474843" y="92126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480" y="3961"/>
                  </a:lnTo>
                  <a:lnTo>
                    <a:pt x="81" y="1981"/>
                  </a:lnTo>
                  <a:lnTo>
                    <a:pt x="1" y="2141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36"/>
                  </a:lnTo>
                  <a:lnTo>
                    <a:pt x="3480" y="4256"/>
                  </a:lnTo>
                  <a:lnTo>
                    <a:pt x="3480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6" name="Google Shape;1536;p99"/>
            <p:cNvSpPr/>
            <p:nvPr/>
          </p:nvSpPr>
          <p:spPr>
            <a:xfrm>
              <a:off x="3855854" y="953467"/>
              <a:ext cx="287659" cy="296240"/>
            </a:xfrm>
            <a:custGeom>
              <a:avLst/>
              <a:gdLst/>
              <a:ahLst/>
              <a:cxnLst/>
              <a:rect l="l" t="t" r="r" b="b"/>
              <a:pathLst>
                <a:path w="7174" h="7388" extrusionOk="0">
                  <a:moveTo>
                    <a:pt x="3507" y="0"/>
                  </a:moveTo>
                  <a:lnTo>
                    <a:pt x="3507" y="3158"/>
                  </a:lnTo>
                  <a:lnTo>
                    <a:pt x="81" y="1178"/>
                  </a:lnTo>
                  <a:lnTo>
                    <a:pt x="0" y="1312"/>
                  </a:lnTo>
                  <a:lnTo>
                    <a:pt x="3426" y="3292"/>
                  </a:lnTo>
                  <a:lnTo>
                    <a:pt x="0" y="5273"/>
                  </a:lnTo>
                  <a:lnTo>
                    <a:pt x="81" y="5433"/>
                  </a:lnTo>
                  <a:lnTo>
                    <a:pt x="3507" y="3453"/>
                  </a:lnTo>
                  <a:lnTo>
                    <a:pt x="3507" y="7387"/>
                  </a:lnTo>
                  <a:lnTo>
                    <a:pt x="3667" y="7387"/>
                  </a:lnTo>
                  <a:lnTo>
                    <a:pt x="3667" y="3453"/>
                  </a:lnTo>
                  <a:lnTo>
                    <a:pt x="7093" y="5407"/>
                  </a:lnTo>
                  <a:lnTo>
                    <a:pt x="7174" y="5273"/>
                  </a:lnTo>
                  <a:lnTo>
                    <a:pt x="3748" y="3292"/>
                  </a:lnTo>
                  <a:lnTo>
                    <a:pt x="5434" y="2329"/>
                  </a:lnTo>
                  <a:cubicBezTo>
                    <a:pt x="5380" y="2302"/>
                    <a:pt x="5354" y="2248"/>
                    <a:pt x="5327" y="2195"/>
                  </a:cubicBezTo>
                  <a:lnTo>
                    <a:pt x="3667" y="3158"/>
                  </a:lnTo>
                  <a:lnTo>
                    <a:pt x="3667" y="187"/>
                  </a:lnTo>
                  <a:cubicBezTo>
                    <a:pt x="3614" y="134"/>
                    <a:pt x="3560" y="80"/>
                    <a:pt x="350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7" name="Google Shape;1537;p99"/>
            <p:cNvSpPr/>
            <p:nvPr/>
          </p:nvSpPr>
          <p:spPr>
            <a:xfrm>
              <a:off x="2417699" y="1498640"/>
              <a:ext cx="7538" cy="9704"/>
            </a:xfrm>
            <a:custGeom>
              <a:avLst/>
              <a:gdLst/>
              <a:ahLst/>
              <a:cxnLst/>
              <a:rect l="l" t="t" r="r" b="b"/>
              <a:pathLst>
                <a:path w="188" h="242" extrusionOk="0">
                  <a:moveTo>
                    <a:pt x="1" y="1"/>
                  </a:moveTo>
                  <a:cubicBezTo>
                    <a:pt x="1" y="54"/>
                    <a:pt x="1" y="135"/>
                    <a:pt x="1" y="188"/>
                  </a:cubicBezTo>
                  <a:lnTo>
                    <a:pt x="108" y="242"/>
                  </a:lnTo>
                  <a:lnTo>
                    <a:pt x="188" y="108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8" name="Google Shape;1538;p99"/>
            <p:cNvSpPr/>
            <p:nvPr/>
          </p:nvSpPr>
          <p:spPr>
            <a:xfrm>
              <a:off x="2518586" y="1259335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9" name="Google Shape;1539;p99"/>
            <p:cNvSpPr/>
            <p:nvPr/>
          </p:nvSpPr>
          <p:spPr>
            <a:xfrm>
              <a:off x="2899597" y="1259335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3" y="6049"/>
                  </a:lnTo>
                  <a:lnTo>
                    <a:pt x="3774" y="4095"/>
                  </a:lnTo>
                  <a:lnTo>
                    <a:pt x="7173" y="2115"/>
                  </a:lnTo>
                  <a:lnTo>
                    <a:pt x="7093" y="1954"/>
                  </a:lnTo>
                  <a:lnTo>
                    <a:pt x="3667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0" name="Google Shape;1540;p99"/>
            <p:cNvSpPr/>
            <p:nvPr/>
          </p:nvSpPr>
          <p:spPr>
            <a:xfrm>
              <a:off x="3280608" y="1259335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35"/>
                  </a:lnTo>
                  <a:lnTo>
                    <a:pt x="107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107" y="6210"/>
                  </a:lnTo>
                  <a:lnTo>
                    <a:pt x="3506" y="4229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29"/>
                  </a:lnTo>
                  <a:lnTo>
                    <a:pt x="7093" y="6210"/>
                  </a:lnTo>
                  <a:lnTo>
                    <a:pt x="7200" y="6049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54"/>
                  </a:lnTo>
                  <a:lnTo>
                    <a:pt x="3694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1" name="Google Shape;1541;p99"/>
            <p:cNvSpPr/>
            <p:nvPr/>
          </p:nvSpPr>
          <p:spPr>
            <a:xfrm>
              <a:off x="3662662" y="1258252"/>
              <a:ext cx="287659" cy="329521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122"/>
                  </a:lnTo>
                  <a:lnTo>
                    <a:pt x="1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8" y="8218"/>
                  </a:lnTo>
                  <a:lnTo>
                    <a:pt x="3668" y="4256"/>
                  </a:lnTo>
                  <a:lnTo>
                    <a:pt x="7094" y="6237"/>
                  </a:lnTo>
                  <a:lnTo>
                    <a:pt x="7174" y="6076"/>
                  </a:lnTo>
                  <a:lnTo>
                    <a:pt x="3748" y="4122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2" name="Google Shape;1542;p99"/>
            <p:cNvSpPr/>
            <p:nvPr/>
          </p:nvSpPr>
          <p:spPr>
            <a:xfrm>
              <a:off x="4043673" y="1258252"/>
              <a:ext cx="193230" cy="329521"/>
            </a:xfrm>
            <a:custGeom>
              <a:avLst/>
              <a:gdLst/>
              <a:ahLst/>
              <a:cxnLst/>
              <a:rect l="l" t="t" r="r" b="b"/>
              <a:pathLst>
                <a:path w="4819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7" y="8218"/>
                  </a:lnTo>
                  <a:lnTo>
                    <a:pt x="3667" y="4256"/>
                  </a:lnTo>
                  <a:lnTo>
                    <a:pt x="4818" y="4925"/>
                  </a:lnTo>
                  <a:cubicBezTo>
                    <a:pt x="4818" y="4845"/>
                    <a:pt x="4818" y="4765"/>
                    <a:pt x="4792" y="4711"/>
                  </a:cubicBezTo>
                  <a:lnTo>
                    <a:pt x="3774" y="4096"/>
                  </a:lnTo>
                  <a:lnTo>
                    <a:pt x="4604" y="3614"/>
                  </a:lnTo>
                  <a:cubicBezTo>
                    <a:pt x="4604" y="3560"/>
                    <a:pt x="4577" y="3507"/>
                    <a:pt x="4577" y="3453"/>
                  </a:cubicBezTo>
                  <a:lnTo>
                    <a:pt x="3667" y="3962"/>
                  </a:lnTo>
                  <a:lnTo>
                    <a:pt x="3667" y="295"/>
                  </a:lnTo>
                  <a:cubicBezTo>
                    <a:pt x="3641" y="188"/>
                    <a:pt x="3614" y="108"/>
                    <a:pt x="358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3" name="Google Shape;1543;p99"/>
            <p:cNvSpPr/>
            <p:nvPr/>
          </p:nvSpPr>
          <p:spPr>
            <a:xfrm>
              <a:off x="2423072" y="1578074"/>
              <a:ext cx="195355" cy="328439"/>
            </a:xfrm>
            <a:custGeom>
              <a:avLst/>
              <a:gdLst/>
              <a:ahLst/>
              <a:cxnLst/>
              <a:rect l="l" t="t" r="r" b="b"/>
              <a:pathLst>
                <a:path w="4872" h="8191" extrusionOk="0">
                  <a:moveTo>
                    <a:pt x="1205" y="1"/>
                  </a:moveTo>
                  <a:lnTo>
                    <a:pt x="1205" y="3935"/>
                  </a:lnTo>
                  <a:lnTo>
                    <a:pt x="0" y="3266"/>
                  </a:lnTo>
                  <a:lnTo>
                    <a:pt x="0" y="3266"/>
                  </a:lnTo>
                  <a:cubicBezTo>
                    <a:pt x="0" y="3320"/>
                    <a:pt x="27" y="3400"/>
                    <a:pt x="27" y="3480"/>
                  </a:cubicBezTo>
                  <a:lnTo>
                    <a:pt x="1098" y="4096"/>
                  </a:lnTo>
                  <a:lnTo>
                    <a:pt x="214" y="4604"/>
                  </a:lnTo>
                  <a:cubicBezTo>
                    <a:pt x="241" y="4658"/>
                    <a:pt x="241" y="4738"/>
                    <a:pt x="268" y="4792"/>
                  </a:cubicBezTo>
                  <a:lnTo>
                    <a:pt x="1205" y="4256"/>
                  </a:lnTo>
                  <a:lnTo>
                    <a:pt x="1205" y="8030"/>
                  </a:lnTo>
                  <a:cubicBezTo>
                    <a:pt x="1205" y="8084"/>
                    <a:pt x="1232" y="8137"/>
                    <a:pt x="1258" y="8191"/>
                  </a:cubicBezTo>
                  <a:lnTo>
                    <a:pt x="1365" y="8191"/>
                  </a:lnTo>
                  <a:lnTo>
                    <a:pt x="1365" y="4256"/>
                  </a:lnTo>
                  <a:lnTo>
                    <a:pt x="4791" y="6210"/>
                  </a:lnTo>
                  <a:lnTo>
                    <a:pt x="4872" y="6076"/>
                  </a:lnTo>
                  <a:lnTo>
                    <a:pt x="1446" y="4096"/>
                  </a:lnTo>
                  <a:lnTo>
                    <a:pt x="4872" y="2115"/>
                  </a:lnTo>
                  <a:lnTo>
                    <a:pt x="4791" y="1981"/>
                  </a:lnTo>
                  <a:lnTo>
                    <a:pt x="1365" y="3935"/>
                  </a:lnTo>
                  <a:lnTo>
                    <a:pt x="136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4" name="Google Shape;1544;p99"/>
            <p:cNvSpPr/>
            <p:nvPr/>
          </p:nvSpPr>
          <p:spPr>
            <a:xfrm>
              <a:off x="2711778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56"/>
                  </a:lnTo>
                  <a:lnTo>
                    <a:pt x="7093" y="6210"/>
                  </a:lnTo>
                  <a:lnTo>
                    <a:pt x="7173" y="6076"/>
                  </a:lnTo>
                  <a:lnTo>
                    <a:pt x="3774" y="4096"/>
                  </a:lnTo>
                  <a:lnTo>
                    <a:pt x="7173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5" name="Google Shape;1545;p99"/>
            <p:cNvSpPr/>
            <p:nvPr/>
          </p:nvSpPr>
          <p:spPr>
            <a:xfrm>
              <a:off x="3092789" y="1578074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1"/>
                  </a:moveTo>
                  <a:lnTo>
                    <a:pt x="3506" y="3935"/>
                  </a:lnTo>
                  <a:lnTo>
                    <a:pt x="80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0" y="6210"/>
                  </a:lnTo>
                  <a:lnTo>
                    <a:pt x="3506" y="4230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30"/>
                  </a:lnTo>
                  <a:lnTo>
                    <a:pt x="7093" y="6210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15"/>
                  </a:lnTo>
                  <a:lnTo>
                    <a:pt x="7093" y="1981"/>
                  </a:lnTo>
                  <a:lnTo>
                    <a:pt x="3694" y="3935"/>
                  </a:lnTo>
                  <a:lnTo>
                    <a:pt x="369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6" name="Google Shape;1546;p99"/>
            <p:cNvSpPr/>
            <p:nvPr/>
          </p:nvSpPr>
          <p:spPr>
            <a:xfrm>
              <a:off x="3474843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1" y="2115"/>
                  </a:lnTo>
                  <a:lnTo>
                    <a:pt x="3400" y="4096"/>
                  </a:lnTo>
                  <a:lnTo>
                    <a:pt x="1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480" y="8191"/>
                  </a:lnTo>
                  <a:lnTo>
                    <a:pt x="3668" y="8191"/>
                  </a:lnTo>
                  <a:lnTo>
                    <a:pt x="3668" y="4230"/>
                  </a:lnTo>
                  <a:lnTo>
                    <a:pt x="7094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4" y="1955"/>
                  </a:lnTo>
                  <a:lnTo>
                    <a:pt x="3668" y="3935"/>
                  </a:lnTo>
                  <a:lnTo>
                    <a:pt x="366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7" name="Google Shape;1547;p99"/>
            <p:cNvSpPr/>
            <p:nvPr/>
          </p:nvSpPr>
          <p:spPr>
            <a:xfrm>
              <a:off x="3855854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30"/>
                  </a:lnTo>
                  <a:lnTo>
                    <a:pt x="7093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3" y="1955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8" name="Google Shape;1548;p99"/>
            <p:cNvSpPr/>
            <p:nvPr/>
          </p:nvSpPr>
          <p:spPr>
            <a:xfrm>
              <a:off x="2518586" y="1919388"/>
              <a:ext cx="287659" cy="293033"/>
            </a:xfrm>
            <a:custGeom>
              <a:avLst/>
              <a:gdLst/>
              <a:ahLst/>
              <a:cxnLst/>
              <a:rect l="l" t="t" r="r" b="b"/>
              <a:pathLst>
                <a:path w="7174" h="730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1767" y="5059"/>
                  </a:lnTo>
                  <a:cubicBezTo>
                    <a:pt x="1821" y="5086"/>
                    <a:pt x="1847" y="5139"/>
                    <a:pt x="1874" y="5193"/>
                  </a:cubicBezTo>
                  <a:lnTo>
                    <a:pt x="3507" y="4256"/>
                  </a:lnTo>
                  <a:lnTo>
                    <a:pt x="3507" y="7120"/>
                  </a:lnTo>
                  <a:cubicBezTo>
                    <a:pt x="3560" y="7200"/>
                    <a:pt x="3614" y="7254"/>
                    <a:pt x="3667" y="7307"/>
                  </a:cubicBezTo>
                  <a:lnTo>
                    <a:pt x="3667" y="4256"/>
                  </a:lnTo>
                  <a:lnTo>
                    <a:pt x="7093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9" name="Google Shape;1549;p99"/>
            <p:cNvSpPr/>
            <p:nvPr/>
          </p:nvSpPr>
          <p:spPr>
            <a:xfrm>
              <a:off x="2899597" y="191938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7" y="8190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0" name="Google Shape;1550;p99"/>
            <p:cNvSpPr/>
            <p:nvPr/>
          </p:nvSpPr>
          <p:spPr>
            <a:xfrm>
              <a:off x="3280608" y="1919388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107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107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1" name="Google Shape;1551;p99"/>
            <p:cNvSpPr/>
            <p:nvPr/>
          </p:nvSpPr>
          <p:spPr>
            <a:xfrm>
              <a:off x="3662662" y="191938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1" y="2115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2" name="Google Shape;1552;p99"/>
            <p:cNvSpPr/>
            <p:nvPr/>
          </p:nvSpPr>
          <p:spPr>
            <a:xfrm>
              <a:off x="4043673" y="1998782"/>
              <a:ext cx="78391" cy="49400"/>
            </a:xfrm>
            <a:custGeom>
              <a:avLst/>
              <a:gdLst/>
              <a:ahLst/>
              <a:cxnLst/>
              <a:rect l="l" t="t" r="r" b="b"/>
              <a:pathLst>
                <a:path w="1955" h="1232" extrusionOk="0">
                  <a:moveTo>
                    <a:pt x="81" y="1"/>
                  </a:moveTo>
                  <a:lnTo>
                    <a:pt x="0" y="135"/>
                  </a:lnTo>
                  <a:lnTo>
                    <a:pt x="1874" y="1232"/>
                  </a:lnTo>
                  <a:cubicBezTo>
                    <a:pt x="1901" y="1178"/>
                    <a:pt x="1928" y="1125"/>
                    <a:pt x="1954" y="1071"/>
                  </a:cubicBez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3" name="Google Shape;1553;p99"/>
            <p:cNvSpPr/>
            <p:nvPr/>
          </p:nvSpPr>
          <p:spPr>
            <a:xfrm>
              <a:off x="2884560" y="2317561"/>
              <a:ext cx="114879" cy="68727"/>
            </a:xfrm>
            <a:custGeom>
              <a:avLst/>
              <a:gdLst/>
              <a:ahLst/>
              <a:cxnLst/>
              <a:rect l="l" t="t" r="r" b="b"/>
              <a:pathLst>
                <a:path w="2865" h="1714" extrusionOk="0">
                  <a:moveTo>
                    <a:pt x="2784" y="0"/>
                  </a:moveTo>
                  <a:lnTo>
                    <a:pt x="1" y="1606"/>
                  </a:lnTo>
                  <a:cubicBezTo>
                    <a:pt x="54" y="1660"/>
                    <a:pt x="108" y="1686"/>
                    <a:pt x="161" y="1713"/>
                  </a:cubicBezTo>
                  <a:lnTo>
                    <a:pt x="2864" y="161"/>
                  </a:lnTo>
                  <a:lnTo>
                    <a:pt x="278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4" name="Google Shape;1554;p99"/>
            <p:cNvSpPr/>
            <p:nvPr/>
          </p:nvSpPr>
          <p:spPr>
            <a:xfrm>
              <a:off x="2852362" y="2238127"/>
              <a:ext cx="6496" cy="129916"/>
            </a:xfrm>
            <a:custGeom>
              <a:avLst/>
              <a:gdLst/>
              <a:ahLst/>
              <a:cxnLst/>
              <a:rect l="l" t="t" r="r" b="b"/>
              <a:pathLst>
                <a:path w="162" h="3240" extrusionOk="0">
                  <a:moveTo>
                    <a:pt x="1" y="0"/>
                  </a:moveTo>
                  <a:lnTo>
                    <a:pt x="1" y="3132"/>
                  </a:lnTo>
                  <a:cubicBezTo>
                    <a:pt x="54" y="3159"/>
                    <a:pt x="108" y="3212"/>
                    <a:pt x="161" y="3239"/>
                  </a:cubicBez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5" name="Google Shape;1555;p99"/>
            <p:cNvSpPr/>
            <p:nvPr/>
          </p:nvSpPr>
          <p:spPr>
            <a:xfrm>
              <a:off x="3092789" y="2238127"/>
              <a:ext cx="288742" cy="255461"/>
            </a:xfrm>
            <a:custGeom>
              <a:avLst/>
              <a:gdLst/>
              <a:ahLst/>
              <a:cxnLst/>
              <a:rect l="l" t="t" r="r" b="b"/>
              <a:pathLst>
                <a:path w="7201" h="6371" extrusionOk="0">
                  <a:moveTo>
                    <a:pt x="3506" y="0"/>
                  </a:moveTo>
                  <a:lnTo>
                    <a:pt x="3506" y="3962"/>
                  </a:lnTo>
                  <a:lnTo>
                    <a:pt x="80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455" y="5835"/>
                  </a:lnTo>
                  <a:cubicBezTo>
                    <a:pt x="535" y="5835"/>
                    <a:pt x="616" y="5862"/>
                    <a:pt x="696" y="5889"/>
                  </a:cubicBezTo>
                  <a:lnTo>
                    <a:pt x="3506" y="4256"/>
                  </a:lnTo>
                  <a:lnTo>
                    <a:pt x="3506" y="6371"/>
                  </a:lnTo>
                  <a:lnTo>
                    <a:pt x="3694" y="6371"/>
                  </a:lnTo>
                  <a:lnTo>
                    <a:pt x="3694" y="4256"/>
                  </a:lnTo>
                  <a:lnTo>
                    <a:pt x="7093" y="6237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42"/>
                  </a:lnTo>
                  <a:lnTo>
                    <a:pt x="7093" y="1981"/>
                  </a:lnTo>
                  <a:lnTo>
                    <a:pt x="3694" y="3962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6" name="Google Shape;1556;p99"/>
            <p:cNvSpPr/>
            <p:nvPr/>
          </p:nvSpPr>
          <p:spPr>
            <a:xfrm>
              <a:off x="3474843" y="2238127"/>
              <a:ext cx="287659" cy="247963"/>
            </a:xfrm>
            <a:custGeom>
              <a:avLst/>
              <a:gdLst/>
              <a:ahLst/>
              <a:cxnLst/>
              <a:rect l="l" t="t" r="r" b="b"/>
              <a:pathLst>
                <a:path w="7174" h="6184" extrusionOk="0">
                  <a:moveTo>
                    <a:pt x="3507" y="0"/>
                  </a:moveTo>
                  <a:lnTo>
                    <a:pt x="3480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096"/>
                  </a:lnTo>
                  <a:lnTo>
                    <a:pt x="1" y="6076"/>
                  </a:lnTo>
                  <a:lnTo>
                    <a:pt x="54" y="6183"/>
                  </a:lnTo>
                  <a:lnTo>
                    <a:pt x="161" y="6183"/>
                  </a:lnTo>
                  <a:lnTo>
                    <a:pt x="3480" y="4256"/>
                  </a:lnTo>
                  <a:lnTo>
                    <a:pt x="3480" y="5354"/>
                  </a:lnTo>
                  <a:cubicBezTo>
                    <a:pt x="3560" y="5327"/>
                    <a:pt x="3614" y="5327"/>
                    <a:pt x="3668" y="5300"/>
                  </a:cubicBezTo>
                  <a:lnTo>
                    <a:pt x="3668" y="4256"/>
                  </a:lnTo>
                  <a:lnTo>
                    <a:pt x="4765" y="4899"/>
                  </a:lnTo>
                  <a:cubicBezTo>
                    <a:pt x="4845" y="4872"/>
                    <a:pt x="4899" y="4845"/>
                    <a:pt x="4979" y="4818"/>
                  </a:cubicBezTo>
                  <a:lnTo>
                    <a:pt x="3748" y="4096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7" name="Google Shape;1557;p99"/>
            <p:cNvSpPr/>
            <p:nvPr/>
          </p:nvSpPr>
          <p:spPr>
            <a:xfrm>
              <a:off x="3855854" y="2317561"/>
              <a:ext cx="12911" cy="9704"/>
            </a:xfrm>
            <a:custGeom>
              <a:avLst/>
              <a:gdLst/>
              <a:ahLst/>
              <a:cxnLst/>
              <a:rect l="l" t="t" r="r" b="b"/>
              <a:pathLst>
                <a:path w="322" h="242" extrusionOk="0">
                  <a:moveTo>
                    <a:pt x="81" y="0"/>
                  </a:moveTo>
                  <a:lnTo>
                    <a:pt x="0" y="134"/>
                  </a:lnTo>
                  <a:lnTo>
                    <a:pt x="161" y="241"/>
                  </a:lnTo>
                  <a:cubicBezTo>
                    <a:pt x="215" y="214"/>
                    <a:pt x="268" y="161"/>
                    <a:pt x="322" y="134"/>
                  </a:cubicBezTo>
                  <a:lnTo>
                    <a:pt x="8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558" name="Google Shape;1558;p99">
            <a:hlinkClick r:id="" action="ppaction://noaction"/>
          </p:cNvPr>
          <p:cNvSpPr txBox="1">
            <a:spLocks noGrp="1"/>
          </p:cNvSpPr>
          <p:nvPr>
            <p:ph type="title"/>
          </p:nvPr>
        </p:nvSpPr>
        <p:spPr>
          <a:xfrm>
            <a:off x="2019300" y="1960425"/>
            <a:ext cx="5105400" cy="1213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5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59" name="Google Shape;1559;p99"/>
          <p:cNvSpPr txBox="1">
            <a:spLocks noGrp="1"/>
          </p:cNvSpPr>
          <p:nvPr>
            <p:ph type="title" idx="2" hasCustomPrompt="1"/>
          </p:nvPr>
        </p:nvSpPr>
        <p:spPr>
          <a:xfrm>
            <a:off x="2019300" y="914400"/>
            <a:ext cx="5105400" cy="1213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750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</p:spTree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3">
  <p:cSld name="CUSTOM_13">
    <p:spTree>
      <p:nvGrpSpPr>
        <p:cNvPr id="1" name="Shape 15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1" name="Google Shape;1561;p100"/>
          <p:cNvSpPr/>
          <p:nvPr/>
        </p:nvSpPr>
        <p:spPr>
          <a:xfrm rot="-5716269">
            <a:off x="3090772" y="121523"/>
            <a:ext cx="3242308" cy="5108995"/>
          </a:xfrm>
          <a:custGeom>
            <a:avLst/>
            <a:gdLst/>
            <a:ahLst/>
            <a:cxnLst/>
            <a:rect l="l" t="t" r="r" b="b"/>
            <a:pathLst>
              <a:path w="72386" h="83294" extrusionOk="0">
                <a:moveTo>
                  <a:pt x="50403" y="3137"/>
                </a:moveTo>
                <a:cubicBezTo>
                  <a:pt x="56941" y="6272"/>
                  <a:pt x="64246" y="10108"/>
                  <a:pt x="60711" y="17614"/>
                </a:cubicBezTo>
                <a:cubicBezTo>
                  <a:pt x="57175" y="25119"/>
                  <a:pt x="44632" y="42031"/>
                  <a:pt x="52938" y="45433"/>
                </a:cubicBezTo>
                <a:cubicBezTo>
                  <a:pt x="61211" y="48803"/>
                  <a:pt x="72386" y="48302"/>
                  <a:pt x="71885" y="57942"/>
                </a:cubicBezTo>
                <a:cubicBezTo>
                  <a:pt x="71351" y="67583"/>
                  <a:pt x="54640" y="83294"/>
                  <a:pt x="40096" y="76189"/>
                </a:cubicBezTo>
                <a:cubicBezTo>
                  <a:pt x="25552" y="69084"/>
                  <a:pt x="35359" y="53839"/>
                  <a:pt x="20982" y="50137"/>
                </a:cubicBezTo>
                <a:cubicBezTo>
                  <a:pt x="6605" y="46434"/>
                  <a:pt x="1" y="20916"/>
                  <a:pt x="6939" y="13477"/>
                </a:cubicBezTo>
                <a:cubicBezTo>
                  <a:pt x="13877" y="6039"/>
                  <a:pt x="43865" y="1"/>
                  <a:pt x="50403" y="3137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562" name="Google Shape;1562;p100"/>
          <p:cNvGrpSpPr/>
          <p:nvPr/>
        </p:nvGrpSpPr>
        <p:grpSpPr>
          <a:xfrm flipH="1">
            <a:off x="6918862" y="-84862"/>
            <a:ext cx="2277317" cy="5304377"/>
            <a:chOff x="224725" y="566950"/>
            <a:chExt cx="1850875" cy="4311100"/>
          </a:xfrm>
        </p:grpSpPr>
        <p:sp>
          <p:nvSpPr>
            <p:cNvPr id="1563" name="Google Shape;1563;p100"/>
            <p:cNvSpPr/>
            <p:nvPr/>
          </p:nvSpPr>
          <p:spPr>
            <a:xfrm>
              <a:off x="1914975" y="566950"/>
              <a:ext cx="160625" cy="2033000"/>
            </a:xfrm>
            <a:custGeom>
              <a:avLst/>
              <a:gdLst/>
              <a:ahLst/>
              <a:cxnLst/>
              <a:rect l="l" t="t" r="r" b="b"/>
              <a:pathLst>
                <a:path w="6425" h="81320" extrusionOk="0">
                  <a:moveTo>
                    <a:pt x="126" y="1"/>
                  </a:moveTo>
                  <a:cubicBezTo>
                    <a:pt x="81" y="1"/>
                    <a:pt x="44" y="24"/>
                    <a:pt x="27" y="57"/>
                  </a:cubicBezTo>
                  <a:cubicBezTo>
                    <a:pt x="27" y="84"/>
                    <a:pt x="27" y="110"/>
                    <a:pt x="27" y="137"/>
                  </a:cubicBezTo>
                  <a:cubicBezTo>
                    <a:pt x="27" y="164"/>
                    <a:pt x="27" y="217"/>
                    <a:pt x="81" y="244"/>
                  </a:cubicBezTo>
                  <a:cubicBezTo>
                    <a:pt x="1821" y="1261"/>
                    <a:pt x="2972" y="3188"/>
                    <a:pt x="2945" y="5035"/>
                  </a:cubicBezTo>
                  <a:cubicBezTo>
                    <a:pt x="2945" y="5089"/>
                    <a:pt x="2972" y="5142"/>
                    <a:pt x="2998" y="5169"/>
                  </a:cubicBezTo>
                  <a:cubicBezTo>
                    <a:pt x="4952" y="6133"/>
                    <a:pt x="6157" y="8086"/>
                    <a:pt x="6157" y="10255"/>
                  </a:cubicBezTo>
                  <a:cubicBezTo>
                    <a:pt x="6157" y="12449"/>
                    <a:pt x="4952" y="14403"/>
                    <a:pt x="2998" y="15367"/>
                  </a:cubicBezTo>
                  <a:cubicBezTo>
                    <a:pt x="2945" y="15394"/>
                    <a:pt x="2945" y="15447"/>
                    <a:pt x="2945" y="15501"/>
                  </a:cubicBezTo>
                  <a:cubicBezTo>
                    <a:pt x="2998" y="17321"/>
                    <a:pt x="1848" y="19248"/>
                    <a:pt x="108" y="20292"/>
                  </a:cubicBezTo>
                  <a:cubicBezTo>
                    <a:pt x="54" y="20292"/>
                    <a:pt x="27" y="20318"/>
                    <a:pt x="27" y="20372"/>
                  </a:cubicBezTo>
                  <a:cubicBezTo>
                    <a:pt x="1" y="20425"/>
                    <a:pt x="27" y="20479"/>
                    <a:pt x="81" y="20506"/>
                  </a:cubicBezTo>
                  <a:cubicBezTo>
                    <a:pt x="1794" y="21496"/>
                    <a:pt x="2865" y="23316"/>
                    <a:pt x="2945" y="25324"/>
                  </a:cubicBezTo>
                  <a:cubicBezTo>
                    <a:pt x="2945" y="25350"/>
                    <a:pt x="2972" y="25404"/>
                    <a:pt x="2998" y="25431"/>
                  </a:cubicBezTo>
                  <a:cubicBezTo>
                    <a:pt x="4952" y="26394"/>
                    <a:pt x="6157" y="28348"/>
                    <a:pt x="6157" y="30543"/>
                  </a:cubicBezTo>
                  <a:cubicBezTo>
                    <a:pt x="6157" y="32711"/>
                    <a:pt x="4952" y="34665"/>
                    <a:pt x="2998" y="35628"/>
                  </a:cubicBezTo>
                  <a:cubicBezTo>
                    <a:pt x="2945" y="35655"/>
                    <a:pt x="2918" y="35709"/>
                    <a:pt x="2945" y="35762"/>
                  </a:cubicBezTo>
                  <a:cubicBezTo>
                    <a:pt x="3106" y="37823"/>
                    <a:pt x="1633" y="39643"/>
                    <a:pt x="108" y="40553"/>
                  </a:cubicBezTo>
                  <a:cubicBezTo>
                    <a:pt x="54" y="40553"/>
                    <a:pt x="27" y="40580"/>
                    <a:pt x="27" y="40633"/>
                  </a:cubicBezTo>
                  <a:cubicBezTo>
                    <a:pt x="1" y="40687"/>
                    <a:pt x="27" y="40741"/>
                    <a:pt x="81" y="40767"/>
                  </a:cubicBezTo>
                  <a:cubicBezTo>
                    <a:pt x="1821" y="41784"/>
                    <a:pt x="2945" y="43658"/>
                    <a:pt x="2945" y="45532"/>
                  </a:cubicBezTo>
                  <a:cubicBezTo>
                    <a:pt x="2945" y="45558"/>
                    <a:pt x="2945" y="45558"/>
                    <a:pt x="2945" y="45585"/>
                  </a:cubicBezTo>
                  <a:cubicBezTo>
                    <a:pt x="2945" y="45612"/>
                    <a:pt x="2972" y="45665"/>
                    <a:pt x="2998" y="45692"/>
                  </a:cubicBezTo>
                  <a:cubicBezTo>
                    <a:pt x="4952" y="46656"/>
                    <a:pt x="6157" y="48636"/>
                    <a:pt x="6157" y="50804"/>
                  </a:cubicBezTo>
                  <a:cubicBezTo>
                    <a:pt x="6157" y="52972"/>
                    <a:pt x="4952" y="54926"/>
                    <a:pt x="2998" y="55917"/>
                  </a:cubicBezTo>
                  <a:cubicBezTo>
                    <a:pt x="2972" y="55917"/>
                    <a:pt x="2945" y="55970"/>
                    <a:pt x="2945" y="56024"/>
                  </a:cubicBezTo>
                  <a:cubicBezTo>
                    <a:pt x="2891" y="58004"/>
                    <a:pt x="1821" y="59798"/>
                    <a:pt x="108" y="60815"/>
                  </a:cubicBezTo>
                  <a:cubicBezTo>
                    <a:pt x="54" y="60815"/>
                    <a:pt x="27" y="60868"/>
                    <a:pt x="27" y="60895"/>
                  </a:cubicBezTo>
                  <a:cubicBezTo>
                    <a:pt x="1" y="60949"/>
                    <a:pt x="27" y="61002"/>
                    <a:pt x="81" y="61029"/>
                  </a:cubicBezTo>
                  <a:cubicBezTo>
                    <a:pt x="1821" y="62046"/>
                    <a:pt x="2891" y="63839"/>
                    <a:pt x="2945" y="65847"/>
                  </a:cubicBezTo>
                  <a:cubicBezTo>
                    <a:pt x="2945" y="65900"/>
                    <a:pt x="2972" y="65927"/>
                    <a:pt x="2998" y="65954"/>
                  </a:cubicBezTo>
                  <a:cubicBezTo>
                    <a:pt x="4952" y="66944"/>
                    <a:pt x="6157" y="68898"/>
                    <a:pt x="6157" y="71066"/>
                  </a:cubicBezTo>
                  <a:cubicBezTo>
                    <a:pt x="6157" y="73234"/>
                    <a:pt x="4952" y="75188"/>
                    <a:pt x="2998" y="76178"/>
                  </a:cubicBezTo>
                  <a:cubicBezTo>
                    <a:pt x="2972" y="76178"/>
                    <a:pt x="2945" y="76232"/>
                    <a:pt x="2945" y="76285"/>
                  </a:cubicBezTo>
                  <a:cubicBezTo>
                    <a:pt x="2891" y="78266"/>
                    <a:pt x="1821" y="80086"/>
                    <a:pt x="81" y="81076"/>
                  </a:cubicBezTo>
                  <a:cubicBezTo>
                    <a:pt x="27" y="81130"/>
                    <a:pt x="1" y="81183"/>
                    <a:pt x="27" y="81264"/>
                  </a:cubicBezTo>
                  <a:cubicBezTo>
                    <a:pt x="61" y="81297"/>
                    <a:pt x="104" y="81320"/>
                    <a:pt x="145" y="81320"/>
                  </a:cubicBezTo>
                  <a:cubicBezTo>
                    <a:pt x="170" y="81320"/>
                    <a:pt x="194" y="81311"/>
                    <a:pt x="215" y="81290"/>
                  </a:cubicBezTo>
                  <a:cubicBezTo>
                    <a:pt x="2008" y="80273"/>
                    <a:pt x="3106" y="78427"/>
                    <a:pt x="3186" y="76366"/>
                  </a:cubicBezTo>
                  <a:cubicBezTo>
                    <a:pt x="5166" y="75322"/>
                    <a:pt x="6424" y="73314"/>
                    <a:pt x="6424" y="71066"/>
                  </a:cubicBezTo>
                  <a:cubicBezTo>
                    <a:pt x="6424" y="68818"/>
                    <a:pt x="5166" y="66784"/>
                    <a:pt x="3186" y="65766"/>
                  </a:cubicBezTo>
                  <a:cubicBezTo>
                    <a:pt x="3106" y="63786"/>
                    <a:pt x="2062" y="61992"/>
                    <a:pt x="375" y="60922"/>
                  </a:cubicBezTo>
                  <a:cubicBezTo>
                    <a:pt x="2062" y="59878"/>
                    <a:pt x="3106" y="58085"/>
                    <a:pt x="3186" y="56104"/>
                  </a:cubicBezTo>
                  <a:cubicBezTo>
                    <a:pt x="5166" y="55060"/>
                    <a:pt x="6424" y="53053"/>
                    <a:pt x="6424" y="50804"/>
                  </a:cubicBezTo>
                  <a:cubicBezTo>
                    <a:pt x="6424" y="48556"/>
                    <a:pt x="5166" y="46522"/>
                    <a:pt x="3186" y="45505"/>
                  </a:cubicBezTo>
                  <a:cubicBezTo>
                    <a:pt x="3159" y="43604"/>
                    <a:pt x="2088" y="41731"/>
                    <a:pt x="375" y="40660"/>
                  </a:cubicBezTo>
                  <a:cubicBezTo>
                    <a:pt x="1901" y="39723"/>
                    <a:pt x="3320" y="37877"/>
                    <a:pt x="3186" y="35816"/>
                  </a:cubicBezTo>
                  <a:cubicBezTo>
                    <a:pt x="5193" y="34799"/>
                    <a:pt x="6424" y="32764"/>
                    <a:pt x="6424" y="30543"/>
                  </a:cubicBezTo>
                  <a:cubicBezTo>
                    <a:pt x="6424" y="28295"/>
                    <a:pt x="5166" y="26260"/>
                    <a:pt x="3186" y="25243"/>
                  </a:cubicBezTo>
                  <a:cubicBezTo>
                    <a:pt x="3106" y="23236"/>
                    <a:pt x="2062" y="21443"/>
                    <a:pt x="375" y="20399"/>
                  </a:cubicBezTo>
                  <a:cubicBezTo>
                    <a:pt x="2088" y="19328"/>
                    <a:pt x="3186" y="17454"/>
                    <a:pt x="3186" y="15608"/>
                  </a:cubicBezTo>
                  <a:cubicBezTo>
                    <a:pt x="3186" y="15608"/>
                    <a:pt x="3186" y="15581"/>
                    <a:pt x="3186" y="15554"/>
                  </a:cubicBezTo>
                  <a:cubicBezTo>
                    <a:pt x="5166" y="14537"/>
                    <a:pt x="6424" y="12503"/>
                    <a:pt x="6424" y="10255"/>
                  </a:cubicBezTo>
                  <a:cubicBezTo>
                    <a:pt x="6424" y="8033"/>
                    <a:pt x="5166" y="5999"/>
                    <a:pt x="3186" y="4982"/>
                  </a:cubicBezTo>
                  <a:lnTo>
                    <a:pt x="3186" y="4955"/>
                  </a:lnTo>
                  <a:cubicBezTo>
                    <a:pt x="3186" y="3028"/>
                    <a:pt x="2008" y="1074"/>
                    <a:pt x="215" y="30"/>
                  </a:cubicBezTo>
                  <a:cubicBezTo>
                    <a:pt x="184" y="10"/>
                    <a:pt x="153" y="1"/>
                    <a:pt x="12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4" name="Google Shape;1564;p100"/>
            <p:cNvSpPr/>
            <p:nvPr/>
          </p:nvSpPr>
          <p:spPr>
            <a:xfrm>
              <a:off x="1761075" y="818875"/>
              <a:ext cx="160625" cy="2032875"/>
            </a:xfrm>
            <a:custGeom>
              <a:avLst/>
              <a:gdLst/>
              <a:ahLst/>
              <a:cxnLst/>
              <a:rect l="l" t="t" r="r" b="b"/>
              <a:pathLst>
                <a:path w="6425" h="81315" extrusionOk="0">
                  <a:moveTo>
                    <a:pt x="149" y="1"/>
                  </a:moveTo>
                  <a:cubicBezTo>
                    <a:pt x="110" y="1"/>
                    <a:pt x="71" y="20"/>
                    <a:pt x="54" y="70"/>
                  </a:cubicBezTo>
                  <a:cubicBezTo>
                    <a:pt x="27" y="70"/>
                    <a:pt x="27" y="97"/>
                    <a:pt x="27" y="124"/>
                  </a:cubicBezTo>
                  <a:cubicBezTo>
                    <a:pt x="27" y="178"/>
                    <a:pt x="54" y="204"/>
                    <a:pt x="81" y="231"/>
                  </a:cubicBezTo>
                  <a:cubicBezTo>
                    <a:pt x="1821" y="1248"/>
                    <a:pt x="2972" y="3175"/>
                    <a:pt x="2945" y="5022"/>
                  </a:cubicBezTo>
                  <a:cubicBezTo>
                    <a:pt x="2945" y="5076"/>
                    <a:pt x="2972" y="5129"/>
                    <a:pt x="2998" y="5156"/>
                  </a:cubicBezTo>
                  <a:cubicBezTo>
                    <a:pt x="4952" y="6119"/>
                    <a:pt x="6183" y="8073"/>
                    <a:pt x="6183" y="10268"/>
                  </a:cubicBezTo>
                  <a:cubicBezTo>
                    <a:pt x="6183" y="12436"/>
                    <a:pt x="4952" y="14390"/>
                    <a:pt x="2998" y="15354"/>
                  </a:cubicBezTo>
                  <a:cubicBezTo>
                    <a:pt x="2972" y="15380"/>
                    <a:pt x="2945" y="15461"/>
                    <a:pt x="2945" y="15487"/>
                  </a:cubicBezTo>
                  <a:cubicBezTo>
                    <a:pt x="2998" y="17334"/>
                    <a:pt x="1847" y="19235"/>
                    <a:pt x="108" y="20278"/>
                  </a:cubicBezTo>
                  <a:cubicBezTo>
                    <a:pt x="81" y="20278"/>
                    <a:pt x="27" y="20305"/>
                    <a:pt x="27" y="20359"/>
                  </a:cubicBezTo>
                  <a:cubicBezTo>
                    <a:pt x="27" y="20412"/>
                    <a:pt x="27" y="20466"/>
                    <a:pt x="81" y="20493"/>
                  </a:cubicBezTo>
                  <a:cubicBezTo>
                    <a:pt x="1821" y="21510"/>
                    <a:pt x="2891" y="23303"/>
                    <a:pt x="2945" y="25310"/>
                  </a:cubicBezTo>
                  <a:cubicBezTo>
                    <a:pt x="2945" y="25364"/>
                    <a:pt x="2972" y="25391"/>
                    <a:pt x="2998" y="25417"/>
                  </a:cubicBezTo>
                  <a:cubicBezTo>
                    <a:pt x="4952" y="26381"/>
                    <a:pt x="6183" y="28362"/>
                    <a:pt x="6183" y="30530"/>
                  </a:cubicBezTo>
                  <a:cubicBezTo>
                    <a:pt x="6183" y="32698"/>
                    <a:pt x="4952" y="34652"/>
                    <a:pt x="2998" y="35642"/>
                  </a:cubicBezTo>
                  <a:cubicBezTo>
                    <a:pt x="2972" y="35642"/>
                    <a:pt x="2945" y="35695"/>
                    <a:pt x="2945" y="35749"/>
                  </a:cubicBezTo>
                  <a:cubicBezTo>
                    <a:pt x="3105" y="37837"/>
                    <a:pt x="1633" y="39630"/>
                    <a:pt x="108" y="40540"/>
                  </a:cubicBezTo>
                  <a:cubicBezTo>
                    <a:pt x="81" y="40540"/>
                    <a:pt x="27" y="40594"/>
                    <a:pt x="27" y="40620"/>
                  </a:cubicBezTo>
                  <a:cubicBezTo>
                    <a:pt x="27" y="40674"/>
                    <a:pt x="27" y="40727"/>
                    <a:pt x="81" y="40754"/>
                  </a:cubicBezTo>
                  <a:cubicBezTo>
                    <a:pt x="1821" y="41771"/>
                    <a:pt x="2945" y="43645"/>
                    <a:pt x="2945" y="45545"/>
                  </a:cubicBezTo>
                  <a:cubicBezTo>
                    <a:pt x="2945" y="45545"/>
                    <a:pt x="2945" y="45545"/>
                    <a:pt x="2945" y="45572"/>
                  </a:cubicBezTo>
                  <a:cubicBezTo>
                    <a:pt x="2945" y="45626"/>
                    <a:pt x="2972" y="45652"/>
                    <a:pt x="2998" y="45679"/>
                  </a:cubicBezTo>
                  <a:cubicBezTo>
                    <a:pt x="4952" y="46669"/>
                    <a:pt x="6183" y="48623"/>
                    <a:pt x="6183" y="50791"/>
                  </a:cubicBezTo>
                  <a:cubicBezTo>
                    <a:pt x="6183" y="52959"/>
                    <a:pt x="4952" y="54913"/>
                    <a:pt x="2998" y="55904"/>
                  </a:cubicBezTo>
                  <a:cubicBezTo>
                    <a:pt x="2972" y="55930"/>
                    <a:pt x="2945" y="55957"/>
                    <a:pt x="2945" y="56011"/>
                  </a:cubicBezTo>
                  <a:cubicBezTo>
                    <a:pt x="2891" y="57991"/>
                    <a:pt x="1847" y="59785"/>
                    <a:pt x="108" y="60802"/>
                  </a:cubicBezTo>
                  <a:cubicBezTo>
                    <a:pt x="81" y="60828"/>
                    <a:pt x="27" y="60855"/>
                    <a:pt x="27" y="60882"/>
                  </a:cubicBezTo>
                  <a:cubicBezTo>
                    <a:pt x="27" y="60935"/>
                    <a:pt x="27" y="60989"/>
                    <a:pt x="81" y="61016"/>
                  </a:cubicBezTo>
                  <a:cubicBezTo>
                    <a:pt x="1821" y="62033"/>
                    <a:pt x="2891" y="63826"/>
                    <a:pt x="2945" y="65834"/>
                  </a:cubicBezTo>
                  <a:cubicBezTo>
                    <a:pt x="2945" y="65887"/>
                    <a:pt x="2972" y="65914"/>
                    <a:pt x="2998" y="65941"/>
                  </a:cubicBezTo>
                  <a:cubicBezTo>
                    <a:pt x="4952" y="66931"/>
                    <a:pt x="6183" y="68885"/>
                    <a:pt x="6183" y="71053"/>
                  </a:cubicBezTo>
                  <a:cubicBezTo>
                    <a:pt x="6183" y="73221"/>
                    <a:pt x="4952" y="75175"/>
                    <a:pt x="2998" y="76165"/>
                  </a:cubicBezTo>
                  <a:cubicBezTo>
                    <a:pt x="2972" y="76192"/>
                    <a:pt x="2945" y="76219"/>
                    <a:pt x="2945" y="76272"/>
                  </a:cubicBezTo>
                  <a:cubicBezTo>
                    <a:pt x="2891" y="78280"/>
                    <a:pt x="1821" y="80073"/>
                    <a:pt x="81" y="81090"/>
                  </a:cubicBezTo>
                  <a:cubicBezTo>
                    <a:pt x="27" y="81117"/>
                    <a:pt x="1" y="81197"/>
                    <a:pt x="54" y="81251"/>
                  </a:cubicBezTo>
                  <a:cubicBezTo>
                    <a:pt x="74" y="81290"/>
                    <a:pt x="122" y="81315"/>
                    <a:pt x="167" y="81315"/>
                  </a:cubicBezTo>
                  <a:cubicBezTo>
                    <a:pt x="184" y="81315"/>
                    <a:pt x="200" y="81311"/>
                    <a:pt x="215" y="81304"/>
                  </a:cubicBezTo>
                  <a:cubicBezTo>
                    <a:pt x="2008" y="80260"/>
                    <a:pt x="3105" y="78413"/>
                    <a:pt x="3186" y="76352"/>
                  </a:cubicBezTo>
                  <a:cubicBezTo>
                    <a:pt x="5193" y="75309"/>
                    <a:pt x="6424" y="73301"/>
                    <a:pt x="6424" y="71053"/>
                  </a:cubicBezTo>
                  <a:cubicBezTo>
                    <a:pt x="6424" y="68805"/>
                    <a:pt x="5193" y="66797"/>
                    <a:pt x="3186" y="65753"/>
                  </a:cubicBezTo>
                  <a:cubicBezTo>
                    <a:pt x="3132" y="63773"/>
                    <a:pt x="2088" y="61979"/>
                    <a:pt x="402" y="60909"/>
                  </a:cubicBezTo>
                  <a:cubicBezTo>
                    <a:pt x="2088" y="59865"/>
                    <a:pt x="3132" y="58072"/>
                    <a:pt x="3186" y="56091"/>
                  </a:cubicBezTo>
                  <a:cubicBezTo>
                    <a:pt x="5193" y="55047"/>
                    <a:pt x="6424" y="53040"/>
                    <a:pt x="6424" y="50791"/>
                  </a:cubicBezTo>
                  <a:cubicBezTo>
                    <a:pt x="6424" y="48543"/>
                    <a:pt x="5193" y="46536"/>
                    <a:pt x="3186" y="45492"/>
                  </a:cubicBezTo>
                  <a:cubicBezTo>
                    <a:pt x="3186" y="43591"/>
                    <a:pt x="2088" y="41718"/>
                    <a:pt x="402" y="40647"/>
                  </a:cubicBezTo>
                  <a:cubicBezTo>
                    <a:pt x="1901" y="39710"/>
                    <a:pt x="3320" y="37890"/>
                    <a:pt x="3186" y="35829"/>
                  </a:cubicBezTo>
                  <a:cubicBezTo>
                    <a:pt x="5193" y="34785"/>
                    <a:pt x="6424" y="32751"/>
                    <a:pt x="6424" y="30530"/>
                  </a:cubicBezTo>
                  <a:cubicBezTo>
                    <a:pt x="6424" y="28281"/>
                    <a:pt x="5193" y="26247"/>
                    <a:pt x="3186" y="25230"/>
                  </a:cubicBezTo>
                  <a:cubicBezTo>
                    <a:pt x="3105" y="23223"/>
                    <a:pt x="2062" y="21429"/>
                    <a:pt x="402" y="20386"/>
                  </a:cubicBezTo>
                  <a:cubicBezTo>
                    <a:pt x="2115" y="19315"/>
                    <a:pt x="3212" y="17415"/>
                    <a:pt x="3186" y="15541"/>
                  </a:cubicBezTo>
                  <a:cubicBezTo>
                    <a:pt x="5193" y="14524"/>
                    <a:pt x="6424" y="12490"/>
                    <a:pt x="6424" y="10268"/>
                  </a:cubicBezTo>
                  <a:cubicBezTo>
                    <a:pt x="6424" y="8020"/>
                    <a:pt x="5193" y="5986"/>
                    <a:pt x="3186" y="4969"/>
                  </a:cubicBezTo>
                  <a:lnTo>
                    <a:pt x="3186" y="4942"/>
                  </a:lnTo>
                  <a:cubicBezTo>
                    <a:pt x="3186" y="3041"/>
                    <a:pt x="2008" y="1061"/>
                    <a:pt x="215" y="17"/>
                  </a:cubicBezTo>
                  <a:cubicBezTo>
                    <a:pt x="195" y="7"/>
                    <a:pt x="172" y="1"/>
                    <a:pt x="14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5" name="Google Shape;1565;p100"/>
            <p:cNvSpPr/>
            <p:nvPr/>
          </p:nvSpPr>
          <p:spPr>
            <a:xfrm>
              <a:off x="1607850" y="566950"/>
              <a:ext cx="159950" cy="2033000"/>
            </a:xfrm>
            <a:custGeom>
              <a:avLst/>
              <a:gdLst/>
              <a:ahLst/>
              <a:cxnLst/>
              <a:rect l="l" t="t" r="r" b="b"/>
              <a:pathLst>
                <a:path w="6398" h="81320" extrusionOk="0">
                  <a:moveTo>
                    <a:pt x="119" y="1"/>
                  </a:moveTo>
                  <a:cubicBezTo>
                    <a:pt x="81" y="1"/>
                    <a:pt x="44" y="24"/>
                    <a:pt x="27" y="57"/>
                  </a:cubicBezTo>
                  <a:cubicBezTo>
                    <a:pt x="0" y="84"/>
                    <a:pt x="0" y="110"/>
                    <a:pt x="0" y="137"/>
                  </a:cubicBezTo>
                  <a:cubicBezTo>
                    <a:pt x="0" y="164"/>
                    <a:pt x="27" y="217"/>
                    <a:pt x="81" y="244"/>
                  </a:cubicBezTo>
                  <a:cubicBezTo>
                    <a:pt x="1820" y="1261"/>
                    <a:pt x="2944" y="3188"/>
                    <a:pt x="2918" y="5035"/>
                  </a:cubicBezTo>
                  <a:cubicBezTo>
                    <a:pt x="2918" y="5089"/>
                    <a:pt x="2944" y="5142"/>
                    <a:pt x="2998" y="5169"/>
                  </a:cubicBezTo>
                  <a:cubicBezTo>
                    <a:pt x="4952" y="6133"/>
                    <a:pt x="6156" y="8086"/>
                    <a:pt x="6156" y="10255"/>
                  </a:cubicBezTo>
                  <a:cubicBezTo>
                    <a:pt x="6156" y="12449"/>
                    <a:pt x="4952" y="14403"/>
                    <a:pt x="2998" y="15367"/>
                  </a:cubicBezTo>
                  <a:cubicBezTo>
                    <a:pt x="2944" y="15394"/>
                    <a:pt x="2918" y="15447"/>
                    <a:pt x="2918" y="15501"/>
                  </a:cubicBezTo>
                  <a:cubicBezTo>
                    <a:pt x="2971" y="17347"/>
                    <a:pt x="1847" y="19248"/>
                    <a:pt x="81" y="20292"/>
                  </a:cubicBezTo>
                  <a:cubicBezTo>
                    <a:pt x="54" y="20292"/>
                    <a:pt x="27" y="20318"/>
                    <a:pt x="0" y="20372"/>
                  </a:cubicBezTo>
                  <a:cubicBezTo>
                    <a:pt x="0" y="20425"/>
                    <a:pt x="27" y="20479"/>
                    <a:pt x="81" y="20506"/>
                  </a:cubicBezTo>
                  <a:cubicBezTo>
                    <a:pt x="1794" y="21496"/>
                    <a:pt x="2864" y="23316"/>
                    <a:pt x="2918" y="25324"/>
                  </a:cubicBezTo>
                  <a:cubicBezTo>
                    <a:pt x="2918" y="25350"/>
                    <a:pt x="2944" y="25404"/>
                    <a:pt x="2998" y="25431"/>
                  </a:cubicBezTo>
                  <a:cubicBezTo>
                    <a:pt x="4952" y="26394"/>
                    <a:pt x="6156" y="28348"/>
                    <a:pt x="6156" y="30543"/>
                  </a:cubicBezTo>
                  <a:cubicBezTo>
                    <a:pt x="6156" y="32711"/>
                    <a:pt x="4952" y="34665"/>
                    <a:pt x="2998" y="35628"/>
                  </a:cubicBezTo>
                  <a:cubicBezTo>
                    <a:pt x="2944" y="35655"/>
                    <a:pt x="2918" y="35709"/>
                    <a:pt x="2918" y="35762"/>
                  </a:cubicBezTo>
                  <a:cubicBezTo>
                    <a:pt x="3078" y="37823"/>
                    <a:pt x="1633" y="39643"/>
                    <a:pt x="81" y="40553"/>
                  </a:cubicBezTo>
                  <a:cubicBezTo>
                    <a:pt x="54" y="40553"/>
                    <a:pt x="27" y="40580"/>
                    <a:pt x="0" y="40633"/>
                  </a:cubicBezTo>
                  <a:cubicBezTo>
                    <a:pt x="0" y="40687"/>
                    <a:pt x="27" y="40741"/>
                    <a:pt x="81" y="40767"/>
                  </a:cubicBezTo>
                  <a:cubicBezTo>
                    <a:pt x="1820" y="41784"/>
                    <a:pt x="2918" y="43658"/>
                    <a:pt x="2918" y="45532"/>
                  </a:cubicBezTo>
                  <a:cubicBezTo>
                    <a:pt x="2918" y="45558"/>
                    <a:pt x="2918" y="45558"/>
                    <a:pt x="2918" y="45585"/>
                  </a:cubicBezTo>
                  <a:cubicBezTo>
                    <a:pt x="2918" y="45612"/>
                    <a:pt x="2944" y="45665"/>
                    <a:pt x="2998" y="45692"/>
                  </a:cubicBezTo>
                  <a:cubicBezTo>
                    <a:pt x="4952" y="46656"/>
                    <a:pt x="6156" y="48636"/>
                    <a:pt x="6156" y="50804"/>
                  </a:cubicBezTo>
                  <a:cubicBezTo>
                    <a:pt x="6156" y="52972"/>
                    <a:pt x="4952" y="54926"/>
                    <a:pt x="2998" y="55917"/>
                  </a:cubicBezTo>
                  <a:cubicBezTo>
                    <a:pt x="2944" y="55917"/>
                    <a:pt x="2918" y="55970"/>
                    <a:pt x="2918" y="56024"/>
                  </a:cubicBezTo>
                  <a:cubicBezTo>
                    <a:pt x="2864" y="58004"/>
                    <a:pt x="1820" y="59798"/>
                    <a:pt x="81" y="60815"/>
                  </a:cubicBezTo>
                  <a:cubicBezTo>
                    <a:pt x="54" y="60815"/>
                    <a:pt x="27" y="60868"/>
                    <a:pt x="0" y="60895"/>
                  </a:cubicBezTo>
                  <a:cubicBezTo>
                    <a:pt x="0" y="60949"/>
                    <a:pt x="27" y="61002"/>
                    <a:pt x="81" y="61029"/>
                  </a:cubicBezTo>
                  <a:cubicBezTo>
                    <a:pt x="1820" y="62046"/>
                    <a:pt x="2864" y="63839"/>
                    <a:pt x="2918" y="65847"/>
                  </a:cubicBezTo>
                  <a:cubicBezTo>
                    <a:pt x="2918" y="65900"/>
                    <a:pt x="2944" y="65927"/>
                    <a:pt x="2998" y="65954"/>
                  </a:cubicBezTo>
                  <a:cubicBezTo>
                    <a:pt x="4952" y="66944"/>
                    <a:pt x="6156" y="68898"/>
                    <a:pt x="6156" y="71066"/>
                  </a:cubicBezTo>
                  <a:cubicBezTo>
                    <a:pt x="6156" y="73234"/>
                    <a:pt x="4952" y="75188"/>
                    <a:pt x="2998" y="76178"/>
                  </a:cubicBezTo>
                  <a:cubicBezTo>
                    <a:pt x="2944" y="76178"/>
                    <a:pt x="2918" y="76232"/>
                    <a:pt x="2918" y="76285"/>
                  </a:cubicBezTo>
                  <a:cubicBezTo>
                    <a:pt x="2864" y="78266"/>
                    <a:pt x="1820" y="80086"/>
                    <a:pt x="81" y="81076"/>
                  </a:cubicBezTo>
                  <a:cubicBezTo>
                    <a:pt x="27" y="81130"/>
                    <a:pt x="0" y="81183"/>
                    <a:pt x="27" y="81264"/>
                  </a:cubicBezTo>
                  <a:cubicBezTo>
                    <a:pt x="44" y="81297"/>
                    <a:pt x="81" y="81320"/>
                    <a:pt x="119" y="81320"/>
                  </a:cubicBezTo>
                  <a:cubicBezTo>
                    <a:pt x="143" y="81320"/>
                    <a:pt x="167" y="81311"/>
                    <a:pt x="188" y="81290"/>
                  </a:cubicBezTo>
                  <a:cubicBezTo>
                    <a:pt x="1981" y="80273"/>
                    <a:pt x="3105" y="78427"/>
                    <a:pt x="3185" y="76366"/>
                  </a:cubicBezTo>
                  <a:cubicBezTo>
                    <a:pt x="5166" y="75322"/>
                    <a:pt x="6397" y="73314"/>
                    <a:pt x="6397" y="71066"/>
                  </a:cubicBezTo>
                  <a:cubicBezTo>
                    <a:pt x="6397" y="68818"/>
                    <a:pt x="5166" y="66784"/>
                    <a:pt x="3185" y="65766"/>
                  </a:cubicBezTo>
                  <a:cubicBezTo>
                    <a:pt x="3105" y="63786"/>
                    <a:pt x="2061" y="61992"/>
                    <a:pt x="375" y="60922"/>
                  </a:cubicBezTo>
                  <a:cubicBezTo>
                    <a:pt x="2061" y="59878"/>
                    <a:pt x="3105" y="58085"/>
                    <a:pt x="3185" y="56104"/>
                  </a:cubicBezTo>
                  <a:cubicBezTo>
                    <a:pt x="5166" y="55060"/>
                    <a:pt x="6397" y="53053"/>
                    <a:pt x="6397" y="50804"/>
                  </a:cubicBezTo>
                  <a:cubicBezTo>
                    <a:pt x="6397" y="48556"/>
                    <a:pt x="5166" y="46522"/>
                    <a:pt x="3185" y="45505"/>
                  </a:cubicBezTo>
                  <a:cubicBezTo>
                    <a:pt x="3159" y="43604"/>
                    <a:pt x="2061" y="41731"/>
                    <a:pt x="375" y="40660"/>
                  </a:cubicBezTo>
                  <a:cubicBezTo>
                    <a:pt x="1901" y="39723"/>
                    <a:pt x="3292" y="37877"/>
                    <a:pt x="3185" y="35816"/>
                  </a:cubicBezTo>
                  <a:cubicBezTo>
                    <a:pt x="5166" y="34799"/>
                    <a:pt x="6397" y="32764"/>
                    <a:pt x="6397" y="30543"/>
                  </a:cubicBezTo>
                  <a:cubicBezTo>
                    <a:pt x="6397" y="28295"/>
                    <a:pt x="5166" y="26260"/>
                    <a:pt x="3185" y="25243"/>
                  </a:cubicBezTo>
                  <a:cubicBezTo>
                    <a:pt x="3078" y="23236"/>
                    <a:pt x="2061" y="21443"/>
                    <a:pt x="375" y="20399"/>
                  </a:cubicBezTo>
                  <a:cubicBezTo>
                    <a:pt x="2061" y="19328"/>
                    <a:pt x="3185" y="17454"/>
                    <a:pt x="3185" y="15608"/>
                  </a:cubicBezTo>
                  <a:cubicBezTo>
                    <a:pt x="3185" y="15608"/>
                    <a:pt x="3185" y="15581"/>
                    <a:pt x="3185" y="15554"/>
                  </a:cubicBezTo>
                  <a:cubicBezTo>
                    <a:pt x="5166" y="14537"/>
                    <a:pt x="6397" y="12503"/>
                    <a:pt x="6397" y="10255"/>
                  </a:cubicBezTo>
                  <a:cubicBezTo>
                    <a:pt x="6397" y="8033"/>
                    <a:pt x="5166" y="5999"/>
                    <a:pt x="3185" y="4982"/>
                  </a:cubicBezTo>
                  <a:lnTo>
                    <a:pt x="3185" y="4955"/>
                  </a:lnTo>
                  <a:cubicBezTo>
                    <a:pt x="3185" y="3028"/>
                    <a:pt x="1981" y="1074"/>
                    <a:pt x="188" y="30"/>
                  </a:cubicBezTo>
                  <a:cubicBezTo>
                    <a:pt x="167" y="10"/>
                    <a:pt x="143" y="1"/>
                    <a:pt x="11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6" name="Google Shape;1566;p100"/>
            <p:cNvSpPr/>
            <p:nvPr/>
          </p:nvSpPr>
          <p:spPr>
            <a:xfrm>
              <a:off x="1453950" y="818875"/>
              <a:ext cx="160600" cy="2032875"/>
            </a:xfrm>
            <a:custGeom>
              <a:avLst/>
              <a:gdLst/>
              <a:ahLst/>
              <a:cxnLst/>
              <a:rect l="l" t="t" r="r" b="b"/>
              <a:pathLst>
                <a:path w="6424" h="81315" extrusionOk="0">
                  <a:moveTo>
                    <a:pt x="136" y="1"/>
                  </a:moveTo>
                  <a:cubicBezTo>
                    <a:pt x="95" y="1"/>
                    <a:pt x="61" y="20"/>
                    <a:pt x="27" y="70"/>
                  </a:cubicBezTo>
                  <a:cubicBezTo>
                    <a:pt x="27" y="70"/>
                    <a:pt x="27" y="97"/>
                    <a:pt x="27" y="124"/>
                  </a:cubicBezTo>
                  <a:cubicBezTo>
                    <a:pt x="27" y="178"/>
                    <a:pt x="27" y="204"/>
                    <a:pt x="80" y="231"/>
                  </a:cubicBezTo>
                  <a:cubicBezTo>
                    <a:pt x="1820" y="1248"/>
                    <a:pt x="2971" y="3175"/>
                    <a:pt x="2944" y="5022"/>
                  </a:cubicBezTo>
                  <a:cubicBezTo>
                    <a:pt x="2944" y="5076"/>
                    <a:pt x="2971" y="5129"/>
                    <a:pt x="2998" y="5156"/>
                  </a:cubicBezTo>
                  <a:cubicBezTo>
                    <a:pt x="4952" y="6119"/>
                    <a:pt x="6156" y="8073"/>
                    <a:pt x="6156" y="10268"/>
                  </a:cubicBezTo>
                  <a:cubicBezTo>
                    <a:pt x="6156" y="12436"/>
                    <a:pt x="4952" y="14390"/>
                    <a:pt x="2998" y="15354"/>
                  </a:cubicBezTo>
                  <a:cubicBezTo>
                    <a:pt x="2971" y="15380"/>
                    <a:pt x="2944" y="15434"/>
                    <a:pt x="2944" y="15487"/>
                  </a:cubicBezTo>
                  <a:cubicBezTo>
                    <a:pt x="2944" y="15514"/>
                    <a:pt x="2944" y="15568"/>
                    <a:pt x="2944" y="15595"/>
                  </a:cubicBezTo>
                  <a:cubicBezTo>
                    <a:pt x="2944" y="17415"/>
                    <a:pt x="1820" y="19261"/>
                    <a:pt x="107" y="20278"/>
                  </a:cubicBezTo>
                  <a:cubicBezTo>
                    <a:pt x="54" y="20278"/>
                    <a:pt x="27" y="20305"/>
                    <a:pt x="27" y="20359"/>
                  </a:cubicBezTo>
                  <a:cubicBezTo>
                    <a:pt x="0" y="20412"/>
                    <a:pt x="27" y="20466"/>
                    <a:pt x="80" y="20493"/>
                  </a:cubicBezTo>
                  <a:cubicBezTo>
                    <a:pt x="1793" y="21510"/>
                    <a:pt x="2864" y="23303"/>
                    <a:pt x="2944" y="25310"/>
                  </a:cubicBezTo>
                  <a:cubicBezTo>
                    <a:pt x="2944" y="25364"/>
                    <a:pt x="2971" y="25391"/>
                    <a:pt x="2998" y="25417"/>
                  </a:cubicBezTo>
                  <a:cubicBezTo>
                    <a:pt x="4952" y="26381"/>
                    <a:pt x="6156" y="28362"/>
                    <a:pt x="6156" y="30530"/>
                  </a:cubicBezTo>
                  <a:cubicBezTo>
                    <a:pt x="6156" y="32698"/>
                    <a:pt x="4952" y="34652"/>
                    <a:pt x="2998" y="35642"/>
                  </a:cubicBezTo>
                  <a:cubicBezTo>
                    <a:pt x="2944" y="35642"/>
                    <a:pt x="2918" y="35695"/>
                    <a:pt x="2944" y="35749"/>
                  </a:cubicBezTo>
                  <a:cubicBezTo>
                    <a:pt x="3105" y="37837"/>
                    <a:pt x="1633" y="39630"/>
                    <a:pt x="107" y="40540"/>
                  </a:cubicBezTo>
                  <a:cubicBezTo>
                    <a:pt x="54" y="40540"/>
                    <a:pt x="27" y="40594"/>
                    <a:pt x="27" y="40620"/>
                  </a:cubicBezTo>
                  <a:cubicBezTo>
                    <a:pt x="0" y="40674"/>
                    <a:pt x="27" y="40727"/>
                    <a:pt x="80" y="40754"/>
                  </a:cubicBezTo>
                  <a:cubicBezTo>
                    <a:pt x="1820" y="41771"/>
                    <a:pt x="2944" y="43645"/>
                    <a:pt x="2944" y="45545"/>
                  </a:cubicBezTo>
                  <a:cubicBezTo>
                    <a:pt x="2944" y="45545"/>
                    <a:pt x="2944" y="45572"/>
                    <a:pt x="2944" y="45572"/>
                  </a:cubicBezTo>
                  <a:cubicBezTo>
                    <a:pt x="2944" y="45626"/>
                    <a:pt x="2971" y="45652"/>
                    <a:pt x="2998" y="45679"/>
                  </a:cubicBezTo>
                  <a:cubicBezTo>
                    <a:pt x="4952" y="46669"/>
                    <a:pt x="6156" y="48623"/>
                    <a:pt x="6156" y="50791"/>
                  </a:cubicBezTo>
                  <a:cubicBezTo>
                    <a:pt x="6156" y="52959"/>
                    <a:pt x="4952" y="54913"/>
                    <a:pt x="2998" y="55904"/>
                  </a:cubicBezTo>
                  <a:cubicBezTo>
                    <a:pt x="2971" y="55930"/>
                    <a:pt x="2944" y="55957"/>
                    <a:pt x="2944" y="56011"/>
                  </a:cubicBezTo>
                  <a:cubicBezTo>
                    <a:pt x="2891" y="57991"/>
                    <a:pt x="1820" y="59785"/>
                    <a:pt x="107" y="60802"/>
                  </a:cubicBezTo>
                  <a:cubicBezTo>
                    <a:pt x="54" y="60828"/>
                    <a:pt x="27" y="60855"/>
                    <a:pt x="27" y="60882"/>
                  </a:cubicBezTo>
                  <a:cubicBezTo>
                    <a:pt x="0" y="60935"/>
                    <a:pt x="27" y="60989"/>
                    <a:pt x="80" y="61016"/>
                  </a:cubicBezTo>
                  <a:cubicBezTo>
                    <a:pt x="1820" y="62033"/>
                    <a:pt x="2891" y="63826"/>
                    <a:pt x="2944" y="65834"/>
                  </a:cubicBezTo>
                  <a:cubicBezTo>
                    <a:pt x="2944" y="65887"/>
                    <a:pt x="2971" y="65914"/>
                    <a:pt x="2998" y="65941"/>
                  </a:cubicBezTo>
                  <a:cubicBezTo>
                    <a:pt x="4952" y="66931"/>
                    <a:pt x="6156" y="68885"/>
                    <a:pt x="6156" y="71053"/>
                  </a:cubicBezTo>
                  <a:cubicBezTo>
                    <a:pt x="6156" y="73221"/>
                    <a:pt x="4952" y="75175"/>
                    <a:pt x="2998" y="76165"/>
                  </a:cubicBezTo>
                  <a:cubicBezTo>
                    <a:pt x="2971" y="76192"/>
                    <a:pt x="2944" y="76219"/>
                    <a:pt x="2944" y="76272"/>
                  </a:cubicBezTo>
                  <a:cubicBezTo>
                    <a:pt x="2891" y="78280"/>
                    <a:pt x="1820" y="80073"/>
                    <a:pt x="80" y="81090"/>
                  </a:cubicBezTo>
                  <a:cubicBezTo>
                    <a:pt x="27" y="81117"/>
                    <a:pt x="0" y="81197"/>
                    <a:pt x="27" y="81251"/>
                  </a:cubicBezTo>
                  <a:cubicBezTo>
                    <a:pt x="66" y="81290"/>
                    <a:pt x="120" y="81315"/>
                    <a:pt x="167" y="81315"/>
                  </a:cubicBezTo>
                  <a:cubicBezTo>
                    <a:pt x="184" y="81315"/>
                    <a:pt x="200" y="81311"/>
                    <a:pt x="214" y="81304"/>
                  </a:cubicBezTo>
                  <a:cubicBezTo>
                    <a:pt x="2008" y="80260"/>
                    <a:pt x="3105" y="78413"/>
                    <a:pt x="3185" y="76352"/>
                  </a:cubicBezTo>
                  <a:cubicBezTo>
                    <a:pt x="5166" y="75309"/>
                    <a:pt x="6424" y="73301"/>
                    <a:pt x="6424" y="71053"/>
                  </a:cubicBezTo>
                  <a:cubicBezTo>
                    <a:pt x="6424" y="68805"/>
                    <a:pt x="5166" y="66797"/>
                    <a:pt x="3185" y="65753"/>
                  </a:cubicBezTo>
                  <a:cubicBezTo>
                    <a:pt x="3105" y="63773"/>
                    <a:pt x="2061" y="61979"/>
                    <a:pt x="375" y="60909"/>
                  </a:cubicBezTo>
                  <a:cubicBezTo>
                    <a:pt x="2061" y="59865"/>
                    <a:pt x="3105" y="58072"/>
                    <a:pt x="3185" y="56091"/>
                  </a:cubicBezTo>
                  <a:cubicBezTo>
                    <a:pt x="5166" y="55047"/>
                    <a:pt x="6424" y="53040"/>
                    <a:pt x="6424" y="50791"/>
                  </a:cubicBezTo>
                  <a:cubicBezTo>
                    <a:pt x="6424" y="48543"/>
                    <a:pt x="5193" y="46536"/>
                    <a:pt x="3185" y="45492"/>
                  </a:cubicBezTo>
                  <a:cubicBezTo>
                    <a:pt x="3159" y="43591"/>
                    <a:pt x="2088" y="41718"/>
                    <a:pt x="375" y="40647"/>
                  </a:cubicBezTo>
                  <a:cubicBezTo>
                    <a:pt x="1901" y="39710"/>
                    <a:pt x="3319" y="37890"/>
                    <a:pt x="3185" y="35829"/>
                  </a:cubicBezTo>
                  <a:cubicBezTo>
                    <a:pt x="5193" y="34785"/>
                    <a:pt x="6424" y="32751"/>
                    <a:pt x="6424" y="30530"/>
                  </a:cubicBezTo>
                  <a:cubicBezTo>
                    <a:pt x="6424" y="28281"/>
                    <a:pt x="5166" y="26247"/>
                    <a:pt x="3185" y="25230"/>
                  </a:cubicBezTo>
                  <a:cubicBezTo>
                    <a:pt x="3105" y="23223"/>
                    <a:pt x="2061" y="21429"/>
                    <a:pt x="375" y="20386"/>
                  </a:cubicBezTo>
                  <a:cubicBezTo>
                    <a:pt x="2088" y="19315"/>
                    <a:pt x="3185" y="17441"/>
                    <a:pt x="3185" y="15595"/>
                  </a:cubicBezTo>
                  <a:cubicBezTo>
                    <a:pt x="3185" y="15595"/>
                    <a:pt x="3185" y="15568"/>
                    <a:pt x="3185" y="15541"/>
                  </a:cubicBezTo>
                  <a:cubicBezTo>
                    <a:pt x="5193" y="14524"/>
                    <a:pt x="6424" y="12490"/>
                    <a:pt x="6424" y="10268"/>
                  </a:cubicBezTo>
                  <a:cubicBezTo>
                    <a:pt x="6424" y="8020"/>
                    <a:pt x="5193" y="5986"/>
                    <a:pt x="3185" y="4969"/>
                  </a:cubicBezTo>
                  <a:cubicBezTo>
                    <a:pt x="3185" y="3041"/>
                    <a:pt x="2008" y="1061"/>
                    <a:pt x="214" y="17"/>
                  </a:cubicBezTo>
                  <a:cubicBezTo>
                    <a:pt x="185" y="7"/>
                    <a:pt x="159" y="1"/>
                    <a:pt x="13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7" name="Google Shape;1567;p100"/>
            <p:cNvSpPr/>
            <p:nvPr/>
          </p:nvSpPr>
          <p:spPr>
            <a:xfrm>
              <a:off x="1300050" y="566950"/>
              <a:ext cx="160600" cy="2033000"/>
            </a:xfrm>
            <a:custGeom>
              <a:avLst/>
              <a:gdLst/>
              <a:ahLst/>
              <a:cxnLst/>
              <a:rect l="l" t="t" r="r" b="b"/>
              <a:pathLst>
                <a:path w="6424" h="81320" extrusionOk="0">
                  <a:moveTo>
                    <a:pt x="146" y="1"/>
                  </a:moveTo>
                  <a:cubicBezTo>
                    <a:pt x="107" y="1"/>
                    <a:pt x="70" y="24"/>
                    <a:pt x="54" y="57"/>
                  </a:cubicBezTo>
                  <a:cubicBezTo>
                    <a:pt x="27" y="84"/>
                    <a:pt x="27" y="110"/>
                    <a:pt x="27" y="137"/>
                  </a:cubicBezTo>
                  <a:cubicBezTo>
                    <a:pt x="27" y="164"/>
                    <a:pt x="54" y="217"/>
                    <a:pt x="80" y="244"/>
                  </a:cubicBezTo>
                  <a:cubicBezTo>
                    <a:pt x="1820" y="1261"/>
                    <a:pt x="2971" y="3188"/>
                    <a:pt x="2944" y="5035"/>
                  </a:cubicBezTo>
                  <a:cubicBezTo>
                    <a:pt x="2944" y="5089"/>
                    <a:pt x="2971" y="5142"/>
                    <a:pt x="3025" y="5169"/>
                  </a:cubicBezTo>
                  <a:cubicBezTo>
                    <a:pt x="4952" y="6133"/>
                    <a:pt x="6183" y="8086"/>
                    <a:pt x="6183" y="10255"/>
                  </a:cubicBezTo>
                  <a:cubicBezTo>
                    <a:pt x="6183" y="12449"/>
                    <a:pt x="4952" y="14403"/>
                    <a:pt x="3025" y="15367"/>
                  </a:cubicBezTo>
                  <a:cubicBezTo>
                    <a:pt x="2971" y="15394"/>
                    <a:pt x="2944" y="15447"/>
                    <a:pt x="2944" y="15501"/>
                  </a:cubicBezTo>
                  <a:cubicBezTo>
                    <a:pt x="2998" y="17321"/>
                    <a:pt x="1847" y="19248"/>
                    <a:pt x="107" y="20292"/>
                  </a:cubicBezTo>
                  <a:cubicBezTo>
                    <a:pt x="80" y="20292"/>
                    <a:pt x="54" y="20318"/>
                    <a:pt x="27" y="20372"/>
                  </a:cubicBezTo>
                  <a:cubicBezTo>
                    <a:pt x="27" y="20425"/>
                    <a:pt x="27" y="20479"/>
                    <a:pt x="80" y="20506"/>
                  </a:cubicBezTo>
                  <a:cubicBezTo>
                    <a:pt x="1820" y="21496"/>
                    <a:pt x="2891" y="23316"/>
                    <a:pt x="2944" y="25324"/>
                  </a:cubicBezTo>
                  <a:cubicBezTo>
                    <a:pt x="2944" y="25350"/>
                    <a:pt x="2971" y="25404"/>
                    <a:pt x="3025" y="25431"/>
                  </a:cubicBezTo>
                  <a:cubicBezTo>
                    <a:pt x="4952" y="26394"/>
                    <a:pt x="6183" y="28348"/>
                    <a:pt x="6183" y="30543"/>
                  </a:cubicBezTo>
                  <a:cubicBezTo>
                    <a:pt x="6183" y="32711"/>
                    <a:pt x="4952" y="34665"/>
                    <a:pt x="3025" y="35628"/>
                  </a:cubicBezTo>
                  <a:cubicBezTo>
                    <a:pt x="2971" y="35655"/>
                    <a:pt x="2944" y="35709"/>
                    <a:pt x="2944" y="35762"/>
                  </a:cubicBezTo>
                  <a:cubicBezTo>
                    <a:pt x="3105" y="37823"/>
                    <a:pt x="1633" y="39643"/>
                    <a:pt x="107" y="40553"/>
                  </a:cubicBezTo>
                  <a:cubicBezTo>
                    <a:pt x="80" y="40553"/>
                    <a:pt x="54" y="40580"/>
                    <a:pt x="27" y="40633"/>
                  </a:cubicBezTo>
                  <a:cubicBezTo>
                    <a:pt x="27" y="40687"/>
                    <a:pt x="27" y="40741"/>
                    <a:pt x="80" y="40767"/>
                  </a:cubicBezTo>
                  <a:cubicBezTo>
                    <a:pt x="1820" y="41784"/>
                    <a:pt x="2944" y="43658"/>
                    <a:pt x="2944" y="45532"/>
                  </a:cubicBezTo>
                  <a:cubicBezTo>
                    <a:pt x="2944" y="45558"/>
                    <a:pt x="2944" y="45558"/>
                    <a:pt x="2944" y="45585"/>
                  </a:cubicBezTo>
                  <a:cubicBezTo>
                    <a:pt x="2944" y="45612"/>
                    <a:pt x="2971" y="45665"/>
                    <a:pt x="3025" y="45692"/>
                  </a:cubicBezTo>
                  <a:cubicBezTo>
                    <a:pt x="4952" y="46656"/>
                    <a:pt x="6183" y="48636"/>
                    <a:pt x="6183" y="50804"/>
                  </a:cubicBezTo>
                  <a:cubicBezTo>
                    <a:pt x="6183" y="52972"/>
                    <a:pt x="4952" y="54926"/>
                    <a:pt x="3025" y="55917"/>
                  </a:cubicBezTo>
                  <a:cubicBezTo>
                    <a:pt x="2971" y="55917"/>
                    <a:pt x="2944" y="55970"/>
                    <a:pt x="2944" y="56024"/>
                  </a:cubicBezTo>
                  <a:cubicBezTo>
                    <a:pt x="2891" y="58004"/>
                    <a:pt x="1847" y="59798"/>
                    <a:pt x="107" y="60815"/>
                  </a:cubicBezTo>
                  <a:cubicBezTo>
                    <a:pt x="80" y="60815"/>
                    <a:pt x="54" y="60868"/>
                    <a:pt x="27" y="60895"/>
                  </a:cubicBezTo>
                  <a:cubicBezTo>
                    <a:pt x="27" y="60949"/>
                    <a:pt x="27" y="61002"/>
                    <a:pt x="80" y="61029"/>
                  </a:cubicBezTo>
                  <a:cubicBezTo>
                    <a:pt x="1820" y="62046"/>
                    <a:pt x="2891" y="63839"/>
                    <a:pt x="2944" y="65847"/>
                  </a:cubicBezTo>
                  <a:cubicBezTo>
                    <a:pt x="2944" y="65900"/>
                    <a:pt x="2971" y="65927"/>
                    <a:pt x="3025" y="65954"/>
                  </a:cubicBezTo>
                  <a:cubicBezTo>
                    <a:pt x="4952" y="66944"/>
                    <a:pt x="6183" y="68898"/>
                    <a:pt x="6183" y="71066"/>
                  </a:cubicBezTo>
                  <a:cubicBezTo>
                    <a:pt x="6183" y="73234"/>
                    <a:pt x="4952" y="75188"/>
                    <a:pt x="3025" y="76178"/>
                  </a:cubicBezTo>
                  <a:cubicBezTo>
                    <a:pt x="2971" y="76178"/>
                    <a:pt x="2944" y="76232"/>
                    <a:pt x="2944" y="76285"/>
                  </a:cubicBezTo>
                  <a:cubicBezTo>
                    <a:pt x="2891" y="78266"/>
                    <a:pt x="1820" y="80086"/>
                    <a:pt x="80" y="81076"/>
                  </a:cubicBezTo>
                  <a:cubicBezTo>
                    <a:pt x="27" y="81130"/>
                    <a:pt x="0" y="81183"/>
                    <a:pt x="54" y="81264"/>
                  </a:cubicBezTo>
                  <a:cubicBezTo>
                    <a:pt x="70" y="81297"/>
                    <a:pt x="107" y="81320"/>
                    <a:pt x="146" y="81320"/>
                  </a:cubicBezTo>
                  <a:cubicBezTo>
                    <a:pt x="169" y="81320"/>
                    <a:pt x="194" y="81311"/>
                    <a:pt x="214" y="81290"/>
                  </a:cubicBezTo>
                  <a:cubicBezTo>
                    <a:pt x="2007" y="80273"/>
                    <a:pt x="3105" y="78427"/>
                    <a:pt x="3185" y="76366"/>
                  </a:cubicBezTo>
                  <a:cubicBezTo>
                    <a:pt x="5193" y="75322"/>
                    <a:pt x="6424" y="73314"/>
                    <a:pt x="6424" y="71066"/>
                  </a:cubicBezTo>
                  <a:cubicBezTo>
                    <a:pt x="6424" y="68818"/>
                    <a:pt x="5193" y="66784"/>
                    <a:pt x="3185" y="65766"/>
                  </a:cubicBezTo>
                  <a:cubicBezTo>
                    <a:pt x="3132" y="63786"/>
                    <a:pt x="2088" y="61992"/>
                    <a:pt x="402" y="60922"/>
                  </a:cubicBezTo>
                  <a:cubicBezTo>
                    <a:pt x="2088" y="59878"/>
                    <a:pt x="3132" y="58085"/>
                    <a:pt x="3185" y="56104"/>
                  </a:cubicBezTo>
                  <a:cubicBezTo>
                    <a:pt x="5193" y="55060"/>
                    <a:pt x="6424" y="53053"/>
                    <a:pt x="6424" y="50804"/>
                  </a:cubicBezTo>
                  <a:cubicBezTo>
                    <a:pt x="6424" y="48556"/>
                    <a:pt x="5193" y="46522"/>
                    <a:pt x="3185" y="45505"/>
                  </a:cubicBezTo>
                  <a:cubicBezTo>
                    <a:pt x="3185" y="43604"/>
                    <a:pt x="2088" y="41731"/>
                    <a:pt x="402" y="40660"/>
                  </a:cubicBezTo>
                  <a:cubicBezTo>
                    <a:pt x="1927" y="39723"/>
                    <a:pt x="3319" y="37903"/>
                    <a:pt x="3212" y="35816"/>
                  </a:cubicBezTo>
                  <a:cubicBezTo>
                    <a:pt x="5193" y="34799"/>
                    <a:pt x="6424" y="32764"/>
                    <a:pt x="6424" y="30543"/>
                  </a:cubicBezTo>
                  <a:cubicBezTo>
                    <a:pt x="6424" y="28295"/>
                    <a:pt x="5193" y="26260"/>
                    <a:pt x="3185" y="25243"/>
                  </a:cubicBezTo>
                  <a:cubicBezTo>
                    <a:pt x="3105" y="23236"/>
                    <a:pt x="2061" y="21443"/>
                    <a:pt x="402" y="20399"/>
                  </a:cubicBezTo>
                  <a:cubicBezTo>
                    <a:pt x="2088" y="19328"/>
                    <a:pt x="3185" y="17454"/>
                    <a:pt x="3185" y="15608"/>
                  </a:cubicBezTo>
                  <a:cubicBezTo>
                    <a:pt x="3185" y="15608"/>
                    <a:pt x="3185" y="15581"/>
                    <a:pt x="3185" y="15554"/>
                  </a:cubicBezTo>
                  <a:cubicBezTo>
                    <a:pt x="5193" y="14537"/>
                    <a:pt x="6424" y="12503"/>
                    <a:pt x="6424" y="10255"/>
                  </a:cubicBezTo>
                  <a:cubicBezTo>
                    <a:pt x="6424" y="8033"/>
                    <a:pt x="5193" y="5999"/>
                    <a:pt x="3185" y="4982"/>
                  </a:cubicBezTo>
                  <a:lnTo>
                    <a:pt x="3185" y="4955"/>
                  </a:lnTo>
                  <a:cubicBezTo>
                    <a:pt x="3185" y="3028"/>
                    <a:pt x="2007" y="1074"/>
                    <a:pt x="214" y="30"/>
                  </a:cubicBezTo>
                  <a:cubicBezTo>
                    <a:pt x="194" y="10"/>
                    <a:pt x="169" y="1"/>
                    <a:pt x="14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8" name="Google Shape;1568;p100"/>
            <p:cNvSpPr/>
            <p:nvPr/>
          </p:nvSpPr>
          <p:spPr>
            <a:xfrm>
              <a:off x="1146800" y="818875"/>
              <a:ext cx="159950" cy="2032875"/>
            </a:xfrm>
            <a:custGeom>
              <a:avLst/>
              <a:gdLst/>
              <a:ahLst/>
              <a:cxnLst/>
              <a:rect l="l" t="t" r="r" b="b"/>
              <a:pathLst>
                <a:path w="6398" h="81315" extrusionOk="0">
                  <a:moveTo>
                    <a:pt x="123" y="1"/>
                  </a:moveTo>
                  <a:cubicBezTo>
                    <a:pt x="83" y="1"/>
                    <a:pt x="44" y="20"/>
                    <a:pt x="28" y="70"/>
                  </a:cubicBezTo>
                  <a:cubicBezTo>
                    <a:pt x="28" y="70"/>
                    <a:pt x="1" y="97"/>
                    <a:pt x="1" y="124"/>
                  </a:cubicBezTo>
                  <a:cubicBezTo>
                    <a:pt x="1" y="178"/>
                    <a:pt x="28" y="204"/>
                    <a:pt x="81" y="231"/>
                  </a:cubicBezTo>
                  <a:cubicBezTo>
                    <a:pt x="1821" y="1248"/>
                    <a:pt x="2972" y="3175"/>
                    <a:pt x="2918" y="5022"/>
                  </a:cubicBezTo>
                  <a:cubicBezTo>
                    <a:pt x="2918" y="5076"/>
                    <a:pt x="2945" y="5129"/>
                    <a:pt x="2998" y="5156"/>
                  </a:cubicBezTo>
                  <a:cubicBezTo>
                    <a:pt x="4952" y="6119"/>
                    <a:pt x="6157" y="8073"/>
                    <a:pt x="6157" y="10268"/>
                  </a:cubicBezTo>
                  <a:cubicBezTo>
                    <a:pt x="6157" y="12436"/>
                    <a:pt x="4952" y="14390"/>
                    <a:pt x="2998" y="15354"/>
                  </a:cubicBezTo>
                  <a:cubicBezTo>
                    <a:pt x="2945" y="15380"/>
                    <a:pt x="2918" y="15434"/>
                    <a:pt x="2918" y="15487"/>
                  </a:cubicBezTo>
                  <a:cubicBezTo>
                    <a:pt x="2998" y="17334"/>
                    <a:pt x="1848" y="19235"/>
                    <a:pt x="81" y="20278"/>
                  </a:cubicBezTo>
                  <a:cubicBezTo>
                    <a:pt x="54" y="20278"/>
                    <a:pt x="28" y="20305"/>
                    <a:pt x="1" y="20359"/>
                  </a:cubicBezTo>
                  <a:cubicBezTo>
                    <a:pt x="1" y="20412"/>
                    <a:pt x="28" y="20466"/>
                    <a:pt x="81" y="20493"/>
                  </a:cubicBezTo>
                  <a:cubicBezTo>
                    <a:pt x="1794" y="21510"/>
                    <a:pt x="2865" y="23303"/>
                    <a:pt x="2918" y="25310"/>
                  </a:cubicBezTo>
                  <a:cubicBezTo>
                    <a:pt x="2918" y="25364"/>
                    <a:pt x="2945" y="25391"/>
                    <a:pt x="2998" y="25417"/>
                  </a:cubicBezTo>
                  <a:cubicBezTo>
                    <a:pt x="4952" y="26381"/>
                    <a:pt x="6157" y="28362"/>
                    <a:pt x="6157" y="30530"/>
                  </a:cubicBezTo>
                  <a:cubicBezTo>
                    <a:pt x="6157" y="32698"/>
                    <a:pt x="4952" y="34652"/>
                    <a:pt x="2998" y="35642"/>
                  </a:cubicBezTo>
                  <a:cubicBezTo>
                    <a:pt x="2945" y="35642"/>
                    <a:pt x="2918" y="35695"/>
                    <a:pt x="2918" y="35749"/>
                  </a:cubicBezTo>
                  <a:cubicBezTo>
                    <a:pt x="3079" y="37837"/>
                    <a:pt x="1633" y="39630"/>
                    <a:pt x="81" y="40540"/>
                  </a:cubicBezTo>
                  <a:cubicBezTo>
                    <a:pt x="54" y="40540"/>
                    <a:pt x="28" y="40594"/>
                    <a:pt x="1" y="40620"/>
                  </a:cubicBezTo>
                  <a:cubicBezTo>
                    <a:pt x="1" y="40674"/>
                    <a:pt x="28" y="40727"/>
                    <a:pt x="81" y="40754"/>
                  </a:cubicBezTo>
                  <a:cubicBezTo>
                    <a:pt x="1821" y="41771"/>
                    <a:pt x="2918" y="43645"/>
                    <a:pt x="2918" y="45545"/>
                  </a:cubicBezTo>
                  <a:cubicBezTo>
                    <a:pt x="2918" y="45545"/>
                    <a:pt x="2918" y="45545"/>
                    <a:pt x="2918" y="45572"/>
                  </a:cubicBezTo>
                  <a:cubicBezTo>
                    <a:pt x="2918" y="45626"/>
                    <a:pt x="2945" y="45652"/>
                    <a:pt x="2998" y="45679"/>
                  </a:cubicBezTo>
                  <a:cubicBezTo>
                    <a:pt x="4952" y="46669"/>
                    <a:pt x="6157" y="48623"/>
                    <a:pt x="6157" y="50791"/>
                  </a:cubicBezTo>
                  <a:cubicBezTo>
                    <a:pt x="6157" y="52959"/>
                    <a:pt x="4952" y="54913"/>
                    <a:pt x="2998" y="55904"/>
                  </a:cubicBezTo>
                  <a:cubicBezTo>
                    <a:pt x="2945" y="55930"/>
                    <a:pt x="2918" y="55957"/>
                    <a:pt x="2918" y="56011"/>
                  </a:cubicBezTo>
                  <a:cubicBezTo>
                    <a:pt x="2891" y="57991"/>
                    <a:pt x="1821" y="59785"/>
                    <a:pt x="81" y="60802"/>
                  </a:cubicBezTo>
                  <a:cubicBezTo>
                    <a:pt x="54" y="60828"/>
                    <a:pt x="28" y="60855"/>
                    <a:pt x="1" y="60882"/>
                  </a:cubicBezTo>
                  <a:cubicBezTo>
                    <a:pt x="1" y="60935"/>
                    <a:pt x="28" y="60989"/>
                    <a:pt x="81" y="61016"/>
                  </a:cubicBezTo>
                  <a:cubicBezTo>
                    <a:pt x="1821" y="62033"/>
                    <a:pt x="2891" y="63826"/>
                    <a:pt x="2918" y="65834"/>
                  </a:cubicBezTo>
                  <a:cubicBezTo>
                    <a:pt x="2918" y="65887"/>
                    <a:pt x="2945" y="65914"/>
                    <a:pt x="2998" y="65941"/>
                  </a:cubicBezTo>
                  <a:cubicBezTo>
                    <a:pt x="4952" y="66931"/>
                    <a:pt x="6157" y="68885"/>
                    <a:pt x="6157" y="71053"/>
                  </a:cubicBezTo>
                  <a:cubicBezTo>
                    <a:pt x="6157" y="73221"/>
                    <a:pt x="4952" y="75175"/>
                    <a:pt x="2998" y="76165"/>
                  </a:cubicBezTo>
                  <a:cubicBezTo>
                    <a:pt x="2945" y="76192"/>
                    <a:pt x="2918" y="76219"/>
                    <a:pt x="2918" y="76272"/>
                  </a:cubicBezTo>
                  <a:cubicBezTo>
                    <a:pt x="2891" y="78280"/>
                    <a:pt x="1821" y="80073"/>
                    <a:pt x="81" y="81090"/>
                  </a:cubicBezTo>
                  <a:cubicBezTo>
                    <a:pt x="28" y="81117"/>
                    <a:pt x="1" y="81197"/>
                    <a:pt x="28" y="81251"/>
                  </a:cubicBezTo>
                  <a:cubicBezTo>
                    <a:pt x="47" y="81290"/>
                    <a:pt x="95" y="81315"/>
                    <a:pt x="151" y="81315"/>
                  </a:cubicBezTo>
                  <a:cubicBezTo>
                    <a:pt x="172" y="81315"/>
                    <a:pt x="193" y="81311"/>
                    <a:pt x="215" y="81304"/>
                  </a:cubicBezTo>
                  <a:cubicBezTo>
                    <a:pt x="1981" y="80260"/>
                    <a:pt x="3106" y="78413"/>
                    <a:pt x="3186" y="76352"/>
                  </a:cubicBezTo>
                  <a:cubicBezTo>
                    <a:pt x="5167" y="75309"/>
                    <a:pt x="6398" y="73301"/>
                    <a:pt x="6398" y="71053"/>
                  </a:cubicBezTo>
                  <a:cubicBezTo>
                    <a:pt x="6398" y="68805"/>
                    <a:pt x="5167" y="66797"/>
                    <a:pt x="3186" y="65753"/>
                  </a:cubicBezTo>
                  <a:cubicBezTo>
                    <a:pt x="3106" y="63773"/>
                    <a:pt x="2062" y="61979"/>
                    <a:pt x="375" y="60909"/>
                  </a:cubicBezTo>
                  <a:cubicBezTo>
                    <a:pt x="2062" y="59865"/>
                    <a:pt x="3106" y="58072"/>
                    <a:pt x="3186" y="56091"/>
                  </a:cubicBezTo>
                  <a:cubicBezTo>
                    <a:pt x="5167" y="55047"/>
                    <a:pt x="6398" y="53040"/>
                    <a:pt x="6398" y="50791"/>
                  </a:cubicBezTo>
                  <a:cubicBezTo>
                    <a:pt x="6398" y="48543"/>
                    <a:pt x="5167" y="46536"/>
                    <a:pt x="3186" y="45492"/>
                  </a:cubicBezTo>
                  <a:cubicBezTo>
                    <a:pt x="3159" y="43591"/>
                    <a:pt x="2088" y="41718"/>
                    <a:pt x="375" y="40647"/>
                  </a:cubicBezTo>
                  <a:cubicBezTo>
                    <a:pt x="1901" y="39710"/>
                    <a:pt x="3293" y="37890"/>
                    <a:pt x="3186" y="35829"/>
                  </a:cubicBezTo>
                  <a:cubicBezTo>
                    <a:pt x="5167" y="34785"/>
                    <a:pt x="6398" y="32751"/>
                    <a:pt x="6398" y="30530"/>
                  </a:cubicBezTo>
                  <a:cubicBezTo>
                    <a:pt x="6398" y="28281"/>
                    <a:pt x="5167" y="26247"/>
                    <a:pt x="3186" y="25230"/>
                  </a:cubicBezTo>
                  <a:cubicBezTo>
                    <a:pt x="3079" y="23223"/>
                    <a:pt x="2062" y="21429"/>
                    <a:pt x="375" y="20386"/>
                  </a:cubicBezTo>
                  <a:cubicBezTo>
                    <a:pt x="2088" y="19315"/>
                    <a:pt x="3186" y="17415"/>
                    <a:pt x="3186" y="15541"/>
                  </a:cubicBezTo>
                  <a:cubicBezTo>
                    <a:pt x="5167" y="14524"/>
                    <a:pt x="6398" y="12490"/>
                    <a:pt x="6398" y="10268"/>
                  </a:cubicBezTo>
                  <a:cubicBezTo>
                    <a:pt x="6398" y="8020"/>
                    <a:pt x="5167" y="5986"/>
                    <a:pt x="3186" y="4969"/>
                  </a:cubicBezTo>
                  <a:lnTo>
                    <a:pt x="3186" y="4942"/>
                  </a:lnTo>
                  <a:cubicBezTo>
                    <a:pt x="3186" y="3041"/>
                    <a:pt x="1981" y="1061"/>
                    <a:pt x="188" y="17"/>
                  </a:cubicBezTo>
                  <a:cubicBezTo>
                    <a:pt x="169" y="7"/>
                    <a:pt x="145" y="1"/>
                    <a:pt x="12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9" name="Google Shape;1569;p100"/>
            <p:cNvSpPr/>
            <p:nvPr/>
          </p:nvSpPr>
          <p:spPr>
            <a:xfrm>
              <a:off x="992900" y="566950"/>
              <a:ext cx="160625" cy="2033000"/>
            </a:xfrm>
            <a:custGeom>
              <a:avLst/>
              <a:gdLst/>
              <a:ahLst/>
              <a:cxnLst/>
              <a:rect l="l" t="t" r="r" b="b"/>
              <a:pathLst>
                <a:path w="6425" h="81320" extrusionOk="0">
                  <a:moveTo>
                    <a:pt x="145" y="1"/>
                  </a:moveTo>
                  <a:cubicBezTo>
                    <a:pt x="104" y="1"/>
                    <a:pt x="60" y="24"/>
                    <a:pt x="27" y="57"/>
                  </a:cubicBezTo>
                  <a:cubicBezTo>
                    <a:pt x="27" y="84"/>
                    <a:pt x="27" y="110"/>
                    <a:pt x="27" y="137"/>
                  </a:cubicBezTo>
                  <a:cubicBezTo>
                    <a:pt x="27" y="164"/>
                    <a:pt x="54" y="217"/>
                    <a:pt x="81" y="244"/>
                  </a:cubicBezTo>
                  <a:cubicBezTo>
                    <a:pt x="1821" y="1261"/>
                    <a:pt x="2972" y="3188"/>
                    <a:pt x="2945" y="5035"/>
                  </a:cubicBezTo>
                  <a:cubicBezTo>
                    <a:pt x="2945" y="5089"/>
                    <a:pt x="2972" y="5142"/>
                    <a:pt x="2998" y="5169"/>
                  </a:cubicBezTo>
                  <a:cubicBezTo>
                    <a:pt x="4952" y="6133"/>
                    <a:pt x="6157" y="8086"/>
                    <a:pt x="6157" y="10255"/>
                  </a:cubicBezTo>
                  <a:cubicBezTo>
                    <a:pt x="6157" y="12449"/>
                    <a:pt x="4952" y="14403"/>
                    <a:pt x="2998" y="15367"/>
                  </a:cubicBezTo>
                  <a:cubicBezTo>
                    <a:pt x="2972" y="15394"/>
                    <a:pt x="2945" y="15447"/>
                    <a:pt x="2945" y="15501"/>
                  </a:cubicBezTo>
                  <a:cubicBezTo>
                    <a:pt x="2998" y="17347"/>
                    <a:pt x="1847" y="19248"/>
                    <a:pt x="108" y="20292"/>
                  </a:cubicBezTo>
                  <a:cubicBezTo>
                    <a:pt x="54" y="20292"/>
                    <a:pt x="27" y="20318"/>
                    <a:pt x="27" y="20372"/>
                  </a:cubicBezTo>
                  <a:cubicBezTo>
                    <a:pt x="1" y="20425"/>
                    <a:pt x="27" y="20479"/>
                    <a:pt x="81" y="20506"/>
                  </a:cubicBezTo>
                  <a:cubicBezTo>
                    <a:pt x="1794" y="21496"/>
                    <a:pt x="2865" y="23289"/>
                    <a:pt x="2945" y="25324"/>
                  </a:cubicBezTo>
                  <a:cubicBezTo>
                    <a:pt x="2945" y="25350"/>
                    <a:pt x="2972" y="25404"/>
                    <a:pt x="2998" y="25431"/>
                  </a:cubicBezTo>
                  <a:cubicBezTo>
                    <a:pt x="4952" y="26394"/>
                    <a:pt x="6157" y="28348"/>
                    <a:pt x="6157" y="30543"/>
                  </a:cubicBezTo>
                  <a:cubicBezTo>
                    <a:pt x="6157" y="32711"/>
                    <a:pt x="4952" y="34665"/>
                    <a:pt x="2998" y="35628"/>
                  </a:cubicBezTo>
                  <a:cubicBezTo>
                    <a:pt x="2972" y="35655"/>
                    <a:pt x="2945" y="35709"/>
                    <a:pt x="2945" y="35762"/>
                  </a:cubicBezTo>
                  <a:cubicBezTo>
                    <a:pt x="3105" y="37823"/>
                    <a:pt x="1633" y="39643"/>
                    <a:pt x="108" y="40553"/>
                  </a:cubicBezTo>
                  <a:cubicBezTo>
                    <a:pt x="54" y="40553"/>
                    <a:pt x="27" y="40580"/>
                    <a:pt x="27" y="40633"/>
                  </a:cubicBezTo>
                  <a:cubicBezTo>
                    <a:pt x="1" y="40687"/>
                    <a:pt x="27" y="40741"/>
                    <a:pt x="81" y="40767"/>
                  </a:cubicBezTo>
                  <a:cubicBezTo>
                    <a:pt x="1821" y="41784"/>
                    <a:pt x="2945" y="43658"/>
                    <a:pt x="2945" y="45532"/>
                  </a:cubicBezTo>
                  <a:cubicBezTo>
                    <a:pt x="2945" y="45558"/>
                    <a:pt x="2945" y="45558"/>
                    <a:pt x="2945" y="45585"/>
                  </a:cubicBezTo>
                  <a:cubicBezTo>
                    <a:pt x="2945" y="45612"/>
                    <a:pt x="2972" y="45665"/>
                    <a:pt x="2998" y="45692"/>
                  </a:cubicBezTo>
                  <a:cubicBezTo>
                    <a:pt x="4952" y="46656"/>
                    <a:pt x="6157" y="48636"/>
                    <a:pt x="6157" y="50804"/>
                  </a:cubicBezTo>
                  <a:cubicBezTo>
                    <a:pt x="6157" y="52972"/>
                    <a:pt x="4952" y="54926"/>
                    <a:pt x="2998" y="55917"/>
                  </a:cubicBezTo>
                  <a:cubicBezTo>
                    <a:pt x="2972" y="55917"/>
                    <a:pt x="2945" y="55970"/>
                    <a:pt x="2945" y="56024"/>
                  </a:cubicBezTo>
                  <a:cubicBezTo>
                    <a:pt x="2891" y="58004"/>
                    <a:pt x="1821" y="59798"/>
                    <a:pt x="108" y="60815"/>
                  </a:cubicBezTo>
                  <a:cubicBezTo>
                    <a:pt x="54" y="60815"/>
                    <a:pt x="27" y="60868"/>
                    <a:pt x="27" y="60895"/>
                  </a:cubicBezTo>
                  <a:cubicBezTo>
                    <a:pt x="1" y="60949"/>
                    <a:pt x="27" y="61002"/>
                    <a:pt x="81" y="61029"/>
                  </a:cubicBezTo>
                  <a:cubicBezTo>
                    <a:pt x="1821" y="62046"/>
                    <a:pt x="2891" y="63839"/>
                    <a:pt x="2945" y="65847"/>
                  </a:cubicBezTo>
                  <a:cubicBezTo>
                    <a:pt x="2945" y="65900"/>
                    <a:pt x="2972" y="65927"/>
                    <a:pt x="2998" y="65954"/>
                  </a:cubicBezTo>
                  <a:cubicBezTo>
                    <a:pt x="4952" y="66944"/>
                    <a:pt x="6157" y="68898"/>
                    <a:pt x="6157" y="71066"/>
                  </a:cubicBezTo>
                  <a:cubicBezTo>
                    <a:pt x="6157" y="73234"/>
                    <a:pt x="4952" y="75188"/>
                    <a:pt x="2998" y="76178"/>
                  </a:cubicBezTo>
                  <a:cubicBezTo>
                    <a:pt x="2972" y="76178"/>
                    <a:pt x="2945" y="76232"/>
                    <a:pt x="2945" y="76285"/>
                  </a:cubicBezTo>
                  <a:cubicBezTo>
                    <a:pt x="2891" y="78266"/>
                    <a:pt x="1821" y="80086"/>
                    <a:pt x="81" y="81076"/>
                  </a:cubicBezTo>
                  <a:cubicBezTo>
                    <a:pt x="27" y="81130"/>
                    <a:pt x="1" y="81183"/>
                    <a:pt x="27" y="81264"/>
                  </a:cubicBezTo>
                  <a:cubicBezTo>
                    <a:pt x="60" y="81297"/>
                    <a:pt x="104" y="81320"/>
                    <a:pt x="145" y="81320"/>
                  </a:cubicBezTo>
                  <a:cubicBezTo>
                    <a:pt x="170" y="81320"/>
                    <a:pt x="194" y="81311"/>
                    <a:pt x="215" y="81290"/>
                  </a:cubicBezTo>
                  <a:cubicBezTo>
                    <a:pt x="2008" y="80273"/>
                    <a:pt x="3105" y="78427"/>
                    <a:pt x="3186" y="76366"/>
                  </a:cubicBezTo>
                  <a:cubicBezTo>
                    <a:pt x="5193" y="75322"/>
                    <a:pt x="6424" y="73314"/>
                    <a:pt x="6424" y="71066"/>
                  </a:cubicBezTo>
                  <a:cubicBezTo>
                    <a:pt x="6424" y="68818"/>
                    <a:pt x="5193" y="66784"/>
                    <a:pt x="3186" y="65766"/>
                  </a:cubicBezTo>
                  <a:cubicBezTo>
                    <a:pt x="3105" y="63786"/>
                    <a:pt x="2088" y="61992"/>
                    <a:pt x="402" y="60922"/>
                  </a:cubicBezTo>
                  <a:cubicBezTo>
                    <a:pt x="2088" y="59878"/>
                    <a:pt x="3105" y="58085"/>
                    <a:pt x="3186" y="56104"/>
                  </a:cubicBezTo>
                  <a:cubicBezTo>
                    <a:pt x="5193" y="55060"/>
                    <a:pt x="6424" y="53053"/>
                    <a:pt x="6424" y="50804"/>
                  </a:cubicBezTo>
                  <a:cubicBezTo>
                    <a:pt x="6424" y="48556"/>
                    <a:pt x="5193" y="46522"/>
                    <a:pt x="3186" y="45505"/>
                  </a:cubicBezTo>
                  <a:cubicBezTo>
                    <a:pt x="3159" y="43604"/>
                    <a:pt x="2088" y="41731"/>
                    <a:pt x="402" y="40660"/>
                  </a:cubicBezTo>
                  <a:cubicBezTo>
                    <a:pt x="1901" y="39723"/>
                    <a:pt x="3320" y="37877"/>
                    <a:pt x="3186" y="35816"/>
                  </a:cubicBezTo>
                  <a:cubicBezTo>
                    <a:pt x="5193" y="34799"/>
                    <a:pt x="6424" y="32764"/>
                    <a:pt x="6424" y="30543"/>
                  </a:cubicBezTo>
                  <a:cubicBezTo>
                    <a:pt x="6424" y="28295"/>
                    <a:pt x="5193" y="26260"/>
                    <a:pt x="3186" y="25243"/>
                  </a:cubicBezTo>
                  <a:cubicBezTo>
                    <a:pt x="3105" y="23236"/>
                    <a:pt x="2062" y="21443"/>
                    <a:pt x="402" y="20399"/>
                  </a:cubicBezTo>
                  <a:cubicBezTo>
                    <a:pt x="2088" y="19328"/>
                    <a:pt x="3186" y="17454"/>
                    <a:pt x="3186" y="15608"/>
                  </a:cubicBezTo>
                  <a:cubicBezTo>
                    <a:pt x="3186" y="15608"/>
                    <a:pt x="3186" y="15581"/>
                    <a:pt x="3186" y="15554"/>
                  </a:cubicBezTo>
                  <a:cubicBezTo>
                    <a:pt x="5193" y="14537"/>
                    <a:pt x="6424" y="12503"/>
                    <a:pt x="6424" y="10255"/>
                  </a:cubicBezTo>
                  <a:cubicBezTo>
                    <a:pt x="6424" y="8033"/>
                    <a:pt x="5193" y="5999"/>
                    <a:pt x="3186" y="4982"/>
                  </a:cubicBezTo>
                  <a:lnTo>
                    <a:pt x="3186" y="4955"/>
                  </a:lnTo>
                  <a:cubicBezTo>
                    <a:pt x="3186" y="3028"/>
                    <a:pt x="2008" y="1074"/>
                    <a:pt x="215" y="30"/>
                  </a:cubicBezTo>
                  <a:cubicBezTo>
                    <a:pt x="194" y="10"/>
                    <a:pt x="170" y="1"/>
                    <a:pt x="14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0" name="Google Shape;1570;p100"/>
            <p:cNvSpPr/>
            <p:nvPr/>
          </p:nvSpPr>
          <p:spPr>
            <a:xfrm>
              <a:off x="839675" y="818875"/>
              <a:ext cx="159950" cy="2032875"/>
            </a:xfrm>
            <a:custGeom>
              <a:avLst/>
              <a:gdLst/>
              <a:ahLst/>
              <a:cxnLst/>
              <a:rect l="l" t="t" r="r" b="b"/>
              <a:pathLst>
                <a:path w="6398" h="81315" extrusionOk="0">
                  <a:moveTo>
                    <a:pt x="122" y="1"/>
                  </a:moveTo>
                  <a:cubicBezTo>
                    <a:pt x="83" y="1"/>
                    <a:pt x="44" y="20"/>
                    <a:pt x="27" y="70"/>
                  </a:cubicBezTo>
                  <a:cubicBezTo>
                    <a:pt x="0" y="70"/>
                    <a:pt x="0" y="97"/>
                    <a:pt x="0" y="124"/>
                  </a:cubicBezTo>
                  <a:cubicBezTo>
                    <a:pt x="0" y="178"/>
                    <a:pt x="27" y="204"/>
                    <a:pt x="54" y="231"/>
                  </a:cubicBezTo>
                  <a:cubicBezTo>
                    <a:pt x="1794" y="1248"/>
                    <a:pt x="2971" y="3175"/>
                    <a:pt x="2918" y="5022"/>
                  </a:cubicBezTo>
                  <a:cubicBezTo>
                    <a:pt x="2918" y="5076"/>
                    <a:pt x="2945" y="5129"/>
                    <a:pt x="2998" y="5156"/>
                  </a:cubicBezTo>
                  <a:cubicBezTo>
                    <a:pt x="4925" y="6119"/>
                    <a:pt x="6156" y="8073"/>
                    <a:pt x="6156" y="10268"/>
                  </a:cubicBezTo>
                  <a:cubicBezTo>
                    <a:pt x="6156" y="12436"/>
                    <a:pt x="4925" y="14390"/>
                    <a:pt x="2998" y="15354"/>
                  </a:cubicBezTo>
                  <a:cubicBezTo>
                    <a:pt x="2945" y="15380"/>
                    <a:pt x="2918" y="15434"/>
                    <a:pt x="2918" y="15487"/>
                  </a:cubicBezTo>
                  <a:cubicBezTo>
                    <a:pt x="2971" y="17334"/>
                    <a:pt x="1847" y="19235"/>
                    <a:pt x="81" y="20278"/>
                  </a:cubicBezTo>
                  <a:cubicBezTo>
                    <a:pt x="54" y="20278"/>
                    <a:pt x="27" y="20305"/>
                    <a:pt x="0" y="20359"/>
                  </a:cubicBezTo>
                  <a:cubicBezTo>
                    <a:pt x="0" y="20412"/>
                    <a:pt x="27" y="20466"/>
                    <a:pt x="54" y="20493"/>
                  </a:cubicBezTo>
                  <a:cubicBezTo>
                    <a:pt x="1794" y="21510"/>
                    <a:pt x="2864" y="23303"/>
                    <a:pt x="2918" y="25310"/>
                  </a:cubicBezTo>
                  <a:cubicBezTo>
                    <a:pt x="2918" y="25364"/>
                    <a:pt x="2945" y="25391"/>
                    <a:pt x="2998" y="25417"/>
                  </a:cubicBezTo>
                  <a:cubicBezTo>
                    <a:pt x="4925" y="26381"/>
                    <a:pt x="6156" y="28362"/>
                    <a:pt x="6156" y="30530"/>
                  </a:cubicBezTo>
                  <a:cubicBezTo>
                    <a:pt x="6156" y="32698"/>
                    <a:pt x="4925" y="34652"/>
                    <a:pt x="2998" y="35642"/>
                  </a:cubicBezTo>
                  <a:cubicBezTo>
                    <a:pt x="2945" y="35642"/>
                    <a:pt x="2918" y="35695"/>
                    <a:pt x="2918" y="35749"/>
                  </a:cubicBezTo>
                  <a:cubicBezTo>
                    <a:pt x="3078" y="37837"/>
                    <a:pt x="1606" y="39630"/>
                    <a:pt x="81" y="40540"/>
                  </a:cubicBezTo>
                  <a:cubicBezTo>
                    <a:pt x="54" y="40540"/>
                    <a:pt x="27" y="40594"/>
                    <a:pt x="0" y="40620"/>
                  </a:cubicBezTo>
                  <a:cubicBezTo>
                    <a:pt x="0" y="40674"/>
                    <a:pt x="27" y="40727"/>
                    <a:pt x="54" y="40754"/>
                  </a:cubicBezTo>
                  <a:cubicBezTo>
                    <a:pt x="1794" y="41771"/>
                    <a:pt x="2918" y="43645"/>
                    <a:pt x="2918" y="45545"/>
                  </a:cubicBezTo>
                  <a:cubicBezTo>
                    <a:pt x="2918" y="45545"/>
                    <a:pt x="2918" y="45545"/>
                    <a:pt x="2918" y="45572"/>
                  </a:cubicBezTo>
                  <a:cubicBezTo>
                    <a:pt x="2918" y="45626"/>
                    <a:pt x="2945" y="45652"/>
                    <a:pt x="2998" y="45679"/>
                  </a:cubicBezTo>
                  <a:cubicBezTo>
                    <a:pt x="4925" y="46669"/>
                    <a:pt x="6156" y="48623"/>
                    <a:pt x="6156" y="50791"/>
                  </a:cubicBezTo>
                  <a:cubicBezTo>
                    <a:pt x="6156" y="52959"/>
                    <a:pt x="4925" y="54913"/>
                    <a:pt x="2998" y="55904"/>
                  </a:cubicBezTo>
                  <a:cubicBezTo>
                    <a:pt x="2945" y="55930"/>
                    <a:pt x="2918" y="55957"/>
                    <a:pt x="2918" y="56011"/>
                  </a:cubicBezTo>
                  <a:cubicBezTo>
                    <a:pt x="2864" y="57991"/>
                    <a:pt x="1820" y="59785"/>
                    <a:pt x="81" y="60802"/>
                  </a:cubicBezTo>
                  <a:cubicBezTo>
                    <a:pt x="54" y="60828"/>
                    <a:pt x="27" y="60855"/>
                    <a:pt x="0" y="60882"/>
                  </a:cubicBezTo>
                  <a:cubicBezTo>
                    <a:pt x="0" y="60935"/>
                    <a:pt x="27" y="60989"/>
                    <a:pt x="54" y="61016"/>
                  </a:cubicBezTo>
                  <a:cubicBezTo>
                    <a:pt x="1794" y="62033"/>
                    <a:pt x="2864" y="63826"/>
                    <a:pt x="2918" y="65834"/>
                  </a:cubicBezTo>
                  <a:cubicBezTo>
                    <a:pt x="2918" y="65887"/>
                    <a:pt x="2945" y="65914"/>
                    <a:pt x="2998" y="65941"/>
                  </a:cubicBezTo>
                  <a:cubicBezTo>
                    <a:pt x="4925" y="66931"/>
                    <a:pt x="6156" y="68885"/>
                    <a:pt x="6156" y="71053"/>
                  </a:cubicBezTo>
                  <a:cubicBezTo>
                    <a:pt x="6156" y="73221"/>
                    <a:pt x="4925" y="75175"/>
                    <a:pt x="2998" y="76165"/>
                  </a:cubicBezTo>
                  <a:cubicBezTo>
                    <a:pt x="2945" y="76192"/>
                    <a:pt x="2918" y="76219"/>
                    <a:pt x="2918" y="76272"/>
                  </a:cubicBezTo>
                  <a:cubicBezTo>
                    <a:pt x="2864" y="78280"/>
                    <a:pt x="1794" y="80073"/>
                    <a:pt x="81" y="81090"/>
                  </a:cubicBezTo>
                  <a:cubicBezTo>
                    <a:pt x="0" y="81117"/>
                    <a:pt x="0" y="81197"/>
                    <a:pt x="27" y="81251"/>
                  </a:cubicBezTo>
                  <a:cubicBezTo>
                    <a:pt x="47" y="81290"/>
                    <a:pt x="95" y="81315"/>
                    <a:pt x="140" y="81315"/>
                  </a:cubicBezTo>
                  <a:cubicBezTo>
                    <a:pt x="157" y="81315"/>
                    <a:pt x="173" y="81311"/>
                    <a:pt x="188" y="81304"/>
                  </a:cubicBezTo>
                  <a:cubicBezTo>
                    <a:pt x="1981" y="80260"/>
                    <a:pt x="3105" y="78413"/>
                    <a:pt x="3159" y="76352"/>
                  </a:cubicBezTo>
                  <a:cubicBezTo>
                    <a:pt x="5166" y="75309"/>
                    <a:pt x="6397" y="73301"/>
                    <a:pt x="6397" y="71053"/>
                  </a:cubicBezTo>
                  <a:cubicBezTo>
                    <a:pt x="6397" y="68805"/>
                    <a:pt x="5166" y="66797"/>
                    <a:pt x="3159" y="65753"/>
                  </a:cubicBezTo>
                  <a:cubicBezTo>
                    <a:pt x="3105" y="63773"/>
                    <a:pt x="2061" y="61979"/>
                    <a:pt x="375" y="60909"/>
                  </a:cubicBezTo>
                  <a:cubicBezTo>
                    <a:pt x="2061" y="59865"/>
                    <a:pt x="3105" y="58072"/>
                    <a:pt x="3159" y="56091"/>
                  </a:cubicBezTo>
                  <a:cubicBezTo>
                    <a:pt x="5166" y="55047"/>
                    <a:pt x="6397" y="53040"/>
                    <a:pt x="6397" y="50791"/>
                  </a:cubicBezTo>
                  <a:cubicBezTo>
                    <a:pt x="6397" y="48543"/>
                    <a:pt x="5166" y="46536"/>
                    <a:pt x="3159" y="45492"/>
                  </a:cubicBezTo>
                  <a:cubicBezTo>
                    <a:pt x="3159" y="43591"/>
                    <a:pt x="2061" y="41718"/>
                    <a:pt x="375" y="40647"/>
                  </a:cubicBezTo>
                  <a:cubicBezTo>
                    <a:pt x="1901" y="39710"/>
                    <a:pt x="3292" y="37890"/>
                    <a:pt x="3185" y="35829"/>
                  </a:cubicBezTo>
                  <a:cubicBezTo>
                    <a:pt x="5166" y="34785"/>
                    <a:pt x="6397" y="32751"/>
                    <a:pt x="6397" y="30530"/>
                  </a:cubicBezTo>
                  <a:cubicBezTo>
                    <a:pt x="6397" y="28281"/>
                    <a:pt x="5166" y="26247"/>
                    <a:pt x="3159" y="25230"/>
                  </a:cubicBezTo>
                  <a:cubicBezTo>
                    <a:pt x="3078" y="23223"/>
                    <a:pt x="2035" y="21429"/>
                    <a:pt x="375" y="20386"/>
                  </a:cubicBezTo>
                  <a:cubicBezTo>
                    <a:pt x="2061" y="19315"/>
                    <a:pt x="3159" y="17441"/>
                    <a:pt x="3159" y="15595"/>
                  </a:cubicBezTo>
                  <a:cubicBezTo>
                    <a:pt x="3159" y="15595"/>
                    <a:pt x="3159" y="15568"/>
                    <a:pt x="3159" y="15541"/>
                  </a:cubicBezTo>
                  <a:cubicBezTo>
                    <a:pt x="5166" y="14524"/>
                    <a:pt x="6397" y="12490"/>
                    <a:pt x="6397" y="10268"/>
                  </a:cubicBezTo>
                  <a:cubicBezTo>
                    <a:pt x="6397" y="8020"/>
                    <a:pt x="5166" y="5986"/>
                    <a:pt x="3159" y="4969"/>
                  </a:cubicBezTo>
                  <a:lnTo>
                    <a:pt x="3159" y="4942"/>
                  </a:lnTo>
                  <a:cubicBezTo>
                    <a:pt x="3159" y="3041"/>
                    <a:pt x="1981" y="1061"/>
                    <a:pt x="188" y="17"/>
                  </a:cubicBezTo>
                  <a:cubicBezTo>
                    <a:pt x="168" y="7"/>
                    <a:pt x="145" y="1"/>
                    <a:pt x="12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1" name="Google Shape;1571;p100"/>
            <p:cNvSpPr/>
            <p:nvPr/>
          </p:nvSpPr>
          <p:spPr>
            <a:xfrm>
              <a:off x="685775" y="566950"/>
              <a:ext cx="159950" cy="2033000"/>
            </a:xfrm>
            <a:custGeom>
              <a:avLst/>
              <a:gdLst/>
              <a:ahLst/>
              <a:cxnLst/>
              <a:rect l="l" t="t" r="r" b="b"/>
              <a:pathLst>
                <a:path w="6398" h="81320" extrusionOk="0">
                  <a:moveTo>
                    <a:pt x="119" y="1"/>
                  </a:moveTo>
                  <a:cubicBezTo>
                    <a:pt x="81" y="1"/>
                    <a:pt x="44" y="24"/>
                    <a:pt x="27" y="57"/>
                  </a:cubicBezTo>
                  <a:cubicBezTo>
                    <a:pt x="27" y="84"/>
                    <a:pt x="0" y="110"/>
                    <a:pt x="0" y="137"/>
                  </a:cubicBezTo>
                  <a:cubicBezTo>
                    <a:pt x="0" y="164"/>
                    <a:pt x="27" y="217"/>
                    <a:pt x="81" y="244"/>
                  </a:cubicBezTo>
                  <a:cubicBezTo>
                    <a:pt x="1820" y="1261"/>
                    <a:pt x="2944" y="3188"/>
                    <a:pt x="2918" y="5035"/>
                  </a:cubicBezTo>
                  <a:cubicBezTo>
                    <a:pt x="2918" y="5089"/>
                    <a:pt x="2944" y="5142"/>
                    <a:pt x="2998" y="5169"/>
                  </a:cubicBezTo>
                  <a:cubicBezTo>
                    <a:pt x="4952" y="6133"/>
                    <a:pt x="6156" y="8086"/>
                    <a:pt x="6156" y="10255"/>
                  </a:cubicBezTo>
                  <a:cubicBezTo>
                    <a:pt x="6156" y="12449"/>
                    <a:pt x="4952" y="14403"/>
                    <a:pt x="2998" y="15367"/>
                  </a:cubicBezTo>
                  <a:cubicBezTo>
                    <a:pt x="2944" y="15394"/>
                    <a:pt x="2918" y="15447"/>
                    <a:pt x="2918" y="15501"/>
                  </a:cubicBezTo>
                  <a:cubicBezTo>
                    <a:pt x="2998" y="17347"/>
                    <a:pt x="1847" y="19248"/>
                    <a:pt x="81" y="20292"/>
                  </a:cubicBezTo>
                  <a:cubicBezTo>
                    <a:pt x="54" y="20292"/>
                    <a:pt x="27" y="20318"/>
                    <a:pt x="27" y="20372"/>
                  </a:cubicBezTo>
                  <a:cubicBezTo>
                    <a:pt x="0" y="20425"/>
                    <a:pt x="27" y="20479"/>
                    <a:pt x="81" y="20506"/>
                  </a:cubicBezTo>
                  <a:cubicBezTo>
                    <a:pt x="1794" y="21496"/>
                    <a:pt x="2864" y="23316"/>
                    <a:pt x="2918" y="25324"/>
                  </a:cubicBezTo>
                  <a:cubicBezTo>
                    <a:pt x="2918" y="25350"/>
                    <a:pt x="2944" y="25404"/>
                    <a:pt x="2998" y="25431"/>
                  </a:cubicBezTo>
                  <a:cubicBezTo>
                    <a:pt x="4952" y="26394"/>
                    <a:pt x="6156" y="28348"/>
                    <a:pt x="6156" y="30543"/>
                  </a:cubicBezTo>
                  <a:cubicBezTo>
                    <a:pt x="6156" y="32711"/>
                    <a:pt x="4952" y="34665"/>
                    <a:pt x="2998" y="35628"/>
                  </a:cubicBezTo>
                  <a:cubicBezTo>
                    <a:pt x="2944" y="35655"/>
                    <a:pt x="2918" y="35709"/>
                    <a:pt x="2918" y="35762"/>
                  </a:cubicBezTo>
                  <a:cubicBezTo>
                    <a:pt x="3078" y="37823"/>
                    <a:pt x="1633" y="39643"/>
                    <a:pt x="81" y="40553"/>
                  </a:cubicBezTo>
                  <a:cubicBezTo>
                    <a:pt x="54" y="40553"/>
                    <a:pt x="27" y="40580"/>
                    <a:pt x="27" y="40633"/>
                  </a:cubicBezTo>
                  <a:cubicBezTo>
                    <a:pt x="0" y="40687"/>
                    <a:pt x="27" y="40741"/>
                    <a:pt x="81" y="40767"/>
                  </a:cubicBezTo>
                  <a:cubicBezTo>
                    <a:pt x="1820" y="41784"/>
                    <a:pt x="2918" y="43658"/>
                    <a:pt x="2918" y="45532"/>
                  </a:cubicBezTo>
                  <a:cubicBezTo>
                    <a:pt x="2918" y="45558"/>
                    <a:pt x="2918" y="45558"/>
                    <a:pt x="2918" y="45585"/>
                  </a:cubicBezTo>
                  <a:cubicBezTo>
                    <a:pt x="2918" y="45612"/>
                    <a:pt x="2944" y="45665"/>
                    <a:pt x="2998" y="45692"/>
                  </a:cubicBezTo>
                  <a:cubicBezTo>
                    <a:pt x="4952" y="46656"/>
                    <a:pt x="6156" y="48636"/>
                    <a:pt x="6156" y="50804"/>
                  </a:cubicBezTo>
                  <a:cubicBezTo>
                    <a:pt x="6156" y="52972"/>
                    <a:pt x="4952" y="54926"/>
                    <a:pt x="2998" y="55917"/>
                  </a:cubicBezTo>
                  <a:cubicBezTo>
                    <a:pt x="2944" y="55917"/>
                    <a:pt x="2918" y="55970"/>
                    <a:pt x="2918" y="56024"/>
                  </a:cubicBezTo>
                  <a:cubicBezTo>
                    <a:pt x="2891" y="58004"/>
                    <a:pt x="1820" y="59798"/>
                    <a:pt x="81" y="60815"/>
                  </a:cubicBezTo>
                  <a:cubicBezTo>
                    <a:pt x="54" y="60815"/>
                    <a:pt x="27" y="60868"/>
                    <a:pt x="27" y="60895"/>
                  </a:cubicBezTo>
                  <a:cubicBezTo>
                    <a:pt x="0" y="60949"/>
                    <a:pt x="27" y="61002"/>
                    <a:pt x="81" y="61029"/>
                  </a:cubicBezTo>
                  <a:cubicBezTo>
                    <a:pt x="1820" y="62046"/>
                    <a:pt x="2891" y="63839"/>
                    <a:pt x="2918" y="65847"/>
                  </a:cubicBezTo>
                  <a:cubicBezTo>
                    <a:pt x="2918" y="65900"/>
                    <a:pt x="2944" y="65927"/>
                    <a:pt x="2998" y="65954"/>
                  </a:cubicBezTo>
                  <a:cubicBezTo>
                    <a:pt x="4952" y="66944"/>
                    <a:pt x="6156" y="68898"/>
                    <a:pt x="6156" y="71066"/>
                  </a:cubicBezTo>
                  <a:cubicBezTo>
                    <a:pt x="6156" y="73234"/>
                    <a:pt x="4952" y="75188"/>
                    <a:pt x="2998" y="76178"/>
                  </a:cubicBezTo>
                  <a:cubicBezTo>
                    <a:pt x="2944" y="76178"/>
                    <a:pt x="2918" y="76232"/>
                    <a:pt x="2918" y="76285"/>
                  </a:cubicBezTo>
                  <a:cubicBezTo>
                    <a:pt x="2891" y="78293"/>
                    <a:pt x="1820" y="80086"/>
                    <a:pt x="81" y="81076"/>
                  </a:cubicBezTo>
                  <a:cubicBezTo>
                    <a:pt x="27" y="81130"/>
                    <a:pt x="0" y="81183"/>
                    <a:pt x="27" y="81264"/>
                  </a:cubicBezTo>
                  <a:cubicBezTo>
                    <a:pt x="60" y="81297"/>
                    <a:pt x="93" y="81320"/>
                    <a:pt x="133" y="81320"/>
                  </a:cubicBezTo>
                  <a:cubicBezTo>
                    <a:pt x="157" y="81320"/>
                    <a:pt x="184" y="81311"/>
                    <a:pt x="214" y="81290"/>
                  </a:cubicBezTo>
                  <a:cubicBezTo>
                    <a:pt x="2008" y="80273"/>
                    <a:pt x="3105" y="78427"/>
                    <a:pt x="3185" y="76366"/>
                  </a:cubicBezTo>
                  <a:cubicBezTo>
                    <a:pt x="5166" y="75322"/>
                    <a:pt x="6397" y="73314"/>
                    <a:pt x="6397" y="71066"/>
                  </a:cubicBezTo>
                  <a:cubicBezTo>
                    <a:pt x="6397" y="68818"/>
                    <a:pt x="5166" y="66784"/>
                    <a:pt x="3185" y="65766"/>
                  </a:cubicBezTo>
                  <a:cubicBezTo>
                    <a:pt x="3105" y="63786"/>
                    <a:pt x="2061" y="61992"/>
                    <a:pt x="375" y="60922"/>
                  </a:cubicBezTo>
                  <a:cubicBezTo>
                    <a:pt x="2061" y="59878"/>
                    <a:pt x="3105" y="58085"/>
                    <a:pt x="3185" y="56104"/>
                  </a:cubicBezTo>
                  <a:cubicBezTo>
                    <a:pt x="5166" y="55060"/>
                    <a:pt x="6397" y="53053"/>
                    <a:pt x="6397" y="50804"/>
                  </a:cubicBezTo>
                  <a:cubicBezTo>
                    <a:pt x="6397" y="48556"/>
                    <a:pt x="5166" y="46522"/>
                    <a:pt x="3185" y="45505"/>
                  </a:cubicBezTo>
                  <a:cubicBezTo>
                    <a:pt x="3159" y="43604"/>
                    <a:pt x="2088" y="41731"/>
                    <a:pt x="375" y="40660"/>
                  </a:cubicBezTo>
                  <a:cubicBezTo>
                    <a:pt x="1901" y="39723"/>
                    <a:pt x="3292" y="37903"/>
                    <a:pt x="3185" y="35816"/>
                  </a:cubicBezTo>
                  <a:cubicBezTo>
                    <a:pt x="5166" y="34799"/>
                    <a:pt x="6397" y="32764"/>
                    <a:pt x="6397" y="30543"/>
                  </a:cubicBezTo>
                  <a:cubicBezTo>
                    <a:pt x="6397" y="28295"/>
                    <a:pt x="5166" y="26260"/>
                    <a:pt x="3185" y="25243"/>
                  </a:cubicBezTo>
                  <a:cubicBezTo>
                    <a:pt x="3078" y="23236"/>
                    <a:pt x="2061" y="21443"/>
                    <a:pt x="375" y="20399"/>
                  </a:cubicBezTo>
                  <a:cubicBezTo>
                    <a:pt x="2088" y="19328"/>
                    <a:pt x="3185" y="17401"/>
                    <a:pt x="3185" y="15554"/>
                  </a:cubicBezTo>
                  <a:cubicBezTo>
                    <a:pt x="5166" y="14537"/>
                    <a:pt x="6397" y="12503"/>
                    <a:pt x="6397" y="10255"/>
                  </a:cubicBezTo>
                  <a:cubicBezTo>
                    <a:pt x="6397" y="8033"/>
                    <a:pt x="5166" y="5999"/>
                    <a:pt x="3185" y="4982"/>
                  </a:cubicBezTo>
                  <a:lnTo>
                    <a:pt x="3185" y="4955"/>
                  </a:lnTo>
                  <a:cubicBezTo>
                    <a:pt x="3185" y="3028"/>
                    <a:pt x="1981" y="1074"/>
                    <a:pt x="188" y="30"/>
                  </a:cubicBezTo>
                  <a:cubicBezTo>
                    <a:pt x="167" y="10"/>
                    <a:pt x="143" y="1"/>
                    <a:pt x="11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2" name="Google Shape;1572;p100"/>
            <p:cNvSpPr/>
            <p:nvPr/>
          </p:nvSpPr>
          <p:spPr>
            <a:xfrm>
              <a:off x="531875" y="818875"/>
              <a:ext cx="160600" cy="2032875"/>
            </a:xfrm>
            <a:custGeom>
              <a:avLst/>
              <a:gdLst/>
              <a:ahLst/>
              <a:cxnLst/>
              <a:rect l="l" t="t" r="r" b="b"/>
              <a:pathLst>
                <a:path w="6424" h="81315" extrusionOk="0">
                  <a:moveTo>
                    <a:pt x="147" y="1"/>
                  </a:moveTo>
                  <a:cubicBezTo>
                    <a:pt x="106" y="1"/>
                    <a:pt x="61" y="20"/>
                    <a:pt x="27" y="70"/>
                  </a:cubicBezTo>
                  <a:cubicBezTo>
                    <a:pt x="27" y="70"/>
                    <a:pt x="27" y="97"/>
                    <a:pt x="27" y="124"/>
                  </a:cubicBezTo>
                  <a:cubicBezTo>
                    <a:pt x="27" y="178"/>
                    <a:pt x="54" y="204"/>
                    <a:pt x="80" y="231"/>
                  </a:cubicBezTo>
                  <a:cubicBezTo>
                    <a:pt x="1820" y="1248"/>
                    <a:pt x="2971" y="3175"/>
                    <a:pt x="2944" y="5022"/>
                  </a:cubicBezTo>
                  <a:cubicBezTo>
                    <a:pt x="2944" y="5076"/>
                    <a:pt x="2971" y="5129"/>
                    <a:pt x="2998" y="5156"/>
                  </a:cubicBezTo>
                  <a:cubicBezTo>
                    <a:pt x="4952" y="6119"/>
                    <a:pt x="6156" y="8073"/>
                    <a:pt x="6156" y="10268"/>
                  </a:cubicBezTo>
                  <a:cubicBezTo>
                    <a:pt x="6156" y="12436"/>
                    <a:pt x="4952" y="14390"/>
                    <a:pt x="2998" y="15354"/>
                  </a:cubicBezTo>
                  <a:cubicBezTo>
                    <a:pt x="2971" y="15380"/>
                    <a:pt x="2944" y="15461"/>
                    <a:pt x="2944" y="15487"/>
                  </a:cubicBezTo>
                  <a:cubicBezTo>
                    <a:pt x="2998" y="17334"/>
                    <a:pt x="1847" y="19235"/>
                    <a:pt x="107" y="20278"/>
                  </a:cubicBezTo>
                  <a:cubicBezTo>
                    <a:pt x="54" y="20278"/>
                    <a:pt x="27" y="20305"/>
                    <a:pt x="27" y="20359"/>
                  </a:cubicBezTo>
                  <a:cubicBezTo>
                    <a:pt x="0" y="20412"/>
                    <a:pt x="27" y="20466"/>
                    <a:pt x="80" y="20493"/>
                  </a:cubicBezTo>
                  <a:cubicBezTo>
                    <a:pt x="1793" y="21510"/>
                    <a:pt x="2864" y="23303"/>
                    <a:pt x="2944" y="25310"/>
                  </a:cubicBezTo>
                  <a:cubicBezTo>
                    <a:pt x="2944" y="25364"/>
                    <a:pt x="2971" y="25391"/>
                    <a:pt x="2998" y="25417"/>
                  </a:cubicBezTo>
                  <a:cubicBezTo>
                    <a:pt x="4952" y="26381"/>
                    <a:pt x="6156" y="28362"/>
                    <a:pt x="6156" y="30530"/>
                  </a:cubicBezTo>
                  <a:cubicBezTo>
                    <a:pt x="6156" y="32698"/>
                    <a:pt x="4952" y="34652"/>
                    <a:pt x="2998" y="35642"/>
                  </a:cubicBezTo>
                  <a:cubicBezTo>
                    <a:pt x="2971" y="35642"/>
                    <a:pt x="2944" y="35695"/>
                    <a:pt x="2944" y="35749"/>
                  </a:cubicBezTo>
                  <a:cubicBezTo>
                    <a:pt x="3105" y="37837"/>
                    <a:pt x="1633" y="39630"/>
                    <a:pt x="107" y="40540"/>
                  </a:cubicBezTo>
                  <a:cubicBezTo>
                    <a:pt x="54" y="40540"/>
                    <a:pt x="27" y="40594"/>
                    <a:pt x="27" y="40620"/>
                  </a:cubicBezTo>
                  <a:cubicBezTo>
                    <a:pt x="0" y="40674"/>
                    <a:pt x="27" y="40727"/>
                    <a:pt x="80" y="40754"/>
                  </a:cubicBezTo>
                  <a:cubicBezTo>
                    <a:pt x="1820" y="41771"/>
                    <a:pt x="2944" y="43645"/>
                    <a:pt x="2944" y="45545"/>
                  </a:cubicBezTo>
                  <a:cubicBezTo>
                    <a:pt x="2944" y="45545"/>
                    <a:pt x="2944" y="45545"/>
                    <a:pt x="2944" y="45572"/>
                  </a:cubicBezTo>
                  <a:cubicBezTo>
                    <a:pt x="2944" y="45626"/>
                    <a:pt x="2971" y="45652"/>
                    <a:pt x="2998" y="45679"/>
                  </a:cubicBezTo>
                  <a:cubicBezTo>
                    <a:pt x="4952" y="46669"/>
                    <a:pt x="6156" y="48623"/>
                    <a:pt x="6156" y="50791"/>
                  </a:cubicBezTo>
                  <a:cubicBezTo>
                    <a:pt x="6156" y="52959"/>
                    <a:pt x="4952" y="54913"/>
                    <a:pt x="2998" y="55904"/>
                  </a:cubicBezTo>
                  <a:cubicBezTo>
                    <a:pt x="2971" y="55930"/>
                    <a:pt x="2944" y="55957"/>
                    <a:pt x="2944" y="56011"/>
                  </a:cubicBezTo>
                  <a:cubicBezTo>
                    <a:pt x="2891" y="57991"/>
                    <a:pt x="1820" y="59785"/>
                    <a:pt x="107" y="60802"/>
                  </a:cubicBezTo>
                  <a:cubicBezTo>
                    <a:pt x="54" y="60828"/>
                    <a:pt x="27" y="60855"/>
                    <a:pt x="27" y="60882"/>
                  </a:cubicBezTo>
                  <a:cubicBezTo>
                    <a:pt x="0" y="60935"/>
                    <a:pt x="27" y="60989"/>
                    <a:pt x="80" y="61016"/>
                  </a:cubicBezTo>
                  <a:cubicBezTo>
                    <a:pt x="1820" y="62033"/>
                    <a:pt x="2891" y="63826"/>
                    <a:pt x="2944" y="65834"/>
                  </a:cubicBezTo>
                  <a:cubicBezTo>
                    <a:pt x="2944" y="65887"/>
                    <a:pt x="2971" y="65914"/>
                    <a:pt x="2998" y="65941"/>
                  </a:cubicBezTo>
                  <a:cubicBezTo>
                    <a:pt x="4952" y="66931"/>
                    <a:pt x="6156" y="68885"/>
                    <a:pt x="6156" y="71053"/>
                  </a:cubicBezTo>
                  <a:cubicBezTo>
                    <a:pt x="6156" y="73221"/>
                    <a:pt x="4952" y="75175"/>
                    <a:pt x="2998" y="76165"/>
                  </a:cubicBezTo>
                  <a:cubicBezTo>
                    <a:pt x="2971" y="76192"/>
                    <a:pt x="2944" y="76219"/>
                    <a:pt x="2944" y="76272"/>
                  </a:cubicBezTo>
                  <a:cubicBezTo>
                    <a:pt x="2891" y="78280"/>
                    <a:pt x="1820" y="80073"/>
                    <a:pt x="80" y="81090"/>
                  </a:cubicBezTo>
                  <a:cubicBezTo>
                    <a:pt x="27" y="81117"/>
                    <a:pt x="0" y="81197"/>
                    <a:pt x="54" y="81251"/>
                  </a:cubicBezTo>
                  <a:cubicBezTo>
                    <a:pt x="73" y="81290"/>
                    <a:pt x="122" y="81315"/>
                    <a:pt x="167" y="81315"/>
                  </a:cubicBezTo>
                  <a:cubicBezTo>
                    <a:pt x="184" y="81315"/>
                    <a:pt x="200" y="81311"/>
                    <a:pt x="214" y="81304"/>
                  </a:cubicBezTo>
                  <a:cubicBezTo>
                    <a:pt x="2008" y="80260"/>
                    <a:pt x="3105" y="78413"/>
                    <a:pt x="3185" y="76352"/>
                  </a:cubicBezTo>
                  <a:cubicBezTo>
                    <a:pt x="5193" y="75309"/>
                    <a:pt x="6424" y="73301"/>
                    <a:pt x="6424" y="71053"/>
                  </a:cubicBezTo>
                  <a:cubicBezTo>
                    <a:pt x="6424" y="68805"/>
                    <a:pt x="5193" y="66797"/>
                    <a:pt x="3185" y="65753"/>
                  </a:cubicBezTo>
                  <a:cubicBezTo>
                    <a:pt x="3105" y="63773"/>
                    <a:pt x="2088" y="61979"/>
                    <a:pt x="402" y="60909"/>
                  </a:cubicBezTo>
                  <a:cubicBezTo>
                    <a:pt x="2088" y="59865"/>
                    <a:pt x="3105" y="58072"/>
                    <a:pt x="3185" y="56091"/>
                  </a:cubicBezTo>
                  <a:cubicBezTo>
                    <a:pt x="5193" y="55047"/>
                    <a:pt x="6424" y="53040"/>
                    <a:pt x="6424" y="50791"/>
                  </a:cubicBezTo>
                  <a:cubicBezTo>
                    <a:pt x="6424" y="48543"/>
                    <a:pt x="5193" y="46536"/>
                    <a:pt x="3185" y="45492"/>
                  </a:cubicBezTo>
                  <a:cubicBezTo>
                    <a:pt x="3185" y="43591"/>
                    <a:pt x="2088" y="41718"/>
                    <a:pt x="402" y="40647"/>
                  </a:cubicBezTo>
                  <a:cubicBezTo>
                    <a:pt x="1900" y="39710"/>
                    <a:pt x="3319" y="37890"/>
                    <a:pt x="3185" y="35829"/>
                  </a:cubicBezTo>
                  <a:cubicBezTo>
                    <a:pt x="5193" y="34785"/>
                    <a:pt x="6424" y="32751"/>
                    <a:pt x="6424" y="30530"/>
                  </a:cubicBezTo>
                  <a:cubicBezTo>
                    <a:pt x="6424" y="28281"/>
                    <a:pt x="5193" y="26247"/>
                    <a:pt x="3185" y="25230"/>
                  </a:cubicBezTo>
                  <a:cubicBezTo>
                    <a:pt x="3105" y="23223"/>
                    <a:pt x="2061" y="21429"/>
                    <a:pt x="402" y="20386"/>
                  </a:cubicBezTo>
                  <a:cubicBezTo>
                    <a:pt x="2088" y="19315"/>
                    <a:pt x="3185" y="17441"/>
                    <a:pt x="3185" y="15595"/>
                  </a:cubicBezTo>
                  <a:cubicBezTo>
                    <a:pt x="3185" y="15595"/>
                    <a:pt x="3185" y="15568"/>
                    <a:pt x="3185" y="15541"/>
                  </a:cubicBezTo>
                  <a:cubicBezTo>
                    <a:pt x="5193" y="14524"/>
                    <a:pt x="6424" y="12490"/>
                    <a:pt x="6424" y="10268"/>
                  </a:cubicBezTo>
                  <a:cubicBezTo>
                    <a:pt x="6424" y="8020"/>
                    <a:pt x="5193" y="5986"/>
                    <a:pt x="3185" y="4969"/>
                  </a:cubicBezTo>
                  <a:lnTo>
                    <a:pt x="3185" y="4942"/>
                  </a:lnTo>
                  <a:cubicBezTo>
                    <a:pt x="3185" y="3041"/>
                    <a:pt x="2008" y="1061"/>
                    <a:pt x="214" y="17"/>
                  </a:cubicBezTo>
                  <a:cubicBezTo>
                    <a:pt x="195" y="7"/>
                    <a:pt x="171" y="1"/>
                    <a:pt x="1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3" name="Google Shape;1573;p100"/>
            <p:cNvSpPr/>
            <p:nvPr/>
          </p:nvSpPr>
          <p:spPr>
            <a:xfrm>
              <a:off x="378625" y="566950"/>
              <a:ext cx="159950" cy="2033000"/>
            </a:xfrm>
            <a:custGeom>
              <a:avLst/>
              <a:gdLst/>
              <a:ahLst/>
              <a:cxnLst/>
              <a:rect l="l" t="t" r="r" b="b"/>
              <a:pathLst>
                <a:path w="6398" h="81320" extrusionOk="0">
                  <a:moveTo>
                    <a:pt x="120" y="1"/>
                  </a:moveTo>
                  <a:cubicBezTo>
                    <a:pt x="81" y="1"/>
                    <a:pt x="44" y="24"/>
                    <a:pt x="28" y="57"/>
                  </a:cubicBezTo>
                  <a:cubicBezTo>
                    <a:pt x="1" y="84"/>
                    <a:pt x="1" y="110"/>
                    <a:pt x="1" y="137"/>
                  </a:cubicBezTo>
                  <a:cubicBezTo>
                    <a:pt x="1" y="164"/>
                    <a:pt x="28" y="217"/>
                    <a:pt x="54" y="244"/>
                  </a:cubicBezTo>
                  <a:cubicBezTo>
                    <a:pt x="1821" y="1261"/>
                    <a:pt x="2972" y="3188"/>
                    <a:pt x="2918" y="5035"/>
                  </a:cubicBezTo>
                  <a:cubicBezTo>
                    <a:pt x="2918" y="5116"/>
                    <a:pt x="2945" y="5142"/>
                    <a:pt x="2999" y="5169"/>
                  </a:cubicBezTo>
                  <a:cubicBezTo>
                    <a:pt x="4952" y="6133"/>
                    <a:pt x="6157" y="8086"/>
                    <a:pt x="6157" y="10255"/>
                  </a:cubicBezTo>
                  <a:cubicBezTo>
                    <a:pt x="6157" y="12449"/>
                    <a:pt x="4952" y="14403"/>
                    <a:pt x="2999" y="15367"/>
                  </a:cubicBezTo>
                  <a:cubicBezTo>
                    <a:pt x="2945" y="15394"/>
                    <a:pt x="2918" y="15447"/>
                    <a:pt x="2918" y="15501"/>
                  </a:cubicBezTo>
                  <a:cubicBezTo>
                    <a:pt x="2972" y="17347"/>
                    <a:pt x="1848" y="19248"/>
                    <a:pt x="81" y="20292"/>
                  </a:cubicBezTo>
                  <a:cubicBezTo>
                    <a:pt x="54" y="20292"/>
                    <a:pt x="28" y="20318"/>
                    <a:pt x="1" y="20372"/>
                  </a:cubicBezTo>
                  <a:cubicBezTo>
                    <a:pt x="1" y="20425"/>
                    <a:pt x="28" y="20479"/>
                    <a:pt x="54" y="20506"/>
                  </a:cubicBezTo>
                  <a:cubicBezTo>
                    <a:pt x="1794" y="21496"/>
                    <a:pt x="2865" y="23316"/>
                    <a:pt x="2918" y="25324"/>
                  </a:cubicBezTo>
                  <a:cubicBezTo>
                    <a:pt x="2918" y="25350"/>
                    <a:pt x="2945" y="25404"/>
                    <a:pt x="2999" y="25431"/>
                  </a:cubicBezTo>
                  <a:cubicBezTo>
                    <a:pt x="4952" y="26394"/>
                    <a:pt x="6157" y="28348"/>
                    <a:pt x="6157" y="30543"/>
                  </a:cubicBezTo>
                  <a:cubicBezTo>
                    <a:pt x="6157" y="32711"/>
                    <a:pt x="4952" y="34665"/>
                    <a:pt x="2999" y="35628"/>
                  </a:cubicBezTo>
                  <a:cubicBezTo>
                    <a:pt x="2945" y="35655"/>
                    <a:pt x="2918" y="35709"/>
                    <a:pt x="2918" y="35762"/>
                  </a:cubicBezTo>
                  <a:cubicBezTo>
                    <a:pt x="3079" y="37823"/>
                    <a:pt x="1607" y="39643"/>
                    <a:pt x="81" y="40553"/>
                  </a:cubicBezTo>
                  <a:cubicBezTo>
                    <a:pt x="54" y="40553"/>
                    <a:pt x="28" y="40580"/>
                    <a:pt x="1" y="40633"/>
                  </a:cubicBezTo>
                  <a:cubicBezTo>
                    <a:pt x="1" y="40687"/>
                    <a:pt x="28" y="40741"/>
                    <a:pt x="54" y="40767"/>
                  </a:cubicBezTo>
                  <a:cubicBezTo>
                    <a:pt x="1794" y="41784"/>
                    <a:pt x="2918" y="43658"/>
                    <a:pt x="2918" y="45532"/>
                  </a:cubicBezTo>
                  <a:cubicBezTo>
                    <a:pt x="2918" y="45558"/>
                    <a:pt x="2918" y="45558"/>
                    <a:pt x="2918" y="45585"/>
                  </a:cubicBezTo>
                  <a:cubicBezTo>
                    <a:pt x="2918" y="45612"/>
                    <a:pt x="2945" y="45665"/>
                    <a:pt x="2999" y="45692"/>
                  </a:cubicBezTo>
                  <a:cubicBezTo>
                    <a:pt x="4952" y="46656"/>
                    <a:pt x="6157" y="48636"/>
                    <a:pt x="6157" y="50804"/>
                  </a:cubicBezTo>
                  <a:cubicBezTo>
                    <a:pt x="6157" y="52972"/>
                    <a:pt x="4952" y="54926"/>
                    <a:pt x="2999" y="55917"/>
                  </a:cubicBezTo>
                  <a:cubicBezTo>
                    <a:pt x="2945" y="55917"/>
                    <a:pt x="2918" y="55970"/>
                    <a:pt x="2918" y="56024"/>
                  </a:cubicBezTo>
                  <a:cubicBezTo>
                    <a:pt x="2865" y="58004"/>
                    <a:pt x="1821" y="59798"/>
                    <a:pt x="81" y="60815"/>
                  </a:cubicBezTo>
                  <a:cubicBezTo>
                    <a:pt x="54" y="60815"/>
                    <a:pt x="28" y="60868"/>
                    <a:pt x="1" y="60895"/>
                  </a:cubicBezTo>
                  <a:cubicBezTo>
                    <a:pt x="1" y="60949"/>
                    <a:pt x="28" y="61002"/>
                    <a:pt x="54" y="61029"/>
                  </a:cubicBezTo>
                  <a:cubicBezTo>
                    <a:pt x="1794" y="62046"/>
                    <a:pt x="2865" y="63839"/>
                    <a:pt x="2918" y="65847"/>
                  </a:cubicBezTo>
                  <a:cubicBezTo>
                    <a:pt x="2918" y="65900"/>
                    <a:pt x="2945" y="65927"/>
                    <a:pt x="2999" y="65954"/>
                  </a:cubicBezTo>
                  <a:cubicBezTo>
                    <a:pt x="4952" y="66944"/>
                    <a:pt x="6157" y="68898"/>
                    <a:pt x="6157" y="71066"/>
                  </a:cubicBezTo>
                  <a:cubicBezTo>
                    <a:pt x="6157" y="73234"/>
                    <a:pt x="4952" y="75188"/>
                    <a:pt x="2999" y="76178"/>
                  </a:cubicBezTo>
                  <a:cubicBezTo>
                    <a:pt x="2945" y="76178"/>
                    <a:pt x="2918" y="76232"/>
                    <a:pt x="2918" y="76285"/>
                  </a:cubicBezTo>
                  <a:cubicBezTo>
                    <a:pt x="2865" y="78293"/>
                    <a:pt x="1821" y="80086"/>
                    <a:pt x="81" y="81076"/>
                  </a:cubicBezTo>
                  <a:cubicBezTo>
                    <a:pt x="1" y="81130"/>
                    <a:pt x="1" y="81183"/>
                    <a:pt x="28" y="81264"/>
                  </a:cubicBezTo>
                  <a:cubicBezTo>
                    <a:pt x="44" y="81297"/>
                    <a:pt x="81" y="81320"/>
                    <a:pt x="120" y="81320"/>
                  </a:cubicBezTo>
                  <a:cubicBezTo>
                    <a:pt x="143" y="81320"/>
                    <a:pt x="168" y="81311"/>
                    <a:pt x="188" y="81290"/>
                  </a:cubicBezTo>
                  <a:cubicBezTo>
                    <a:pt x="1981" y="80273"/>
                    <a:pt x="3106" y="78427"/>
                    <a:pt x="3159" y="76366"/>
                  </a:cubicBezTo>
                  <a:cubicBezTo>
                    <a:pt x="5167" y="75322"/>
                    <a:pt x="6398" y="73314"/>
                    <a:pt x="6398" y="71066"/>
                  </a:cubicBezTo>
                  <a:cubicBezTo>
                    <a:pt x="6398" y="68818"/>
                    <a:pt x="5167" y="66784"/>
                    <a:pt x="3159" y="65766"/>
                  </a:cubicBezTo>
                  <a:cubicBezTo>
                    <a:pt x="3106" y="63786"/>
                    <a:pt x="2062" y="61992"/>
                    <a:pt x="376" y="60922"/>
                  </a:cubicBezTo>
                  <a:cubicBezTo>
                    <a:pt x="2062" y="59878"/>
                    <a:pt x="3106" y="58085"/>
                    <a:pt x="3159" y="56104"/>
                  </a:cubicBezTo>
                  <a:cubicBezTo>
                    <a:pt x="5167" y="55060"/>
                    <a:pt x="6398" y="53053"/>
                    <a:pt x="6398" y="50804"/>
                  </a:cubicBezTo>
                  <a:cubicBezTo>
                    <a:pt x="6398" y="48556"/>
                    <a:pt x="5167" y="46522"/>
                    <a:pt x="3159" y="45505"/>
                  </a:cubicBezTo>
                  <a:cubicBezTo>
                    <a:pt x="3159" y="43604"/>
                    <a:pt x="2062" y="41731"/>
                    <a:pt x="376" y="40660"/>
                  </a:cubicBezTo>
                  <a:cubicBezTo>
                    <a:pt x="1901" y="39723"/>
                    <a:pt x="3293" y="37903"/>
                    <a:pt x="3186" y="35816"/>
                  </a:cubicBezTo>
                  <a:cubicBezTo>
                    <a:pt x="5167" y="34799"/>
                    <a:pt x="6398" y="32764"/>
                    <a:pt x="6398" y="30543"/>
                  </a:cubicBezTo>
                  <a:cubicBezTo>
                    <a:pt x="6398" y="28295"/>
                    <a:pt x="5167" y="26260"/>
                    <a:pt x="3159" y="25243"/>
                  </a:cubicBezTo>
                  <a:cubicBezTo>
                    <a:pt x="3079" y="23236"/>
                    <a:pt x="2035" y="21443"/>
                    <a:pt x="376" y="20399"/>
                  </a:cubicBezTo>
                  <a:cubicBezTo>
                    <a:pt x="2089" y="19328"/>
                    <a:pt x="3186" y="17401"/>
                    <a:pt x="3186" y="15554"/>
                  </a:cubicBezTo>
                  <a:cubicBezTo>
                    <a:pt x="5167" y="14537"/>
                    <a:pt x="6398" y="12503"/>
                    <a:pt x="6398" y="10255"/>
                  </a:cubicBezTo>
                  <a:cubicBezTo>
                    <a:pt x="6398" y="8033"/>
                    <a:pt x="5167" y="5999"/>
                    <a:pt x="3186" y="4982"/>
                  </a:cubicBezTo>
                  <a:lnTo>
                    <a:pt x="3186" y="4955"/>
                  </a:lnTo>
                  <a:cubicBezTo>
                    <a:pt x="3186" y="3028"/>
                    <a:pt x="1981" y="1074"/>
                    <a:pt x="188" y="30"/>
                  </a:cubicBezTo>
                  <a:cubicBezTo>
                    <a:pt x="168" y="10"/>
                    <a:pt x="143" y="1"/>
                    <a:pt x="12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4" name="Google Shape;1574;p100"/>
            <p:cNvSpPr/>
            <p:nvPr/>
          </p:nvSpPr>
          <p:spPr>
            <a:xfrm>
              <a:off x="224725" y="818875"/>
              <a:ext cx="159950" cy="2032875"/>
            </a:xfrm>
            <a:custGeom>
              <a:avLst/>
              <a:gdLst/>
              <a:ahLst/>
              <a:cxnLst/>
              <a:rect l="l" t="t" r="r" b="b"/>
              <a:pathLst>
                <a:path w="6398" h="81315" extrusionOk="0">
                  <a:moveTo>
                    <a:pt x="129" y="1"/>
                  </a:moveTo>
                  <a:cubicBezTo>
                    <a:pt x="83" y="1"/>
                    <a:pt x="44" y="20"/>
                    <a:pt x="27" y="70"/>
                  </a:cubicBezTo>
                  <a:cubicBezTo>
                    <a:pt x="27" y="70"/>
                    <a:pt x="1" y="97"/>
                    <a:pt x="1" y="124"/>
                  </a:cubicBezTo>
                  <a:cubicBezTo>
                    <a:pt x="1" y="178"/>
                    <a:pt x="27" y="204"/>
                    <a:pt x="81" y="231"/>
                  </a:cubicBezTo>
                  <a:cubicBezTo>
                    <a:pt x="1821" y="1248"/>
                    <a:pt x="2972" y="3175"/>
                    <a:pt x="2918" y="5022"/>
                  </a:cubicBezTo>
                  <a:cubicBezTo>
                    <a:pt x="2945" y="5076"/>
                    <a:pt x="2945" y="5129"/>
                    <a:pt x="2998" y="5156"/>
                  </a:cubicBezTo>
                  <a:cubicBezTo>
                    <a:pt x="4952" y="6119"/>
                    <a:pt x="6157" y="8073"/>
                    <a:pt x="6157" y="10268"/>
                  </a:cubicBezTo>
                  <a:cubicBezTo>
                    <a:pt x="6157" y="12436"/>
                    <a:pt x="4952" y="14390"/>
                    <a:pt x="2998" y="15354"/>
                  </a:cubicBezTo>
                  <a:cubicBezTo>
                    <a:pt x="2945" y="15380"/>
                    <a:pt x="2918" y="15461"/>
                    <a:pt x="2918" y="15487"/>
                  </a:cubicBezTo>
                  <a:cubicBezTo>
                    <a:pt x="2998" y="17334"/>
                    <a:pt x="1848" y="19235"/>
                    <a:pt x="108" y="20278"/>
                  </a:cubicBezTo>
                  <a:cubicBezTo>
                    <a:pt x="54" y="20278"/>
                    <a:pt x="27" y="20305"/>
                    <a:pt x="27" y="20359"/>
                  </a:cubicBezTo>
                  <a:cubicBezTo>
                    <a:pt x="1" y="20412"/>
                    <a:pt x="27" y="20466"/>
                    <a:pt x="81" y="20493"/>
                  </a:cubicBezTo>
                  <a:cubicBezTo>
                    <a:pt x="1794" y="21510"/>
                    <a:pt x="2865" y="23303"/>
                    <a:pt x="2918" y="25310"/>
                  </a:cubicBezTo>
                  <a:cubicBezTo>
                    <a:pt x="2945" y="25364"/>
                    <a:pt x="2972" y="25391"/>
                    <a:pt x="2998" y="25417"/>
                  </a:cubicBezTo>
                  <a:cubicBezTo>
                    <a:pt x="4952" y="26381"/>
                    <a:pt x="6157" y="28362"/>
                    <a:pt x="6157" y="30530"/>
                  </a:cubicBezTo>
                  <a:cubicBezTo>
                    <a:pt x="6157" y="32698"/>
                    <a:pt x="4952" y="34652"/>
                    <a:pt x="2998" y="35642"/>
                  </a:cubicBezTo>
                  <a:cubicBezTo>
                    <a:pt x="2945" y="35642"/>
                    <a:pt x="2918" y="35695"/>
                    <a:pt x="2918" y="35749"/>
                  </a:cubicBezTo>
                  <a:cubicBezTo>
                    <a:pt x="3106" y="37837"/>
                    <a:pt x="1633" y="39630"/>
                    <a:pt x="108" y="40540"/>
                  </a:cubicBezTo>
                  <a:cubicBezTo>
                    <a:pt x="54" y="40540"/>
                    <a:pt x="27" y="40594"/>
                    <a:pt x="27" y="40620"/>
                  </a:cubicBezTo>
                  <a:cubicBezTo>
                    <a:pt x="1" y="40674"/>
                    <a:pt x="27" y="40727"/>
                    <a:pt x="81" y="40754"/>
                  </a:cubicBezTo>
                  <a:cubicBezTo>
                    <a:pt x="1821" y="41771"/>
                    <a:pt x="2918" y="43645"/>
                    <a:pt x="2918" y="45545"/>
                  </a:cubicBezTo>
                  <a:cubicBezTo>
                    <a:pt x="2918" y="45545"/>
                    <a:pt x="2918" y="45545"/>
                    <a:pt x="2918" y="45572"/>
                  </a:cubicBezTo>
                  <a:cubicBezTo>
                    <a:pt x="2918" y="45626"/>
                    <a:pt x="2945" y="45652"/>
                    <a:pt x="2998" y="45679"/>
                  </a:cubicBezTo>
                  <a:cubicBezTo>
                    <a:pt x="4952" y="46669"/>
                    <a:pt x="6157" y="48623"/>
                    <a:pt x="6157" y="50791"/>
                  </a:cubicBezTo>
                  <a:cubicBezTo>
                    <a:pt x="6157" y="52959"/>
                    <a:pt x="4952" y="54913"/>
                    <a:pt x="2998" y="55904"/>
                  </a:cubicBezTo>
                  <a:cubicBezTo>
                    <a:pt x="2945" y="55930"/>
                    <a:pt x="2918" y="55957"/>
                    <a:pt x="2918" y="56011"/>
                  </a:cubicBezTo>
                  <a:cubicBezTo>
                    <a:pt x="2891" y="57991"/>
                    <a:pt x="1821" y="59785"/>
                    <a:pt x="108" y="60802"/>
                  </a:cubicBezTo>
                  <a:cubicBezTo>
                    <a:pt x="54" y="60828"/>
                    <a:pt x="27" y="60855"/>
                    <a:pt x="27" y="60882"/>
                  </a:cubicBezTo>
                  <a:cubicBezTo>
                    <a:pt x="1" y="60935"/>
                    <a:pt x="27" y="60989"/>
                    <a:pt x="81" y="61016"/>
                  </a:cubicBezTo>
                  <a:cubicBezTo>
                    <a:pt x="1821" y="62033"/>
                    <a:pt x="2891" y="63826"/>
                    <a:pt x="2918" y="65834"/>
                  </a:cubicBezTo>
                  <a:cubicBezTo>
                    <a:pt x="2918" y="65887"/>
                    <a:pt x="2945" y="65914"/>
                    <a:pt x="2998" y="65941"/>
                  </a:cubicBezTo>
                  <a:cubicBezTo>
                    <a:pt x="4952" y="66931"/>
                    <a:pt x="6157" y="68885"/>
                    <a:pt x="6157" y="71053"/>
                  </a:cubicBezTo>
                  <a:cubicBezTo>
                    <a:pt x="6157" y="73221"/>
                    <a:pt x="4952" y="75175"/>
                    <a:pt x="2998" y="76165"/>
                  </a:cubicBezTo>
                  <a:cubicBezTo>
                    <a:pt x="2945" y="76192"/>
                    <a:pt x="2918" y="76219"/>
                    <a:pt x="2918" y="76272"/>
                  </a:cubicBezTo>
                  <a:cubicBezTo>
                    <a:pt x="2891" y="78280"/>
                    <a:pt x="1821" y="80073"/>
                    <a:pt x="81" y="81090"/>
                  </a:cubicBezTo>
                  <a:cubicBezTo>
                    <a:pt x="27" y="81117"/>
                    <a:pt x="1" y="81197"/>
                    <a:pt x="27" y="81251"/>
                  </a:cubicBezTo>
                  <a:cubicBezTo>
                    <a:pt x="67" y="81290"/>
                    <a:pt x="106" y="81315"/>
                    <a:pt x="156" y="81315"/>
                  </a:cubicBezTo>
                  <a:cubicBezTo>
                    <a:pt x="174" y="81315"/>
                    <a:pt x="193" y="81311"/>
                    <a:pt x="215" y="81304"/>
                  </a:cubicBezTo>
                  <a:cubicBezTo>
                    <a:pt x="2008" y="80260"/>
                    <a:pt x="3106" y="78413"/>
                    <a:pt x="3186" y="76352"/>
                  </a:cubicBezTo>
                  <a:cubicBezTo>
                    <a:pt x="5166" y="75309"/>
                    <a:pt x="6398" y="73301"/>
                    <a:pt x="6398" y="71053"/>
                  </a:cubicBezTo>
                  <a:cubicBezTo>
                    <a:pt x="6398" y="68805"/>
                    <a:pt x="5166" y="66797"/>
                    <a:pt x="3186" y="65753"/>
                  </a:cubicBezTo>
                  <a:cubicBezTo>
                    <a:pt x="3106" y="63773"/>
                    <a:pt x="2062" y="61979"/>
                    <a:pt x="375" y="60909"/>
                  </a:cubicBezTo>
                  <a:cubicBezTo>
                    <a:pt x="2062" y="59865"/>
                    <a:pt x="3106" y="58072"/>
                    <a:pt x="3186" y="56091"/>
                  </a:cubicBezTo>
                  <a:cubicBezTo>
                    <a:pt x="5166" y="55047"/>
                    <a:pt x="6398" y="53040"/>
                    <a:pt x="6398" y="50791"/>
                  </a:cubicBezTo>
                  <a:cubicBezTo>
                    <a:pt x="6398" y="48543"/>
                    <a:pt x="5166" y="46536"/>
                    <a:pt x="3186" y="45492"/>
                  </a:cubicBezTo>
                  <a:cubicBezTo>
                    <a:pt x="3159" y="43591"/>
                    <a:pt x="2088" y="41718"/>
                    <a:pt x="375" y="40647"/>
                  </a:cubicBezTo>
                  <a:cubicBezTo>
                    <a:pt x="1901" y="39710"/>
                    <a:pt x="3320" y="37890"/>
                    <a:pt x="3186" y="35829"/>
                  </a:cubicBezTo>
                  <a:cubicBezTo>
                    <a:pt x="5166" y="34785"/>
                    <a:pt x="6398" y="32751"/>
                    <a:pt x="6398" y="30530"/>
                  </a:cubicBezTo>
                  <a:cubicBezTo>
                    <a:pt x="6398" y="28281"/>
                    <a:pt x="5166" y="26247"/>
                    <a:pt x="3186" y="25230"/>
                  </a:cubicBezTo>
                  <a:cubicBezTo>
                    <a:pt x="3079" y="23223"/>
                    <a:pt x="2062" y="21429"/>
                    <a:pt x="375" y="20386"/>
                  </a:cubicBezTo>
                  <a:cubicBezTo>
                    <a:pt x="2088" y="19315"/>
                    <a:pt x="3186" y="17441"/>
                    <a:pt x="3186" y="15595"/>
                  </a:cubicBezTo>
                  <a:cubicBezTo>
                    <a:pt x="3186" y="15595"/>
                    <a:pt x="3186" y="15568"/>
                    <a:pt x="3186" y="15541"/>
                  </a:cubicBezTo>
                  <a:cubicBezTo>
                    <a:pt x="5166" y="14524"/>
                    <a:pt x="6398" y="12490"/>
                    <a:pt x="6398" y="10268"/>
                  </a:cubicBezTo>
                  <a:cubicBezTo>
                    <a:pt x="6398" y="8020"/>
                    <a:pt x="5166" y="5986"/>
                    <a:pt x="3186" y="4969"/>
                  </a:cubicBezTo>
                  <a:lnTo>
                    <a:pt x="3186" y="4942"/>
                  </a:lnTo>
                  <a:cubicBezTo>
                    <a:pt x="3186" y="3041"/>
                    <a:pt x="1981" y="1061"/>
                    <a:pt x="215" y="17"/>
                  </a:cubicBezTo>
                  <a:cubicBezTo>
                    <a:pt x="185" y="7"/>
                    <a:pt x="156" y="1"/>
                    <a:pt x="12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5" name="Google Shape;1575;p100"/>
            <p:cNvSpPr/>
            <p:nvPr/>
          </p:nvSpPr>
          <p:spPr>
            <a:xfrm>
              <a:off x="1914975" y="2593575"/>
              <a:ext cx="160625" cy="2032875"/>
            </a:xfrm>
            <a:custGeom>
              <a:avLst/>
              <a:gdLst/>
              <a:ahLst/>
              <a:cxnLst/>
              <a:rect l="l" t="t" r="r" b="b"/>
              <a:pathLst>
                <a:path w="6425" h="81315" extrusionOk="0">
                  <a:moveTo>
                    <a:pt x="151" y="1"/>
                  </a:moveTo>
                  <a:cubicBezTo>
                    <a:pt x="95" y="1"/>
                    <a:pt x="47" y="26"/>
                    <a:pt x="27" y="65"/>
                  </a:cubicBezTo>
                  <a:cubicBezTo>
                    <a:pt x="27" y="92"/>
                    <a:pt x="27" y="118"/>
                    <a:pt x="27" y="118"/>
                  </a:cubicBezTo>
                  <a:cubicBezTo>
                    <a:pt x="27" y="172"/>
                    <a:pt x="27" y="225"/>
                    <a:pt x="81" y="225"/>
                  </a:cubicBezTo>
                  <a:cubicBezTo>
                    <a:pt x="1821" y="1243"/>
                    <a:pt x="2972" y="3170"/>
                    <a:pt x="2945" y="5043"/>
                  </a:cubicBezTo>
                  <a:cubicBezTo>
                    <a:pt x="2945" y="5070"/>
                    <a:pt x="2972" y="5124"/>
                    <a:pt x="2998" y="5150"/>
                  </a:cubicBezTo>
                  <a:cubicBezTo>
                    <a:pt x="4952" y="6141"/>
                    <a:pt x="6157" y="8095"/>
                    <a:pt x="6157" y="10263"/>
                  </a:cubicBezTo>
                  <a:cubicBezTo>
                    <a:pt x="6157" y="12431"/>
                    <a:pt x="4952" y="14384"/>
                    <a:pt x="2998" y="15375"/>
                  </a:cubicBezTo>
                  <a:cubicBezTo>
                    <a:pt x="2945" y="15402"/>
                    <a:pt x="2945" y="15428"/>
                    <a:pt x="2945" y="15482"/>
                  </a:cubicBezTo>
                  <a:cubicBezTo>
                    <a:pt x="2998" y="17355"/>
                    <a:pt x="1848" y="19256"/>
                    <a:pt x="108" y="20273"/>
                  </a:cubicBezTo>
                  <a:cubicBezTo>
                    <a:pt x="54" y="20300"/>
                    <a:pt x="27" y="20326"/>
                    <a:pt x="27" y="20353"/>
                  </a:cubicBezTo>
                  <a:cubicBezTo>
                    <a:pt x="1" y="20407"/>
                    <a:pt x="27" y="20460"/>
                    <a:pt x="81" y="20514"/>
                  </a:cubicBezTo>
                  <a:cubicBezTo>
                    <a:pt x="1794" y="21504"/>
                    <a:pt x="2865" y="23297"/>
                    <a:pt x="2945" y="25305"/>
                  </a:cubicBezTo>
                  <a:cubicBezTo>
                    <a:pt x="2945" y="25358"/>
                    <a:pt x="2972" y="25385"/>
                    <a:pt x="2998" y="25412"/>
                  </a:cubicBezTo>
                  <a:cubicBezTo>
                    <a:pt x="4952" y="26402"/>
                    <a:pt x="6157" y="28356"/>
                    <a:pt x="6157" y="30524"/>
                  </a:cubicBezTo>
                  <a:cubicBezTo>
                    <a:pt x="6157" y="32692"/>
                    <a:pt x="4952" y="34646"/>
                    <a:pt x="2998" y="35636"/>
                  </a:cubicBezTo>
                  <a:cubicBezTo>
                    <a:pt x="2945" y="35663"/>
                    <a:pt x="2918" y="35717"/>
                    <a:pt x="2945" y="35770"/>
                  </a:cubicBezTo>
                  <a:cubicBezTo>
                    <a:pt x="3106" y="37831"/>
                    <a:pt x="1633" y="39651"/>
                    <a:pt x="108" y="40535"/>
                  </a:cubicBezTo>
                  <a:cubicBezTo>
                    <a:pt x="54" y="40561"/>
                    <a:pt x="27" y="40588"/>
                    <a:pt x="27" y="40615"/>
                  </a:cubicBezTo>
                  <a:cubicBezTo>
                    <a:pt x="1" y="40668"/>
                    <a:pt x="27" y="40749"/>
                    <a:pt x="81" y="40775"/>
                  </a:cubicBezTo>
                  <a:cubicBezTo>
                    <a:pt x="1821" y="41766"/>
                    <a:pt x="2945" y="43639"/>
                    <a:pt x="2945" y="45540"/>
                  </a:cubicBezTo>
                  <a:cubicBezTo>
                    <a:pt x="2945" y="45540"/>
                    <a:pt x="2945" y="45566"/>
                    <a:pt x="2945" y="45566"/>
                  </a:cubicBezTo>
                  <a:cubicBezTo>
                    <a:pt x="2945" y="45620"/>
                    <a:pt x="2972" y="45674"/>
                    <a:pt x="2998" y="45674"/>
                  </a:cubicBezTo>
                  <a:cubicBezTo>
                    <a:pt x="4952" y="46664"/>
                    <a:pt x="6157" y="48618"/>
                    <a:pt x="6157" y="50786"/>
                  </a:cubicBezTo>
                  <a:cubicBezTo>
                    <a:pt x="6157" y="52954"/>
                    <a:pt x="4952" y="54934"/>
                    <a:pt x="2998" y="55898"/>
                  </a:cubicBezTo>
                  <a:cubicBezTo>
                    <a:pt x="2972" y="55925"/>
                    <a:pt x="2945" y="55952"/>
                    <a:pt x="2945" y="56005"/>
                  </a:cubicBezTo>
                  <a:cubicBezTo>
                    <a:pt x="2891" y="58012"/>
                    <a:pt x="1821" y="59806"/>
                    <a:pt x="108" y="60796"/>
                  </a:cubicBezTo>
                  <a:cubicBezTo>
                    <a:pt x="54" y="60823"/>
                    <a:pt x="27" y="60850"/>
                    <a:pt x="27" y="60903"/>
                  </a:cubicBezTo>
                  <a:cubicBezTo>
                    <a:pt x="1" y="60957"/>
                    <a:pt x="27" y="61010"/>
                    <a:pt x="81" y="61037"/>
                  </a:cubicBezTo>
                  <a:cubicBezTo>
                    <a:pt x="1821" y="62054"/>
                    <a:pt x="2891" y="63847"/>
                    <a:pt x="2945" y="65828"/>
                  </a:cubicBezTo>
                  <a:cubicBezTo>
                    <a:pt x="2945" y="65882"/>
                    <a:pt x="2972" y="65935"/>
                    <a:pt x="2998" y="65962"/>
                  </a:cubicBezTo>
                  <a:cubicBezTo>
                    <a:pt x="4952" y="66925"/>
                    <a:pt x="6157" y="68879"/>
                    <a:pt x="6157" y="71047"/>
                  </a:cubicBezTo>
                  <a:cubicBezTo>
                    <a:pt x="6157" y="73242"/>
                    <a:pt x="4952" y="75196"/>
                    <a:pt x="2998" y="76160"/>
                  </a:cubicBezTo>
                  <a:cubicBezTo>
                    <a:pt x="2972" y="76186"/>
                    <a:pt x="2945" y="76240"/>
                    <a:pt x="2945" y="76267"/>
                  </a:cubicBezTo>
                  <a:cubicBezTo>
                    <a:pt x="2891" y="78274"/>
                    <a:pt x="1821" y="80067"/>
                    <a:pt x="81" y="81084"/>
                  </a:cubicBezTo>
                  <a:cubicBezTo>
                    <a:pt x="27" y="81111"/>
                    <a:pt x="1" y="81191"/>
                    <a:pt x="27" y="81245"/>
                  </a:cubicBezTo>
                  <a:cubicBezTo>
                    <a:pt x="61" y="81296"/>
                    <a:pt x="106" y="81315"/>
                    <a:pt x="148" y="81315"/>
                  </a:cubicBezTo>
                  <a:cubicBezTo>
                    <a:pt x="172" y="81315"/>
                    <a:pt x="195" y="81308"/>
                    <a:pt x="215" y="81299"/>
                  </a:cubicBezTo>
                  <a:cubicBezTo>
                    <a:pt x="2008" y="80255"/>
                    <a:pt x="3106" y="78408"/>
                    <a:pt x="3186" y="76347"/>
                  </a:cubicBezTo>
                  <a:cubicBezTo>
                    <a:pt x="5166" y="75330"/>
                    <a:pt x="6424" y="73296"/>
                    <a:pt x="6424" y="71047"/>
                  </a:cubicBezTo>
                  <a:cubicBezTo>
                    <a:pt x="6424" y="68826"/>
                    <a:pt x="5166" y="66792"/>
                    <a:pt x="3186" y="65748"/>
                  </a:cubicBezTo>
                  <a:cubicBezTo>
                    <a:pt x="3106" y="63767"/>
                    <a:pt x="2062" y="61974"/>
                    <a:pt x="375" y="60930"/>
                  </a:cubicBezTo>
                  <a:cubicBezTo>
                    <a:pt x="2062" y="59859"/>
                    <a:pt x="3106" y="58093"/>
                    <a:pt x="3186" y="56085"/>
                  </a:cubicBezTo>
                  <a:cubicBezTo>
                    <a:pt x="5166" y="55068"/>
                    <a:pt x="6424" y="53034"/>
                    <a:pt x="6424" y="50786"/>
                  </a:cubicBezTo>
                  <a:cubicBezTo>
                    <a:pt x="6424" y="48537"/>
                    <a:pt x="5166" y="46530"/>
                    <a:pt x="3186" y="45486"/>
                  </a:cubicBezTo>
                  <a:cubicBezTo>
                    <a:pt x="3159" y="43586"/>
                    <a:pt x="2088" y="41739"/>
                    <a:pt x="375" y="40668"/>
                  </a:cubicBezTo>
                  <a:cubicBezTo>
                    <a:pt x="1901" y="39705"/>
                    <a:pt x="3320" y="37885"/>
                    <a:pt x="3186" y="35824"/>
                  </a:cubicBezTo>
                  <a:cubicBezTo>
                    <a:pt x="5193" y="34780"/>
                    <a:pt x="6424" y="32772"/>
                    <a:pt x="6424" y="30524"/>
                  </a:cubicBezTo>
                  <a:cubicBezTo>
                    <a:pt x="6424" y="28276"/>
                    <a:pt x="5166" y="26268"/>
                    <a:pt x="3186" y="25225"/>
                  </a:cubicBezTo>
                  <a:cubicBezTo>
                    <a:pt x="3106" y="23244"/>
                    <a:pt x="2062" y="21451"/>
                    <a:pt x="375" y="20407"/>
                  </a:cubicBezTo>
                  <a:cubicBezTo>
                    <a:pt x="2088" y="19336"/>
                    <a:pt x="3186" y="17436"/>
                    <a:pt x="3186" y="15616"/>
                  </a:cubicBezTo>
                  <a:cubicBezTo>
                    <a:pt x="3186" y="15589"/>
                    <a:pt x="3186" y="15562"/>
                    <a:pt x="3186" y="15562"/>
                  </a:cubicBezTo>
                  <a:cubicBezTo>
                    <a:pt x="5166" y="14518"/>
                    <a:pt x="6424" y="12511"/>
                    <a:pt x="6424" y="10263"/>
                  </a:cubicBezTo>
                  <a:cubicBezTo>
                    <a:pt x="6424" y="8014"/>
                    <a:pt x="5166" y="6007"/>
                    <a:pt x="3186" y="4963"/>
                  </a:cubicBezTo>
                  <a:cubicBezTo>
                    <a:pt x="3186" y="3036"/>
                    <a:pt x="2008" y="1055"/>
                    <a:pt x="215" y="11"/>
                  </a:cubicBezTo>
                  <a:cubicBezTo>
                    <a:pt x="193" y="4"/>
                    <a:pt x="172" y="1"/>
                    <a:pt x="15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6" name="Google Shape;1576;p100"/>
            <p:cNvSpPr/>
            <p:nvPr/>
          </p:nvSpPr>
          <p:spPr>
            <a:xfrm>
              <a:off x="1761075" y="2845375"/>
              <a:ext cx="160625" cy="2032675"/>
            </a:xfrm>
            <a:custGeom>
              <a:avLst/>
              <a:gdLst/>
              <a:ahLst/>
              <a:cxnLst/>
              <a:rect l="l" t="t" r="r" b="b"/>
              <a:pathLst>
                <a:path w="6425" h="81307" extrusionOk="0">
                  <a:moveTo>
                    <a:pt x="146" y="1"/>
                  </a:moveTo>
                  <a:cubicBezTo>
                    <a:pt x="108" y="1"/>
                    <a:pt x="71" y="24"/>
                    <a:pt x="54" y="57"/>
                  </a:cubicBezTo>
                  <a:cubicBezTo>
                    <a:pt x="27" y="84"/>
                    <a:pt x="27" y="110"/>
                    <a:pt x="27" y="137"/>
                  </a:cubicBezTo>
                  <a:cubicBezTo>
                    <a:pt x="27" y="164"/>
                    <a:pt x="54" y="217"/>
                    <a:pt x="81" y="244"/>
                  </a:cubicBezTo>
                  <a:cubicBezTo>
                    <a:pt x="1821" y="1234"/>
                    <a:pt x="2972" y="3162"/>
                    <a:pt x="2945" y="5035"/>
                  </a:cubicBezTo>
                  <a:cubicBezTo>
                    <a:pt x="2945" y="5089"/>
                    <a:pt x="2972" y="5142"/>
                    <a:pt x="2998" y="5142"/>
                  </a:cubicBezTo>
                  <a:cubicBezTo>
                    <a:pt x="4952" y="6133"/>
                    <a:pt x="6183" y="8086"/>
                    <a:pt x="6183" y="10254"/>
                  </a:cubicBezTo>
                  <a:cubicBezTo>
                    <a:pt x="6183" y="12422"/>
                    <a:pt x="4952" y="14376"/>
                    <a:pt x="2998" y="15367"/>
                  </a:cubicBezTo>
                  <a:cubicBezTo>
                    <a:pt x="2972" y="15393"/>
                    <a:pt x="2945" y="15447"/>
                    <a:pt x="2945" y="15474"/>
                  </a:cubicBezTo>
                  <a:cubicBezTo>
                    <a:pt x="2998" y="17321"/>
                    <a:pt x="1847" y="19248"/>
                    <a:pt x="108" y="20265"/>
                  </a:cubicBezTo>
                  <a:cubicBezTo>
                    <a:pt x="81" y="20292"/>
                    <a:pt x="27" y="20318"/>
                    <a:pt x="27" y="20345"/>
                  </a:cubicBezTo>
                  <a:cubicBezTo>
                    <a:pt x="27" y="20425"/>
                    <a:pt x="27" y="20479"/>
                    <a:pt x="81" y="20506"/>
                  </a:cubicBezTo>
                  <a:cubicBezTo>
                    <a:pt x="1821" y="21496"/>
                    <a:pt x="2891" y="23289"/>
                    <a:pt x="2945" y="25297"/>
                  </a:cubicBezTo>
                  <a:cubicBezTo>
                    <a:pt x="2945" y="25350"/>
                    <a:pt x="2972" y="25404"/>
                    <a:pt x="2998" y="25404"/>
                  </a:cubicBezTo>
                  <a:cubicBezTo>
                    <a:pt x="4952" y="26394"/>
                    <a:pt x="6183" y="28348"/>
                    <a:pt x="6183" y="30516"/>
                  </a:cubicBezTo>
                  <a:cubicBezTo>
                    <a:pt x="6183" y="32684"/>
                    <a:pt x="4952" y="34665"/>
                    <a:pt x="2998" y="35628"/>
                  </a:cubicBezTo>
                  <a:cubicBezTo>
                    <a:pt x="2972" y="35655"/>
                    <a:pt x="2945" y="35709"/>
                    <a:pt x="2945" y="35762"/>
                  </a:cubicBezTo>
                  <a:cubicBezTo>
                    <a:pt x="3105" y="37823"/>
                    <a:pt x="1633" y="39643"/>
                    <a:pt x="108" y="40526"/>
                  </a:cubicBezTo>
                  <a:cubicBezTo>
                    <a:pt x="81" y="40553"/>
                    <a:pt x="27" y="40580"/>
                    <a:pt x="27" y="40633"/>
                  </a:cubicBezTo>
                  <a:cubicBezTo>
                    <a:pt x="27" y="40687"/>
                    <a:pt x="27" y="40741"/>
                    <a:pt x="81" y="40767"/>
                  </a:cubicBezTo>
                  <a:cubicBezTo>
                    <a:pt x="1821" y="41784"/>
                    <a:pt x="2945" y="43631"/>
                    <a:pt x="2945" y="45532"/>
                  </a:cubicBezTo>
                  <a:lnTo>
                    <a:pt x="2945" y="45558"/>
                  </a:lnTo>
                  <a:cubicBezTo>
                    <a:pt x="2945" y="45612"/>
                    <a:pt x="2972" y="45665"/>
                    <a:pt x="2998" y="45692"/>
                  </a:cubicBezTo>
                  <a:cubicBezTo>
                    <a:pt x="4952" y="46656"/>
                    <a:pt x="6183" y="48610"/>
                    <a:pt x="6183" y="50778"/>
                  </a:cubicBezTo>
                  <a:cubicBezTo>
                    <a:pt x="6183" y="52972"/>
                    <a:pt x="4952" y="54926"/>
                    <a:pt x="2998" y="55890"/>
                  </a:cubicBezTo>
                  <a:cubicBezTo>
                    <a:pt x="2972" y="55917"/>
                    <a:pt x="2945" y="55970"/>
                    <a:pt x="2945" y="55997"/>
                  </a:cubicBezTo>
                  <a:cubicBezTo>
                    <a:pt x="2891" y="58004"/>
                    <a:pt x="1847" y="59798"/>
                    <a:pt x="108" y="60815"/>
                  </a:cubicBezTo>
                  <a:cubicBezTo>
                    <a:pt x="81" y="60815"/>
                    <a:pt x="27" y="60841"/>
                    <a:pt x="27" y="60895"/>
                  </a:cubicBezTo>
                  <a:cubicBezTo>
                    <a:pt x="27" y="60949"/>
                    <a:pt x="27" y="61002"/>
                    <a:pt x="81" y="61029"/>
                  </a:cubicBezTo>
                  <a:cubicBezTo>
                    <a:pt x="1821" y="62046"/>
                    <a:pt x="2891" y="63839"/>
                    <a:pt x="2945" y="65847"/>
                  </a:cubicBezTo>
                  <a:cubicBezTo>
                    <a:pt x="2945" y="65873"/>
                    <a:pt x="2972" y="65927"/>
                    <a:pt x="2998" y="65954"/>
                  </a:cubicBezTo>
                  <a:cubicBezTo>
                    <a:pt x="4952" y="66917"/>
                    <a:pt x="6183" y="68871"/>
                    <a:pt x="6183" y="71066"/>
                  </a:cubicBezTo>
                  <a:cubicBezTo>
                    <a:pt x="6183" y="73234"/>
                    <a:pt x="4952" y="75188"/>
                    <a:pt x="2998" y="76151"/>
                  </a:cubicBezTo>
                  <a:cubicBezTo>
                    <a:pt x="2972" y="76178"/>
                    <a:pt x="2945" y="76232"/>
                    <a:pt x="2945" y="76285"/>
                  </a:cubicBezTo>
                  <a:cubicBezTo>
                    <a:pt x="2891" y="78266"/>
                    <a:pt x="1821" y="80059"/>
                    <a:pt x="81" y="81076"/>
                  </a:cubicBezTo>
                  <a:cubicBezTo>
                    <a:pt x="27" y="81103"/>
                    <a:pt x="1" y="81183"/>
                    <a:pt x="54" y="81237"/>
                  </a:cubicBezTo>
                  <a:cubicBezTo>
                    <a:pt x="71" y="81288"/>
                    <a:pt x="110" y="81306"/>
                    <a:pt x="149" y="81306"/>
                  </a:cubicBezTo>
                  <a:cubicBezTo>
                    <a:pt x="172" y="81306"/>
                    <a:pt x="195" y="81300"/>
                    <a:pt x="215" y="81290"/>
                  </a:cubicBezTo>
                  <a:cubicBezTo>
                    <a:pt x="2008" y="80247"/>
                    <a:pt x="3105" y="78400"/>
                    <a:pt x="3186" y="76366"/>
                  </a:cubicBezTo>
                  <a:cubicBezTo>
                    <a:pt x="5193" y="75322"/>
                    <a:pt x="6424" y="73288"/>
                    <a:pt x="6424" y="71066"/>
                  </a:cubicBezTo>
                  <a:cubicBezTo>
                    <a:pt x="6424" y="68818"/>
                    <a:pt x="5193" y="66783"/>
                    <a:pt x="3186" y="65766"/>
                  </a:cubicBezTo>
                  <a:cubicBezTo>
                    <a:pt x="3132" y="63759"/>
                    <a:pt x="2088" y="61992"/>
                    <a:pt x="402" y="60922"/>
                  </a:cubicBezTo>
                  <a:cubicBezTo>
                    <a:pt x="2088" y="59878"/>
                    <a:pt x="3132" y="58085"/>
                    <a:pt x="3186" y="56077"/>
                  </a:cubicBezTo>
                  <a:cubicBezTo>
                    <a:pt x="5193" y="55060"/>
                    <a:pt x="6424" y="53026"/>
                    <a:pt x="6424" y="50778"/>
                  </a:cubicBezTo>
                  <a:cubicBezTo>
                    <a:pt x="6424" y="48556"/>
                    <a:pt x="5193" y="46522"/>
                    <a:pt x="3186" y="45505"/>
                  </a:cubicBezTo>
                  <a:cubicBezTo>
                    <a:pt x="3186" y="43604"/>
                    <a:pt x="2088" y="41731"/>
                    <a:pt x="402" y="40660"/>
                  </a:cubicBezTo>
                  <a:cubicBezTo>
                    <a:pt x="1901" y="39697"/>
                    <a:pt x="3320" y="37877"/>
                    <a:pt x="3186" y="35816"/>
                  </a:cubicBezTo>
                  <a:cubicBezTo>
                    <a:pt x="5193" y="34799"/>
                    <a:pt x="6424" y="32764"/>
                    <a:pt x="6424" y="30516"/>
                  </a:cubicBezTo>
                  <a:cubicBezTo>
                    <a:pt x="6424" y="28268"/>
                    <a:pt x="5193" y="26260"/>
                    <a:pt x="3186" y="25216"/>
                  </a:cubicBezTo>
                  <a:cubicBezTo>
                    <a:pt x="3105" y="23236"/>
                    <a:pt x="2062" y="21442"/>
                    <a:pt x="402" y="20399"/>
                  </a:cubicBezTo>
                  <a:cubicBezTo>
                    <a:pt x="2115" y="19328"/>
                    <a:pt x="3212" y="17401"/>
                    <a:pt x="3186" y="15554"/>
                  </a:cubicBezTo>
                  <a:cubicBezTo>
                    <a:pt x="5193" y="14510"/>
                    <a:pt x="6424" y="12503"/>
                    <a:pt x="6424" y="10254"/>
                  </a:cubicBezTo>
                  <a:cubicBezTo>
                    <a:pt x="6424" y="8006"/>
                    <a:pt x="5193" y="5999"/>
                    <a:pt x="3186" y="4955"/>
                  </a:cubicBezTo>
                  <a:cubicBezTo>
                    <a:pt x="3186" y="3028"/>
                    <a:pt x="2008" y="1047"/>
                    <a:pt x="215" y="30"/>
                  </a:cubicBezTo>
                  <a:cubicBezTo>
                    <a:pt x="194" y="10"/>
                    <a:pt x="170" y="1"/>
                    <a:pt x="14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7" name="Google Shape;1577;p100"/>
            <p:cNvSpPr/>
            <p:nvPr/>
          </p:nvSpPr>
          <p:spPr>
            <a:xfrm>
              <a:off x="1607850" y="2593575"/>
              <a:ext cx="159950" cy="2032875"/>
            </a:xfrm>
            <a:custGeom>
              <a:avLst/>
              <a:gdLst/>
              <a:ahLst/>
              <a:cxnLst/>
              <a:rect l="l" t="t" r="r" b="b"/>
              <a:pathLst>
                <a:path w="6398" h="81315" extrusionOk="0">
                  <a:moveTo>
                    <a:pt x="140" y="1"/>
                  </a:moveTo>
                  <a:cubicBezTo>
                    <a:pt x="95" y="1"/>
                    <a:pt x="47" y="26"/>
                    <a:pt x="27" y="65"/>
                  </a:cubicBezTo>
                  <a:cubicBezTo>
                    <a:pt x="0" y="92"/>
                    <a:pt x="0" y="118"/>
                    <a:pt x="0" y="118"/>
                  </a:cubicBezTo>
                  <a:cubicBezTo>
                    <a:pt x="0" y="172"/>
                    <a:pt x="27" y="225"/>
                    <a:pt x="81" y="225"/>
                  </a:cubicBezTo>
                  <a:cubicBezTo>
                    <a:pt x="1820" y="1243"/>
                    <a:pt x="2944" y="3170"/>
                    <a:pt x="2918" y="5043"/>
                  </a:cubicBezTo>
                  <a:cubicBezTo>
                    <a:pt x="2918" y="5070"/>
                    <a:pt x="2944" y="5124"/>
                    <a:pt x="2998" y="5150"/>
                  </a:cubicBezTo>
                  <a:cubicBezTo>
                    <a:pt x="4952" y="6141"/>
                    <a:pt x="6156" y="8095"/>
                    <a:pt x="6156" y="10263"/>
                  </a:cubicBezTo>
                  <a:cubicBezTo>
                    <a:pt x="6156" y="12431"/>
                    <a:pt x="4952" y="14384"/>
                    <a:pt x="2998" y="15375"/>
                  </a:cubicBezTo>
                  <a:cubicBezTo>
                    <a:pt x="2944" y="15402"/>
                    <a:pt x="2918" y="15428"/>
                    <a:pt x="2918" y="15482"/>
                  </a:cubicBezTo>
                  <a:cubicBezTo>
                    <a:pt x="2971" y="17329"/>
                    <a:pt x="1847" y="19256"/>
                    <a:pt x="81" y="20273"/>
                  </a:cubicBezTo>
                  <a:cubicBezTo>
                    <a:pt x="54" y="20300"/>
                    <a:pt x="27" y="20326"/>
                    <a:pt x="0" y="20353"/>
                  </a:cubicBezTo>
                  <a:cubicBezTo>
                    <a:pt x="0" y="20407"/>
                    <a:pt x="27" y="20460"/>
                    <a:pt x="81" y="20514"/>
                  </a:cubicBezTo>
                  <a:cubicBezTo>
                    <a:pt x="1794" y="21504"/>
                    <a:pt x="2864" y="23297"/>
                    <a:pt x="2918" y="25305"/>
                  </a:cubicBezTo>
                  <a:cubicBezTo>
                    <a:pt x="2918" y="25358"/>
                    <a:pt x="2944" y="25385"/>
                    <a:pt x="2998" y="25412"/>
                  </a:cubicBezTo>
                  <a:cubicBezTo>
                    <a:pt x="4952" y="26402"/>
                    <a:pt x="6156" y="28356"/>
                    <a:pt x="6156" y="30524"/>
                  </a:cubicBezTo>
                  <a:cubicBezTo>
                    <a:pt x="6156" y="32692"/>
                    <a:pt x="4952" y="34646"/>
                    <a:pt x="2998" y="35636"/>
                  </a:cubicBezTo>
                  <a:cubicBezTo>
                    <a:pt x="2944" y="35663"/>
                    <a:pt x="2918" y="35717"/>
                    <a:pt x="2918" y="35770"/>
                  </a:cubicBezTo>
                  <a:cubicBezTo>
                    <a:pt x="3078" y="37831"/>
                    <a:pt x="1633" y="39651"/>
                    <a:pt x="81" y="40535"/>
                  </a:cubicBezTo>
                  <a:cubicBezTo>
                    <a:pt x="54" y="40561"/>
                    <a:pt x="27" y="40588"/>
                    <a:pt x="0" y="40615"/>
                  </a:cubicBezTo>
                  <a:cubicBezTo>
                    <a:pt x="0" y="40668"/>
                    <a:pt x="27" y="40749"/>
                    <a:pt x="81" y="40775"/>
                  </a:cubicBezTo>
                  <a:cubicBezTo>
                    <a:pt x="1820" y="41766"/>
                    <a:pt x="2918" y="43639"/>
                    <a:pt x="2918" y="45540"/>
                  </a:cubicBezTo>
                  <a:cubicBezTo>
                    <a:pt x="2918" y="45540"/>
                    <a:pt x="2918" y="45566"/>
                    <a:pt x="2918" y="45566"/>
                  </a:cubicBezTo>
                  <a:cubicBezTo>
                    <a:pt x="2918" y="45620"/>
                    <a:pt x="2944" y="45674"/>
                    <a:pt x="2998" y="45674"/>
                  </a:cubicBezTo>
                  <a:cubicBezTo>
                    <a:pt x="4952" y="46664"/>
                    <a:pt x="6156" y="48618"/>
                    <a:pt x="6156" y="50786"/>
                  </a:cubicBezTo>
                  <a:cubicBezTo>
                    <a:pt x="6156" y="52954"/>
                    <a:pt x="4952" y="54934"/>
                    <a:pt x="2998" y="55898"/>
                  </a:cubicBezTo>
                  <a:cubicBezTo>
                    <a:pt x="2944" y="55925"/>
                    <a:pt x="2918" y="55952"/>
                    <a:pt x="2918" y="56005"/>
                  </a:cubicBezTo>
                  <a:cubicBezTo>
                    <a:pt x="2864" y="58012"/>
                    <a:pt x="1820" y="59806"/>
                    <a:pt x="81" y="60796"/>
                  </a:cubicBezTo>
                  <a:cubicBezTo>
                    <a:pt x="54" y="60823"/>
                    <a:pt x="27" y="60850"/>
                    <a:pt x="0" y="60903"/>
                  </a:cubicBezTo>
                  <a:cubicBezTo>
                    <a:pt x="0" y="60957"/>
                    <a:pt x="27" y="61010"/>
                    <a:pt x="81" y="61037"/>
                  </a:cubicBezTo>
                  <a:cubicBezTo>
                    <a:pt x="1820" y="62054"/>
                    <a:pt x="2864" y="63847"/>
                    <a:pt x="2918" y="65828"/>
                  </a:cubicBezTo>
                  <a:cubicBezTo>
                    <a:pt x="2918" y="65882"/>
                    <a:pt x="2944" y="65935"/>
                    <a:pt x="2998" y="65962"/>
                  </a:cubicBezTo>
                  <a:cubicBezTo>
                    <a:pt x="4952" y="66925"/>
                    <a:pt x="6156" y="68879"/>
                    <a:pt x="6156" y="71047"/>
                  </a:cubicBezTo>
                  <a:cubicBezTo>
                    <a:pt x="6156" y="73242"/>
                    <a:pt x="4952" y="75196"/>
                    <a:pt x="2998" y="76160"/>
                  </a:cubicBezTo>
                  <a:cubicBezTo>
                    <a:pt x="2944" y="76186"/>
                    <a:pt x="2918" y="76240"/>
                    <a:pt x="2918" y="76267"/>
                  </a:cubicBezTo>
                  <a:cubicBezTo>
                    <a:pt x="2864" y="78274"/>
                    <a:pt x="1820" y="80067"/>
                    <a:pt x="81" y="81084"/>
                  </a:cubicBezTo>
                  <a:cubicBezTo>
                    <a:pt x="27" y="81111"/>
                    <a:pt x="0" y="81191"/>
                    <a:pt x="27" y="81245"/>
                  </a:cubicBezTo>
                  <a:cubicBezTo>
                    <a:pt x="44" y="81296"/>
                    <a:pt x="82" y="81315"/>
                    <a:pt x="122" y="81315"/>
                  </a:cubicBezTo>
                  <a:cubicBezTo>
                    <a:pt x="145" y="81315"/>
                    <a:pt x="168" y="81308"/>
                    <a:pt x="188" y="81299"/>
                  </a:cubicBezTo>
                  <a:cubicBezTo>
                    <a:pt x="1981" y="80255"/>
                    <a:pt x="3105" y="78408"/>
                    <a:pt x="3185" y="76347"/>
                  </a:cubicBezTo>
                  <a:cubicBezTo>
                    <a:pt x="5166" y="75330"/>
                    <a:pt x="6397" y="73296"/>
                    <a:pt x="6397" y="71047"/>
                  </a:cubicBezTo>
                  <a:cubicBezTo>
                    <a:pt x="6397" y="68826"/>
                    <a:pt x="5166" y="66792"/>
                    <a:pt x="3185" y="65748"/>
                  </a:cubicBezTo>
                  <a:cubicBezTo>
                    <a:pt x="3105" y="63767"/>
                    <a:pt x="2061" y="61974"/>
                    <a:pt x="375" y="60930"/>
                  </a:cubicBezTo>
                  <a:cubicBezTo>
                    <a:pt x="2061" y="59859"/>
                    <a:pt x="3105" y="58093"/>
                    <a:pt x="3185" y="56085"/>
                  </a:cubicBezTo>
                  <a:cubicBezTo>
                    <a:pt x="5166" y="55068"/>
                    <a:pt x="6397" y="53034"/>
                    <a:pt x="6397" y="50786"/>
                  </a:cubicBezTo>
                  <a:cubicBezTo>
                    <a:pt x="6397" y="48537"/>
                    <a:pt x="5166" y="46530"/>
                    <a:pt x="3185" y="45486"/>
                  </a:cubicBezTo>
                  <a:cubicBezTo>
                    <a:pt x="3159" y="43586"/>
                    <a:pt x="2061" y="41739"/>
                    <a:pt x="375" y="40668"/>
                  </a:cubicBezTo>
                  <a:cubicBezTo>
                    <a:pt x="1901" y="39705"/>
                    <a:pt x="3292" y="37885"/>
                    <a:pt x="3185" y="35824"/>
                  </a:cubicBezTo>
                  <a:cubicBezTo>
                    <a:pt x="5166" y="34780"/>
                    <a:pt x="6397" y="32772"/>
                    <a:pt x="6397" y="30524"/>
                  </a:cubicBezTo>
                  <a:cubicBezTo>
                    <a:pt x="6397" y="28276"/>
                    <a:pt x="5166" y="26268"/>
                    <a:pt x="3185" y="25225"/>
                  </a:cubicBezTo>
                  <a:cubicBezTo>
                    <a:pt x="3078" y="23244"/>
                    <a:pt x="2061" y="21451"/>
                    <a:pt x="375" y="20407"/>
                  </a:cubicBezTo>
                  <a:cubicBezTo>
                    <a:pt x="2061" y="19336"/>
                    <a:pt x="3185" y="17436"/>
                    <a:pt x="3185" y="15616"/>
                  </a:cubicBezTo>
                  <a:cubicBezTo>
                    <a:pt x="3185" y="15589"/>
                    <a:pt x="3185" y="15562"/>
                    <a:pt x="3185" y="15562"/>
                  </a:cubicBezTo>
                  <a:cubicBezTo>
                    <a:pt x="5166" y="14518"/>
                    <a:pt x="6397" y="12511"/>
                    <a:pt x="6397" y="10263"/>
                  </a:cubicBezTo>
                  <a:cubicBezTo>
                    <a:pt x="6397" y="8014"/>
                    <a:pt x="5166" y="6007"/>
                    <a:pt x="3185" y="4963"/>
                  </a:cubicBezTo>
                  <a:cubicBezTo>
                    <a:pt x="3185" y="3036"/>
                    <a:pt x="1981" y="1055"/>
                    <a:pt x="188" y="11"/>
                  </a:cubicBezTo>
                  <a:cubicBezTo>
                    <a:pt x="173" y="4"/>
                    <a:pt x="157" y="1"/>
                    <a:pt x="14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8" name="Google Shape;1578;p100"/>
            <p:cNvSpPr/>
            <p:nvPr/>
          </p:nvSpPr>
          <p:spPr>
            <a:xfrm>
              <a:off x="1453950" y="2845375"/>
              <a:ext cx="160600" cy="2032675"/>
            </a:xfrm>
            <a:custGeom>
              <a:avLst/>
              <a:gdLst/>
              <a:ahLst/>
              <a:cxnLst/>
              <a:rect l="l" t="t" r="r" b="b"/>
              <a:pathLst>
                <a:path w="6424" h="81307" extrusionOk="0">
                  <a:moveTo>
                    <a:pt x="133" y="1"/>
                  </a:moveTo>
                  <a:cubicBezTo>
                    <a:pt x="93" y="1"/>
                    <a:pt x="60" y="24"/>
                    <a:pt x="27" y="57"/>
                  </a:cubicBezTo>
                  <a:cubicBezTo>
                    <a:pt x="27" y="84"/>
                    <a:pt x="27" y="110"/>
                    <a:pt x="27" y="137"/>
                  </a:cubicBezTo>
                  <a:cubicBezTo>
                    <a:pt x="27" y="164"/>
                    <a:pt x="27" y="217"/>
                    <a:pt x="80" y="244"/>
                  </a:cubicBezTo>
                  <a:cubicBezTo>
                    <a:pt x="1820" y="1234"/>
                    <a:pt x="2971" y="3188"/>
                    <a:pt x="2944" y="5035"/>
                  </a:cubicBezTo>
                  <a:cubicBezTo>
                    <a:pt x="2944" y="5089"/>
                    <a:pt x="2971" y="5142"/>
                    <a:pt x="2998" y="5142"/>
                  </a:cubicBezTo>
                  <a:cubicBezTo>
                    <a:pt x="4952" y="6133"/>
                    <a:pt x="6156" y="8086"/>
                    <a:pt x="6156" y="10254"/>
                  </a:cubicBezTo>
                  <a:cubicBezTo>
                    <a:pt x="6156" y="12422"/>
                    <a:pt x="4952" y="14376"/>
                    <a:pt x="2998" y="15367"/>
                  </a:cubicBezTo>
                  <a:cubicBezTo>
                    <a:pt x="2971" y="15393"/>
                    <a:pt x="2944" y="15420"/>
                    <a:pt x="2944" y="15474"/>
                  </a:cubicBezTo>
                  <a:cubicBezTo>
                    <a:pt x="2998" y="17347"/>
                    <a:pt x="1847" y="19248"/>
                    <a:pt x="107" y="20265"/>
                  </a:cubicBezTo>
                  <a:cubicBezTo>
                    <a:pt x="54" y="20292"/>
                    <a:pt x="27" y="20318"/>
                    <a:pt x="27" y="20345"/>
                  </a:cubicBezTo>
                  <a:cubicBezTo>
                    <a:pt x="0" y="20425"/>
                    <a:pt x="27" y="20479"/>
                    <a:pt x="80" y="20506"/>
                  </a:cubicBezTo>
                  <a:cubicBezTo>
                    <a:pt x="1793" y="21496"/>
                    <a:pt x="2864" y="23289"/>
                    <a:pt x="2944" y="25297"/>
                  </a:cubicBezTo>
                  <a:cubicBezTo>
                    <a:pt x="2944" y="25350"/>
                    <a:pt x="2971" y="25404"/>
                    <a:pt x="2998" y="25404"/>
                  </a:cubicBezTo>
                  <a:cubicBezTo>
                    <a:pt x="4952" y="26394"/>
                    <a:pt x="6156" y="28348"/>
                    <a:pt x="6156" y="30516"/>
                  </a:cubicBezTo>
                  <a:cubicBezTo>
                    <a:pt x="6156" y="32684"/>
                    <a:pt x="4952" y="34665"/>
                    <a:pt x="2998" y="35628"/>
                  </a:cubicBezTo>
                  <a:cubicBezTo>
                    <a:pt x="2944" y="35655"/>
                    <a:pt x="2918" y="35709"/>
                    <a:pt x="2944" y="35762"/>
                  </a:cubicBezTo>
                  <a:cubicBezTo>
                    <a:pt x="3105" y="37823"/>
                    <a:pt x="1633" y="39643"/>
                    <a:pt x="107" y="40526"/>
                  </a:cubicBezTo>
                  <a:cubicBezTo>
                    <a:pt x="54" y="40553"/>
                    <a:pt x="27" y="40580"/>
                    <a:pt x="27" y="40633"/>
                  </a:cubicBezTo>
                  <a:cubicBezTo>
                    <a:pt x="0" y="40687"/>
                    <a:pt x="27" y="40741"/>
                    <a:pt x="80" y="40767"/>
                  </a:cubicBezTo>
                  <a:cubicBezTo>
                    <a:pt x="1820" y="41784"/>
                    <a:pt x="2944" y="43631"/>
                    <a:pt x="2944" y="45532"/>
                  </a:cubicBezTo>
                  <a:cubicBezTo>
                    <a:pt x="2944" y="45558"/>
                    <a:pt x="2944" y="45558"/>
                    <a:pt x="2944" y="45558"/>
                  </a:cubicBezTo>
                  <a:cubicBezTo>
                    <a:pt x="2918" y="45612"/>
                    <a:pt x="2971" y="45665"/>
                    <a:pt x="2998" y="45692"/>
                  </a:cubicBezTo>
                  <a:cubicBezTo>
                    <a:pt x="4952" y="46656"/>
                    <a:pt x="6156" y="48610"/>
                    <a:pt x="6156" y="50778"/>
                  </a:cubicBezTo>
                  <a:cubicBezTo>
                    <a:pt x="6156" y="52972"/>
                    <a:pt x="4952" y="54926"/>
                    <a:pt x="2998" y="55890"/>
                  </a:cubicBezTo>
                  <a:cubicBezTo>
                    <a:pt x="2971" y="55917"/>
                    <a:pt x="2944" y="55970"/>
                    <a:pt x="2944" y="55997"/>
                  </a:cubicBezTo>
                  <a:cubicBezTo>
                    <a:pt x="2891" y="58004"/>
                    <a:pt x="1820" y="59798"/>
                    <a:pt x="107" y="60815"/>
                  </a:cubicBezTo>
                  <a:cubicBezTo>
                    <a:pt x="54" y="60815"/>
                    <a:pt x="27" y="60841"/>
                    <a:pt x="27" y="60895"/>
                  </a:cubicBezTo>
                  <a:cubicBezTo>
                    <a:pt x="0" y="60949"/>
                    <a:pt x="27" y="61002"/>
                    <a:pt x="80" y="61029"/>
                  </a:cubicBezTo>
                  <a:cubicBezTo>
                    <a:pt x="1820" y="62046"/>
                    <a:pt x="2891" y="63839"/>
                    <a:pt x="2944" y="65847"/>
                  </a:cubicBezTo>
                  <a:cubicBezTo>
                    <a:pt x="2944" y="65873"/>
                    <a:pt x="2971" y="65927"/>
                    <a:pt x="2998" y="65954"/>
                  </a:cubicBezTo>
                  <a:cubicBezTo>
                    <a:pt x="4952" y="66917"/>
                    <a:pt x="6156" y="68871"/>
                    <a:pt x="6156" y="71066"/>
                  </a:cubicBezTo>
                  <a:cubicBezTo>
                    <a:pt x="6156" y="73234"/>
                    <a:pt x="4952" y="75188"/>
                    <a:pt x="2998" y="76151"/>
                  </a:cubicBezTo>
                  <a:cubicBezTo>
                    <a:pt x="2971" y="76178"/>
                    <a:pt x="2944" y="76232"/>
                    <a:pt x="2944" y="76285"/>
                  </a:cubicBezTo>
                  <a:cubicBezTo>
                    <a:pt x="2891" y="78266"/>
                    <a:pt x="1820" y="80059"/>
                    <a:pt x="80" y="81076"/>
                  </a:cubicBezTo>
                  <a:cubicBezTo>
                    <a:pt x="27" y="81103"/>
                    <a:pt x="0" y="81183"/>
                    <a:pt x="27" y="81237"/>
                  </a:cubicBezTo>
                  <a:cubicBezTo>
                    <a:pt x="61" y="81288"/>
                    <a:pt x="106" y="81306"/>
                    <a:pt x="147" y="81306"/>
                  </a:cubicBezTo>
                  <a:cubicBezTo>
                    <a:pt x="172" y="81306"/>
                    <a:pt x="195" y="81300"/>
                    <a:pt x="214" y="81290"/>
                  </a:cubicBezTo>
                  <a:cubicBezTo>
                    <a:pt x="2008" y="80247"/>
                    <a:pt x="3105" y="78400"/>
                    <a:pt x="3185" y="76366"/>
                  </a:cubicBezTo>
                  <a:cubicBezTo>
                    <a:pt x="5166" y="75322"/>
                    <a:pt x="6424" y="73288"/>
                    <a:pt x="6424" y="71066"/>
                  </a:cubicBezTo>
                  <a:cubicBezTo>
                    <a:pt x="6424" y="68818"/>
                    <a:pt x="5166" y="66783"/>
                    <a:pt x="3185" y="65766"/>
                  </a:cubicBezTo>
                  <a:cubicBezTo>
                    <a:pt x="3105" y="63759"/>
                    <a:pt x="2061" y="61992"/>
                    <a:pt x="375" y="60922"/>
                  </a:cubicBezTo>
                  <a:cubicBezTo>
                    <a:pt x="2061" y="59878"/>
                    <a:pt x="3105" y="58085"/>
                    <a:pt x="3185" y="56077"/>
                  </a:cubicBezTo>
                  <a:cubicBezTo>
                    <a:pt x="5166" y="55060"/>
                    <a:pt x="6424" y="53026"/>
                    <a:pt x="6424" y="50778"/>
                  </a:cubicBezTo>
                  <a:cubicBezTo>
                    <a:pt x="6424" y="48556"/>
                    <a:pt x="5193" y="46522"/>
                    <a:pt x="3185" y="45505"/>
                  </a:cubicBezTo>
                  <a:cubicBezTo>
                    <a:pt x="3159" y="43604"/>
                    <a:pt x="2088" y="41731"/>
                    <a:pt x="375" y="40660"/>
                  </a:cubicBezTo>
                  <a:cubicBezTo>
                    <a:pt x="1901" y="39697"/>
                    <a:pt x="3319" y="37877"/>
                    <a:pt x="3185" y="35816"/>
                  </a:cubicBezTo>
                  <a:cubicBezTo>
                    <a:pt x="5193" y="34799"/>
                    <a:pt x="6424" y="32764"/>
                    <a:pt x="6424" y="30516"/>
                  </a:cubicBezTo>
                  <a:cubicBezTo>
                    <a:pt x="6424" y="28268"/>
                    <a:pt x="5166" y="26260"/>
                    <a:pt x="3185" y="25216"/>
                  </a:cubicBezTo>
                  <a:cubicBezTo>
                    <a:pt x="3105" y="23236"/>
                    <a:pt x="2061" y="21442"/>
                    <a:pt x="375" y="20399"/>
                  </a:cubicBezTo>
                  <a:cubicBezTo>
                    <a:pt x="2088" y="19328"/>
                    <a:pt x="3185" y="17454"/>
                    <a:pt x="3185" y="15608"/>
                  </a:cubicBezTo>
                  <a:cubicBezTo>
                    <a:pt x="3185" y="15581"/>
                    <a:pt x="3185" y="15581"/>
                    <a:pt x="3185" y="15554"/>
                  </a:cubicBezTo>
                  <a:cubicBezTo>
                    <a:pt x="5193" y="14510"/>
                    <a:pt x="6424" y="12503"/>
                    <a:pt x="6424" y="10254"/>
                  </a:cubicBezTo>
                  <a:cubicBezTo>
                    <a:pt x="6424" y="8006"/>
                    <a:pt x="5193" y="5999"/>
                    <a:pt x="3185" y="4955"/>
                  </a:cubicBezTo>
                  <a:cubicBezTo>
                    <a:pt x="3185" y="3028"/>
                    <a:pt x="2008" y="1047"/>
                    <a:pt x="214" y="30"/>
                  </a:cubicBezTo>
                  <a:cubicBezTo>
                    <a:pt x="184" y="10"/>
                    <a:pt x="157" y="1"/>
                    <a:pt x="13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9" name="Google Shape;1579;p100"/>
            <p:cNvSpPr/>
            <p:nvPr/>
          </p:nvSpPr>
          <p:spPr>
            <a:xfrm>
              <a:off x="1300050" y="2593575"/>
              <a:ext cx="160600" cy="2032875"/>
            </a:xfrm>
            <a:custGeom>
              <a:avLst/>
              <a:gdLst/>
              <a:ahLst/>
              <a:cxnLst/>
              <a:rect l="l" t="t" r="r" b="b"/>
              <a:pathLst>
                <a:path w="6424" h="81315" extrusionOk="0">
                  <a:moveTo>
                    <a:pt x="167" y="1"/>
                  </a:moveTo>
                  <a:cubicBezTo>
                    <a:pt x="121" y="1"/>
                    <a:pt x="73" y="26"/>
                    <a:pt x="54" y="65"/>
                  </a:cubicBezTo>
                  <a:cubicBezTo>
                    <a:pt x="27" y="92"/>
                    <a:pt x="27" y="118"/>
                    <a:pt x="27" y="118"/>
                  </a:cubicBezTo>
                  <a:cubicBezTo>
                    <a:pt x="27" y="172"/>
                    <a:pt x="54" y="225"/>
                    <a:pt x="80" y="225"/>
                  </a:cubicBezTo>
                  <a:cubicBezTo>
                    <a:pt x="1820" y="1243"/>
                    <a:pt x="2971" y="3170"/>
                    <a:pt x="2944" y="5043"/>
                  </a:cubicBezTo>
                  <a:cubicBezTo>
                    <a:pt x="2944" y="5070"/>
                    <a:pt x="2971" y="5124"/>
                    <a:pt x="3025" y="5150"/>
                  </a:cubicBezTo>
                  <a:cubicBezTo>
                    <a:pt x="4952" y="6141"/>
                    <a:pt x="6183" y="8095"/>
                    <a:pt x="6183" y="10263"/>
                  </a:cubicBezTo>
                  <a:cubicBezTo>
                    <a:pt x="6183" y="12431"/>
                    <a:pt x="4952" y="14384"/>
                    <a:pt x="3025" y="15375"/>
                  </a:cubicBezTo>
                  <a:cubicBezTo>
                    <a:pt x="2971" y="15402"/>
                    <a:pt x="2944" y="15428"/>
                    <a:pt x="2944" y="15482"/>
                  </a:cubicBezTo>
                  <a:cubicBezTo>
                    <a:pt x="2998" y="17355"/>
                    <a:pt x="1847" y="19256"/>
                    <a:pt x="107" y="20273"/>
                  </a:cubicBezTo>
                  <a:cubicBezTo>
                    <a:pt x="80" y="20300"/>
                    <a:pt x="54" y="20326"/>
                    <a:pt x="27" y="20353"/>
                  </a:cubicBezTo>
                  <a:cubicBezTo>
                    <a:pt x="27" y="20407"/>
                    <a:pt x="27" y="20460"/>
                    <a:pt x="80" y="20514"/>
                  </a:cubicBezTo>
                  <a:cubicBezTo>
                    <a:pt x="1820" y="21504"/>
                    <a:pt x="2891" y="23297"/>
                    <a:pt x="2944" y="25305"/>
                  </a:cubicBezTo>
                  <a:cubicBezTo>
                    <a:pt x="2944" y="25358"/>
                    <a:pt x="2971" y="25385"/>
                    <a:pt x="3025" y="25412"/>
                  </a:cubicBezTo>
                  <a:cubicBezTo>
                    <a:pt x="4952" y="26402"/>
                    <a:pt x="6183" y="28356"/>
                    <a:pt x="6183" y="30524"/>
                  </a:cubicBezTo>
                  <a:cubicBezTo>
                    <a:pt x="6183" y="32692"/>
                    <a:pt x="4952" y="34646"/>
                    <a:pt x="3025" y="35636"/>
                  </a:cubicBezTo>
                  <a:cubicBezTo>
                    <a:pt x="2971" y="35663"/>
                    <a:pt x="2944" y="35717"/>
                    <a:pt x="2944" y="35770"/>
                  </a:cubicBezTo>
                  <a:cubicBezTo>
                    <a:pt x="3105" y="37831"/>
                    <a:pt x="1633" y="39651"/>
                    <a:pt x="107" y="40535"/>
                  </a:cubicBezTo>
                  <a:cubicBezTo>
                    <a:pt x="80" y="40561"/>
                    <a:pt x="54" y="40588"/>
                    <a:pt x="27" y="40615"/>
                  </a:cubicBezTo>
                  <a:cubicBezTo>
                    <a:pt x="27" y="40668"/>
                    <a:pt x="27" y="40749"/>
                    <a:pt x="80" y="40775"/>
                  </a:cubicBezTo>
                  <a:cubicBezTo>
                    <a:pt x="1820" y="41766"/>
                    <a:pt x="2944" y="43639"/>
                    <a:pt x="2944" y="45540"/>
                  </a:cubicBezTo>
                  <a:cubicBezTo>
                    <a:pt x="2944" y="45540"/>
                    <a:pt x="2944" y="45566"/>
                    <a:pt x="2944" y="45566"/>
                  </a:cubicBezTo>
                  <a:cubicBezTo>
                    <a:pt x="2944" y="45620"/>
                    <a:pt x="2971" y="45674"/>
                    <a:pt x="3025" y="45674"/>
                  </a:cubicBezTo>
                  <a:cubicBezTo>
                    <a:pt x="4952" y="46664"/>
                    <a:pt x="6183" y="48618"/>
                    <a:pt x="6183" y="50786"/>
                  </a:cubicBezTo>
                  <a:cubicBezTo>
                    <a:pt x="6183" y="52954"/>
                    <a:pt x="4952" y="54934"/>
                    <a:pt x="3025" y="55898"/>
                  </a:cubicBezTo>
                  <a:cubicBezTo>
                    <a:pt x="2971" y="55925"/>
                    <a:pt x="2944" y="55952"/>
                    <a:pt x="2944" y="56005"/>
                  </a:cubicBezTo>
                  <a:cubicBezTo>
                    <a:pt x="2891" y="58012"/>
                    <a:pt x="1847" y="59806"/>
                    <a:pt x="107" y="60796"/>
                  </a:cubicBezTo>
                  <a:cubicBezTo>
                    <a:pt x="80" y="60823"/>
                    <a:pt x="54" y="60850"/>
                    <a:pt x="27" y="60903"/>
                  </a:cubicBezTo>
                  <a:cubicBezTo>
                    <a:pt x="27" y="60957"/>
                    <a:pt x="27" y="61010"/>
                    <a:pt x="80" y="61037"/>
                  </a:cubicBezTo>
                  <a:cubicBezTo>
                    <a:pt x="1820" y="62054"/>
                    <a:pt x="2891" y="63847"/>
                    <a:pt x="2944" y="65828"/>
                  </a:cubicBezTo>
                  <a:cubicBezTo>
                    <a:pt x="2944" y="65882"/>
                    <a:pt x="2971" y="65935"/>
                    <a:pt x="3025" y="65962"/>
                  </a:cubicBezTo>
                  <a:cubicBezTo>
                    <a:pt x="4952" y="66925"/>
                    <a:pt x="6183" y="68879"/>
                    <a:pt x="6183" y="71047"/>
                  </a:cubicBezTo>
                  <a:cubicBezTo>
                    <a:pt x="6183" y="73242"/>
                    <a:pt x="4952" y="75196"/>
                    <a:pt x="3025" y="76160"/>
                  </a:cubicBezTo>
                  <a:cubicBezTo>
                    <a:pt x="2971" y="76186"/>
                    <a:pt x="2944" y="76240"/>
                    <a:pt x="2944" y="76267"/>
                  </a:cubicBezTo>
                  <a:cubicBezTo>
                    <a:pt x="2891" y="78274"/>
                    <a:pt x="1820" y="80067"/>
                    <a:pt x="80" y="81084"/>
                  </a:cubicBezTo>
                  <a:cubicBezTo>
                    <a:pt x="27" y="81111"/>
                    <a:pt x="0" y="81191"/>
                    <a:pt x="54" y="81245"/>
                  </a:cubicBezTo>
                  <a:cubicBezTo>
                    <a:pt x="71" y="81296"/>
                    <a:pt x="109" y="81315"/>
                    <a:pt x="149" y="81315"/>
                  </a:cubicBezTo>
                  <a:cubicBezTo>
                    <a:pt x="171" y="81315"/>
                    <a:pt x="195" y="81308"/>
                    <a:pt x="214" y="81299"/>
                  </a:cubicBezTo>
                  <a:cubicBezTo>
                    <a:pt x="2007" y="80255"/>
                    <a:pt x="3105" y="78408"/>
                    <a:pt x="3185" y="76347"/>
                  </a:cubicBezTo>
                  <a:cubicBezTo>
                    <a:pt x="5193" y="75330"/>
                    <a:pt x="6424" y="73296"/>
                    <a:pt x="6424" y="71047"/>
                  </a:cubicBezTo>
                  <a:cubicBezTo>
                    <a:pt x="6424" y="68826"/>
                    <a:pt x="5193" y="66792"/>
                    <a:pt x="3185" y="65748"/>
                  </a:cubicBezTo>
                  <a:cubicBezTo>
                    <a:pt x="3132" y="63767"/>
                    <a:pt x="2088" y="61974"/>
                    <a:pt x="402" y="60930"/>
                  </a:cubicBezTo>
                  <a:cubicBezTo>
                    <a:pt x="2088" y="59859"/>
                    <a:pt x="3132" y="58093"/>
                    <a:pt x="3185" y="56085"/>
                  </a:cubicBezTo>
                  <a:cubicBezTo>
                    <a:pt x="5193" y="55068"/>
                    <a:pt x="6424" y="53034"/>
                    <a:pt x="6424" y="50786"/>
                  </a:cubicBezTo>
                  <a:cubicBezTo>
                    <a:pt x="6424" y="48537"/>
                    <a:pt x="5193" y="46530"/>
                    <a:pt x="3185" y="45486"/>
                  </a:cubicBezTo>
                  <a:cubicBezTo>
                    <a:pt x="3185" y="43586"/>
                    <a:pt x="2088" y="41739"/>
                    <a:pt x="402" y="40668"/>
                  </a:cubicBezTo>
                  <a:cubicBezTo>
                    <a:pt x="1927" y="39705"/>
                    <a:pt x="3319" y="37885"/>
                    <a:pt x="3212" y="35824"/>
                  </a:cubicBezTo>
                  <a:cubicBezTo>
                    <a:pt x="5193" y="34780"/>
                    <a:pt x="6424" y="32772"/>
                    <a:pt x="6424" y="30524"/>
                  </a:cubicBezTo>
                  <a:cubicBezTo>
                    <a:pt x="6424" y="28276"/>
                    <a:pt x="5193" y="26268"/>
                    <a:pt x="3185" y="25225"/>
                  </a:cubicBezTo>
                  <a:cubicBezTo>
                    <a:pt x="3105" y="23244"/>
                    <a:pt x="2061" y="21451"/>
                    <a:pt x="402" y="20407"/>
                  </a:cubicBezTo>
                  <a:cubicBezTo>
                    <a:pt x="2088" y="19336"/>
                    <a:pt x="3185" y="17436"/>
                    <a:pt x="3185" y="15616"/>
                  </a:cubicBezTo>
                  <a:cubicBezTo>
                    <a:pt x="3185" y="15589"/>
                    <a:pt x="3185" y="15562"/>
                    <a:pt x="3185" y="15562"/>
                  </a:cubicBezTo>
                  <a:cubicBezTo>
                    <a:pt x="5193" y="14518"/>
                    <a:pt x="6424" y="12511"/>
                    <a:pt x="6424" y="10263"/>
                  </a:cubicBezTo>
                  <a:cubicBezTo>
                    <a:pt x="6424" y="8014"/>
                    <a:pt x="5193" y="6007"/>
                    <a:pt x="3185" y="4963"/>
                  </a:cubicBezTo>
                  <a:cubicBezTo>
                    <a:pt x="3185" y="3036"/>
                    <a:pt x="2007" y="1055"/>
                    <a:pt x="214" y="11"/>
                  </a:cubicBezTo>
                  <a:cubicBezTo>
                    <a:pt x="200" y="4"/>
                    <a:pt x="184" y="1"/>
                    <a:pt x="16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0" name="Google Shape;1580;p100"/>
            <p:cNvSpPr/>
            <p:nvPr/>
          </p:nvSpPr>
          <p:spPr>
            <a:xfrm>
              <a:off x="1146800" y="2845375"/>
              <a:ext cx="159950" cy="2032675"/>
            </a:xfrm>
            <a:custGeom>
              <a:avLst/>
              <a:gdLst/>
              <a:ahLst/>
              <a:cxnLst/>
              <a:rect l="l" t="t" r="r" b="b"/>
              <a:pathLst>
                <a:path w="6398" h="81307" extrusionOk="0">
                  <a:moveTo>
                    <a:pt x="120" y="1"/>
                  </a:moveTo>
                  <a:cubicBezTo>
                    <a:pt x="81" y="1"/>
                    <a:pt x="44" y="24"/>
                    <a:pt x="28" y="57"/>
                  </a:cubicBezTo>
                  <a:cubicBezTo>
                    <a:pt x="28" y="84"/>
                    <a:pt x="1" y="110"/>
                    <a:pt x="1" y="137"/>
                  </a:cubicBezTo>
                  <a:cubicBezTo>
                    <a:pt x="1" y="164"/>
                    <a:pt x="28" y="217"/>
                    <a:pt x="81" y="244"/>
                  </a:cubicBezTo>
                  <a:cubicBezTo>
                    <a:pt x="1821" y="1234"/>
                    <a:pt x="2972" y="3162"/>
                    <a:pt x="2918" y="5035"/>
                  </a:cubicBezTo>
                  <a:cubicBezTo>
                    <a:pt x="2918" y="5089"/>
                    <a:pt x="2945" y="5142"/>
                    <a:pt x="2998" y="5142"/>
                  </a:cubicBezTo>
                  <a:cubicBezTo>
                    <a:pt x="4952" y="6133"/>
                    <a:pt x="6157" y="8086"/>
                    <a:pt x="6157" y="10254"/>
                  </a:cubicBezTo>
                  <a:cubicBezTo>
                    <a:pt x="6157" y="12422"/>
                    <a:pt x="4952" y="14376"/>
                    <a:pt x="2998" y="15367"/>
                  </a:cubicBezTo>
                  <a:cubicBezTo>
                    <a:pt x="2945" y="15393"/>
                    <a:pt x="2918" y="15420"/>
                    <a:pt x="2918" y="15474"/>
                  </a:cubicBezTo>
                  <a:cubicBezTo>
                    <a:pt x="2972" y="17321"/>
                    <a:pt x="1848" y="19248"/>
                    <a:pt x="81" y="20265"/>
                  </a:cubicBezTo>
                  <a:cubicBezTo>
                    <a:pt x="54" y="20292"/>
                    <a:pt x="28" y="20318"/>
                    <a:pt x="1" y="20345"/>
                  </a:cubicBezTo>
                  <a:cubicBezTo>
                    <a:pt x="1" y="20425"/>
                    <a:pt x="28" y="20479"/>
                    <a:pt x="81" y="20506"/>
                  </a:cubicBezTo>
                  <a:cubicBezTo>
                    <a:pt x="1794" y="21496"/>
                    <a:pt x="2865" y="23289"/>
                    <a:pt x="2918" y="25297"/>
                  </a:cubicBezTo>
                  <a:cubicBezTo>
                    <a:pt x="2918" y="25350"/>
                    <a:pt x="2945" y="25404"/>
                    <a:pt x="2998" y="25404"/>
                  </a:cubicBezTo>
                  <a:cubicBezTo>
                    <a:pt x="4952" y="26394"/>
                    <a:pt x="6157" y="28348"/>
                    <a:pt x="6157" y="30516"/>
                  </a:cubicBezTo>
                  <a:cubicBezTo>
                    <a:pt x="6157" y="32684"/>
                    <a:pt x="4952" y="34665"/>
                    <a:pt x="2998" y="35628"/>
                  </a:cubicBezTo>
                  <a:cubicBezTo>
                    <a:pt x="2945" y="35655"/>
                    <a:pt x="2918" y="35709"/>
                    <a:pt x="2918" y="35762"/>
                  </a:cubicBezTo>
                  <a:cubicBezTo>
                    <a:pt x="3079" y="37823"/>
                    <a:pt x="1633" y="39643"/>
                    <a:pt x="81" y="40526"/>
                  </a:cubicBezTo>
                  <a:cubicBezTo>
                    <a:pt x="54" y="40553"/>
                    <a:pt x="28" y="40580"/>
                    <a:pt x="1" y="40633"/>
                  </a:cubicBezTo>
                  <a:cubicBezTo>
                    <a:pt x="1" y="40687"/>
                    <a:pt x="28" y="40741"/>
                    <a:pt x="81" y="40767"/>
                  </a:cubicBezTo>
                  <a:cubicBezTo>
                    <a:pt x="1821" y="41784"/>
                    <a:pt x="2918" y="43631"/>
                    <a:pt x="2918" y="45532"/>
                  </a:cubicBezTo>
                  <a:cubicBezTo>
                    <a:pt x="2918" y="45532"/>
                    <a:pt x="2918" y="45558"/>
                    <a:pt x="2918" y="45558"/>
                  </a:cubicBezTo>
                  <a:cubicBezTo>
                    <a:pt x="2918" y="45612"/>
                    <a:pt x="2945" y="45665"/>
                    <a:pt x="2998" y="45692"/>
                  </a:cubicBezTo>
                  <a:cubicBezTo>
                    <a:pt x="4952" y="46656"/>
                    <a:pt x="6157" y="48610"/>
                    <a:pt x="6157" y="50778"/>
                  </a:cubicBezTo>
                  <a:cubicBezTo>
                    <a:pt x="6157" y="52972"/>
                    <a:pt x="4952" y="54926"/>
                    <a:pt x="2998" y="55890"/>
                  </a:cubicBezTo>
                  <a:cubicBezTo>
                    <a:pt x="2945" y="55917"/>
                    <a:pt x="2918" y="55970"/>
                    <a:pt x="2918" y="55997"/>
                  </a:cubicBezTo>
                  <a:cubicBezTo>
                    <a:pt x="2891" y="58004"/>
                    <a:pt x="1821" y="59798"/>
                    <a:pt x="81" y="60815"/>
                  </a:cubicBezTo>
                  <a:cubicBezTo>
                    <a:pt x="54" y="60815"/>
                    <a:pt x="28" y="60841"/>
                    <a:pt x="1" y="60895"/>
                  </a:cubicBezTo>
                  <a:cubicBezTo>
                    <a:pt x="1" y="60949"/>
                    <a:pt x="28" y="61002"/>
                    <a:pt x="81" y="61029"/>
                  </a:cubicBezTo>
                  <a:cubicBezTo>
                    <a:pt x="1821" y="62046"/>
                    <a:pt x="2891" y="63839"/>
                    <a:pt x="2918" y="65847"/>
                  </a:cubicBezTo>
                  <a:cubicBezTo>
                    <a:pt x="2918" y="65873"/>
                    <a:pt x="2945" y="65927"/>
                    <a:pt x="2998" y="65954"/>
                  </a:cubicBezTo>
                  <a:cubicBezTo>
                    <a:pt x="4952" y="66917"/>
                    <a:pt x="6157" y="68871"/>
                    <a:pt x="6157" y="71066"/>
                  </a:cubicBezTo>
                  <a:cubicBezTo>
                    <a:pt x="6157" y="73234"/>
                    <a:pt x="4952" y="75188"/>
                    <a:pt x="2998" y="76151"/>
                  </a:cubicBezTo>
                  <a:cubicBezTo>
                    <a:pt x="2945" y="76178"/>
                    <a:pt x="2918" y="76232"/>
                    <a:pt x="2918" y="76285"/>
                  </a:cubicBezTo>
                  <a:cubicBezTo>
                    <a:pt x="2891" y="78266"/>
                    <a:pt x="1821" y="80059"/>
                    <a:pt x="81" y="81076"/>
                  </a:cubicBezTo>
                  <a:cubicBezTo>
                    <a:pt x="28" y="81103"/>
                    <a:pt x="1" y="81183"/>
                    <a:pt x="28" y="81237"/>
                  </a:cubicBezTo>
                  <a:cubicBezTo>
                    <a:pt x="44" y="81288"/>
                    <a:pt x="83" y="81306"/>
                    <a:pt x="129" y="81306"/>
                  </a:cubicBezTo>
                  <a:cubicBezTo>
                    <a:pt x="156" y="81306"/>
                    <a:pt x="185" y="81300"/>
                    <a:pt x="215" y="81290"/>
                  </a:cubicBezTo>
                  <a:cubicBezTo>
                    <a:pt x="1981" y="80247"/>
                    <a:pt x="3106" y="78400"/>
                    <a:pt x="3186" y="76366"/>
                  </a:cubicBezTo>
                  <a:cubicBezTo>
                    <a:pt x="5167" y="75322"/>
                    <a:pt x="6398" y="73288"/>
                    <a:pt x="6398" y="71066"/>
                  </a:cubicBezTo>
                  <a:cubicBezTo>
                    <a:pt x="6398" y="68818"/>
                    <a:pt x="5167" y="66783"/>
                    <a:pt x="3186" y="65766"/>
                  </a:cubicBezTo>
                  <a:cubicBezTo>
                    <a:pt x="3106" y="63759"/>
                    <a:pt x="2062" y="61992"/>
                    <a:pt x="375" y="60922"/>
                  </a:cubicBezTo>
                  <a:cubicBezTo>
                    <a:pt x="2062" y="59878"/>
                    <a:pt x="3106" y="58085"/>
                    <a:pt x="3186" y="56077"/>
                  </a:cubicBezTo>
                  <a:cubicBezTo>
                    <a:pt x="5167" y="55060"/>
                    <a:pt x="6398" y="53026"/>
                    <a:pt x="6398" y="50778"/>
                  </a:cubicBezTo>
                  <a:cubicBezTo>
                    <a:pt x="6398" y="48556"/>
                    <a:pt x="5167" y="46522"/>
                    <a:pt x="3186" y="45505"/>
                  </a:cubicBezTo>
                  <a:cubicBezTo>
                    <a:pt x="3159" y="43604"/>
                    <a:pt x="2088" y="41731"/>
                    <a:pt x="375" y="40660"/>
                  </a:cubicBezTo>
                  <a:cubicBezTo>
                    <a:pt x="1901" y="39697"/>
                    <a:pt x="3293" y="37877"/>
                    <a:pt x="3186" y="35816"/>
                  </a:cubicBezTo>
                  <a:cubicBezTo>
                    <a:pt x="5167" y="34799"/>
                    <a:pt x="6398" y="32764"/>
                    <a:pt x="6398" y="30516"/>
                  </a:cubicBezTo>
                  <a:cubicBezTo>
                    <a:pt x="6398" y="28268"/>
                    <a:pt x="5167" y="26260"/>
                    <a:pt x="3186" y="25216"/>
                  </a:cubicBezTo>
                  <a:cubicBezTo>
                    <a:pt x="3079" y="23236"/>
                    <a:pt x="2062" y="21442"/>
                    <a:pt x="375" y="20399"/>
                  </a:cubicBezTo>
                  <a:cubicBezTo>
                    <a:pt x="2088" y="19328"/>
                    <a:pt x="3186" y="17401"/>
                    <a:pt x="3186" y="15554"/>
                  </a:cubicBezTo>
                  <a:cubicBezTo>
                    <a:pt x="5167" y="14510"/>
                    <a:pt x="6398" y="12503"/>
                    <a:pt x="6398" y="10254"/>
                  </a:cubicBezTo>
                  <a:cubicBezTo>
                    <a:pt x="6398" y="8006"/>
                    <a:pt x="5167" y="5999"/>
                    <a:pt x="3186" y="4955"/>
                  </a:cubicBezTo>
                  <a:cubicBezTo>
                    <a:pt x="3186" y="3028"/>
                    <a:pt x="1981" y="1047"/>
                    <a:pt x="188" y="30"/>
                  </a:cubicBezTo>
                  <a:cubicBezTo>
                    <a:pt x="168" y="10"/>
                    <a:pt x="143" y="1"/>
                    <a:pt x="12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1" name="Google Shape;1581;p100"/>
            <p:cNvSpPr/>
            <p:nvPr/>
          </p:nvSpPr>
          <p:spPr>
            <a:xfrm>
              <a:off x="992900" y="2593575"/>
              <a:ext cx="160625" cy="2032875"/>
            </a:xfrm>
            <a:custGeom>
              <a:avLst/>
              <a:gdLst/>
              <a:ahLst/>
              <a:cxnLst/>
              <a:rect l="l" t="t" r="r" b="b"/>
              <a:pathLst>
                <a:path w="6425" h="81315" extrusionOk="0">
                  <a:moveTo>
                    <a:pt x="167" y="1"/>
                  </a:moveTo>
                  <a:cubicBezTo>
                    <a:pt x="120" y="1"/>
                    <a:pt x="67" y="26"/>
                    <a:pt x="27" y="65"/>
                  </a:cubicBezTo>
                  <a:cubicBezTo>
                    <a:pt x="27" y="92"/>
                    <a:pt x="27" y="118"/>
                    <a:pt x="27" y="118"/>
                  </a:cubicBezTo>
                  <a:cubicBezTo>
                    <a:pt x="27" y="172"/>
                    <a:pt x="54" y="225"/>
                    <a:pt x="81" y="225"/>
                  </a:cubicBezTo>
                  <a:cubicBezTo>
                    <a:pt x="1821" y="1243"/>
                    <a:pt x="2972" y="3170"/>
                    <a:pt x="2945" y="5043"/>
                  </a:cubicBezTo>
                  <a:cubicBezTo>
                    <a:pt x="2945" y="5070"/>
                    <a:pt x="2972" y="5124"/>
                    <a:pt x="2998" y="5150"/>
                  </a:cubicBezTo>
                  <a:cubicBezTo>
                    <a:pt x="4952" y="6141"/>
                    <a:pt x="6157" y="8095"/>
                    <a:pt x="6157" y="10263"/>
                  </a:cubicBezTo>
                  <a:cubicBezTo>
                    <a:pt x="6157" y="12431"/>
                    <a:pt x="4952" y="14384"/>
                    <a:pt x="2998" y="15375"/>
                  </a:cubicBezTo>
                  <a:cubicBezTo>
                    <a:pt x="2972" y="15402"/>
                    <a:pt x="2945" y="15428"/>
                    <a:pt x="2945" y="15482"/>
                  </a:cubicBezTo>
                  <a:cubicBezTo>
                    <a:pt x="2998" y="17329"/>
                    <a:pt x="1847" y="19256"/>
                    <a:pt x="108" y="20273"/>
                  </a:cubicBezTo>
                  <a:cubicBezTo>
                    <a:pt x="54" y="20300"/>
                    <a:pt x="27" y="20326"/>
                    <a:pt x="27" y="20353"/>
                  </a:cubicBezTo>
                  <a:cubicBezTo>
                    <a:pt x="1" y="20407"/>
                    <a:pt x="27" y="20460"/>
                    <a:pt x="81" y="20514"/>
                  </a:cubicBezTo>
                  <a:cubicBezTo>
                    <a:pt x="1794" y="21504"/>
                    <a:pt x="2865" y="23297"/>
                    <a:pt x="2945" y="25305"/>
                  </a:cubicBezTo>
                  <a:cubicBezTo>
                    <a:pt x="2945" y="25358"/>
                    <a:pt x="2972" y="25385"/>
                    <a:pt x="2998" y="25412"/>
                  </a:cubicBezTo>
                  <a:cubicBezTo>
                    <a:pt x="4952" y="26402"/>
                    <a:pt x="6157" y="28356"/>
                    <a:pt x="6157" y="30524"/>
                  </a:cubicBezTo>
                  <a:cubicBezTo>
                    <a:pt x="6157" y="32692"/>
                    <a:pt x="4952" y="34646"/>
                    <a:pt x="2998" y="35636"/>
                  </a:cubicBezTo>
                  <a:cubicBezTo>
                    <a:pt x="2972" y="35663"/>
                    <a:pt x="2945" y="35717"/>
                    <a:pt x="2945" y="35770"/>
                  </a:cubicBezTo>
                  <a:cubicBezTo>
                    <a:pt x="3105" y="37831"/>
                    <a:pt x="1633" y="39651"/>
                    <a:pt x="108" y="40535"/>
                  </a:cubicBezTo>
                  <a:cubicBezTo>
                    <a:pt x="54" y="40561"/>
                    <a:pt x="27" y="40588"/>
                    <a:pt x="27" y="40615"/>
                  </a:cubicBezTo>
                  <a:cubicBezTo>
                    <a:pt x="1" y="40668"/>
                    <a:pt x="27" y="40749"/>
                    <a:pt x="81" y="40775"/>
                  </a:cubicBezTo>
                  <a:cubicBezTo>
                    <a:pt x="1821" y="41766"/>
                    <a:pt x="2945" y="43639"/>
                    <a:pt x="2945" y="45540"/>
                  </a:cubicBezTo>
                  <a:cubicBezTo>
                    <a:pt x="2945" y="45540"/>
                    <a:pt x="2945" y="45566"/>
                    <a:pt x="2945" y="45566"/>
                  </a:cubicBezTo>
                  <a:cubicBezTo>
                    <a:pt x="2918" y="45620"/>
                    <a:pt x="2972" y="45674"/>
                    <a:pt x="2998" y="45674"/>
                  </a:cubicBezTo>
                  <a:cubicBezTo>
                    <a:pt x="4952" y="46664"/>
                    <a:pt x="6157" y="48618"/>
                    <a:pt x="6157" y="50786"/>
                  </a:cubicBezTo>
                  <a:cubicBezTo>
                    <a:pt x="6157" y="52954"/>
                    <a:pt x="4952" y="54934"/>
                    <a:pt x="2998" y="55898"/>
                  </a:cubicBezTo>
                  <a:cubicBezTo>
                    <a:pt x="2972" y="55925"/>
                    <a:pt x="2945" y="55952"/>
                    <a:pt x="2945" y="56005"/>
                  </a:cubicBezTo>
                  <a:cubicBezTo>
                    <a:pt x="2891" y="58012"/>
                    <a:pt x="1821" y="59806"/>
                    <a:pt x="108" y="60796"/>
                  </a:cubicBezTo>
                  <a:cubicBezTo>
                    <a:pt x="54" y="60823"/>
                    <a:pt x="27" y="60850"/>
                    <a:pt x="27" y="60903"/>
                  </a:cubicBezTo>
                  <a:cubicBezTo>
                    <a:pt x="1" y="60957"/>
                    <a:pt x="27" y="61010"/>
                    <a:pt x="81" y="61037"/>
                  </a:cubicBezTo>
                  <a:cubicBezTo>
                    <a:pt x="1821" y="62054"/>
                    <a:pt x="2891" y="63847"/>
                    <a:pt x="2945" y="65828"/>
                  </a:cubicBezTo>
                  <a:cubicBezTo>
                    <a:pt x="2945" y="65882"/>
                    <a:pt x="2972" y="65935"/>
                    <a:pt x="2998" y="65962"/>
                  </a:cubicBezTo>
                  <a:cubicBezTo>
                    <a:pt x="4952" y="66925"/>
                    <a:pt x="6157" y="68879"/>
                    <a:pt x="6157" y="71047"/>
                  </a:cubicBezTo>
                  <a:cubicBezTo>
                    <a:pt x="6157" y="73242"/>
                    <a:pt x="4952" y="75196"/>
                    <a:pt x="2998" y="76160"/>
                  </a:cubicBezTo>
                  <a:cubicBezTo>
                    <a:pt x="2972" y="76186"/>
                    <a:pt x="2945" y="76240"/>
                    <a:pt x="2945" y="76267"/>
                  </a:cubicBezTo>
                  <a:cubicBezTo>
                    <a:pt x="2891" y="78274"/>
                    <a:pt x="1821" y="80067"/>
                    <a:pt x="81" y="81084"/>
                  </a:cubicBezTo>
                  <a:cubicBezTo>
                    <a:pt x="27" y="81111"/>
                    <a:pt x="1" y="81191"/>
                    <a:pt x="27" y="81245"/>
                  </a:cubicBezTo>
                  <a:cubicBezTo>
                    <a:pt x="61" y="81296"/>
                    <a:pt x="106" y="81315"/>
                    <a:pt x="148" y="81315"/>
                  </a:cubicBezTo>
                  <a:cubicBezTo>
                    <a:pt x="172" y="81315"/>
                    <a:pt x="195" y="81308"/>
                    <a:pt x="215" y="81299"/>
                  </a:cubicBezTo>
                  <a:cubicBezTo>
                    <a:pt x="2008" y="80255"/>
                    <a:pt x="3105" y="78408"/>
                    <a:pt x="3186" y="76347"/>
                  </a:cubicBezTo>
                  <a:cubicBezTo>
                    <a:pt x="5193" y="75330"/>
                    <a:pt x="6424" y="73296"/>
                    <a:pt x="6424" y="71047"/>
                  </a:cubicBezTo>
                  <a:cubicBezTo>
                    <a:pt x="6424" y="68826"/>
                    <a:pt x="5193" y="66792"/>
                    <a:pt x="3186" y="65748"/>
                  </a:cubicBezTo>
                  <a:cubicBezTo>
                    <a:pt x="3105" y="63767"/>
                    <a:pt x="2088" y="61974"/>
                    <a:pt x="402" y="60930"/>
                  </a:cubicBezTo>
                  <a:cubicBezTo>
                    <a:pt x="2088" y="59859"/>
                    <a:pt x="3105" y="58093"/>
                    <a:pt x="3186" y="56085"/>
                  </a:cubicBezTo>
                  <a:cubicBezTo>
                    <a:pt x="5193" y="55068"/>
                    <a:pt x="6424" y="53034"/>
                    <a:pt x="6424" y="50786"/>
                  </a:cubicBezTo>
                  <a:cubicBezTo>
                    <a:pt x="6424" y="48537"/>
                    <a:pt x="5193" y="46530"/>
                    <a:pt x="3186" y="45486"/>
                  </a:cubicBezTo>
                  <a:cubicBezTo>
                    <a:pt x="3159" y="43586"/>
                    <a:pt x="2088" y="41739"/>
                    <a:pt x="402" y="40668"/>
                  </a:cubicBezTo>
                  <a:cubicBezTo>
                    <a:pt x="1901" y="39705"/>
                    <a:pt x="3320" y="37885"/>
                    <a:pt x="3186" y="35824"/>
                  </a:cubicBezTo>
                  <a:cubicBezTo>
                    <a:pt x="5193" y="34780"/>
                    <a:pt x="6424" y="32772"/>
                    <a:pt x="6424" y="30524"/>
                  </a:cubicBezTo>
                  <a:cubicBezTo>
                    <a:pt x="6424" y="28276"/>
                    <a:pt x="5193" y="26268"/>
                    <a:pt x="3186" y="25225"/>
                  </a:cubicBezTo>
                  <a:cubicBezTo>
                    <a:pt x="3105" y="23244"/>
                    <a:pt x="2062" y="21451"/>
                    <a:pt x="402" y="20407"/>
                  </a:cubicBezTo>
                  <a:cubicBezTo>
                    <a:pt x="2088" y="19336"/>
                    <a:pt x="3186" y="17436"/>
                    <a:pt x="3186" y="15616"/>
                  </a:cubicBezTo>
                  <a:cubicBezTo>
                    <a:pt x="3186" y="15589"/>
                    <a:pt x="3186" y="15562"/>
                    <a:pt x="3186" y="15562"/>
                  </a:cubicBezTo>
                  <a:cubicBezTo>
                    <a:pt x="5193" y="14518"/>
                    <a:pt x="6424" y="12511"/>
                    <a:pt x="6424" y="10263"/>
                  </a:cubicBezTo>
                  <a:cubicBezTo>
                    <a:pt x="6424" y="8014"/>
                    <a:pt x="5193" y="6007"/>
                    <a:pt x="3186" y="4963"/>
                  </a:cubicBezTo>
                  <a:cubicBezTo>
                    <a:pt x="3186" y="3036"/>
                    <a:pt x="2008" y="1055"/>
                    <a:pt x="215" y="11"/>
                  </a:cubicBezTo>
                  <a:cubicBezTo>
                    <a:pt x="200" y="4"/>
                    <a:pt x="184" y="1"/>
                    <a:pt x="16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2" name="Google Shape;1582;p100"/>
            <p:cNvSpPr/>
            <p:nvPr/>
          </p:nvSpPr>
          <p:spPr>
            <a:xfrm>
              <a:off x="839675" y="2845375"/>
              <a:ext cx="159950" cy="2032675"/>
            </a:xfrm>
            <a:custGeom>
              <a:avLst/>
              <a:gdLst/>
              <a:ahLst/>
              <a:cxnLst/>
              <a:rect l="l" t="t" r="r" b="b"/>
              <a:pathLst>
                <a:path w="6398" h="81307" extrusionOk="0">
                  <a:moveTo>
                    <a:pt x="119" y="1"/>
                  </a:moveTo>
                  <a:cubicBezTo>
                    <a:pt x="81" y="1"/>
                    <a:pt x="44" y="24"/>
                    <a:pt x="27" y="57"/>
                  </a:cubicBezTo>
                  <a:cubicBezTo>
                    <a:pt x="0" y="84"/>
                    <a:pt x="0" y="110"/>
                    <a:pt x="0" y="137"/>
                  </a:cubicBezTo>
                  <a:cubicBezTo>
                    <a:pt x="0" y="164"/>
                    <a:pt x="27" y="217"/>
                    <a:pt x="54" y="244"/>
                  </a:cubicBezTo>
                  <a:cubicBezTo>
                    <a:pt x="1794" y="1234"/>
                    <a:pt x="2971" y="3162"/>
                    <a:pt x="2918" y="5035"/>
                  </a:cubicBezTo>
                  <a:cubicBezTo>
                    <a:pt x="2918" y="5089"/>
                    <a:pt x="2945" y="5142"/>
                    <a:pt x="2998" y="5142"/>
                  </a:cubicBezTo>
                  <a:cubicBezTo>
                    <a:pt x="4925" y="6133"/>
                    <a:pt x="6156" y="8086"/>
                    <a:pt x="6156" y="10254"/>
                  </a:cubicBezTo>
                  <a:cubicBezTo>
                    <a:pt x="6156" y="12422"/>
                    <a:pt x="4925" y="14376"/>
                    <a:pt x="2998" y="15367"/>
                  </a:cubicBezTo>
                  <a:cubicBezTo>
                    <a:pt x="2945" y="15393"/>
                    <a:pt x="2918" y="15420"/>
                    <a:pt x="2918" y="15474"/>
                  </a:cubicBezTo>
                  <a:cubicBezTo>
                    <a:pt x="2971" y="17321"/>
                    <a:pt x="1847" y="19248"/>
                    <a:pt x="81" y="20265"/>
                  </a:cubicBezTo>
                  <a:cubicBezTo>
                    <a:pt x="54" y="20292"/>
                    <a:pt x="27" y="20318"/>
                    <a:pt x="0" y="20345"/>
                  </a:cubicBezTo>
                  <a:cubicBezTo>
                    <a:pt x="0" y="20425"/>
                    <a:pt x="27" y="20479"/>
                    <a:pt x="54" y="20506"/>
                  </a:cubicBezTo>
                  <a:cubicBezTo>
                    <a:pt x="1794" y="21496"/>
                    <a:pt x="2864" y="23289"/>
                    <a:pt x="2918" y="25297"/>
                  </a:cubicBezTo>
                  <a:cubicBezTo>
                    <a:pt x="2918" y="25350"/>
                    <a:pt x="2945" y="25404"/>
                    <a:pt x="2998" y="25404"/>
                  </a:cubicBezTo>
                  <a:cubicBezTo>
                    <a:pt x="4925" y="26394"/>
                    <a:pt x="6156" y="28348"/>
                    <a:pt x="6156" y="30516"/>
                  </a:cubicBezTo>
                  <a:cubicBezTo>
                    <a:pt x="6156" y="32684"/>
                    <a:pt x="4925" y="34665"/>
                    <a:pt x="2998" y="35628"/>
                  </a:cubicBezTo>
                  <a:cubicBezTo>
                    <a:pt x="2945" y="35655"/>
                    <a:pt x="2918" y="35709"/>
                    <a:pt x="2918" y="35762"/>
                  </a:cubicBezTo>
                  <a:cubicBezTo>
                    <a:pt x="3078" y="37823"/>
                    <a:pt x="1606" y="39643"/>
                    <a:pt x="81" y="40526"/>
                  </a:cubicBezTo>
                  <a:cubicBezTo>
                    <a:pt x="54" y="40553"/>
                    <a:pt x="27" y="40580"/>
                    <a:pt x="0" y="40633"/>
                  </a:cubicBezTo>
                  <a:cubicBezTo>
                    <a:pt x="0" y="40687"/>
                    <a:pt x="27" y="40741"/>
                    <a:pt x="54" y="40767"/>
                  </a:cubicBezTo>
                  <a:cubicBezTo>
                    <a:pt x="1794" y="41784"/>
                    <a:pt x="2918" y="43631"/>
                    <a:pt x="2918" y="45532"/>
                  </a:cubicBezTo>
                  <a:cubicBezTo>
                    <a:pt x="2918" y="45558"/>
                    <a:pt x="2918" y="45558"/>
                    <a:pt x="2918" y="45558"/>
                  </a:cubicBezTo>
                  <a:cubicBezTo>
                    <a:pt x="2918" y="45612"/>
                    <a:pt x="2945" y="45665"/>
                    <a:pt x="2998" y="45692"/>
                  </a:cubicBezTo>
                  <a:cubicBezTo>
                    <a:pt x="4925" y="46656"/>
                    <a:pt x="6156" y="48610"/>
                    <a:pt x="6156" y="50778"/>
                  </a:cubicBezTo>
                  <a:cubicBezTo>
                    <a:pt x="6156" y="52972"/>
                    <a:pt x="4925" y="54926"/>
                    <a:pt x="2998" y="55890"/>
                  </a:cubicBezTo>
                  <a:cubicBezTo>
                    <a:pt x="2945" y="55917"/>
                    <a:pt x="2918" y="55970"/>
                    <a:pt x="2918" y="55997"/>
                  </a:cubicBezTo>
                  <a:cubicBezTo>
                    <a:pt x="2864" y="58004"/>
                    <a:pt x="1820" y="59798"/>
                    <a:pt x="81" y="60815"/>
                  </a:cubicBezTo>
                  <a:cubicBezTo>
                    <a:pt x="54" y="60815"/>
                    <a:pt x="27" y="60841"/>
                    <a:pt x="0" y="60895"/>
                  </a:cubicBezTo>
                  <a:cubicBezTo>
                    <a:pt x="0" y="60949"/>
                    <a:pt x="27" y="61002"/>
                    <a:pt x="54" y="61029"/>
                  </a:cubicBezTo>
                  <a:cubicBezTo>
                    <a:pt x="1794" y="62046"/>
                    <a:pt x="2864" y="63839"/>
                    <a:pt x="2918" y="65847"/>
                  </a:cubicBezTo>
                  <a:cubicBezTo>
                    <a:pt x="2918" y="65873"/>
                    <a:pt x="2945" y="65927"/>
                    <a:pt x="2998" y="65954"/>
                  </a:cubicBezTo>
                  <a:cubicBezTo>
                    <a:pt x="4925" y="66917"/>
                    <a:pt x="6156" y="68871"/>
                    <a:pt x="6156" y="71066"/>
                  </a:cubicBezTo>
                  <a:cubicBezTo>
                    <a:pt x="6156" y="73234"/>
                    <a:pt x="4925" y="75188"/>
                    <a:pt x="2998" y="76151"/>
                  </a:cubicBezTo>
                  <a:cubicBezTo>
                    <a:pt x="2945" y="76178"/>
                    <a:pt x="2918" y="76232"/>
                    <a:pt x="2918" y="76285"/>
                  </a:cubicBezTo>
                  <a:cubicBezTo>
                    <a:pt x="2864" y="78266"/>
                    <a:pt x="1794" y="80059"/>
                    <a:pt x="81" y="81076"/>
                  </a:cubicBezTo>
                  <a:cubicBezTo>
                    <a:pt x="0" y="81103"/>
                    <a:pt x="0" y="81183"/>
                    <a:pt x="27" y="81237"/>
                  </a:cubicBezTo>
                  <a:cubicBezTo>
                    <a:pt x="44" y="81288"/>
                    <a:pt x="83" y="81306"/>
                    <a:pt x="122" y="81306"/>
                  </a:cubicBezTo>
                  <a:cubicBezTo>
                    <a:pt x="145" y="81306"/>
                    <a:pt x="168" y="81300"/>
                    <a:pt x="188" y="81290"/>
                  </a:cubicBezTo>
                  <a:cubicBezTo>
                    <a:pt x="1981" y="80247"/>
                    <a:pt x="3105" y="78400"/>
                    <a:pt x="3159" y="76366"/>
                  </a:cubicBezTo>
                  <a:cubicBezTo>
                    <a:pt x="5166" y="75322"/>
                    <a:pt x="6397" y="73288"/>
                    <a:pt x="6397" y="71066"/>
                  </a:cubicBezTo>
                  <a:cubicBezTo>
                    <a:pt x="6397" y="68818"/>
                    <a:pt x="5166" y="66783"/>
                    <a:pt x="3159" y="65766"/>
                  </a:cubicBezTo>
                  <a:cubicBezTo>
                    <a:pt x="3105" y="63759"/>
                    <a:pt x="2061" y="61992"/>
                    <a:pt x="375" y="60922"/>
                  </a:cubicBezTo>
                  <a:cubicBezTo>
                    <a:pt x="2061" y="59878"/>
                    <a:pt x="3105" y="58085"/>
                    <a:pt x="3159" y="56077"/>
                  </a:cubicBezTo>
                  <a:cubicBezTo>
                    <a:pt x="5166" y="55060"/>
                    <a:pt x="6397" y="53026"/>
                    <a:pt x="6397" y="50778"/>
                  </a:cubicBezTo>
                  <a:cubicBezTo>
                    <a:pt x="6397" y="48556"/>
                    <a:pt x="5166" y="46522"/>
                    <a:pt x="3159" y="45505"/>
                  </a:cubicBezTo>
                  <a:cubicBezTo>
                    <a:pt x="3159" y="43604"/>
                    <a:pt x="2061" y="41731"/>
                    <a:pt x="375" y="40660"/>
                  </a:cubicBezTo>
                  <a:cubicBezTo>
                    <a:pt x="1901" y="39697"/>
                    <a:pt x="3292" y="37877"/>
                    <a:pt x="3185" y="35816"/>
                  </a:cubicBezTo>
                  <a:cubicBezTo>
                    <a:pt x="5166" y="34799"/>
                    <a:pt x="6397" y="32764"/>
                    <a:pt x="6397" y="30516"/>
                  </a:cubicBezTo>
                  <a:cubicBezTo>
                    <a:pt x="6397" y="28268"/>
                    <a:pt x="5166" y="26260"/>
                    <a:pt x="3159" y="25216"/>
                  </a:cubicBezTo>
                  <a:cubicBezTo>
                    <a:pt x="3078" y="23236"/>
                    <a:pt x="2035" y="21442"/>
                    <a:pt x="375" y="20399"/>
                  </a:cubicBezTo>
                  <a:cubicBezTo>
                    <a:pt x="2061" y="19328"/>
                    <a:pt x="3159" y="17454"/>
                    <a:pt x="3159" y="15608"/>
                  </a:cubicBezTo>
                  <a:cubicBezTo>
                    <a:pt x="3159" y="15581"/>
                    <a:pt x="3159" y="15581"/>
                    <a:pt x="3159" y="15554"/>
                  </a:cubicBezTo>
                  <a:cubicBezTo>
                    <a:pt x="5166" y="14510"/>
                    <a:pt x="6397" y="12503"/>
                    <a:pt x="6397" y="10254"/>
                  </a:cubicBezTo>
                  <a:cubicBezTo>
                    <a:pt x="6397" y="8006"/>
                    <a:pt x="5166" y="5999"/>
                    <a:pt x="3159" y="4955"/>
                  </a:cubicBezTo>
                  <a:cubicBezTo>
                    <a:pt x="3159" y="3028"/>
                    <a:pt x="1981" y="1047"/>
                    <a:pt x="188" y="30"/>
                  </a:cubicBezTo>
                  <a:cubicBezTo>
                    <a:pt x="167" y="10"/>
                    <a:pt x="143" y="1"/>
                    <a:pt x="11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3" name="Google Shape;1583;p100"/>
            <p:cNvSpPr/>
            <p:nvPr/>
          </p:nvSpPr>
          <p:spPr>
            <a:xfrm>
              <a:off x="685775" y="2593575"/>
              <a:ext cx="159950" cy="2032875"/>
            </a:xfrm>
            <a:custGeom>
              <a:avLst/>
              <a:gdLst/>
              <a:ahLst/>
              <a:cxnLst/>
              <a:rect l="l" t="t" r="r" b="b"/>
              <a:pathLst>
                <a:path w="6398" h="81315" extrusionOk="0">
                  <a:moveTo>
                    <a:pt x="140" y="1"/>
                  </a:moveTo>
                  <a:cubicBezTo>
                    <a:pt x="95" y="1"/>
                    <a:pt x="47" y="26"/>
                    <a:pt x="27" y="65"/>
                  </a:cubicBezTo>
                  <a:cubicBezTo>
                    <a:pt x="27" y="92"/>
                    <a:pt x="0" y="118"/>
                    <a:pt x="0" y="118"/>
                  </a:cubicBezTo>
                  <a:cubicBezTo>
                    <a:pt x="0" y="172"/>
                    <a:pt x="27" y="225"/>
                    <a:pt x="81" y="225"/>
                  </a:cubicBezTo>
                  <a:cubicBezTo>
                    <a:pt x="1820" y="1243"/>
                    <a:pt x="2944" y="3170"/>
                    <a:pt x="2918" y="5043"/>
                  </a:cubicBezTo>
                  <a:cubicBezTo>
                    <a:pt x="2918" y="5070"/>
                    <a:pt x="2944" y="5124"/>
                    <a:pt x="2998" y="5150"/>
                  </a:cubicBezTo>
                  <a:cubicBezTo>
                    <a:pt x="4952" y="6141"/>
                    <a:pt x="6156" y="8095"/>
                    <a:pt x="6156" y="10263"/>
                  </a:cubicBezTo>
                  <a:cubicBezTo>
                    <a:pt x="6156" y="12431"/>
                    <a:pt x="4952" y="14384"/>
                    <a:pt x="2998" y="15375"/>
                  </a:cubicBezTo>
                  <a:cubicBezTo>
                    <a:pt x="2944" y="15402"/>
                    <a:pt x="2918" y="15428"/>
                    <a:pt x="2918" y="15482"/>
                  </a:cubicBezTo>
                  <a:cubicBezTo>
                    <a:pt x="2998" y="17329"/>
                    <a:pt x="1847" y="19256"/>
                    <a:pt x="81" y="20273"/>
                  </a:cubicBezTo>
                  <a:cubicBezTo>
                    <a:pt x="54" y="20300"/>
                    <a:pt x="27" y="20326"/>
                    <a:pt x="27" y="20353"/>
                  </a:cubicBezTo>
                  <a:cubicBezTo>
                    <a:pt x="0" y="20407"/>
                    <a:pt x="27" y="20460"/>
                    <a:pt x="81" y="20514"/>
                  </a:cubicBezTo>
                  <a:cubicBezTo>
                    <a:pt x="1794" y="21504"/>
                    <a:pt x="2864" y="23297"/>
                    <a:pt x="2918" y="25305"/>
                  </a:cubicBezTo>
                  <a:cubicBezTo>
                    <a:pt x="2918" y="25358"/>
                    <a:pt x="2944" y="25385"/>
                    <a:pt x="2998" y="25412"/>
                  </a:cubicBezTo>
                  <a:cubicBezTo>
                    <a:pt x="4952" y="26402"/>
                    <a:pt x="6156" y="28356"/>
                    <a:pt x="6156" y="30524"/>
                  </a:cubicBezTo>
                  <a:cubicBezTo>
                    <a:pt x="6156" y="32692"/>
                    <a:pt x="4952" y="34646"/>
                    <a:pt x="2998" y="35636"/>
                  </a:cubicBezTo>
                  <a:cubicBezTo>
                    <a:pt x="2944" y="35663"/>
                    <a:pt x="2918" y="35717"/>
                    <a:pt x="2918" y="35770"/>
                  </a:cubicBezTo>
                  <a:cubicBezTo>
                    <a:pt x="3078" y="37831"/>
                    <a:pt x="1633" y="39651"/>
                    <a:pt x="81" y="40535"/>
                  </a:cubicBezTo>
                  <a:cubicBezTo>
                    <a:pt x="54" y="40561"/>
                    <a:pt x="27" y="40588"/>
                    <a:pt x="27" y="40615"/>
                  </a:cubicBezTo>
                  <a:cubicBezTo>
                    <a:pt x="0" y="40668"/>
                    <a:pt x="27" y="40749"/>
                    <a:pt x="81" y="40775"/>
                  </a:cubicBezTo>
                  <a:cubicBezTo>
                    <a:pt x="1820" y="41766"/>
                    <a:pt x="2918" y="43639"/>
                    <a:pt x="2918" y="45540"/>
                  </a:cubicBezTo>
                  <a:lnTo>
                    <a:pt x="2918" y="45566"/>
                  </a:lnTo>
                  <a:cubicBezTo>
                    <a:pt x="2918" y="45620"/>
                    <a:pt x="2944" y="45674"/>
                    <a:pt x="2998" y="45674"/>
                  </a:cubicBezTo>
                  <a:cubicBezTo>
                    <a:pt x="4952" y="46664"/>
                    <a:pt x="6156" y="48618"/>
                    <a:pt x="6156" y="50786"/>
                  </a:cubicBezTo>
                  <a:cubicBezTo>
                    <a:pt x="6156" y="52954"/>
                    <a:pt x="4952" y="54934"/>
                    <a:pt x="2998" y="55898"/>
                  </a:cubicBezTo>
                  <a:cubicBezTo>
                    <a:pt x="2944" y="55925"/>
                    <a:pt x="2918" y="55952"/>
                    <a:pt x="2918" y="56005"/>
                  </a:cubicBezTo>
                  <a:cubicBezTo>
                    <a:pt x="2891" y="58012"/>
                    <a:pt x="1820" y="59806"/>
                    <a:pt x="81" y="60796"/>
                  </a:cubicBezTo>
                  <a:cubicBezTo>
                    <a:pt x="54" y="60823"/>
                    <a:pt x="27" y="60850"/>
                    <a:pt x="27" y="60903"/>
                  </a:cubicBezTo>
                  <a:cubicBezTo>
                    <a:pt x="0" y="60957"/>
                    <a:pt x="27" y="61010"/>
                    <a:pt x="81" y="61037"/>
                  </a:cubicBezTo>
                  <a:cubicBezTo>
                    <a:pt x="1820" y="62054"/>
                    <a:pt x="2891" y="63847"/>
                    <a:pt x="2918" y="65828"/>
                  </a:cubicBezTo>
                  <a:cubicBezTo>
                    <a:pt x="2918" y="65882"/>
                    <a:pt x="2944" y="65935"/>
                    <a:pt x="2998" y="65962"/>
                  </a:cubicBezTo>
                  <a:cubicBezTo>
                    <a:pt x="4952" y="66925"/>
                    <a:pt x="6156" y="68879"/>
                    <a:pt x="6156" y="71047"/>
                  </a:cubicBezTo>
                  <a:cubicBezTo>
                    <a:pt x="6156" y="73242"/>
                    <a:pt x="4952" y="75196"/>
                    <a:pt x="2998" y="76160"/>
                  </a:cubicBezTo>
                  <a:cubicBezTo>
                    <a:pt x="2944" y="76186"/>
                    <a:pt x="2918" y="76240"/>
                    <a:pt x="2918" y="76267"/>
                  </a:cubicBezTo>
                  <a:cubicBezTo>
                    <a:pt x="2891" y="78274"/>
                    <a:pt x="1820" y="80067"/>
                    <a:pt x="81" y="81084"/>
                  </a:cubicBezTo>
                  <a:cubicBezTo>
                    <a:pt x="27" y="81111"/>
                    <a:pt x="0" y="81191"/>
                    <a:pt x="27" y="81245"/>
                  </a:cubicBezTo>
                  <a:cubicBezTo>
                    <a:pt x="61" y="81296"/>
                    <a:pt x="95" y="81315"/>
                    <a:pt x="136" y="81315"/>
                  </a:cubicBezTo>
                  <a:cubicBezTo>
                    <a:pt x="159" y="81315"/>
                    <a:pt x="185" y="81308"/>
                    <a:pt x="214" y="81299"/>
                  </a:cubicBezTo>
                  <a:cubicBezTo>
                    <a:pt x="2008" y="80255"/>
                    <a:pt x="3105" y="78408"/>
                    <a:pt x="3185" y="76347"/>
                  </a:cubicBezTo>
                  <a:cubicBezTo>
                    <a:pt x="5166" y="75330"/>
                    <a:pt x="6397" y="73296"/>
                    <a:pt x="6397" y="71047"/>
                  </a:cubicBezTo>
                  <a:cubicBezTo>
                    <a:pt x="6397" y="68826"/>
                    <a:pt x="5166" y="66792"/>
                    <a:pt x="3185" y="65748"/>
                  </a:cubicBezTo>
                  <a:cubicBezTo>
                    <a:pt x="3105" y="63767"/>
                    <a:pt x="2061" y="61974"/>
                    <a:pt x="375" y="60930"/>
                  </a:cubicBezTo>
                  <a:cubicBezTo>
                    <a:pt x="2061" y="59859"/>
                    <a:pt x="3105" y="58093"/>
                    <a:pt x="3185" y="56085"/>
                  </a:cubicBezTo>
                  <a:cubicBezTo>
                    <a:pt x="5166" y="55068"/>
                    <a:pt x="6397" y="53034"/>
                    <a:pt x="6397" y="50786"/>
                  </a:cubicBezTo>
                  <a:cubicBezTo>
                    <a:pt x="6397" y="48537"/>
                    <a:pt x="5166" y="46530"/>
                    <a:pt x="3185" y="45486"/>
                  </a:cubicBezTo>
                  <a:cubicBezTo>
                    <a:pt x="3159" y="43586"/>
                    <a:pt x="2088" y="41739"/>
                    <a:pt x="375" y="40668"/>
                  </a:cubicBezTo>
                  <a:cubicBezTo>
                    <a:pt x="1901" y="39705"/>
                    <a:pt x="3292" y="37885"/>
                    <a:pt x="3185" y="35824"/>
                  </a:cubicBezTo>
                  <a:cubicBezTo>
                    <a:pt x="5166" y="34780"/>
                    <a:pt x="6397" y="32772"/>
                    <a:pt x="6397" y="30524"/>
                  </a:cubicBezTo>
                  <a:cubicBezTo>
                    <a:pt x="6397" y="28276"/>
                    <a:pt x="5166" y="26268"/>
                    <a:pt x="3185" y="25225"/>
                  </a:cubicBezTo>
                  <a:cubicBezTo>
                    <a:pt x="3078" y="23244"/>
                    <a:pt x="2061" y="21451"/>
                    <a:pt x="375" y="20407"/>
                  </a:cubicBezTo>
                  <a:cubicBezTo>
                    <a:pt x="2088" y="19336"/>
                    <a:pt x="3185" y="17436"/>
                    <a:pt x="3185" y="15616"/>
                  </a:cubicBezTo>
                  <a:cubicBezTo>
                    <a:pt x="3185" y="15589"/>
                    <a:pt x="3185" y="15589"/>
                    <a:pt x="3185" y="15562"/>
                  </a:cubicBezTo>
                  <a:cubicBezTo>
                    <a:pt x="5166" y="14518"/>
                    <a:pt x="6397" y="12511"/>
                    <a:pt x="6397" y="10263"/>
                  </a:cubicBezTo>
                  <a:cubicBezTo>
                    <a:pt x="6397" y="8014"/>
                    <a:pt x="5166" y="6007"/>
                    <a:pt x="3185" y="4963"/>
                  </a:cubicBezTo>
                  <a:cubicBezTo>
                    <a:pt x="3185" y="3036"/>
                    <a:pt x="1981" y="1055"/>
                    <a:pt x="188" y="11"/>
                  </a:cubicBezTo>
                  <a:cubicBezTo>
                    <a:pt x="173" y="4"/>
                    <a:pt x="157" y="1"/>
                    <a:pt x="14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4" name="Google Shape;1584;p100"/>
            <p:cNvSpPr/>
            <p:nvPr/>
          </p:nvSpPr>
          <p:spPr>
            <a:xfrm>
              <a:off x="531875" y="2845375"/>
              <a:ext cx="160600" cy="2032675"/>
            </a:xfrm>
            <a:custGeom>
              <a:avLst/>
              <a:gdLst/>
              <a:ahLst/>
              <a:cxnLst/>
              <a:rect l="l" t="t" r="r" b="b"/>
              <a:pathLst>
                <a:path w="6424" h="81307" extrusionOk="0">
                  <a:moveTo>
                    <a:pt x="144" y="1"/>
                  </a:moveTo>
                  <a:cubicBezTo>
                    <a:pt x="103" y="1"/>
                    <a:pt x="60" y="24"/>
                    <a:pt x="27" y="57"/>
                  </a:cubicBezTo>
                  <a:cubicBezTo>
                    <a:pt x="27" y="84"/>
                    <a:pt x="27" y="110"/>
                    <a:pt x="27" y="137"/>
                  </a:cubicBezTo>
                  <a:cubicBezTo>
                    <a:pt x="27" y="164"/>
                    <a:pt x="54" y="217"/>
                    <a:pt x="80" y="244"/>
                  </a:cubicBezTo>
                  <a:cubicBezTo>
                    <a:pt x="1820" y="1234"/>
                    <a:pt x="2971" y="3162"/>
                    <a:pt x="2944" y="5035"/>
                  </a:cubicBezTo>
                  <a:cubicBezTo>
                    <a:pt x="2944" y="5089"/>
                    <a:pt x="2971" y="5142"/>
                    <a:pt x="2998" y="5142"/>
                  </a:cubicBezTo>
                  <a:cubicBezTo>
                    <a:pt x="4952" y="6133"/>
                    <a:pt x="6156" y="8086"/>
                    <a:pt x="6156" y="10254"/>
                  </a:cubicBezTo>
                  <a:cubicBezTo>
                    <a:pt x="6156" y="12422"/>
                    <a:pt x="4952" y="14376"/>
                    <a:pt x="2998" y="15367"/>
                  </a:cubicBezTo>
                  <a:cubicBezTo>
                    <a:pt x="2971" y="15393"/>
                    <a:pt x="2944" y="15447"/>
                    <a:pt x="2944" y="15474"/>
                  </a:cubicBezTo>
                  <a:cubicBezTo>
                    <a:pt x="2998" y="17321"/>
                    <a:pt x="1847" y="19248"/>
                    <a:pt x="107" y="20265"/>
                  </a:cubicBezTo>
                  <a:cubicBezTo>
                    <a:pt x="54" y="20292"/>
                    <a:pt x="27" y="20318"/>
                    <a:pt x="27" y="20345"/>
                  </a:cubicBezTo>
                  <a:cubicBezTo>
                    <a:pt x="0" y="20425"/>
                    <a:pt x="27" y="20479"/>
                    <a:pt x="80" y="20506"/>
                  </a:cubicBezTo>
                  <a:cubicBezTo>
                    <a:pt x="1793" y="21496"/>
                    <a:pt x="2864" y="23289"/>
                    <a:pt x="2944" y="25297"/>
                  </a:cubicBezTo>
                  <a:cubicBezTo>
                    <a:pt x="2944" y="25350"/>
                    <a:pt x="2971" y="25404"/>
                    <a:pt x="2998" y="25404"/>
                  </a:cubicBezTo>
                  <a:cubicBezTo>
                    <a:pt x="4952" y="26394"/>
                    <a:pt x="6156" y="28348"/>
                    <a:pt x="6156" y="30516"/>
                  </a:cubicBezTo>
                  <a:cubicBezTo>
                    <a:pt x="6156" y="32684"/>
                    <a:pt x="4952" y="34665"/>
                    <a:pt x="2998" y="35628"/>
                  </a:cubicBezTo>
                  <a:cubicBezTo>
                    <a:pt x="2971" y="35655"/>
                    <a:pt x="2944" y="35709"/>
                    <a:pt x="2944" y="35762"/>
                  </a:cubicBezTo>
                  <a:cubicBezTo>
                    <a:pt x="3105" y="37823"/>
                    <a:pt x="1633" y="39643"/>
                    <a:pt x="107" y="40526"/>
                  </a:cubicBezTo>
                  <a:cubicBezTo>
                    <a:pt x="54" y="40553"/>
                    <a:pt x="27" y="40580"/>
                    <a:pt x="27" y="40633"/>
                  </a:cubicBezTo>
                  <a:cubicBezTo>
                    <a:pt x="0" y="40687"/>
                    <a:pt x="27" y="40741"/>
                    <a:pt x="80" y="40767"/>
                  </a:cubicBezTo>
                  <a:cubicBezTo>
                    <a:pt x="1820" y="41784"/>
                    <a:pt x="2944" y="43631"/>
                    <a:pt x="2944" y="45532"/>
                  </a:cubicBezTo>
                  <a:lnTo>
                    <a:pt x="2944" y="45558"/>
                  </a:lnTo>
                  <a:cubicBezTo>
                    <a:pt x="2918" y="45612"/>
                    <a:pt x="2971" y="45665"/>
                    <a:pt x="2998" y="45692"/>
                  </a:cubicBezTo>
                  <a:cubicBezTo>
                    <a:pt x="4952" y="46656"/>
                    <a:pt x="6156" y="48610"/>
                    <a:pt x="6156" y="50778"/>
                  </a:cubicBezTo>
                  <a:cubicBezTo>
                    <a:pt x="6156" y="52972"/>
                    <a:pt x="4952" y="54926"/>
                    <a:pt x="2998" y="55890"/>
                  </a:cubicBezTo>
                  <a:cubicBezTo>
                    <a:pt x="2971" y="55917"/>
                    <a:pt x="2944" y="55970"/>
                    <a:pt x="2944" y="55997"/>
                  </a:cubicBezTo>
                  <a:cubicBezTo>
                    <a:pt x="2891" y="58004"/>
                    <a:pt x="1820" y="59798"/>
                    <a:pt x="107" y="60815"/>
                  </a:cubicBezTo>
                  <a:cubicBezTo>
                    <a:pt x="54" y="60815"/>
                    <a:pt x="27" y="60841"/>
                    <a:pt x="27" y="60895"/>
                  </a:cubicBezTo>
                  <a:cubicBezTo>
                    <a:pt x="0" y="60949"/>
                    <a:pt x="27" y="61002"/>
                    <a:pt x="80" y="61029"/>
                  </a:cubicBezTo>
                  <a:cubicBezTo>
                    <a:pt x="1820" y="62046"/>
                    <a:pt x="2891" y="63839"/>
                    <a:pt x="2944" y="65847"/>
                  </a:cubicBezTo>
                  <a:cubicBezTo>
                    <a:pt x="2944" y="65873"/>
                    <a:pt x="2971" y="65927"/>
                    <a:pt x="2998" y="65954"/>
                  </a:cubicBezTo>
                  <a:cubicBezTo>
                    <a:pt x="4952" y="66917"/>
                    <a:pt x="6156" y="68871"/>
                    <a:pt x="6156" y="71066"/>
                  </a:cubicBezTo>
                  <a:cubicBezTo>
                    <a:pt x="6156" y="73234"/>
                    <a:pt x="4952" y="75188"/>
                    <a:pt x="2998" y="76151"/>
                  </a:cubicBezTo>
                  <a:cubicBezTo>
                    <a:pt x="2971" y="76178"/>
                    <a:pt x="2944" y="76232"/>
                    <a:pt x="2944" y="76285"/>
                  </a:cubicBezTo>
                  <a:cubicBezTo>
                    <a:pt x="2891" y="78266"/>
                    <a:pt x="1820" y="80059"/>
                    <a:pt x="80" y="81076"/>
                  </a:cubicBezTo>
                  <a:cubicBezTo>
                    <a:pt x="27" y="81103"/>
                    <a:pt x="0" y="81183"/>
                    <a:pt x="54" y="81237"/>
                  </a:cubicBezTo>
                  <a:cubicBezTo>
                    <a:pt x="71" y="81288"/>
                    <a:pt x="109" y="81306"/>
                    <a:pt x="149" y="81306"/>
                  </a:cubicBezTo>
                  <a:cubicBezTo>
                    <a:pt x="171" y="81306"/>
                    <a:pt x="195" y="81300"/>
                    <a:pt x="214" y="81290"/>
                  </a:cubicBezTo>
                  <a:cubicBezTo>
                    <a:pt x="2008" y="80247"/>
                    <a:pt x="3105" y="78400"/>
                    <a:pt x="3185" y="76366"/>
                  </a:cubicBezTo>
                  <a:cubicBezTo>
                    <a:pt x="5193" y="75322"/>
                    <a:pt x="6424" y="73288"/>
                    <a:pt x="6424" y="71066"/>
                  </a:cubicBezTo>
                  <a:cubicBezTo>
                    <a:pt x="6424" y="68818"/>
                    <a:pt x="5193" y="66783"/>
                    <a:pt x="3185" y="65766"/>
                  </a:cubicBezTo>
                  <a:cubicBezTo>
                    <a:pt x="3105" y="63759"/>
                    <a:pt x="2088" y="61992"/>
                    <a:pt x="402" y="60922"/>
                  </a:cubicBezTo>
                  <a:cubicBezTo>
                    <a:pt x="2088" y="59878"/>
                    <a:pt x="3105" y="58085"/>
                    <a:pt x="3185" y="56077"/>
                  </a:cubicBezTo>
                  <a:cubicBezTo>
                    <a:pt x="5193" y="55060"/>
                    <a:pt x="6424" y="53026"/>
                    <a:pt x="6424" y="50778"/>
                  </a:cubicBezTo>
                  <a:cubicBezTo>
                    <a:pt x="6424" y="48556"/>
                    <a:pt x="5193" y="46522"/>
                    <a:pt x="3185" y="45505"/>
                  </a:cubicBezTo>
                  <a:cubicBezTo>
                    <a:pt x="3185" y="43604"/>
                    <a:pt x="2088" y="41731"/>
                    <a:pt x="402" y="40660"/>
                  </a:cubicBezTo>
                  <a:cubicBezTo>
                    <a:pt x="1900" y="39697"/>
                    <a:pt x="3319" y="37877"/>
                    <a:pt x="3185" y="35816"/>
                  </a:cubicBezTo>
                  <a:cubicBezTo>
                    <a:pt x="5193" y="34799"/>
                    <a:pt x="6424" y="32764"/>
                    <a:pt x="6424" y="30516"/>
                  </a:cubicBezTo>
                  <a:cubicBezTo>
                    <a:pt x="6424" y="28268"/>
                    <a:pt x="5193" y="26260"/>
                    <a:pt x="3185" y="25216"/>
                  </a:cubicBezTo>
                  <a:cubicBezTo>
                    <a:pt x="3105" y="23236"/>
                    <a:pt x="2061" y="21442"/>
                    <a:pt x="402" y="20399"/>
                  </a:cubicBezTo>
                  <a:cubicBezTo>
                    <a:pt x="2088" y="19328"/>
                    <a:pt x="3185" y="17454"/>
                    <a:pt x="3185" y="15608"/>
                  </a:cubicBezTo>
                  <a:cubicBezTo>
                    <a:pt x="3185" y="15581"/>
                    <a:pt x="3185" y="15581"/>
                    <a:pt x="3185" y="15554"/>
                  </a:cubicBezTo>
                  <a:cubicBezTo>
                    <a:pt x="5193" y="14510"/>
                    <a:pt x="6424" y="12503"/>
                    <a:pt x="6424" y="10254"/>
                  </a:cubicBezTo>
                  <a:cubicBezTo>
                    <a:pt x="6424" y="8006"/>
                    <a:pt x="5193" y="5999"/>
                    <a:pt x="3185" y="4955"/>
                  </a:cubicBezTo>
                  <a:cubicBezTo>
                    <a:pt x="3185" y="3028"/>
                    <a:pt x="2008" y="1047"/>
                    <a:pt x="214" y="30"/>
                  </a:cubicBezTo>
                  <a:cubicBezTo>
                    <a:pt x="194" y="10"/>
                    <a:pt x="169" y="1"/>
                    <a:pt x="14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5" name="Google Shape;1585;p100"/>
            <p:cNvSpPr/>
            <p:nvPr/>
          </p:nvSpPr>
          <p:spPr>
            <a:xfrm>
              <a:off x="378625" y="2593575"/>
              <a:ext cx="159950" cy="2032875"/>
            </a:xfrm>
            <a:custGeom>
              <a:avLst/>
              <a:gdLst/>
              <a:ahLst/>
              <a:cxnLst/>
              <a:rect l="l" t="t" r="r" b="b"/>
              <a:pathLst>
                <a:path w="6398" h="81315" extrusionOk="0">
                  <a:moveTo>
                    <a:pt x="141" y="1"/>
                  </a:moveTo>
                  <a:cubicBezTo>
                    <a:pt x="95" y="1"/>
                    <a:pt x="47" y="26"/>
                    <a:pt x="28" y="65"/>
                  </a:cubicBezTo>
                  <a:cubicBezTo>
                    <a:pt x="1" y="92"/>
                    <a:pt x="1" y="118"/>
                    <a:pt x="1" y="118"/>
                  </a:cubicBezTo>
                  <a:cubicBezTo>
                    <a:pt x="1" y="172"/>
                    <a:pt x="28" y="225"/>
                    <a:pt x="54" y="225"/>
                  </a:cubicBezTo>
                  <a:cubicBezTo>
                    <a:pt x="1794" y="1243"/>
                    <a:pt x="2918" y="3116"/>
                    <a:pt x="2918" y="4963"/>
                  </a:cubicBezTo>
                  <a:cubicBezTo>
                    <a:pt x="2918" y="4990"/>
                    <a:pt x="2918" y="5017"/>
                    <a:pt x="2918" y="5043"/>
                  </a:cubicBezTo>
                  <a:cubicBezTo>
                    <a:pt x="2918" y="5070"/>
                    <a:pt x="2945" y="5124"/>
                    <a:pt x="2999" y="5150"/>
                  </a:cubicBezTo>
                  <a:cubicBezTo>
                    <a:pt x="4952" y="6141"/>
                    <a:pt x="6157" y="8095"/>
                    <a:pt x="6157" y="10263"/>
                  </a:cubicBezTo>
                  <a:cubicBezTo>
                    <a:pt x="6157" y="12431"/>
                    <a:pt x="4952" y="14384"/>
                    <a:pt x="2999" y="15375"/>
                  </a:cubicBezTo>
                  <a:cubicBezTo>
                    <a:pt x="2945" y="15402"/>
                    <a:pt x="2918" y="15428"/>
                    <a:pt x="2918" y="15482"/>
                  </a:cubicBezTo>
                  <a:cubicBezTo>
                    <a:pt x="2972" y="17329"/>
                    <a:pt x="1848" y="19256"/>
                    <a:pt x="81" y="20273"/>
                  </a:cubicBezTo>
                  <a:cubicBezTo>
                    <a:pt x="54" y="20300"/>
                    <a:pt x="28" y="20326"/>
                    <a:pt x="1" y="20353"/>
                  </a:cubicBezTo>
                  <a:cubicBezTo>
                    <a:pt x="1" y="20407"/>
                    <a:pt x="28" y="20487"/>
                    <a:pt x="54" y="20514"/>
                  </a:cubicBezTo>
                  <a:cubicBezTo>
                    <a:pt x="1794" y="21504"/>
                    <a:pt x="2865" y="23297"/>
                    <a:pt x="2918" y="25305"/>
                  </a:cubicBezTo>
                  <a:cubicBezTo>
                    <a:pt x="2918" y="25358"/>
                    <a:pt x="2945" y="25412"/>
                    <a:pt x="2999" y="25412"/>
                  </a:cubicBezTo>
                  <a:cubicBezTo>
                    <a:pt x="4952" y="26402"/>
                    <a:pt x="6157" y="28356"/>
                    <a:pt x="6157" y="30524"/>
                  </a:cubicBezTo>
                  <a:cubicBezTo>
                    <a:pt x="6157" y="32692"/>
                    <a:pt x="4952" y="34646"/>
                    <a:pt x="2999" y="35636"/>
                  </a:cubicBezTo>
                  <a:cubicBezTo>
                    <a:pt x="2945" y="35663"/>
                    <a:pt x="2918" y="35717"/>
                    <a:pt x="2918" y="35770"/>
                  </a:cubicBezTo>
                  <a:cubicBezTo>
                    <a:pt x="3079" y="37831"/>
                    <a:pt x="1607" y="39651"/>
                    <a:pt x="81" y="40535"/>
                  </a:cubicBezTo>
                  <a:cubicBezTo>
                    <a:pt x="54" y="40561"/>
                    <a:pt x="28" y="40588"/>
                    <a:pt x="1" y="40615"/>
                  </a:cubicBezTo>
                  <a:cubicBezTo>
                    <a:pt x="1" y="40668"/>
                    <a:pt x="28" y="40749"/>
                    <a:pt x="54" y="40775"/>
                  </a:cubicBezTo>
                  <a:cubicBezTo>
                    <a:pt x="1794" y="41766"/>
                    <a:pt x="2918" y="43639"/>
                    <a:pt x="2918" y="45540"/>
                  </a:cubicBezTo>
                  <a:cubicBezTo>
                    <a:pt x="2918" y="45540"/>
                    <a:pt x="2918" y="45566"/>
                    <a:pt x="2918" y="45566"/>
                  </a:cubicBezTo>
                  <a:cubicBezTo>
                    <a:pt x="2918" y="45620"/>
                    <a:pt x="2945" y="45674"/>
                    <a:pt x="2999" y="45674"/>
                  </a:cubicBezTo>
                  <a:cubicBezTo>
                    <a:pt x="4952" y="46664"/>
                    <a:pt x="6157" y="48618"/>
                    <a:pt x="6157" y="50786"/>
                  </a:cubicBezTo>
                  <a:cubicBezTo>
                    <a:pt x="6157" y="52954"/>
                    <a:pt x="4952" y="54934"/>
                    <a:pt x="2999" y="55898"/>
                  </a:cubicBezTo>
                  <a:cubicBezTo>
                    <a:pt x="2945" y="55925"/>
                    <a:pt x="2918" y="55952"/>
                    <a:pt x="2918" y="56005"/>
                  </a:cubicBezTo>
                  <a:cubicBezTo>
                    <a:pt x="2865" y="58012"/>
                    <a:pt x="1821" y="59806"/>
                    <a:pt x="81" y="60796"/>
                  </a:cubicBezTo>
                  <a:cubicBezTo>
                    <a:pt x="54" y="60823"/>
                    <a:pt x="28" y="60850"/>
                    <a:pt x="1" y="60903"/>
                  </a:cubicBezTo>
                  <a:cubicBezTo>
                    <a:pt x="1" y="60957"/>
                    <a:pt x="28" y="61010"/>
                    <a:pt x="54" y="61037"/>
                  </a:cubicBezTo>
                  <a:cubicBezTo>
                    <a:pt x="1794" y="62054"/>
                    <a:pt x="2865" y="63847"/>
                    <a:pt x="2918" y="65828"/>
                  </a:cubicBezTo>
                  <a:cubicBezTo>
                    <a:pt x="2918" y="65882"/>
                    <a:pt x="2945" y="65935"/>
                    <a:pt x="2999" y="65962"/>
                  </a:cubicBezTo>
                  <a:cubicBezTo>
                    <a:pt x="4952" y="66925"/>
                    <a:pt x="6157" y="68879"/>
                    <a:pt x="6157" y="71047"/>
                  </a:cubicBezTo>
                  <a:cubicBezTo>
                    <a:pt x="6157" y="73242"/>
                    <a:pt x="4952" y="75196"/>
                    <a:pt x="2999" y="76160"/>
                  </a:cubicBezTo>
                  <a:cubicBezTo>
                    <a:pt x="2945" y="76186"/>
                    <a:pt x="2918" y="76240"/>
                    <a:pt x="2918" y="76267"/>
                  </a:cubicBezTo>
                  <a:cubicBezTo>
                    <a:pt x="2865" y="78274"/>
                    <a:pt x="1821" y="80067"/>
                    <a:pt x="81" y="81084"/>
                  </a:cubicBezTo>
                  <a:cubicBezTo>
                    <a:pt x="1" y="81111"/>
                    <a:pt x="1" y="81191"/>
                    <a:pt x="28" y="81245"/>
                  </a:cubicBezTo>
                  <a:cubicBezTo>
                    <a:pt x="45" y="81296"/>
                    <a:pt x="83" y="81315"/>
                    <a:pt x="123" y="81315"/>
                  </a:cubicBezTo>
                  <a:cubicBezTo>
                    <a:pt x="145" y="81315"/>
                    <a:pt x="169" y="81308"/>
                    <a:pt x="188" y="81299"/>
                  </a:cubicBezTo>
                  <a:cubicBezTo>
                    <a:pt x="1981" y="80255"/>
                    <a:pt x="3106" y="78408"/>
                    <a:pt x="3159" y="76347"/>
                  </a:cubicBezTo>
                  <a:cubicBezTo>
                    <a:pt x="5167" y="75330"/>
                    <a:pt x="6398" y="73296"/>
                    <a:pt x="6398" y="71047"/>
                  </a:cubicBezTo>
                  <a:cubicBezTo>
                    <a:pt x="6398" y="68826"/>
                    <a:pt x="5167" y="66792"/>
                    <a:pt x="3159" y="65748"/>
                  </a:cubicBezTo>
                  <a:cubicBezTo>
                    <a:pt x="3106" y="63767"/>
                    <a:pt x="2062" y="61974"/>
                    <a:pt x="376" y="60930"/>
                  </a:cubicBezTo>
                  <a:cubicBezTo>
                    <a:pt x="2062" y="59859"/>
                    <a:pt x="3106" y="58093"/>
                    <a:pt x="3159" y="56085"/>
                  </a:cubicBezTo>
                  <a:cubicBezTo>
                    <a:pt x="5167" y="55068"/>
                    <a:pt x="6398" y="53034"/>
                    <a:pt x="6398" y="50786"/>
                  </a:cubicBezTo>
                  <a:cubicBezTo>
                    <a:pt x="6398" y="48537"/>
                    <a:pt x="5167" y="46530"/>
                    <a:pt x="3159" y="45486"/>
                  </a:cubicBezTo>
                  <a:cubicBezTo>
                    <a:pt x="3159" y="43586"/>
                    <a:pt x="2062" y="41739"/>
                    <a:pt x="376" y="40668"/>
                  </a:cubicBezTo>
                  <a:cubicBezTo>
                    <a:pt x="1901" y="39705"/>
                    <a:pt x="3293" y="37885"/>
                    <a:pt x="3186" y="35824"/>
                  </a:cubicBezTo>
                  <a:cubicBezTo>
                    <a:pt x="5167" y="34780"/>
                    <a:pt x="6398" y="32772"/>
                    <a:pt x="6398" y="30524"/>
                  </a:cubicBezTo>
                  <a:cubicBezTo>
                    <a:pt x="6398" y="28276"/>
                    <a:pt x="5167" y="26268"/>
                    <a:pt x="3159" y="25225"/>
                  </a:cubicBezTo>
                  <a:cubicBezTo>
                    <a:pt x="3079" y="23244"/>
                    <a:pt x="2035" y="21451"/>
                    <a:pt x="376" y="20407"/>
                  </a:cubicBezTo>
                  <a:cubicBezTo>
                    <a:pt x="2062" y="19336"/>
                    <a:pt x="3186" y="17436"/>
                    <a:pt x="3186" y="15616"/>
                  </a:cubicBezTo>
                  <a:cubicBezTo>
                    <a:pt x="3186" y="15589"/>
                    <a:pt x="3186" y="15589"/>
                    <a:pt x="3186" y="15562"/>
                  </a:cubicBezTo>
                  <a:cubicBezTo>
                    <a:pt x="5167" y="14518"/>
                    <a:pt x="6398" y="12511"/>
                    <a:pt x="6398" y="10263"/>
                  </a:cubicBezTo>
                  <a:cubicBezTo>
                    <a:pt x="6398" y="8014"/>
                    <a:pt x="5167" y="6007"/>
                    <a:pt x="3186" y="4963"/>
                  </a:cubicBezTo>
                  <a:cubicBezTo>
                    <a:pt x="3186" y="3036"/>
                    <a:pt x="1981" y="1055"/>
                    <a:pt x="188" y="11"/>
                  </a:cubicBezTo>
                  <a:cubicBezTo>
                    <a:pt x="174" y="4"/>
                    <a:pt x="158" y="1"/>
                    <a:pt x="14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6" name="Google Shape;1586;p100"/>
            <p:cNvSpPr/>
            <p:nvPr/>
          </p:nvSpPr>
          <p:spPr>
            <a:xfrm>
              <a:off x="224725" y="2845375"/>
              <a:ext cx="159950" cy="2032675"/>
            </a:xfrm>
            <a:custGeom>
              <a:avLst/>
              <a:gdLst/>
              <a:ahLst/>
              <a:cxnLst/>
              <a:rect l="l" t="t" r="r" b="b"/>
              <a:pathLst>
                <a:path w="6398" h="81307" extrusionOk="0">
                  <a:moveTo>
                    <a:pt x="126" y="1"/>
                  </a:moveTo>
                  <a:cubicBezTo>
                    <a:pt x="81" y="1"/>
                    <a:pt x="44" y="24"/>
                    <a:pt x="27" y="57"/>
                  </a:cubicBezTo>
                  <a:cubicBezTo>
                    <a:pt x="27" y="84"/>
                    <a:pt x="1" y="110"/>
                    <a:pt x="1" y="137"/>
                  </a:cubicBezTo>
                  <a:cubicBezTo>
                    <a:pt x="1" y="164"/>
                    <a:pt x="27" y="217"/>
                    <a:pt x="81" y="244"/>
                  </a:cubicBezTo>
                  <a:cubicBezTo>
                    <a:pt x="1821" y="1234"/>
                    <a:pt x="2972" y="3162"/>
                    <a:pt x="2918" y="5035"/>
                  </a:cubicBezTo>
                  <a:cubicBezTo>
                    <a:pt x="2945" y="5089"/>
                    <a:pt x="2945" y="5142"/>
                    <a:pt x="2998" y="5142"/>
                  </a:cubicBezTo>
                  <a:cubicBezTo>
                    <a:pt x="4952" y="6133"/>
                    <a:pt x="6157" y="8086"/>
                    <a:pt x="6157" y="10254"/>
                  </a:cubicBezTo>
                  <a:cubicBezTo>
                    <a:pt x="6157" y="12422"/>
                    <a:pt x="4952" y="14376"/>
                    <a:pt x="2998" y="15367"/>
                  </a:cubicBezTo>
                  <a:cubicBezTo>
                    <a:pt x="2945" y="15393"/>
                    <a:pt x="2918" y="15447"/>
                    <a:pt x="2918" y="15474"/>
                  </a:cubicBezTo>
                  <a:cubicBezTo>
                    <a:pt x="2972" y="17321"/>
                    <a:pt x="1848" y="19248"/>
                    <a:pt x="108" y="20265"/>
                  </a:cubicBezTo>
                  <a:cubicBezTo>
                    <a:pt x="54" y="20292"/>
                    <a:pt x="27" y="20318"/>
                    <a:pt x="27" y="20345"/>
                  </a:cubicBezTo>
                  <a:cubicBezTo>
                    <a:pt x="1" y="20425"/>
                    <a:pt x="27" y="20479"/>
                    <a:pt x="81" y="20506"/>
                  </a:cubicBezTo>
                  <a:cubicBezTo>
                    <a:pt x="1794" y="21496"/>
                    <a:pt x="2865" y="23289"/>
                    <a:pt x="2918" y="25297"/>
                  </a:cubicBezTo>
                  <a:cubicBezTo>
                    <a:pt x="2945" y="25350"/>
                    <a:pt x="2972" y="25404"/>
                    <a:pt x="2998" y="25404"/>
                  </a:cubicBezTo>
                  <a:cubicBezTo>
                    <a:pt x="4952" y="26394"/>
                    <a:pt x="6157" y="28348"/>
                    <a:pt x="6157" y="30516"/>
                  </a:cubicBezTo>
                  <a:cubicBezTo>
                    <a:pt x="6157" y="32684"/>
                    <a:pt x="4952" y="34665"/>
                    <a:pt x="2998" y="35628"/>
                  </a:cubicBezTo>
                  <a:cubicBezTo>
                    <a:pt x="2945" y="35655"/>
                    <a:pt x="2918" y="35709"/>
                    <a:pt x="2918" y="35762"/>
                  </a:cubicBezTo>
                  <a:cubicBezTo>
                    <a:pt x="3106" y="37823"/>
                    <a:pt x="1633" y="39643"/>
                    <a:pt x="108" y="40526"/>
                  </a:cubicBezTo>
                  <a:cubicBezTo>
                    <a:pt x="54" y="40553"/>
                    <a:pt x="27" y="40580"/>
                    <a:pt x="27" y="40633"/>
                  </a:cubicBezTo>
                  <a:cubicBezTo>
                    <a:pt x="1" y="40687"/>
                    <a:pt x="27" y="40741"/>
                    <a:pt x="81" y="40767"/>
                  </a:cubicBezTo>
                  <a:cubicBezTo>
                    <a:pt x="1821" y="41784"/>
                    <a:pt x="2918" y="43631"/>
                    <a:pt x="2918" y="45532"/>
                  </a:cubicBezTo>
                  <a:cubicBezTo>
                    <a:pt x="2918" y="45558"/>
                    <a:pt x="2918" y="45558"/>
                    <a:pt x="2918" y="45558"/>
                  </a:cubicBezTo>
                  <a:cubicBezTo>
                    <a:pt x="2918" y="45612"/>
                    <a:pt x="2945" y="45665"/>
                    <a:pt x="2998" y="45692"/>
                  </a:cubicBezTo>
                  <a:cubicBezTo>
                    <a:pt x="4952" y="46656"/>
                    <a:pt x="6157" y="48610"/>
                    <a:pt x="6157" y="50778"/>
                  </a:cubicBezTo>
                  <a:cubicBezTo>
                    <a:pt x="6157" y="52972"/>
                    <a:pt x="4952" y="54926"/>
                    <a:pt x="2998" y="55890"/>
                  </a:cubicBezTo>
                  <a:cubicBezTo>
                    <a:pt x="2945" y="55917"/>
                    <a:pt x="2918" y="55970"/>
                    <a:pt x="2918" y="55997"/>
                  </a:cubicBezTo>
                  <a:cubicBezTo>
                    <a:pt x="2891" y="58004"/>
                    <a:pt x="1821" y="59798"/>
                    <a:pt x="108" y="60815"/>
                  </a:cubicBezTo>
                  <a:cubicBezTo>
                    <a:pt x="54" y="60815"/>
                    <a:pt x="27" y="60841"/>
                    <a:pt x="27" y="60895"/>
                  </a:cubicBezTo>
                  <a:cubicBezTo>
                    <a:pt x="1" y="60949"/>
                    <a:pt x="27" y="61002"/>
                    <a:pt x="81" y="61029"/>
                  </a:cubicBezTo>
                  <a:cubicBezTo>
                    <a:pt x="1821" y="62046"/>
                    <a:pt x="2891" y="63839"/>
                    <a:pt x="2918" y="65847"/>
                  </a:cubicBezTo>
                  <a:cubicBezTo>
                    <a:pt x="2918" y="65873"/>
                    <a:pt x="2945" y="65927"/>
                    <a:pt x="2998" y="65954"/>
                  </a:cubicBezTo>
                  <a:cubicBezTo>
                    <a:pt x="4952" y="66917"/>
                    <a:pt x="6157" y="68871"/>
                    <a:pt x="6157" y="71066"/>
                  </a:cubicBezTo>
                  <a:cubicBezTo>
                    <a:pt x="6157" y="73234"/>
                    <a:pt x="4952" y="75188"/>
                    <a:pt x="2998" y="76151"/>
                  </a:cubicBezTo>
                  <a:cubicBezTo>
                    <a:pt x="2945" y="76178"/>
                    <a:pt x="2918" y="76232"/>
                    <a:pt x="2918" y="76285"/>
                  </a:cubicBezTo>
                  <a:cubicBezTo>
                    <a:pt x="2891" y="78266"/>
                    <a:pt x="1821" y="80059"/>
                    <a:pt x="81" y="81076"/>
                  </a:cubicBezTo>
                  <a:cubicBezTo>
                    <a:pt x="27" y="81103"/>
                    <a:pt x="1" y="81183"/>
                    <a:pt x="27" y="81237"/>
                  </a:cubicBezTo>
                  <a:cubicBezTo>
                    <a:pt x="61" y="81288"/>
                    <a:pt x="95" y="81306"/>
                    <a:pt x="136" y="81306"/>
                  </a:cubicBezTo>
                  <a:cubicBezTo>
                    <a:pt x="160" y="81306"/>
                    <a:pt x="185" y="81300"/>
                    <a:pt x="215" y="81290"/>
                  </a:cubicBezTo>
                  <a:cubicBezTo>
                    <a:pt x="2008" y="80247"/>
                    <a:pt x="3106" y="78400"/>
                    <a:pt x="3186" y="76366"/>
                  </a:cubicBezTo>
                  <a:cubicBezTo>
                    <a:pt x="5166" y="75322"/>
                    <a:pt x="6398" y="73288"/>
                    <a:pt x="6398" y="71066"/>
                  </a:cubicBezTo>
                  <a:cubicBezTo>
                    <a:pt x="6398" y="68818"/>
                    <a:pt x="5166" y="66783"/>
                    <a:pt x="3186" y="65766"/>
                  </a:cubicBezTo>
                  <a:cubicBezTo>
                    <a:pt x="3106" y="63759"/>
                    <a:pt x="2062" y="61992"/>
                    <a:pt x="375" y="60922"/>
                  </a:cubicBezTo>
                  <a:cubicBezTo>
                    <a:pt x="2062" y="59878"/>
                    <a:pt x="3106" y="58085"/>
                    <a:pt x="3186" y="56077"/>
                  </a:cubicBezTo>
                  <a:cubicBezTo>
                    <a:pt x="5166" y="55060"/>
                    <a:pt x="6398" y="53026"/>
                    <a:pt x="6398" y="50778"/>
                  </a:cubicBezTo>
                  <a:cubicBezTo>
                    <a:pt x="6398" y="48556"/>
                    <a:pt x="5166" y="46522"/>
                    <a:pt x="3186" y="45505"/>
                  </a:cubicBezTo>
                  <a:cubicBezTo>
                    <a:pt x="3159" y="43604"/>
                    <a:pt x="2088" y="41731"/>
                    <a:pt x="375" y="40660"/>
                  </a:cubicBezTo>
                  <a:cubicBezTo>
                    <a:pt x="1901" y="39697"/>
                    <a:pt x="3293" y="37877"/>
                    <a:pt x="3186" y="35816"/>
                  </a:cubicBezTo>
                  <a:cubicBezTo>
                    <a:pt x="5166" y="34799"/>
                    <a:pt x="6398" y="32764"/>
                    <a:pt x="6398" y="30516"/>
                  </a:cubicBezTo>
                  <a:cubicBezTo>
                    <a:pt x="6398" y="28268"/>
                    <a:pt x="5166" y="26260"/>
                    <a:pt x="3186" y="25216"/>
                  </a:cubicBezTo>
                  <a:cubicBezTo>
                    <a:pt x="3079" y="23236"/>
                    <a:pt x="2062" y="21442"/>
                    <a:pt x="375" y="20399"/>
                  </a:cubicBezTo>
                  <a:cubicBezTo>
                    <a:pt x="2088" y="19328"/>
                    <a:pt x="3186" y="17454"/>
                    <a:pt x="3186" y="15608"/>
                  </a:cubicBezTo>
                  <a:cubicBezTo>
                    <a:pt x="3186" y="15581"/>
                    <a:pt x="3186" y="15581"/>
                    <a:pt x="3186" y="15554"/>
                  </a:cubicBezTo>
                  <a:cubicBezTo>
                    <a:pt x="5166" y="14510"/>
                    <a:pt x="6398" y="12503"/>
                    <a:pt x="6398" y="10254"/>
                  </a:cubicBezTo>
                  <a:cubicBezTo>
                    <a:pt x="6398" y="8006"/>
                    <a:pt x="5166" y="5999"/>
                    <a:pt x="3186" y="4955"/>
                  </a:cubicBezTo>
                  <a:cubicBezTo>
                    <a:pt x="3186" y="3028"/>
                    <a:pt x="1981" y="1047"/>
                    <a:pt x="215" y="30"/>
                  </a:cubicBezTo>
                  <a:cubicBezTo>
                    <a:pt x="184" y="10"/>
                    <a:pt x="153" y="1"/>
                    <a:pt x="12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587" name="Google Shape;1587;p100">
            <a:hlinkClick r:id="" action="ppaction://noaction"/>
          </p:cNvPr>
          <p:cNvSpPr txBox="1">
            <a:spLocks noGrp="1"/>
          </p:cNvSpPr>
          <p:nvPr>
            <p:ph type="title"/>
          </p:nvPr>
        </p:nvSpPr>
        <p:spPr>
          <a:xfrm>
            <a:off x="2019300" y="1960425"/>
            <a:ext cx="5105400" cy="1213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5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88" name="Google Shape;1588;p100"/>
          <p:cNvSpPr txBox="1">
            <a:spLocks noGrp="1"/>
          </p:cNvSpPr>
          <p:nvPr>
            <p:ph type="title" idx="2" hasCustomPrompt="1"/>
          </p:nvPr>
        </p:nvSpPr>
        <p:spPr>
          <a:xfrm>
            <a:off x="2020824" y="918450"/>
            <a:ext cx="5105400" cy="1213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750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1589" name="Google Shape;1589;p100"/>
          <p:cNvSpPr/>
          <p:nvPr/>
        </p:nvSpPr>
        <p:spPr>
          <a:xfrm flipH="1">
            <a:off x="6154471" y="760963"/>
            <a:ext cx="1269687" cy="1658228"/>
          </a:xfrm>
          <a:custGeom>
            <a:avLst/>
            <a:gdLst/>
            <a:ahLst/>
            <a:cxnLst/>
            <a:rect l="l" t="t" r="r" b="b"/>
            <a:pathLst>
              <a:path w="17277" h="22564" extrusionOk="0">
                <a:moveTo>
                  <a:pt x="9074" y="0"/>
                </a:moveTo>
                <a:cubicBezTo>
                  <a:pt x="8555" y="0"/>
                  <a:pt x="8010" y="60"/>
                  <a:pt x="7441" y="188"/>
                </a:cubicBezTo>
                <a:cubicBezTo>
                  <a:pt x="2543" y="1285"/>
                  <a:pt x="1" y="6692"/>
                  <a:pt x="54" y="12607"/>
                </a:cubicBezTo>
                <a:cubicBezTo>
                  <a:pt x="134" y="18683"/>
                  <a:pt x="3989" y="22189"/>
                  <a:pt x="8592" y="22564"/>
                </a:cubicBezTo>
                <a:cubicBezTo>
                  <a:pt x="14641" y="22082"/>
                  <a:pt x="16354" y="18388"/>
                  <a:pt x="16836" y="12312"/>
                </a:cubicBezTo>
                <a:cubicBezTo>
                  <a:pt x="17276" y="6737"/>
                  <a:pt x="14567" y="0"/>
                  <a:pt x="9074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90" name="Google Shape;1590;p100"/>
          <p:cNvSpPr/>
          <p:nvPr/>
        </p:nvSpPr>
        <p:spPr>
          <a:xfrm flipH="1">
            <a:off x="736534" y="1655532"/>
            <a:ext cx="1774800" cy="1774800"/>
          </a:xfrm>
          <a:prstGeom prst="ellipse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591" name="Google Shape;1591;p100"/>
          <p:cNvGrpSpPr/>
          <p:nvPr/>
        </p:nvGrpSpPr>
        <p:grpSpPr>
          <a:xfrm flipH="1">
            <a:off x="101505" y="2363121"/>
            <a:ext cx="1696762" cy="1688828"/>
            <a:chOff x="2414491" y="671177"/>
            <a:chExt cx="1830972" cy="1822411"/>
          </a:xfrm>
        </p:grpSpPr>
        <p:sp>
          <p:nvSpPr>
            <p:cNvPr id="1592" name="Google Shape;1592;p100"/>
            <p:cNvSpPr/>
            <p:nvPr/>
          </p:nvSpPr>
          <p:spPr>
            <a:xfrm>
              <a:off x="2414491" y="671177"/>
              <a:ext cx="1830972" cy="1822391"/>
            </a:xfrm>
            <a:custGeom>
              <a:avLst/>
              <a:gdLst/>
              <a:ahLst/>
              <a:cxnLst/>
              <a:rect l="l" t="t" r="r" b="b"/>
              <a:pathLst>
                <a:path w="45663" h="45449" extrusionOk="0">
                  <a:moveTo>
                    <a:pt x="10947" y="4979"/>
                  </a:moveTo>
                  <a:lnTo>
                    <a:pt x="15605" y="7656"/>
                  </a:lnTo>
                  <a:lnTo>
                    <a:pt x="15605" y="13062"/>
                  </a:lnTo>
                  <a:lnTo>
                    <a:pt x="10947" y="15766"/>
                  </a:lnTo>
                  <a:lnTo>
                    <a:pt x="6263" y="13062"/>
                  </a:lnTo>
                  <a:lnTo>
                    <a:pt x="6263" y="7656"/>
                  </a:lnTo>
                  <a:lnTo>
                    <a:pt x="10947" y="4979"/>
                  </a:lnTo>
                  <a:close/>
                  <a:moveTo>
                    <a:pt x="20449" y="4979"/>
                  </a:moveTo>
                  <a:lnTo>
                    <a:pt x="25133" y="7656"/>
                  </a:lnTo>
                  <a:lnTo>
                    <a:pt x="25133" y="13062"/>
                  </a:lnTo>
                  <a:lnTo>
                    <a:pt x="20449" y="15766"/>
                  </a:lnTo>
                  <a:lnTo>
                    <a:pt x="15792" y="13062"/>
                  </a:lnTo>
                  <a:lnTo>
                    <a:pt x="15792" y="7656"/>
                  </a:lnTo>
                  <a:lnTo>
                    <a:pt x="20449" y="4979"/>
                  </a:lnTo>
                  <a:close/>
                  <a:moveTo>
                    <a:pt x="29978" y="4979"/>
                  </a:moveTo>
                  <a:lnTo>
                    <a:pt x="34635" y="7656"/>
                  </a:lnTo>
                  <a:lnTo>
                    <a:pt x="34635" y="13062"/>
                  </a:lnTo>
                  <a:lnTo>
                    <a:pt x="29978" y="15766"/>
                  </a:lnTo>
                  <a:lnTo>
                    <a:pt x="25294" y="13062"/>
                  </a:lnTo>
                  <a:lnTo>
                    <a:pt x="25294" y="7656"/>
                  </a:lnTo>
                  <a:lnTo>
                    <a:pt x="29978" y="4979"/>
                  </a:lnTo>
                  <a:close/>
                  <a:moveTo>
                    <a:pt x="6183" y="13196"/>
                  </a:moveTo>
                  <a:lnTo>
                    <a:pt x="10867" y="15899"/>
                  </a:lnTo>
                  <a:lnTo>
                    <a:pt x="10867" y="21306"/>
                  </a:lnTo>
                  <a:lnTo>
                    <a:pt x="6183" y="23983"/>
                  </a:lnTo>
                  <a:lnTo>
                    <a:pt x="1526" y="21306"/>
                  </a:lnTo>
                  <a:lnTo>
                    <a:pt x="1526" y="15899"/>
                  </a:lnTo>
                  <a:lnTo>
                    <a:pt x="6183" y="13196"/>
                  </a:lnTo>
                  <a:close/>
                  <a:moveTo>
                    <a:pt x="15712" y="13196"/>
                  </a:moveTo>
                  <a:lnTo>
                    <a:pt x="20369" y="15899"/>
                  </a:lnTo>
                  <a:lnTo>
                    <a:pt x="20369" y="21306"/>
                  </a:lnTo>
                  <a:lnTo>
                    <a:pt x="15712" y="23983"/>
                  </a:lnTo>
                  <a:lnTo>
                    <a:pt x="11028" y="21306"/>
                  </a:lnTo>
                  <a:lnTo>
                    <a:pt x="11028" y="15899"/>
                  </a:lnTo>
                  <a:lnTo>
                    <a:pt x="15712" y="13196"/>
                  </a:lnTo>
                  <a:close/>
                  <a:moveTo>
                    <a:pt x="25213" y="13196"/>
                  </a:moveTo>
                  <a:lnTo>
                    <a:pt x="29871" y="15899"/>
                  </a:lnTo>
                  <a:lnTo>
                    <a:pt x="29871" y="21306"/>
                  </a:lnTo>
                  <a:lnTo>
                    <a:pt x="25213" y="23983"/>
                  </a:lnTo>
                  <a:lnTo>
                    <a:pt x="20529" y="21306"/>
                  </a:lnTo>
                  <a:lnTo>
                    <a:pt x="20529" y="15899"/>
                  </a:lnTo>
                  <a:lnTo>
                    <a:pt x="25213" y="13196"/>
                  </a:lnTo>
                  <a:close/>
                  <a:moveTo>
                    <a:pt x="34715" y="13196"/>
                  </a:moveTo>
                  <a:lnTo>
                    <a:pt x="39399" y="15899"/>
                  </a:lnTo>
                  <a:lnTo>
                    <a:pt x="39399" y="21306"/>
                  </a:lnTo>
                  <a:lnTo>
                    <a:pt x="34715" y="23983"/>
                  </a:lnTo>
                  <a:lnTo>
                    <a:pt x="30058" y="21306"/>
                  </a:lnTo>
                  <a:lnTo>
                    <a:pt x="30058" y="15899"/>
                  </a:lnTo>
                  <a:lnTo>
                    <a:pt x="34715" y="13196"/>
                  </a:lnTo>
                  <a:close/>
                  <a:moveTo>
                    <a:pt x="10947" y="21440"/>
                  </a:moveTo>
                  <a:lnTo>
                    <a:pt x="15605" y="24143"/>
                  </a:lnTo>
                  <a:lnTo>
                    <a:pt x="15605" y="29523"/>
                  </a:lnTo>
                  <a:lnTo>
                    <a:pt x="10947" y="32226"/>
                  </a:lnTo>
                  <a:lnTo>
                    <a:pt x="6263" y="29523"/>
                  </a:lnTo>
                  <a:lnTo>
                    <a:pt x="6263" y="24143"/>
                  </a:lnTo>
                  <a:lnTo>
                    <a:pt x="10947" y="21440"/>
                  </a:lnTo>
                  <a:close/>
                  <a:moveTo>
                    <a:pt x="20449" y="21440"/>
                  </a:moveTo>
                  <a:lnTo>
                    <a:pt x="25133" y="24143"/>
                  </a:lnTo>
                  <a:lnTo>
                    <a:pt x="25133" y="29523"/>
                  </a:lnTo>
                  <a:lnTo>
                    <a:pt x="20449" y="32226"/>
                  </a:lnTo>
                  <a:lnTo>
                    <a:pt x="15792" y="29523"/>
                  </a:lnTo>
                  <a:lnTo>
                    <a:pt x="15792" y="24143"/>
                  </a:lnTo>
                  <a:lnTo>
                    <a:pt x="20449" y="21440"/>
                  </a:lnTo>
                  <a:close/>
                  <a:moveTo>
                    <a:pt x="29978" y="21440"/>
                  </a:moveTo>
                  <a:lnTo>
                    <a:pt x="34635" y="24143"/>
                  </a:lnTo>
                  <a:lnTo>
                    <a:pt x="34635" y="29523"/>
                  </a:lnTo>
                  <a:lnTo>
                    <a:pt x="29978" y="32226"/>
                  </a:lnTo>
                  <a:lnTo>
                    <a:pt x="25294" y="29523"/>
                  </a:lnTo>
                  <a:lnTo>
                    <a:pt x="25294" y="24143"/>
                  </a:lnTo>
                  <a:lnTo>
                    <a:pt x="29978" y="21440"/>
                  </a:lnTo>
                  <a:close/>
                  <a:moveTo>
                    <a:pt x="39480" y="21440"/>
                  </a:moveTo>
                  <a:lnTo>
                    <a:pt x="44137" y="24143"/>
                  </a:lnTo>
                  <a:lnTo>
                    <a:pt x="44137" y="29523"/>
                  </a:lnTo>
                  <a:lnTo>
                    <a:pt x="39480" y="32226"/>
                  </a:lnTo>
                  <a:lnTo>
                    <a:pt x="34796" y="29523"/>
                  </a:lnTo>
                  <a:lnTo>
                    <a:pt x="34796" y="24143"/>
                  </a:lnTo>
                  <a:lnTo>
                    <a:pt x="39480" y="21440"/>
                  </a:lnTo>
                  <a:close/>
                  <a:moveTo>
                    <a:pt x="15712" y="29684"/>
                  </a:moveTo>
                  <a:lnTo>
                    <a:pt x="20369" y="32387"/>
                  </a:lnTo>
                  <a:lnTo>
                    <a:pt x="20369" y="37767"/>
                  </a:lnTo>
                  <a:lnTo>
                    <a:pt x="15712" y="40470"/>
                  </a:lnTo>
                  <a:lnTo>
                    <a:pt x="11028" y="37767"/>
                  </a:lnTo>
                  <a:lnTo>
                    <a:pt x="11028" y="32387"/>
                  </a:lnTo>
                  <a:lnTo>
                    <a:pt x="15712" y="29684"/>
                  </a:lnTo>
                  <a:close/>
                  <a:moveTo>
                    <a:pt x="25213" y="29684"/>
                  </a:moveTo>
                  <a:lnTo>
                    <a:pt x="29871" y="32387"/>
                  </a:lnTo>
                  <a:lnTo>
                    <a:pt x="29871" y="37767"/>
                  </a:lnTo>
                  <a:lnTo>
                    <a:pt x="25213" y="40470"/>
                  </a:lnTo>
                  <a:lnTo>
                    <a:pt x="20529" y="37767"/>
                  </a:lnTo>
                  <a:lnTo>
                    <a:pt x="20529" y="32387"/>
                  </a:lnTo>
                  <a:lnTo>
                    <a:pt x="25213" y="29684"/>
                  </a:lnTo>
                  <a:close/>
                  <a:moveTo>
                    <a:pt x="34715" y="29684"/>
                  </a:moveTo>
                  <a:lnTo>
                    <a:pt x="39399" y="32387"/>
                  </a:lnTo>
                  <a:lnTo>
                    <a:pt x="39399" y="37767"/>
                  </a:lnTo>
                  <a:lnTo>
                    <a:pt x="34715" y="40470"/>
                  </a:lnTo>
                  <a:lnTo>
                    <a:pt x="30058" y="37767"/>
                  </a:lnTo>
                  <a:lnTo>
                    <a:pt x="30058" y="32387"/>
                  </a:lnTo>
                  <a:lnTo>
                    <a:pt x="34715" y="29684"/>
                  </a:lnTo>
                  <a:close/>
                  <a:moveTo>
                    <a:pt x="20369" y="1"/>
                  </a:moveTo>
                  <a:lnTo>
                    <a:pt x="20369" y="4818"/>
                  </a:lnTo>
                  <a:lnTo>
                    <a:pt x="15712" y="7522"/>
                  </a:lnTo>
                  <a:lnTo>
                    <a:pt x="11028" y="4818"/>
                  </a:lnTo>
                  <a:lnTo>
                    <a:pt x="11028" y="3159"/>
                  </a:lnTo>
                  <a:cubicBezTo>
                    <a:pt x="10974" y="3186"/>
                    <a:pt x="10921" y="3239"/>
                    <a:pt x="10867" y="3266"/>
                  </a:cubicBezTo>
                  <a:lnTo>
                    <a:pt x="10867" y="4818"/>
                  </a:lnTo>
                  <a:lnTo>
                    <a:pt x="6183" y="7522"/>
                  </a:lnTo>
                  <a:lnTo>
                    <a:pt x="5915" y="7361"/>
                  </a:lnTo>
                  <a:cubicBezTo>
                    <a:pt x="5889" y="7415"/>
                    <a:pt x="5835" y="7442"/>
                    <a:pt x="5808" y="7495"/>
                  </a:cubicBezTo>
                  <a:lnTo>
                    <a:pt x="6103" y="7656"/>
                  </a:lnTo>
                  <a:lnTo>
                    <a:pt x="6103" y="13062"/>
                  </a:lnTo>
                  <a:lnTo>
                    <a:pt x="1419" y="15766"/>
                  </a:lnTo>
                  <a:lnTo>
                    <a:pt x="1124" y="15578"/>
                  </a:lnTo>
                  <a:cubicBezTo>
                    <a:pt x="1124" y="15632"/>
                    <a:pt x="1098" y="15685"/>
                    <a:pt x="1071" y="15739"/>
                  </a:cubicBezTo>
                  <a:lnTo>
                    <a:pt x="1338" y="15899"/>
                  </a:lnTo>
                  <a:lnTo>
                    <a:pt x="1338" y="21306"/>
                  </a:lnTo>
                  <a:lnTo>
                    <a:pt x="0" y="22082"/>
                  </a:lnTo>
                  <a:cubicBezTo>
                    <a:pt x="0" y="22136"/>
                    <a:pt x="0" y="22216"/>
                    <a:pt x="0" y="22270"/>
                  </a:cubicBezTo>
                  <a:lnTo>
                    <a:pt x="1419" y="21440"/>
                  </a:lnTo>
                  <a:lnTo>
                    <a:pt x="6103" y="24143"/>
                  </a:lnTo>
                  <a:lnTo>
                    <a:pt x="6103" y="29523"/>
                  </a:lnTo>
                  <a:lnTo>
                    <a:pt x="1927" y="31932"/>
                  </a:lnTo>
                  <a:cubicBezTo>
                    <a:pt x="1954" y="31986"/>
                    <a:pt x="1981" y="32039"/>
                    <a:pt x="2008" y="32093"/>
                  </a:cubicBezTo>
                  <a:lnTo>
                    <a:pt x="6183" y="29684"/>
                  </a:lnTo>
                  <a:lnTo>
                    <a:pt x="10867" y="32387"/>
                  </a:lnTo>
                  <a:lnTo>
                    <a:pt x="10867" y="37767"/>
                  </a:lnTo>
                  <a:lnTo>
                    <a:pt x="7548" y="39694"/>
                  </a:lnTo>
                  <a:cubicBezTo>
                    <a:pt x="7575" y="39721"/>
                    <a:pt x="7628" y="39774"/>
                    <a:pt x="7682" y="39801"/>
                  </a:cubicBezTo>
                  <a:lnTo>
                    <a:pt x="10947" y="37928"/>
                  </a:lnTo>
                  <a:lnTo>
                    <a:pt x="15605" y="40631"/>
                  </a:lnTo>
                  <a:lnTo>
                    <a:pt x="15605" y="44405"/>
                  </a:lnTo>
                  <a:cubicBezTo>
                    <a:pt x="15658" y="44405"/>
                    <a:pt x="15738" y="44432"/>
                    <a:pt x="15792" y="44458"/>
                  </a:cubicBezTo>
                  <a:lnTo>
                    <a:pt x="15792" y="40631"/>
                  </a:lnTo>
                  <a:lnTo>
                    <a:pt x="20449" y="37928"/>
                  </a:lnTo>
                  <a:lnTo>
                    <a:pt x="25133" y="40631"/>
                  </a:lnTo>
                  <a:lnTo>
                    <a:pt x="25133" y="45449"/>
                  </a:lnTo>
                  <a:cubicBezTo>
                    <a:pt x="25187" y="45449"/>
                    <a:pt x="25240" y="45449"/>
                    <a:pt x="25294" y="45422"/>
                  </a:cubicBezTo>
                  <a:lnTo>
                    <a:pt x="25294" y="40631"/>
                  </a:lnTo>
                  <a:lnTo>
                    <a:pt x="29978" y="37928"/>
                  </a:lnTo>
                  <a:lnTo>
                    <a:pt x="34635" y="40631"/>
                  </a:lnTo>
                  <a:lnTo>
                    <a:pt x="34635" y="42290"/>
                  </a:lnTo>
                  <a:cubicBezTo>
                    <a:pt x="34688" y="42237"/>
                    <a:pt x="34742" y="42210"/>
                    <a:pt x="34796" y="42183"/>
                  </a:cubicBezTo>
                  <a:lnTo>
                    <a:pt x="34796" y="40631"/>
                  </a:lnTo>
                  <a:lnTo>
                    <a:pt x="39480" y="37928"/>
                  </a:lnTo>
                  <a:lnTo>
                    <a:pt x="39747" y="38088"/>
                  </a:lnTo>
                  <a:cubicBezTo>
                    <a:pt x="39774" y="38035"/>
                    <a:pt x="39827" y="37981"/>
                    <a:pt x="39854" y="37954"/>
                  </a:cubicBezTo>
                  <a:lnTo>
                    <a:pt x="39560" y="37767"/>
                  </a:lnTo>
                  <a:lnTo>
                    <a:pt x="39560" y="32387"/>
                  </a:lnTo>
                  <a:lnTo>
                    <a:pt x="44244" y="29684"/>
                  </a:lnTo>
                  <a:lnTo>
                    <a:pt x="44538" y="29871"/>
                  </a:lnTo>
                  <a:cubicBezTo>
                    <a:pt x="44565" y="29791"/>
                    <a:pt x="44565" y="29737"/>
                    <a:pt x="44592" y="29684"/>
                  </a:cubicBezTo>
                  <a:lnTo>
                    <a:pt x="44324" y="29523"/>
                  </a:lnTo>
                  <a:lnTo>
                    <a:pt x="44324" y="24143"/>
                  </a:lnTo>
                  <a:lnTo>
                    <a:pt x="45662" y="23367"/>
                  </a:lnTo>
                  <a:cubicBezTo>
                    <a:pt x="45662" y="23314"/>
                    <a:pt x="45662" y="23233"/>
                    <a:pt x="45662" y="23153"/>
                  </a:cubicBezTo>
                  <a:lnTo>
                    <a:pt x="44244" y="23983"/>
                  </a:lnTo>
                  <a:lnTo>
                    <a:pt x="39560" y="21306"/>
                  </a:lnTo>
                  <a:lnTo>
                    <a:pt x="39560" y="15899"/>
                  </a:lnTo>
                  <a:lnTo>
                    <a:pt x="43735" y="13491"/>
                  </a:lnTo>
                  <a:cubicBezTo>
                    <a:pt x="43709" y="13437"/>
                    <a:pt x="43682" y="13383"/>
                    <a:pt x="43655" y="13330"/>
                  </a:cubicBezTo>
                  <a:lnTo>
                    <a:pt x="39480" y="15766"/>
                  </a:lnTo>
                  <a:lnTo>
                    <a:pt x="34796" y="13062"/>
                  </a:lnTo>
                  <a:lnTo>
                    <a:pt x="34796" y="7656"/>
                  </a:lnTo>
                  <a:lnTo>
                    <a:pt x="38114" y="5755"/>
                  </a:lnTo>
                  <a:cubicBezTo>
                    <a:pt x="38088" y="5702"/>
                    <a:pt x="38034" y="5675"/>
                    <a:pt x="37981" y="5621"/>
                  </a:cubicBezTo>
                  <a:lnTo>
                    <a:pt x="34715" y="7522"/>
                  </a:lnTo>
                  <a:lnTo>
                    <a:pt x="30058" y="4818"/>
                  </a:lnTo>
                  <a:lnTo>
                    <a:pt x="30058" y="1045"/>
                  </a:lnTo>
                  <a:cubicBezTo>
                    <a:pt x="30004" y="1018"/>
                    <a:pt x="29951" y="1018"/>
                    <a:pt x="29871" y="991"/>
                  </a:cubicBezTo>
                  <a:lnTo>
                    <a:pt x="29871" y="4818"/>
                  </a:lnTo>
                  <a:lnTo>
                    <a:pt x="25213" y="7522"/>
                  </a:lnTo>
                  <a:lnTo>
                    <a:pt x="20529" y="4818"/>
                  </a:lnTo>
                  <a:lnTo>
                    <a:pt x="2052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3" name="Google Shape;1593;p100"/>
            <p:cNvSpPr/>
            <p:nvPr/>
          </p:nvSpPr>
          <p:spPr>
            <a:xfrm>
              <a:off x="2796545" y="833253"/>
              <a:ext cx="9704" cy="7538"/>
            </a:xfrm>
            <a:custGeom>
              <a:avLst/>
              <a:gdLst/>
              <a:ahLst/>
              <a:cxnLst/>
              <a:rect l="l" t="t" r="r" b="b"/>
              <a:pathLst>
                <a:path w="242" h="188" extrusionOk="0">
                  <a:moveTo>
                    <a:pt x="161" y="0"/>
                  </a:moveTo>
                  <a:cubicBezTo>
                    <a:pt x="108" y="27"/>
                    <a:pt x="54" y="81"/>
                    <a:pt x="1" y="107"/>
                  </a:cubicBezTo>
                  <a:lnTo>
                    <a:pt x="161" y="188"/>
                  </a:lnTo>
                  <a:lnTo>
                    <a:pt x="242" y="54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4" name="Google Shape;1594;p100"/>
            <p:cNvSpPr/>
            <p:nvPr/>
          </p:nvSpPr>
          <p:spPr>
            <a:xfrm>
              <a:off x="2899597" y="677633"/>
              <a:ext cx="287659" cy="242590"/>
            </a:xfrm>
            <a:custGeom>
              <a:avLst/>
              <a:gdLst/>
              <a:ahLst/>
              <a:cxnLst/>
              <a:rect l="l" t="t" r="r" b="b"/>
              <a:pathLst>
                <a:path w="7174" h="6050" extrusionOk="0">
                  <a:moveTo>
                    <a:pt x="7173" y="0"/>
                  </a:moveTo>
                  <a:lnTo>
                    <a:pt x="7173" y="0"/>
                  </a:lnTo>
                  <a:cubicBezTo>
                    <a:pt x="7013" y="27"/>
                    <a:pt x="6852" y="54"/>
                    <a:pt x="6692" y="81"/>
                  </a:cubicBezTo>
                  <a:lnTo>
                    <a:pt x="3667" y="1794"/>
                  </a:lnTo>
                  <a:lnTo>
                    <a:pt x="3667" y="830"/>
                  </a:lnTo>
                  <a:cubicBezTo>
                    <a:pt x="3614" y="857"/>
                    <a:pt x="3560" y="857"/>
                    <a:pt x="3507" y="884"/>
                  </a:cubicBezTo>
                  <a:lnTo>
                    <a:pt x="3507" y="1794"/>
                  </a:lnTo>
                  <a:lnTo>
                    <a:pt x="2516" y="1231"/>
                  </a:lnTo>
                  <a:cubicBezTo>
                    <a:pt x="2463" y="1258"/>
                    <a:pt x="2382" y="1285"/>
                    <a:pt x="2329" y="1312"/>
                  </a:cubicBezTo>
                  <a:lnTo>
                    <a:pt x="3426" y="1954"/>
                  </a:lnTo>
                  <a:lnTo>
                    <a:pt x="0" y="3935"/>
                  </a:lnTo>
                  <a:lnTo>
                    <a:pt x="81" y="4069"/>
                  </a:lnTo>
                  <a:lnTo>
                    <a:pt x="3507" y="2115"/>
                  </a:lnTo>
                  <a:lnTo>
                    <a:pt x="3507" y="6049"/>
                  </a:lnTo>
                  <a:lnTo>
                    <a:pt x="3667" y="6049"/>
                  </a:lnTo>
                  <a:lnTo>
                    <a:pt x="3667" y="2115"/>
                  </a:lnTo>
                  <a:lnTo>
                    <a:pt x="7093" y="4069"/>
                  </a:lnTo>
                  <a:lnTo>
                    <a:pt x="7173" y="3935"/>
                  </a:lnTo>
                  <a:lnTo>
                    <a:pt x="3774" y="1954"/>
                  </a:lnTo>
                  <a:lnTo>
                    <a:pt x="717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5" name="Google Shape;1595;p100"/>
            <p:cNvSpPr/>
            <p:nvPr/>
          </p:nvSpPr>
          <p:spPr>
            <a:xfrm>
              <a:off x="3280608" y="671177"/>
              <a:ext cx="288742" cy="249046"/>
            </a:xfrm>
            <a:custGeom>
              <a:avLst/>
              <a:gdLst/>
              <a:ahLst/>
              <a:cxnLst/>
              <a:rect l="l" t="t" r="r" b="b"/>
              <a:pathLst>
                <a:path w="7201" h="6211" extrusionOk="0">
                  <a:moveTo>
                    <a:pt x="107" y="1"/>
                  </a:moveTo>
                  <a:lnTo>
                    <a:pt x="0" y="134"/>
                  </a:lnTo>
                  <a:lnTo>
                    <a:pt x="3426" y="2115"/>
                  </a:lnTo>
                  <a:lnTo>
                    <a:pt x="0" y="4096"/>
                  </a:lnTo>
                  <a:lnTo>
                    <a:pt x="107" y="4230"/>
                  </a:lnTo>
                  <a:lnTo>
                    <a:pt x="3506" y="2276"/>
                  </a:lnTo>
                  <a:lnTo>
                    <a:pt x="3506" y="6210"/>
                  </a:lnTo>
                  <a:lnTo>
                    <a:pt x="3694" y="6210"/>
                  </a:lnTo>
                  <a:lnTo>
                    <a:pt x="3694" y="2276"/>
                  </a:lnTo>
                  <a:lnTo>
                    <a:pt x="7093" y="4230"/>
                  </a:lnTo>
                  <a:lnTo>
                    <a:pt x="7200" y="4096"/>
                  </a:lnTo>
                  <a:lnTo>
                    <a:pt x="3774" y="2115"/>
                  </a:lnTo>
                  <a:lnTo>
                    <a:pt x="6558" y="509"/>
                  </a:lnTo>
                  <a:cubicBezTo>
                    <a:pt x="6477" y="482"/>
                    <a:pt x="6397" y="456"/>
                    <a:pt x="6317" y="456"/>
                  </a:cubicBezTo>
                  <a:lnTo>
                    <a:pt x="3694" y="1955"/>
                  </a:lnTo>
                  <a:lnTo>
                    <a:pt x="3694" y="1"/>
                  </a:lnTo>
                  <a:lnTo>
                    <a:pt x="3506" y="1"/>
                  </a:lnTo>
                  <a:lnTo>
                    <a:pt x="3506" y="1955"/>
                  </a:lnTo>
                  <a:lnTo>
                    <a:pt x="10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6" name="Google Shape;1596;p100"/>
            <p:cNvSpPr/>
            <p:nvPr/>
          </p:nvSpPr>
          <p:spPr>
            <a:xfrm>
              <a:off x="3662662" y="776354"/>
              <a:ext cx="109506" cy="64437"/>
            </a:xfrm>
            <a:custGeom>
              <a:avLst/>
              <a:gdLst/>
              <a:ahLst/>
              <a:cxnLst/>
              <a:rect l="l" t="t" r="r" b="b"/>
              <a:pathLst>
                <a:path w="2731" h="1607" extrusionOk="0">
                  <a:moveTo>
                    <a:pt x="2543" y="1"/>
                  </a:moveTo>
                  <a:lnTo>
                    <a:pt x="1" y="1473"/>
                  </a:lnTo>
                  <a:lnTo>
                    <a:pt x="81" y="1607"/>
                  </a:lnTo>
                  <a:lnTo>
                    <a:pt x="2731" y="81"/>
                  </a:lnTo>
                  <a:cubicBezTo>
                    <a:pt x="2677" y="54"/>
                    <a:pt x="2597" y="27"/>
                    <a:pt x="254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7" name="Google Shape;1597;p100"/>
            <p:cNvSpPr/>
            <p:nvPr/>
          </p:nvSpPr>
          <p:spPr>
            <a:xfrm>
              <a:off x="3803246" y="797847"/>
              <a:ext cx="6496" cy="122378"/>
            </a:xfrm>
            <a:custGeom>
              <a:avLst/>
              <a:gdLst/>
              <a:ahLst/>
              <a:cxnLst/>
              <a:rect l="l" t="t" r="r" b="b"/>
              <a:pathLst>
                <a:path w="162" h="3052" extrusionOk="0">
                  <a:moveTo>
                    <a:pt x="1" y="0"/>
                  </a:moveTo>
                  <a:lnTo>
                    <a:pt x="1" y="3051"/>
                  </a:lnTo>
                  <a:lnTo>
                    <a:pt x="162" y="3051"/>
                  </a:lnTo>
                  <a:lnTo>
                    <a:pt x="162" y="107"/>
                  </a:lnTo>
                  <a:cubicBezTo>
                    <a:pt x="108" y="54"/>
                    <a:pt x="54" y="27"/>
                    <a:pt x="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8" name="Google Shape;1598;p100"/>
            <p:cNvSpPr/>
            <p:nvPr/>
          </p:nvSpPr>
          <p:spPr>
            <a:xfrm>
              <a:off x="2475641" y="1246463"/>
              <a:ext cx="2205" cy="4331"/>
            </a:xfrm>
            <a:custGeom>
              <a:avLst/>
              <a:gdLst/>
              <a:ahLst/>
              <a:cxnLst/>
              <a:rect l="l" t="t" r="r" b="b"/>
              <a:pathLst>
                <a:path w="55" h="108" extrusionOk="0">
                  <a:moveTo>
                    <a:pt x="54" y="0"/>
                  </a:moveTo>
                  <a:cubicBezTo>
                    <a:pt x="28" y="27"/>
                    <a:pt x="28" y="54"/>
                    <a:pt x="1" y="107"/>
                  </a:cubicBezTo>
                  <a:lnTo>
                    <a:pt x="54" y="107"/>
                  </a:lnTo>
                  <a:lnTo>
                    <a:pt x="5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9" name="Google Shape;1599;p100"/>
            <p:cNvSpPr/>
            <p:nvPr/>
          </p:nvSpPr>
          <p:spPr>
            <a:xfrm>
              <a:off x="2616265" y="1006036"/>
              <a:ext cx="2165" cy="2205"/>
            </a:xfrm>
            <a:custGeom>
              <a:avLst/>
              <a:gdLst/>
              <a:ahLst/>
              <a:cxnLst/>
              <a:rect l="l" t="t" r="r" b="b"/>
              <a:pathLst>
                <a:path w="54" h="55" extrusionOk="0">
                  <a:moveTo>
                    <a:pt x="54" y="1"/>
                  </a:moveTo>
                  <a:cubicBezTo>
                    <a:pt x="27" y="27"/>
                    <a:pt x="27" y="27"/>
                    <a:pt x="0" y="54"/>
                  </a:cubicBezTo>
                  <a:lnTo>
                    <a:pt x="54" y="27"/>
                  </a:lnTo>
                  <a:lnTo>
                    <a:pt x="5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0" name="Google Shape;1600;p100"/>
            <p:cNvSpPr/>
            <p:nvPr/>
          </p:nvSpPr>
          <p:spPr>
            <a:xfrm>
              <a:off x="2535748" y="1119794"/>
              <a:ext cx="82681" cy="51565"/>
            </a:xfrm>
            <a:custGeom>
              <a:avLst/>
              <a:gdLst/>
              <a:ahLst/>
              <a:cxnLst/>
              <a:rect l="l" t="t" r="r" b="b"/>
              <a:pathLst>
                <a:path w="2062" h="1286" extrusionOk="0">
                  <a:moveTo>
                    <a:pt x="81" y="1"/>
                  </a:moveTo>
                  <a:cubicBezTo>
                    <a:pt x="54" y="54"/>
                    <a:pt x="27" y="108"/>
                    <a:pt x="1" y="135"/>
                  </a:cubicBezTo>
                  <a:lnTo>
                    <a:pt x="1981" y="1285"/>
                  </a:lnTo>
                  <a:lnTo>
                    <a:pt x="2062" y="1125"/>
                  </a:ln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1" name="Google Shape;1601;p100"/>
            <p:cNvSpPr/>
            <p:nvPr/>
          </p:nvSpPr>
          <p:spPr>
            <a:xfrm>
              <a:off x="2711778" y="921268"/>
              <a:ext cx="287659" cy="329521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217"/>
                  </a:lnTo>
                  <a:lnTo>
                    <a:pt x="3667" y="8217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2" name="Google Shape;1602;p100"/>
            <p:cNvSpPr/>
            <p:nvPr/>
          </p:nvSpPr>
          <p:spPr>
            <a:xfrm>
              <a:off x="3092789" y="921268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80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0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41"/>
                  </a:lnTo>
                  <a:lnTo>
                    <a:pt x="7093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3" name="Google Shape;1603;p100"/>
            <p:cNvSpPr/>
            <p:nvPr/>
          </p:nvSpPr>
          <p:spPr>
            <a:xfrm>
              <a:off x="3474843" y="92126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480" y="3961"/>
                  </a:lnTo>
                  <a:lnTo>
                    <a:pt x="81" y="1981"/>
                  </a:lnTo>
                  <a:lnTo>
                    <a:pt x="1" y="2141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36"/>
                  </a:lnTo>
                  <a:lnTo>
                    <a:pt x="3480" y="4256"/>
                  </a:lnTo>
                  <a:lnTo>
                    <a:pt x="3480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4" name="Google Shape;1604;p100"/>
            <p:cNvSpPr/>
            <p:nvPr/>
          </p:nvSpPr>
          <p:spPr>
            <a:xfrm>
              <a:off x="3855854" y="953467"/>
              <a:ext cx="287659" cy="296240"/>
            </a:xfrm>
            <a:custGeom>
              <a:avLst/>
              <a:gdLst/>
              <a:ahLst/>
              <a:cxnLst/>
              <a:rect l="l" t="t" r="r" b="b"/>
              <a:pathLst>
                <a:path w="7174" h="7388" extrusionOk="0">
                  <a:moveTo>
                    <a:pt x="3507" y="0"/>
                  </a:moveTo>
                  <a:lnTo>
                    <a:pt x="3507" y="3158"/>
                  </a:lnTo>
                  <a:lnTo>
                    <a:pt x="81" y="1178"/>
                  </a:lnTo>
                  <a:lnTo>
                    <a:pt x="0" y="1312"/>
                  </a:lnTo>
                  <a:lnTo>
                    <a:pt x="3426" y="3292"/>
                  </a:lnTo>
                  <a:lnTo>
                    <a:pt x="0" y="5273"/>
                  </a:lnTo>
                  <a:lnTo>
                    <a:pt x="81" y="5433"/>
                  </a:lnTo>
                  <a:lnTo>
                    <a:pt x="3507" y="3453"/>
                  </a:lnTo>
                  <a:lnTo>
                    <a:pt x="3507" y="7387"/>
                  </a:lnTo>
                  <a:lnTo>
                    <a:pt x="3667" y="7387"/>
                  </a:lnTo>
                  <a:lnTo>
                    <a:pt x="3667" y="3453"/>
                  </a:lnTo>
                  <a:lnTo>
                    <a:pt x="7093" y="5407"/>
                  </a:lnTo>
                  <a:lnTo>
                    <a:pt x="7174" y="5273"/>
                  </a:lnTo>
                  <a:lnTo>
                    <a:pt x="3748" y="3292"/>
                  </a:lnTo>
                  <a:lnTo>
                    <a:pt x="5434" y="2329"/>
                  </a:lnTo>
                  <a:cubicBezTo>
                    <a:pt x="5380" y="2302"/>
                    <a:pt x="5354" y="2248"/>
                    <a:pt x="5327" y="2195"/>
                  </a:cubicBezTo>
                  <a:lnTo>
                    <a:pt x="3667" y="3158"/>
                  </a:lnTo>
                  <a:lnTo>
                    <a:pt x="3667" y="187"/>
                  </a:lnTo>
                  <a:cubicBezTo>
                    <a:pt x="3614" y="134"/>
                    <a:pt x="3560" y="80"/>
                    <a:pt x="350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5" name="Google Shape;1605;p100"/>
            <p:cNvSpPr/>
            <p:nvPr/>
          </p:nvSpPr>
          <p:spPr>
            <a:xfrm>
              <a:off x="2417699" y="1498640"/>
              <a:ext cx="7538" cy="9704"/>
            </a:xfrm>
            <a:custGeom>
              <a:avLst/>
              <a:gdLst/>
              <a:ahLst/>
              <a:cxnLst/>
              <a:rect l="l" t="t" r="r" b="b"/>
              <a:pathLst>
                <a:path w="188" h="242" extrusionOk="0">
                  <a:moveTo>
                    <a:pt x="1" y="1"/>
                  </a:moveTo>
                  <a:cubicBezTo>
                    <a:pt x="1" y="54"/>
                    <a:pt x="1" y="135"/>
                    <a:pt x="1" y="188"/>
                  </a:cubicBezTo>
                  <a:lnTo>
                    <a:pt x="108" y="242"/>
                  </a:lnTo>
                  <a:lnTo>
                    <a:pt x="188" y="108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6" name="Google Shape;1606;p100"/>
            <p:cNvSpPr/>
            <p:nvPr/>
          </p:nvSpPr>
          <p:spPr>
            <a:xfrm>
              <a:off x="2518586" y="1259335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7" name="Google Shape;1607;p100"/>
            <p:cNvSpPr/>
            <p:nvPr/>
          </p:nvSpPr>
          <p:spPr>
            <a:xfrm>
              <a:off x="2899597" y="1259335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3" y="6049"/>
                  </a:lnTo>
                  <a:lnTo>
                    <a:pt x="3774" y="4095"/>
                  </a:lnTo>
                  <a:lnTo>
                    <a:pt x="7173" y="2115"/>
                  </a:lnTo>
                  <a:lnTo>
                    <a:pt x="7093" y="1954"/>
                  </a:lnTo>
                  <a:lnTo>
                    <a:pt x="3667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8" name="Google Shape;1608;p100"/>
            <p:cNvSpPr/>
            <p:nvPr/>
          </p:nvSpPr>
          <p:spPr>
            <a:xfrm>
              <a:off x="3280608" y="1259335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35"/>
                  </a:lnTo>
                  <a:lnTo>
                    <a:pt x="107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107" y="6210"/>
                  </a:lnTo>
                  <a:lnTo>
                    <a:pt x="3506" y="4229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29"/>
                  </a:lnTo>
                  <a:lnTo>
                    <a:pt x="7093" y="6210"/>
                  </a:lnTo>
                  <a:lnTo>
                    <a:pt x="7200" y="6049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54"/>
                  </a:lnTo>
                  <a:lnTo>
                    <a:pt x="3694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9" name="Google Shape;1609;p100"/>
            <p:cNvSpPr/>
            <p:nvPr/>
          </p:nvSpPr>
          <p:spPr>
            <a:xfrm>
              <a:off x="3662662" y="1258252"/>
              <a:ext cx="287659" cy="329521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122"/>
                  </a:lnTo>
                  <a:lnTo>
                    <a:pt x="1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8" y="8218"/>
                  </a:lnTo>
                  <a:lnTo>
                    <a:pt x="3668" y="4256"/>
                  </a:lnTo>
                  <a:lnTo>
                    <a:pt x="7094" y="6237"/>
                  </a:lnTo>
                  <a:lnTo>
                    <a:pt x="7174" y="6076"/>
                  </a:lnTo>
                  <a:lnTo>
                    <a:pt x="3748" y="4122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0" name="Google Shape;1610;p100"/>
            <p:cNvSpPr/>
            <p:nvPr/>
          </p:nvSpPr>
          <p:spPr>
            <a:xfrm>
              <a:off x="4043673" y="1258252"/>
              <a:ext cx="193230" cy="329521"/>
            </a:xfrm>
            <a:custGeom>
              <a:avLst/>
              <a:gdLst/>
              <a:ahLst/>
              <a:cxnLst/>
              <a:rect l="l" t="t" r="r" b="b"/>
              <a:pathLst>
                <a:path w="4819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7" y="8218"/>
                  </a:lnTo>
                  <a:lnTo>
                    <a:pt x="3667" y="4256"/>
                  </a:lnTo>
                  <a:lnTo>
                    <a:pt x="4818" y="4925"/>
                  </a:lnTo>
                  <a:cubicBezTo>
                    <a:pt x="4818" y="4845"/>
                    <a:pt x="4818" y="4765"/>
                    <a:pt x="4792" y="4711"/>
                  </a:cubicBezTo>
                  <a:lnTo>
                    <a:pt x="3774" y="4096"/>
                  </a:lnTo>
                  <a:lnTo>
                    <a:pt x="4604" y="3614"/>
                  </a:lnTo>
                  <a:cubicBezTo>
                    <a:pt x="4604" y="3560"/>
                    <a:pt x="4577" y="3507"/>
                    <a:pt x="4577" y="3453"/>
                  </a:cubicBezTo>
                  <a:lnTo>
                    <a:pt x="3667" y="3962"/>
                  </a:lnTo>
                  <a:lnTo>
                    <a:pt x="3667" y="295"/>
                  </a:lnTo>
                  <a:cubicBezTo>
                    <a:pt x="3641" y="188"/>
                    <a:pt x="3614" y="108"/>
                    <a:pt x="358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1" name="Google Shape;1611;p100"/>
            <p:cNvSpPr/>
            <p:nvPr/>
          </p:nvSpPr>
          <p:spPr>
            <a:xfrm>
              <a:off x="2423072" y="1578074"/>
              <a:ext cx="195355" cy="328439"/>
            </a:xfrm>
            <a:custGeom>
              <a:avLst/>
              <a:gdLst/>
              <a:ahLst/>
              <a:cxnLst/>
              <a:rect l="l" t="t" r="r" b="b"/>
              <a:pathLst>
                <a:path w="4872" h="8191" extrusionOk="0">
                  <a:moveTo>
                    <a:pt x="1205" y="1"/>
                  </a:moveTo>
                  <a:lnTo>
                    <a:pt x="1205" y="3935"/>
                  </a:lnTo>
                  <a:lnTo>
                    <a:pt x="0" y="3266"/>
                  </a:lnTo>
                  <a:lnTo>
                    <a:pt x="0" y="3266"/>
                  </a:lnTo>
                  <a:cubicBezTo>
                    <a:pt x="0" y="3320"/>
                    <a:pt x="27" y="3400"/>
                    <a:pt x="27" y="3480"/>
                  </a:cubicBezTo>
                  <a:lnTo>
                    <a:pt x="1098" y="4096"/>
                  </a:lnTo>
                  <a:lnTo>
                    <a:pt x="214" y="4604"/>
                  </a:lnTo>
                  <a:cubicBezTo>
                    <a:pt x="241" y="4658"/>
                    <a:pt x="241" y="4738"/>
                    <a:pt x="268" y="4792"/>
                  </a:cubicBezTo>
                  <a:lnTo>
                    <a:pt x="1205" y="4256"/>
                  </a:lnTo>
                  <a:lnTo>
                    <a:pt x="1205" y="8030"/>
                  </a:lnTo>
                  <a:cubicBezTo>
                    <a:pt x="1205" y="8084"/>
                    <a:pt x="1232" y="8137"/>
                    <a:pt x="1258" y="8191"/>
                  </a:cubicBezTo>
                  <a:lnTo>
                    <a:pt x="1365" y="8191"/>
                  </a:lnTo>
                  <a:lnTo>
                    <a:pt x="1365" y="4256"/>
                  </a:lnTo>
                  <a:lnTo>
                    <a:pt x="4791" y="6210"/>
                  </a:lnTo>
                  <a:lnTo>
                    <a:pt x="4872" y="6076"/>
                  </a:lnTo>
                  <a:lnTo>
                    <a:pt x="1446" y="4096"/>
                  </a:lnTo>
                  <a:lnTo>
                    <a:pt x="4872" y="2115"/>
                  </a:lnTo>
                  <a:lnTo>
                    <a:pt x="4791" y="1981"/>
                  </a:lnTo>
                  <a:lnTo>
                    <a:pt x="1365" y="3935"/>
                  </a:lnTo>
                  <a:lnTo>
                    <a:pt x="136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2" name="Google Shape;1612;p100"/>
            <p:cNvSpPr/>
            <p:nvPr/>
          </p:nvSpPr>
          <p:spPr>
            <a:xfrm>
              <a:off x="2711778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56"/>
                  </a:lnTo>
                  <a:lnTo>
                    <a:pt x="7093" y="6210"/>
                  </a:lnTo>
                  <a:lnTo>
                    <a:pt x="7173" y="6076"/>
                  </a:lnTo>
                  <a:lnTo>
                    <a:pt x="3774" y="4096"/>
                  </a:lnTo>
                  <a:lnTo>
                    <a:pt x="7173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3" name="Google Shape;1613;p100"/>
            <p:cNvSpPr/>
            <p:nvPr/>
          </p:nvSpPr>
          <p:spPr>
            <a:xfrm>
              <a:off x="3092789" y="1578074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1"/>
                  </a:moveTo>
                  <a:lnTo>
                    <a:pt x="3506" y="3935"/>
                  </a:lnTo>
                  <a:lnTo>
                    <a:pt x="80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0" y="6210"/>
                  </a:lnTo>
                  <a:lnTo>
                    <a:pt x="3506" y="4230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30"/>
                  </a:lnTo>
                  <a:lnTo>
                    <a:pt x="7093" y="6210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15"/>
                  </a:lnTo>
                  <a:lnTo>
                    <a:pt x="7093" y="1981"/>
                  </a:lnTo>
                  <a:lnTo>
                    <a:pt x="3694" y="3935"/>
                  </a:lnTo>
                  <a:lnTo>
                    <a:pt x="369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4" name="Google Shape;1614;p100"/>
            <p:cNvSpPr/>
            <p:nvPr/>
          </p:nvSpPr>
          <p:spPr>
            <a:xfrm>
              <a:off x="3474843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1" y="2115"/>
                  </a:lnTo>
                  <a:lnTo>
                    <a:pt x="3400" y="4096"/>
                  </a:lnTo>
                  <a:lnTo>
                    <a:pt x="1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480" y="8191"/>
                  </a:lnTo>
                  <a:lnTo>
                    <a:pt x="3668" y="8191"/>
                  </a:lnTo>
                  <a:lnTo>
                    <a:pt x="3668" y="4230"/>
                  </a:lnTo>
                  <a:lnTo>
                    <a:pt x="7094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4" y="1955"/>
                  </a:lnTo>
                  <a:lnTo>
                    <a:pt x="3668" y="3935"/>
                  </a:lnTo>
                  <a:lnTo>
                    <a:pt x="366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5" name="Google Shape;1615;p100"/>
            <p:cNvSpPr/>
            <p:nvPr/>
          </p:nvSpPr>
          <p:spPr>
            <a:xfrm>
              <a:off x="3855854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30"/>
                  </a:lnTo>
                  <a:lnTo>
                    <a:pt x="7093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3" y="1955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6" name="Google Shape;1616;p100"/>
            <p:cNvSpPr/>
            <p:nvPr/>
          </p:nvSpPr>
          <p:spPr>
            <a:xfrm>
              <a:off x="2518586" y="1919388"/>
              <a:ext cx="287659" cy="293033"/>
            </a:xfrm>
            <a:custGeom>
              <a:avLst/>
              <a:gdLst/>
              <a:ahLst/>
              <a:cxnLst/>
              <a:rect l="l" t="t" r="r" b="b"/>
              <a:pathLst>
                <a:path w="7174" h="730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1767" y="5059"/>
                  </a:lnTo>
                  <a:cubicBezTo>
                    <a:pt x="1821" y="5086"/>
                    <a:pt x="1847" y="5139"/>
                    <a:pt x="1874" y="5193"/>
                  </a:cubicBezTo>
                  <a:lnTo>
                    <a:pt x="3507" y="4256"/>
                  </a:lnTo>
                  <a:lnTo>
                    <a:pt x="3507" y="7120"/>
                  </a:lnTo>
                  <a:cubicBezTo>
                    <a:pt x="3560" y="7200"/>
                    <a:pt x="3614" y="7254"/>
                    <a:pt x="3667" y="7307"/>
                  </a:cubicBezTo>
                  <a:lnTo>
                    <a:pt x="3667" y="4256"/>
                  </a:lnTo>
                  <a:lnTo>
                    <a:pt x="7093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7" name="Google Shape;1617;p100"/>
            <p:cNvSpPr/>
            <p:nvPr/>
          </p:nvSpPr>
          <p:spPr>
            <a:xfrm>
              <a:off x="2899597" y="191938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7" y="8190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8" name="Google Shape;1618;p100"/>
            <p:cNvSpPr/>
            <p:nvPr/>
          </p:nvSpPr>
          <p:spPr>
            <a:xfrm>
              <a:off x="3280608" y="1919388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107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107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9" name="Google Shape;1619;p100"/>
            <p:cNvSpPr/>
            <p:nvPr/>
          </p:nvSpPr>
          <p:spPr>
            <a:xfrm>
              <a:off x="3662662" y="191938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1" y="2115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0" name="Google Shape;1620;p100"/>
            <p:cNvSpPr/>
            <p:nvPr/>
          </p:nvSpPr>
          <p:spPr>
            <a:xfrm>
              <a:off x="4043673" y="1998782"/>
              <a:ext cx="78391" cy="49400"/>
            </a:xfrm>
            <a:custGeom>
              <a:avLst/>
              <a:gdLst/>
              <a:ahLst/>
              <a:cxnLst/>
              <a:rect l="l" t="t" r="r" b="b"/>
              <a:pathLst>
                <a:path w="1955" h="1232" extrusionOk="0">
                  <a:moveTo>
                    <a:pt x="81" y="1"/>
                  </a:moveTo>
                  <a:lnTo>
                    <a:pt x="0" y="135"/>
                  </a:lnTo>
                  <a:lnTo>
                    <a:pt x="1874" y="1232"/>
                  </a:lnTo>
                  <a:cubicBezTo>
                    <a:pt x="1901" y="1178"/>
                    <a:pt x="1928" y="1125"/>
                    <a:pt x="1954" y="1071"/>
                  </a:cubicBez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1" name="Google Shape;1621;p100"/>
            <p:cNvSpPr/>
            <p:nvPr/>
          </p:nvSpPr>
          <p:spPr>
            <a:xfrm>
              <a:off x="2884560" y="2317561"/>
              <a:ext cx="114879" cy="68727"/>
            </a:xfrm>
            <a:custGeom>
              <a:avLst/>
              <a:gdLst/>
              <a:ahLst/>
              <a:cxnLst/>
              <a:rect l="l" t="t" r="r" b="b"/>
              <a:pathLst>
                <a:path w="2865" h="1714" extrusionOk="0">
                  <a:moveTo>
                    <a:pt x="2784" y="0"/>
                  </a:moveTo>
                  <a:lnTo>
                    <a:pt x="1" y="1606"/>
                  </a:lnTo>
                  <a:cubicBezTo>
                    <a:pt x="54" y="1660"/>
                    <a:pt x="108" y="1686"/>
                    <a:pt x="161" y="1713"/>
                  </a:cubicBezTo>
                  <a:lnTo>
                    <a:pt x="2864" y="161"/>
                  </a:lnTo>
                  <a:lnTo>
                    <a:pt x="278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2" name="Google Shape;1622;p100"/>
            <p:cNvSpPr/>
            <p:nvPr/>
          </p:nvSpPr>
          <p:spPr>
            <a:xfrm>
              <a:off x="2852362" y="2238127"/>
              <a:ext cx="6496" cy="129916"/>
            </a:xfrm>
            <a:custGeom>
              <a:avLst/>
              <a:gdLst/>
              <a:ahLst/>
              <a:cxnLst/>
              <a:rect l="l" t="t" r="r" b="b"/>
              <a:pathLst>
                <a:path w="162" h="3240" extrusionOk="0">
                  <a:moveTo>
                    <a:pt x="1" y="0"/>
                  </a:moveTo>
                  <a:lnTo>
                    <a:pt x="1" y="3132"/>
                  </a:lnTo>
                  <a:cubicBezTo>
                    <a:pt x="54" y="3159"/>
                    <a:pt x="108" y="3212"/>
                    <a:pt x="161" y="3239"/>
                  </a:cubicBez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3" name="Google Shape;1623;p100"/>
            <p:cNvSpPr/>
            <p:nvPr/>
          </p:nvSpPr>
          <p:spPr>
            <a:xfrm>
              <a:off x="3092789" y="2238127"/>
              <a:ext cx="288742" cy="255461"/>
            </a:xfrm>
            <a:custGeom>
              <a:avLst/>
              <a:gdLst/>
              <a:ahLst/>
              <a:cxnLst/>
              <a:rect l="l" t="t" r="r" b="b"/>
              <a:pathLst>
                <a:path w="7201" h="6371" extrusionOk="0">
                  <a:moveTo>
                    <a:pt x="3506" y="0"/>
                  </a:moveTo>
                  <a:lnTo>
                    <a:pt x="3506" y="3962"/>
                  </a:lnTo>
                  <a:lnTo>
                    <a:pt x="80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455" y="5835"/>
                  </a:lnTo>
                  <a:cubicBezTo>
                    <a:pt x="535" y="5835"/>
                    <a:pt x="616" y="5862"/>
                    <a:pt x="696" y="5889"/>
                  </a:cubicBezTo>
                  <a:lnTo>
                    <a:pt x="3506" y="4256"/>
                  </a:lnTo>
                  <a:lnTo>
                    <a:pt x="3506" y="6371"/>
                  </a:lnTo>
                  <a:lnTo>
                    <a:pt x="3694" y="6371"/>
                  </a:lnTo>
                  <a:lnTo>
                    <a:pt x="3694" y="4256"/>
                  </a:lnTo>
                  <a:lnTo>
                    <a:pt x="7093" y="6237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42"/>
                  </a:lnTo>
                  <a:lnTo>
                    <a:pt x="7093" y="1981"/>
                  </a:lnTo>
                  <a:lnTo>
                    <a:pt x="3694" y="3962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4" name="Google Shape;1624;p100"/>
            <p:cNvSpPr/>
            <p:nvPr/>
          </p:nvSpPr>
          <p:spPr>
            <a:xfrm>
              <a:off x="3474843" y="2238127"/>
              <a:ext cx="287659" cy="247963"/>
            </a:xfrm>
            <a:custGeom>
              <a:avLst/>
              <a:gdLst/>
              <a:ahLst/>
              <a:cxnLst/>
              <a:rect l="l" t="t" r="r" b="b"/>
              <a:pathLst>
                <a:path w="7174" h="6184" extrusionOk="0">
                  <a:moveTo>
                    <a:pt x="3507" y="0"/>
                  </a:moveTo>
                  <a:lnTo>
                    <a:pt x="3480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096"/>
                  </a:lnTo>
                  <a:lnTo>
                    <a:pt x="1" y="6076"/>
                  </a:lnTo>
                  <a:lnTo>
                    <a:pt x="54" y="6183"/>
                  </a:lnTo>
                  <a:lnTo>
                    <a:pt x="161" y="6183"/>
                  </a:lnTo>
                  <a:lnTo>
                    <a:pt x="3480" y="4256"/>
                  </a:lnTo>
                  <a:lnTo>
                    <a:pt x="3480" y="5354"/>
                  </a:lnTo>
                  <a:cubicBezTo>
                    <a:pt x="3560" y="5327"/>
                    <a:pt x="3614" y="5327"/>
                    <a:pt x="3668" y="5300"/>
                  </a:cubicBezTo>
                  <a:lnTo>
                    <a:pt x="3668" y="4256"/>
                  </a:lnTo>
                  <a:lnTo>
                    <a:pt x="4765" y="4899"/>
                  </a:lnTo>
                  <a:cubicBezTo>
                    <a:pt x="4845" y="4872"/>
                    <a:pt x="4899" y="4845"/>
                    <a:pt x="4979" y="4818"/>
                  </a:cubicBezTo>
                  <a:lnTo>
                    <a:pt x="3748" y="4096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5" name="Google Shape;1625;p100"/>
            <p:cNvSpPr/>
            <p:nvPr/>
          </p:nvSpPr>
          <p:spPr>
            <a:xfrm>
              <a:off x="3855854" y="2317561"/>
              <a:ext cx="12911" cy="9704"/>
            </a:xfrm>
            <a:custGeom>
              <a:avLst/>
              <a:gdLst/>
              <a:ahLst/>
              <a:cxnLst/>
              <a:rect l="l" t="t" r="r" b="b"/>
              <a:pathLst>
                <a:path w="322" h="242" extrusionOk="0">
                  <a:moveTo>
                    <a:pt x="81" y="0"/>
                  </a:moveTo>
                  <a:lnTo>
                    <a:pt x="0" y="134"/>
                  </a:lnTo>
                  <a:lnTo>
                    <a:pt x="161" y="241"/>
                  </a:lnTo>
                  <a:cubicBezTo>
                    <a:pt x="215" y="214"/>
                    <a:pt x="268" y="161"/>
                    <a:pt x="322" y="134"/>
                  </a:cubicBezTo>
                  <a:lnTo>
                    <a:pt x="8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4">
  <p:cSld name="CUSTOM_17">
    <p:spTree>
      <p:nvGrpSpPr>
        <p:cNvPr id="1" name="Shape 16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7" name="Google Shape;1627;p101"/>
          <p:cNvSpPr/>
          <p:nvPr/>
        </p:nvSpPr>
        <p:spPr>
          <a:xfrm>
            <a:off x="6379125" y="3295174"/>
            <a:ext cx="1436700" cy="1436700"/>
          </a:xfrm>
          <a:prstGeom prst="ellipse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28" name="Google Shape;1628;p101"/>
          <p:cNvSpPr/>
          <p:nvPr/>
        </p:nvSpPr>
        <p:spPr>
          <a:xfrm rot="3781224">
            <a:off x="-1829431" y="2502688"/>
            <a:ext cx="6147391" cy="3782042"/>
          </a:xfrm>
          <a:custGeom>
            <a:avLst/>
            <a:gdLst/>
            <a:ahLst/>
            <a:cxnLst/>
            <a:rect l="l" t="t" r="r" b="b"/>
            <a:pathLst>
              <a:path w="59643" h="36694" extrusionOk="0">
                <a:moveTo>
                  <a:pt x="6271" y="15779"/>
                </a:moveTo>
                <a:cubicBezTo>
                  <a:pt x="9374" y="14178"/>
                  <a:pt x="17513" y="18347"/>
                  <a:pt x="23150" y="11676"/>
                </a:cubicBezTo>
                <a:cubicBezTo>
                  <a:pt x="28787" y="5004"/>
                  <a:pt x="30455" y="1"/>
                  <a:pt x="37327" y="2302"/>
                </a:cubicBezTo>
                <a:cubicBezTo>
                  <a:pt x="44198" y="4571"/>
                  <a:pt x="43064" y="13410"/>
                  <a:pt x="47601" y="15779"/>
                </a:cubicBezTo>
                <a:cubicBezTo>
                  <a:pt x="52104" y="18147"/>
                  <a:pt x="59643" y="31690"/>
                  <a:pt x="43364" y="34192"/>
                </a:cubicBezTo>
                <a:cubicBezTo>
                  <a:pt x="27120" y="36694"/>
                  <a:pt x="10441" y="33158"/>
                  <a:pt x="5204" y="27520"/>
                </a:cubicBezTo>
                <a:cubicBezTo>
                  <a:pt x="0" y="21883"/>
                  <a:pt x="3136" y="17380"/>
                  <a:pt x="6271" y="15779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29" name="Google Shape;1629;p101"/>
          <p:cNvSpPr/>
          <p:nvPr/>
        </p:nvSpPr>
        <p:spPr>
          <a:xfrm rot="-1693254" flipH="1">
            <a:off x="7048898" y="1570932"/>
            <a:ext cx="2436429" cy="4153979"/>
          </a:xfrm>
          <a:custGeom>
            <a:avLst/>
            <a:gdLst/>
            <a:ahLst/>
            <a:cxnLst/>
            <a:rect l="l" t="t" r="r" b="b"/>
            <a:pathLst>
              <a:path w="19210" h="32752" extrusionOk="0">
                <a:moveTo>
                  <a:pt x="14053" y="490"/>
                </a:moveTo>
                <a:lnTo>
                  <a:pt x="14053" y="490"/>
                </a:lnTo>
                <a:cubicBezTo>
                  <a:pt x="14026" y="597"/>
                  <a:pt x="13999" y="758"/>
                  <a:pt x="13972" y="918"/>
                </a:cubicBezTo>
                <a:cubicBezTo>
                  <a:pt x="13972" y="865"/>
                  <a:pt x="13972" y="838"/>
                  <a:pt x="13946" y="838"/>
                </a:cubicBezTo>
                <a:cubicBezTo>
                  <a:pt x="13972" y="731"/>
                  <a:pt x="14026" y="597"/>
                  <a:pt x="14053" y="490"/>
                </a:cubicBezTo>
                <a:close/>
                <a:moveTo>
                  <a:pt x="13651" y="1560"/>
                </a:moveTo>
                <a:lnTo>
                  <a:pt x="13651" y="1560"/>
                </a:lnTo>
                <a:cubicBezTo>
                  <a:pt x="13276" y="3862"/>
                  <a:pt x="12045" y="5923"/>
                  <a:pt x="11189" y="8038"/>
                </a:cubicBezTo>
                <a:cubicBezTo>
                  <a:pt x="10522" y="9665"/>
                  <a:pt x="10466" y="11531"/>
                  <a:pt x="10493" y="13318"/>
                </a:cubicBezTo>
                <a:lnTo>
                  <a:pt x="10493" y="13318"/>
                </a:lnTo>
                <a:cubicBezTo>
                  <a:pt x="10490" y="13217"/>
                  <a:pt x="10464" y="13118"/>
                  <a:pt x="10439" y="13043"/>
                </a:cubicBezTo>
                <a:cubicBezTo>
                  <a:pt x="10091" y="10634"/>
                  <a:pt x="9904" y="8412"/>
                  <a:pt x="11001" y="6191"/>
                </a:cubicBezTo>
                <a:cubicBezTo>
                  <a:pt x="11724" y="4772"/>
                  <a:pt x="12714" y="3541"/>
                  <a:pt x="13410" y="2123"/>
                </a:cubicBezTo>
                <a:cubicBezTo>
                  <a:pt x="13491" y="1935"/>
                  <a:pt x="13571" y="1748"/>
                  <a:pt x="13651" y="1560"/>
                </a:cubicBezTo>
                <a:close/>
                <a:moveTo>
                  <a:pt x="13972" y="945"/>
                </a:moveTo>
                <a:lnTo>
                  <a:pt x="13972" y="945"/>
                </a:lnTo>
                <a:cubicBezTo>
                  <a:pt x="13972" y="1079"/>
                  <a:pt x="13946" y="1212"/>
                  <a:pt x="13946" y="1346"/>
                </a:cubicBezTo>
                <a:cubicBezTo>
                  <a:pt x="13946" y="2524"/>
                  <a:pt x="13758" y="3702"/>
                  <a:pt x="13517" y="4853"/>
                </a:cubicBezTo>
                <a:cubicBezTo>
                  <a:pt x="12821" y="7877"/>
                  <a:pt x="11376" y="10580"/>
                  <a:pt x="10760" y="13605"/>
                </a:cubicBezTo>
                <a:cubicBezTo>
                  <a:pt x="10787" y="11357"/>
                  <a:pt x="10921" y="9189"/>
                  <a:pt x="11858" y="7074"/>
                </a:cubicBezTo>
                <a:cubicBezTo>
                  <a:pt x="12741" y="5094"/>
                  <a:pt x="13785" y="3140"/>
                  <a:pt x="13972" y="945"/>
                </a:cubicBezTo>
                <a:close/>
                <a:moveTo>
                  <a:pt x="5002" y="14350"/>
                </a:moveTo>
                <a:cubicBezTo>
                  <a:pt x="5585" y="14350"/>
                  <a:pt x="6085" y="14646"/>
                  <a:pt x="6746" y="15104"/>
                </a:cubicBezTo>
                <a:cubicBezTo>
                  <a:pt x="6879" y="15184"/>
                  <a:pt x="7013" y="15264"/>
                  <a:pt x="7147" y="15372"/>
                </a:cubicBezTo>
                <a:cubicBezTo>
                  <a:pt x="6694" y="15252"/>
                  <a:pt x="6232" y="15200"/>
                  <a:pt x="5767" y="15200"/>
                </a:cubicBezTo>
                <a:cubicBezTo>
                  <a:pt x="4364" y="15200"/>
                  <a:pt x="2927" y="15672"/>
                  <a:pt x="1580" y="16174"/>
                </a:cubicBezTo>
                <a:cubicBezTo>
                  <a:pt x="2329" y="15666"/>
                  <a:pt x="3025" y="15077"/>
                  <a:pt x="3855" y="14676"/>
                </a:cubicBezTo>
                <a:cubicBezTo>
                  <a:pt x="4297" y="14450"/>
                  <a:pt x="4663" y="14350"/>
                  <a:pt x="5002" y="14350"/>
                </a:cubicBezTo>
                <a:close/>
                <a:moveTo>
                  <a:pt x="5753" y="15432"/>
                </a:moveTo>
                <a:cubicBezTo>
                  <a:pt x="6514" y="15432"/>
                  <a:pt x="7262" y="15581"/>
                  <a:pt x="7977" y="15960"/>
                </a:cubicBezTo>
                <a:cubicBezTo>
                  <a:pt x="8619" y="16389"/>
                  <a:pt x="9208" y="16870"/>
                  <a:pt x="9743" y="17406"/>
                </a:cubicBezTo>
                <a:cubicBezTo>
                  <a:pt x="8352" y="16737"/>
                  <a:pt x="6906" y="16389"/>
                  <a:pt x="5381" y="16335"/>
                </a:cubicBezTo>
                <a:lnTo>
                  <a:pt x="4765" y="16335"/>
                </a:lnTo>
                <a:cubicBezTo>
                  <a:pt x="3828" y="16335"/>
                  <a:pt x="2918" y="16469"/>
                  <a:pt x="1981" y="16576"/>
                </a:cubicBezTo>
                <a:cubicBezTo>
                  <a:pt x="1633" y="16603"/>
                  <a:pt x="1312" y="16629"/>
                  <a:pt x="964" y="16656"/>
                </a:cubicBezTo>
                <a:cubicBezTo>
                  <a:pt x="2489" y="16094"/>
                  <a:pt x="4149" y="15432"/>
                  <a:pt x="5753" y="15432"/>
                </a:cubicBezTo>
                <a:close/>
                <a:moveTo>
                  <a:pt x="18748" y="11060"/>
                </a:moveTo>
                <a:cubicBezTo>
                  <a:pt x="18737" y="11089"/>
                  <a:pt x="18737" y="11129"/>
                  <a:pt x="18737" y="11169"/>
                </a:cubicBezTo>
                <a:cubicBezTo>
                  <a:pt x="18603" y="11892"/>
                  <a:pt x="18442" y="12588"/>
                  <a:pt x="18282" y="13284"/>
                </a:cubicBezTo>
                <a:cubicBezTo>
                  <a:pt x="17907" y="14729"/>
                  <a:pt x="17291" y="16255"/>
                  <a:pt x="16087" y="17165"/>
                </a:cubicBezTo>
                <a:cubicBezTo>
                  <a:pt x="14963" y="17995"/>
                  <a:pt x="13223" y="18289"/>
                  <a:pt x="12045" y="19119"/>
                </a:cubicBezTo>
                <a:cubicBezTo>
                  <a:pt x="12473" y="18342"/>
                  <a:pt x="12955" y="17700"/>
                  <a:pt x="13785" y="17218"/>
                </a:cubicBezTo>
                <a:cubicBezTo>
                  <a:pt x="14508" y="16790"/>
                  <a:pt x="15257" y="16469"/>
                  <a:pt x="15873" y="15907"/>
                </a:cubicBezTo>
                <a:cubicBezTo>
                  <a:pt x="16542" y="15291"/>
                  <a:pt x="17077" y="14408"/>
                  <a:pt x="17532" y="13659"/>
                </a:cubicBezTo>
                <a:cubicBezTo>
                  <a:pt x="18036" y="12864"/>
                  <a:pt x="18250" y="11859"/>
                  <a:pt x="18748" y="11060"/>
                </a:cubicBezTo>
                <a:close/>
                <a:moveTo>
                  <a:pt x="18549" y="10928"/>
                </a:moveTo>
                <a:lnTo>
                  <a:pt x="18549" y="10928"/>
                </a:lnTo>
                <a:cubicBezTo>
                  <a:pt x="18201" y="11517"/>
                  <a:pt x="18014" y="12213"/>
                  <a:pt x="17693" y="12856"/>
                </a:cubicBezTo>
                <a:cubicBezTo>
                  <a:pt x="17184" y="13899"/>
                  <a:pt x="16488" y="14863"/>
                  <a:pt x="15712" y="15719"/>
                </a:cubicBezTo>
                <a:cubicBezTo>
                  <a:pt x="15016" y="16469"/>
                  <a:pt x="13919" y="16844"/>
                  <a:pt x="13062" y="17379"/>
                </a:cubicBezTo>
                <a:cubicBezTo>
                  <a:pt x="12313" y="17861"/>
                  <a:pt x="11911" y="18798"/>
                  <a:pt x="11510" y="19547"/>
                </a:cubicBezTo>
                <a:cubicBezTo>
                  <a:pt x="11485" y="19571"/>
                  <a:pt x="11461" y="19573"/>
                  <a:pt x="11457" y="19594"/>
                </a:cubicBezTo>
                <a:lnTo>
                  <a:pt x="11457" y="19594"/>
                </a:lnTo>
                <a:cubicBezTo>
                  <a:pt x="11836" y="15557"/>
                  <a:pt x="16249" y="13818"/>
                  <a:pt x="18549" y="10928"/>
                </a:cubicBezTo>
                <a:close/>
                <a:moveTo>
                  <a:pt x="6505" y="16683"/>
                </a:moveTo>
                <a:lnTo>
                  <a:pt x="6505" y="16683"/>
                </a:lnTo>
                <a:cubicBezTo>
                  <a:pt x="7763" y="16844"/>
                  <a:pt x="8994" y="17245"/>
                  <a:pt x="10145" y="17914"/>
                </a:cubicBezTo>
                <a:cubicBezTo>
                  <a:pt x="10573" y="18450"/>
                  <a:pt x="10921" y="19065"/>
                  <a:pt x="11135" y="19788"/>
                </a:cubicBezTo>
                <a:cubicBezTo>
                  <a:pt x="9315" y="19172"/>
                  <a:pt x="8191" y="17432"/>
                  <a:pt x="6505" y="16683"/>
                </a:cubicBezTo>
                <a:close/>
                <a:moveTo>
                  <a:pt x="6772" y="20270"/>
                </a:moveTo>
                <a:cubicBezTo>
                  <a:pt x="7736" y="21581"/>
                  <a:pt x="9342" y="22384"/>
                  <a:pt x="10466" y="23535"/>
                </a:cubicBezTo>
                <a:cubicBezTo>
                  <a:pt x="9074" y="22598"/>
                  <a:pt x="7120" y="22331"/>
                  <a:pt x="6826" y="20350"/>
                </a:cubicBezTo>
                <a:cubicBezTo>
                  <a:pt x="6799" y="20323"/>
                  <a:pt x="6772" y="20296"/>
                  <a:pt x="6746" y="20270"/>
                </a:cubicBezTo>
                <a:close/>
                <a:moveTo>
                  <a:pt x="16221" y="20698"/>
                </a:moveTo>
                <a:cubicBezTo>
                  <a:pt x="15685" y="21635"/>
                  <a:pt x="14267" y="22304"/>
                  <a:pt x="13464" y="22812"/>
                </a:cubicBezTo>
                <a:cubicBezTo>
                  <a:pt x="12955" y="23187"/>
                  <a:pt x="12233" y="23615"/>
                  <a:pt x="11831" y="24177"/>
                </a:cubicBezTo>
                <a:cubicBezTo>
                  <a:pt x="12286" y="22357"/>
                  <a:pt x="14722" y="21768"/>
                  <a:pt x="16221" y="20698"/>
                </a:cubicBezTo>
                <a:close/>
                <a:moveTo>
                  <a:pt x="6692" y="20939"/>
                </a:moveTo>
                <a:cubicBezTo>
                  <a:pt x="7388" y="22893"/>
                  <a:pt x="9957" y="22866"/>
                  <a:pt x="11135" y="24445"/>
                </a:cubicBezTo>
                <a:cubicBezTo>
                  <a:pt x="9395" y="23481"/>
                  <a:pt x="6772" y="23080"/>
                  <a:pt x="6692" y="20939"/>
                </a:cubicBezTo>
                <a:close/>
                <a:moveTo>
                  <a:pt x="16194" y="21126"/>
                </a:moveTo>
                <a:cubicBezTo>
                  <a:pt x="15766" y="22304"/>
                  <a:pt x="14749" y="22919"/>
                  <a:pt x="13571" y="23455"/>
                </a:cubicBezTo>
                <a:cubicBezTo>
                  <a:pt x="12982" y="23722"/>
                  <a:pt x="12393" y="24017"/>
                  <a:pt x="11938" y="24445"/>
                </a:cubicBezTo>
                <a:cubicBezTo>
                  <a:pt x="12447" y="23562"/>
                  <a:pt x="13785" y="22919"/>
                  <a:pt x="14534" y="22411"/>
                </a:cubicBezTo>
                <a:cubicBezTo>
                  <a:pt x="15070" y="22063"/>
                  <a:pt x="15739" y="21661"/>
                  <a:pt x="16194" y="21126"/>
                </a:cubicBezTo>
                <a:close/>
                <a:moveTo>
                  <a:pt x="14048" y="0"/>
                </a:moveTo>
                <a:cubicBezTo>
                  <a:pt x="14002" y="0"/>
                  <a:pt x="13958" y="28"/>
                  <a:pt x="13946" y="88"/>
                </a:cubicBezTo>
                <a:cubicBezTo>
                  <a:pt x="13196" y="2390"/>
                  <a:pt x="11751" y="4183"/>
                  <a:pt x="10680" y="6298"/>
                </a:cubicBezTo>
                <a:cubicBezTo>
                  <a:pt x="9610" y="8466"/>
                  <a:pt x="9877" y="10795"/>
                  <a:pt x="10225" y="13096"/>
                </a:cubicBezTo>
                <a:cubicBezTo>
                  <a:pt x="10305" y="13766"/>
                  <a:pt x="10413" y="14435"/>
                  <a:pt x="10520" y="15104"/>
                </a:cubicBezTo>
                <a:cubicBezTo>
                  <a:pt x="10520" y="15131"/>
                  <a:pt x="10520" y="15157"/>
                  <a:pt x="10520" y="15157"/>
                </a:cubicBezTo>
                <a:cubicBezTo>
                  <a:pt x="10520" y="15184"/>
                  <a:pt x="10520" y="15211"/>
                  <a:pt x="10546" y="15211"/>
                </a:cubicBezTo>
                <a:cubicBezTo>
                  <a:pt x="10734" y="16469"/>
                  <a:pt x="10921" y="17727"/>
                  <a:pt x="11082" y="18985"/>
                </a:cubicBezTo>
                <a:cubicBezTo>
                  <a:pt x="10520" y="17700"/>
                  <a:pt x="9502" y="16737"/>
                  <a:pt x="8352" y="15907"/>
                </a:cubicBezTo>
                <a:cubicBezTo>
                  <a:pt x="8352" y="15880"/>
                  <a:pt x="8352" y="15853"/>
                  <a:pt x="8325" y="15853"/>
                </a:cubicBezTo>
                <a:cubicBezTo>
                  <a:pt x="8298" y="15853"/>
                  <a:pt x="8271" y="15827"/>
                  <a:pt x="8271" y="15827"/>
                </a:cubicBezTo>
                <a:cubicBezTo>
                  <a:pt x="7602" y="15345"/>
                  <a:pt x="6906" y="14890"/>
                  <a:pt x="6237" y="14461"/>
                </a:cubicBezTo>
                <a:cubicBezTo>
                  <a:pt x="5829" y="14193"/>
                  <a:pt x="5417" y="14081"/>
                  <a:pt x="5004" y="14081"/>
                </a:cubicBezTo>
                <a:cubicBezTo>
                  <a:pt x="3280" y="14081"/>
                  <a:pt x="1550" y="16040"/>
                  <a:pt x="81" y="16710"/>
                </a:cubicBezTo>
                <a:cubicBezTo>
                  <a:pt x="27" y="16737"/>
                  <a:pt x="1" y="16790"/>
                  <a:pt x="27" y="16844"/>
                </a:cubicBezTo>
                <a:cubicBezTo>
                  <a:pt x="27" y="16870"/>
                  <a:pt x="54" y="16870"/>
                  <a:pt x="54" y="16870"/>
                </a:cubicBezTo>
                <a:cubicBezTo>
                  <a:pt x="54" y="16870"/>
                  <a:pt x="54" y="16897"/>
                  <a:pt x="81" y="16897"/>
                </a:cubicBezTo>
                <a:cubicBezTo>
                  <a:pt x="81" y="16924"/>
                  <a:pt x="108" y="16924"/>
                  <a:pt x="108" y="16924"/>
                </a:cubicBezTo>
                <a:lnTo>
                  <a:pt x="135" y="16924"/>
                </a:lnTo>
                <a:cubicBezTo>
                  <a:pt x="1580" y="16924"/>
                  <a:pt x="2972" y="16656"/>
                  <a:pt x="4390" y="16576"/>
                </a:cubicBezTo>
                <a:lnTo>
                  <a:pt x="5354" y="16576"/>
                </a:lnTo>
                <a:cubicBezTo>
                  <a:pt x="7736" y="16870"/>
                  <a:pt x="8967" y="19413"/>
                  <a:pt x="11242" y="20082"/>
                </a:cubicBezTo>
                <a:cubicBezTo>
                  <a:pt x="11376" y="21367"/>
                  <a:pt x="11483" y="22679"/>
                  <a:pt x="11483" y="23990"/>
                </a:cubicBezTo>
                <a:cubicBezTo>
                  <a:pt x="11483" y="24124"/>
                  <a:pt x="11483" y="24284"/>
                  <a:pt x="11483" y="24445"/>
                </a:cubicBezTo>
                <a:cubicBezTo>
                  <a:pt x="10413" y="22545"/>
                  <a:pt x="7977" y="21715"/>
                  <a:pt x="6799" y="19895"/>
                </a:cubicBezTo>
                <a:cubicBezTo>
                  <a:pt x="6778" y="19863"/>
                  <a:pt x="6740" y="19848"/>
                  <a:pt x="6701" y="19848"/>
                </a:cubicBezTo>
                <a:cubicBezTo>
                  <a:pt x="6640" y="19848"/>
                  <a:pt x="6574" y="19884"/>
                  <a:pt x="6558" y="19948"/>
                </a:cubicBezTo>
                <a:cubicBezTo>
                  <a:pt x="6237" y="21340"/>
                  <a:pt x="6719" y="22411"/>
                  <a:pt x="7897" y="23241"/>
                </a:cubicBezTo>
                <a:cubicBezTo>
                  <a:pt x="8967" y="23990"/>
                  <a:pt x="10386" y="24177"/>
                  <a:pt x="11456" y="24954"/>
                </a:cubicBezTo>
                <a:cubicBezTo>
                  <a:pt x="11349" y="27523"/>
                  <a:pt x="10734" y="30093"/>
                  <a:pt x="10145" y="32609"/>
                </a:cubicBezTo>
                <a:cubicBezTo>
                  <a:pt x="10112" y="32690"/>
                  <a:pt x="10188" y="32751"/>
                  <a:pt x="10265" y="32751"/>
                </a:cubicBezTo>
                <a:cubicBezTo>
                  <a:pt x="10315" y="32751"/>
                  <a:pt x="10365" y="32725"/>
                  <a:pt x="10386" y="32662"/>
                </a:cubicBezTo>
                <a:cubicBezTo>
                  <a:pt x="10760" y="31003"/>
                  <a:pt x="11108" y="29343"/>
                  <a:pt x="11430" y="27684"/>
                </a:cubicBezTo>
                <a:cubicBezTo>
                  <a:pt x="11563" y="26854"/>
                  <a:pt x="11670" y="26024"/>
                  <a:pt x="11697" y="25194"/>
                </a:cubicBezTo>
                <a:cubicBezTo>
                  <a:pt x="12179" y="24017"/>
                  <a:pt x="13839" y="23669"/>
                  <a:pt x="14829" y="23080"/>
                </a:cubicBezTo>
                <a:cubicBezTo>
                  <a:pt x="15899" y="22491"/>
                  <a:pt x="16488" y="21581"/>
                  <a:pt x="16595" y="20377"/>
                </a:cubicBezTo>
                <a:cubicBezTo>
                  <a:pt x="16595" y="20350"/>
                  <a:pt x="16595" y="20350"/>
                  <a:pt x="16595" y="20323"/>
                </a:cubicBezTo>
                <a:cubicBezTo>
                  <a:pt x="16622" y="20270"/>
                  <a:pt x="16569" y="20243"/>
                  <a:pt x="16515" y="20216"/>
                </a:cubicBezTo>
                <a:lnTo>
                  <a:pt x="16462" y="20216"/>
                </a:lnTo>
                <a:cubicBezTo>
                  <a:pt x="16435" y="20216"/>
                  <a:pt x="16435" y="20243"/>
                  <a:pt x="16408" y="20243"/>
                </a:cubicBezTo>
                <a:cubicBezTo>
                  <a:pt x="15043" y="21474"/>
                  <a:pt x="12473" y="21983"/>
                  <a:pt x="11724" y="23722"/>
                </a:cubicBezTo>
                <a:cubicBezTo>
                  <a:pt x="11724" y="22571"/>
                  <a:pt x="11644" y="21447"/>
                  <a:pt x="11510" y="20323"/>
                </a:cubicBezTo>
                <a:cubicBezTo>
                  <a:pt x="11510" y="20189"/>
                  <a:pt x="11483" y="20082"/>
                  <a:pt x="11483" y="19948"/>
                </a:cubicBezTo>
                <a:cubicBezTo>
                  <a:pt x="12072" y="19172"/>
                  <a:pt x="13250" y="18824"/>
                  <a:pt x="14106" y="18450"/>
                </a:cubicBezTo>
                <a:cubicBezTo>
                  <a:pt x="15070" y="18021"/>
                  <a:pt x="16060" y="17593"/>
                  <a:pt x="16809" y="16844"/>
                </a:cubicBezTo>
                <a:cubicBezTo>
                  <a:pt x="18522" y="15157"/>
                  <a:pt x="18790" y="12160"/>
                  <a:pt x="19192" y="9938"/>
                </a:cubicBezTo>
                <a:cubicBezTo>
                  <a:pt x="19210" y="9848"/>
                  <a:pt x="19130" y="9770"/>
                  <a:pt x="19060" y="9770"/>
                </a:cubicBezTo>
                <a:cubicBezTo>
                  <a:pt x="19026" y="9770"/>
                  <a:pt x="18995" y="9788"/>
                  <a:pt x="18978" y="9831"/>
                </a:cubicBezTo>
                <a:cubicBezTo>
                  <a:pt x="18014" y="11758"/>
                  <a:pt x="15846" y="13070"/>
                  <a:pt x="14294" y="14488"/>
                </a:cubicBezTo>
                <a:cubicBezTo>
                  <a:pt x="12982" y="15693"/>
                  <a:pt x="11751" y="17138"/>
                  <a:pt x="11349" y="18851"/>
                </a:cubicBezTo>
                <a:cubicBezTo>
                  <a:pt x="11162" y="17593"/>
                  <a:pt x="10975" y="16335"/>
                  <a:pt x="10760" y="15104"/>
                </a:cubicBezTo>
                <a:cubicBezTo>
                  <a:pt x="11028" y="12534"/>
                  <a:pt x="11911" y="10233"/>
                  <a:pt x="12821" y="7877"/>
                </a:cubicBezTo>
                <a:cubicBezTo>
                  <a:pt x="13758" y="5334"/>
                  <a:pt x="14267" y="2818"/>
                  <a:pt x="14160" y="115"/>
                </a:cubicBezTo>
                <a:cubicBezTo>
                  <a:pt x="14160" y="42"/>
                  <a:pt x="14103" y="0"/>
                  <a:pt x="14048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30" name="Google Shape;1630;p101">
            <a:hlinkClick r:id="" action="ppaction://noaction"/>
          </p:cNvPr>
          <p:cNvSpPr txBox="1">
            <a:spLocks noGrp="1"/>
          </p:cNvSpPr>
          <p:nvPr>
            <p:ph type="title"/>
          </p:nvPr>
        </p:nvSpPr>
        <p:spPr>
          <a:xfrm>
            <a:off x="2019300" y="1960425"/>
            <a:ext cx="5105400" cy="1213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5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631" name="Google Shape;1631;p101"/>
          <p:cNvSpPr txBox="1">
            <a:spLocks noGrp="1"/>
          </p:cNvSpPr>
          <p:nvPr>
            <p:ph type="title" idx="2" hasCustomPrompt="1"/>
          </p:nvPr>
        </p:nvSpPr>
        <p:spPr>
          <a:xfrm>
            <a:off x="2019300" y="914400"/>
            <a:ext cx="5105400" cy="1213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750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grpSp>
        <p:nvGrpSpPr>
          <p:cNvPr id="1632" name="Google Shape;1632;p101"/>
          <p:cNvGrpSpPr/>
          <p:nvPr/>
        </p:nvGrpSpPr>
        <p:grpSpPr>
          <a:xfrm rot="10800000" flipH="1">
            <a:off x="815666" y="1235970"/>
            <a:ext cx="1696762" cy="1688828"/>
            <a:chOff x="2414491" y="671177"/>
            <a:chExt cx="1830972" cy="1822411"/>
          </a:xfrm>
        </p:grpSpPr>
        <p:sp>
          <p:nvSpPr>
            <p:cNvPr id="1633" name="Google Shape;1633;p101"/>
            <p:cNvSpPr/>
            <p:nvPr/>
          </p:nvSpPr>
          <p:spPr>
            <a:xfrm>
              <a:off x="2414491" y="671177"/>
              <a:ext cx="1830972" cy="1822391"/>
            </a:xfrm>
            <a:custGeom>
              <a:avLst/>
              <a:gdLst/>
              <a:ahLst/>
              <a:cxnLst/>
              <a:rect l="l" t="t" r="r" b="b"/>
              <a:pathLst>
                <a:path w="45663" h="45449" extrusionOk="0">
                  <a:moveTo>
                    <a:pt x="10947" y="4979"/>
                  </a:moveTo>
                  <a:lnTo>
                    <a:pt x="15605" y="7656"/>
                  </a:lnTo>
                  <a:lnTo>
                    <a:pt x="15605" y="13062"/>
                  </a:lnTo>
                  <a:lnTo>
                    <a:pt x="10947" y="15766"/>
                  </a:lnTo>
                  <a:lnTo>
                    <a:pt x="6263" y="13062"/>
                  </a:lnTo>
                  <a:lnTo>
                    <a:pt x="6263" y="7656"/>
                  </a:lnTo>
                  <a:lnTo>
                    <a:pt x="10947" y="4979"/>
                  </a:lnTo>
                  <a:close/>
                  <a:moveTo>
                    <a:pt x="20449" y="4979"/>
                  </a:moveTo>
                  <a:lnTo>
                    <a:pt x="25133" y="7656"/>
                  </a:lnTo>
                  <a:lnTo>
                    <a:pt x="25133" y="13062"/>
                  </a:lnTo>
                  <a:lnTo>
                    <a:pt x="20449" y="15766"/>
                  </a:lnTo>
                  <a:lnTo>
                    <a:pt x="15792" y="13062"/>
                  </a:lnTo>
                  <a:lnTo>
                    <a:pt x="15792" y="7656"/>
                  </a:lnTo>
                  <a:lnTo>
                    <a:pt x="20449" y="4979"/>
                  </a:lnTo>
                  <a:close/>
                  <a:moveTo>
                    <a:pt x="29978" y="4979"/>
                  </a:moveTo>
                  <a:lnTo>
                    <a:pt x="34635" y="7656"/>
                  </a:lnTo>
                  <a:lnTo>
                    <a:pt x="34635" y="13062"/>
                  </a:lnTo>
                  <a:lnTo>
                    <a:pt x="29978" y="15766"/>
                  </a:lnTo>
                  <a:lnTo>
                    <a:pt x="25294" y="13062"/>
                  </a:lnTo>
                  <a:lnTo>
                    <a:pt x="25294" y="7656"/>
                  </a:lnTo>
                  <a:lnTo>
                    <a:pt x="29978" y="4979"/>
                  </a:lnTo>
                  <a:close/>
                  <a:moveTo>
                    <a:pt x="6183" y="13196"/>
                  </a:moveTo>
                  <a:lnTo>
                    <a:pt x="10867" y="15899"/>
                  </a:lnTo>
                  <a:lnTo>
                    <a:pt x="10867" y="21306"/>
                  </a:lnTo>
                  <a:lnTo>
                    <a:pt x="6183" y="23983"/>
                  </a:lnTo>
                  <a:lnTo>
                    <a:pt x="1526" y="21306"/>
                  </a:lnTo>
                  <a:lnTo>
                    <a:pt x="1526" y="15899"/>
                  </a:lnTo>
                  <a:lnTo>
                    <a:pt x="6183" y="13196"/>
                  </a:lnTo>
                  <a:close/>
                  <a:moveTo>
                    <a:pt x="15712" y="13196"/>
                  </a:moveTo>
                  <a:lnTo>
                    <a:pt x="20369" y="15899"/>
                  </a:lnTo>
                  <a:lnTo>
                    <a:pt x="20369" y="21306"/>
                  </a:lnTo>
                  <a:lnTo>
                    <a:pt x="15712" y="23983"/>
                  </a:lnTo>
                  <a:lnTo>
                    <a:pt x="11028" y="21306"/>
                  </a:lnTo>
                  <a:lnTo>
                    <a:pt x="11028" y="15899"/>
                  </a:lnTo>
                  <a:lnTo>
                    <a:pt x="15712" y="13196"/>
                  </a:lnTo>
                  <a:close/>
                  <a:moveTo>
                    <a:pt x="25213" y="13196"/>
                  </a:moveTo>
                  <a:lnTo>
                    <a:pt x="29871" y="15899"/>
                  </a:lnTo>
                  <a:lnTo>
                    <a:pt x="29871" y="21306"/>
                  </a:lnTo>
                  <a:lnTo>
                    <a:pt x="25213" y="23983"/>
                  </a:lnTo>
                  <a:lnTo>
                    <a:pt x="20529" y="21306"/>
                  </a:lnTo>
                  <a:lnTo>
                    <a:pt x="20529" y="15899"/>
                  </a:lnTo>
                  <a:lnTo>
                    <a:pt x="25213" y="13196"/>
                  </a:lnTo>
                  <a:close/>
                  <a:moveTo>
                    <a:pt x="34715" y="13196"/>
                  </a:moveTo>
                  <a:lnTo>
                    <a:pt x="39399" y="15899"/>
                  </a:lnTo>
                  <a:lnTo>
                    <a:pt x="39399" y="21306"/>
                  </a:lnTo>
                  <a:lnTo>
                    <a:pt x="34715" y="23983"/>
                  </a:lnTo>
                  <a:lnTo>
                    <a:pt x="30058" y="21306"/>
                  </a:lnTo>
                  <a:lnTo>
                    <a:pt x="30058" y="15899"/>
                  </a:lnTo>
                  <a:lnTo>
                    <a:pt x="34715" y="13196"/>
                  </a:lnTo>
                  <a:close/>
                  <a:moveTo>
                    <a:pt x="10947" y="21440"/>
                  </a:moveTo>
                  <a:lnTo>
                    <a:pt x="15605" y="24143"/>
                  </a:lnTo>
                  <a:lnTo>
                    <a:pt x="15605" y="29523"/>
                  </a:lnTo>
                  <a:lnTo>
                    <a:pt x="10947" y="32226"/>
                  </a:lnTo>
                  <a:lnTo>
                    <a:pt x="6263" y="29523"/>
                  </a:lnTo>
                  <a:lnTo>
                    <a:pt x="6263" y="24143"/>
                  </a:lnTo>
                  <a:lnTo>
                    <a:pt x="10947" y="21440"/>
                  </a:lnTo>
                  <a:close/>
                  <a:moveTo>
                    <a:pt x="20449" y="21440"/>
                  </a:moveTo>
                  <a:lnTo>
                    <a:pt x="25133" y="24143"/>
                  </a:lnTo>
                  <a:lnTo>
                    <a:pt x="25133" y="29523"/>
                  </a:lnTo>
                  <a:lnTo>
                    <a:pt x="20449" y="32226"/>
                  </a:lnTo>
                  <a:lnTo>
                    <a:pt x="15792" y="29523"/>
                  </a:lnTo>
                  <a:lnTo>
                    <a:pt x="15792" y="24143"/>
                  </a:lnTo>
                  <a:lnTo>
                    <a:pt x="20449" y="21440"/>
                  </a:lnTo>
                  <a:close/>
                  <a:moveTo>
                    <a:pt x="29978" y="21440"/>
                  </a:moveTo>
                  <a:lnTo>
                    <a:pt x="34635" y="24143"/>
                  </a:lnTo>
                  <a:lnTo>
                    <a:pt x="34635" y="29523"/>
                  </a:lnTo>
                  <a:lnTo>
                    <a:pt x="29978" y="32226"/>
                  </a:lnTo>
                  <a:lnTo>
                    <a:pt x="25294" y="29523"/>
                  </a:lnTo>
                  <a:lnTo>
                    <a:pt x="25294" y="24143"/>
                  </a:lnTo>
                  <a:lnTo>
                    <a:pt x="29978" y="21440"/>
                  </a:lnTo>
                  <a:close/>
                  <a:moveTo>
                    <a:pt x="39480" y="21440"/>
                  </a:moveTo>
                  <a:lnTo>
                    <a:pt x="44137" y="24143"/>
                  </a:lnTo>
                  <a:lnTo>
                    <a:pt x="44137" y="29523"/>
                  </a:lnTo>
                  <a:lnTo>
                    <a:pt x="39480" y="32226"/>
                  </a:lnTo>
                  <a:lnTo>
                    <a:pt x="34796" y="29523"/>
                  </a:lnTo>
                  <a:lnTo>
                    <a:pt x="34796" y="24143"/>
                  </a:lnTo>
                  <a:lnTo>
                    <a:pt x="39480" y="21440"/>
                  </a:lnTo>
                  <a:close/>
                  <a:moveTo>
                    <a:pt x="15712" y="29684"/>
                  </a:moveTo>
                  <a:lnTo>
                    <a:pt x="20369" y="32387"/>
                  </a:lnTo>
                  <a:lnTo>
                    <a:pt x="20369" y="37767"/>
                  </a:lnTo>
                  <a:lnTo>
                    <a:pt x="15712" y="40470"/>
                  </a:lnTo>
                  <a:lnTo>
                    <a:pt x="11028" y="37767"/>
                  </a:lnTo>
                  <a:lnTo>
                    <a:pt x="11028" y="32387"/>
                  </a:lnTo>
                  <a:lnTo>
                    <a:pt x="15712" y="29684"/>
                  </a:lnTo>
                  <a:close/>
                  <a:moveTo>
                    <a:pt x="25213" y="29684"/>
                  </a:moveTo>
                  <a:lnTo>
                    <a:pt x="29871" y="32387"/>
                  </a:lnTo>
                  <a:lnTo>
                    <a:pt x="29871" y="37767"/>
                  </a:lnTo>
                  <a:lnTo>
                    <a:pt x="25213" y="40470"/>
                  </a:lnTo>
                  <a:lnTo>
                    <a:pt x="20529" y="37767"/>
                  </a:lnTo>
                  <a:lnTo>
                    <a:pt x="20529" y="32387"/>
                  </a:lnTo>
                  <a:lnTo>
                    <a:pt x="25213" y="29684"/>
                  </a:lnTo>
                  <a:close/>
                  <a:moveTo>
                    <a:pt x="34715" y="29684"/>
                  </a:moveTo>
                  <a:lnTo>
                    <a:pt x="39399" y="32387"/>
                  </a:lnTo>
                  <a:lnTo>
                    <a:pt x="39399" y="37767"/>
                  </a:lnTo>
                  <a:lnTo>
                    <a:pt x="34715" y="40470"/>
                  </a:lnTo>
                  <a:lnTo>
                    <a:pt x="30058" y="37767"/>
                  </a:lnTo>
                  <a:lnTo>
                    <a:pt x="30058" y="32387"/>
                  </a:lnTo>
                  <a:lnTo>
                    <a:pt x="34715" y="29684"/>
                  </a:lnTo>
                  <a:close/>
                  <a:moveTo>
                    <a:pt x="20369" y="1"/>
                  </a:moveTo>
                  <a:lnTo>
                    <a:pt x="20369" y="4818"/>
                  </a:lnTo>
                  <a:lnTo>
                    <a:pt x="15712" y="7522"/>
                  </a:lnTo>
                  <a:lnTo>
                    <a:pt x="11028" y="4818"/>
                  </a:lnTo>
                  <a:lnTo>
                    <a:pt x="11028" y="3159"/>
                  </a:lnTo>
                  <a:cubicBezTo>
                    <a:pt x="10974" y="3186"/>
                    <a:pt x="10921" y="3239"/>
                    <a:pt x="10867" y="3266"/>
                  </a:cubicBezTo>
                  <a:lnTo>
                    <a:pt x="10867" y="4818"/>
                  </a:lnTo>
                  <a:lnTo>
                    <a:pt x="6183" y="7522"/>
                  </a:lnTo>
                  <a:lnTo>
                    <a:pt x="5915" y="7361"/>
                  </a:lnTo>
                  <a:cubicBezTo>
                    <a:pt x="5889" y="7415"/>
                    <a:pt x="5835" y="7442"/>
                    <a:pt x="5808" y="7495"/>
                  </a:cubicBezTo>
                  <a:lnTo>
                    <a:pt x="6103" y="7656"/>
                  </a:lnTo>
                  <a:lnTo>
                    <a:pt x="6103" y="13062"/>
                  </a:lnTo>
                  <a:lnTo>
                    <a:pt x="1419" y="15766"/>
                  </a:lnTo>
                  <a:lnTo>
                    <a:pt x="1124" y="15578"/>
                  </a:lnTo>
                  <a:cubicBezTo>
                    <a:pt x="1124" y="15632"/>
                    <a:pt x="1098" y="15685"/>
                    <a:pt x="1071" y="15739"/>
                  </a:cubicBezTo>
                  <a:lnTo>
                    <a:pt x="1338" y="15899"/>
                  </a:lnTo>
                  <a:lnTo>
                    <a:pt x="1338" y="21306"/>
                  </a:lnTo>
                  <a:lnTo>
                    <a:pt x="0" y="22082"/>
                  </a:lnTo>
                  <a:cubicBezTo>
                    <a:pt x="0" y="22136"/>
                    <a:pt x="0" y="22216"/>
                    <a:pt x="0" y="22270"/>
                  </a:cubicBezTo>
                  <a:lnTo>
                    <a:pt x="1419" y="21440"/>
                  </a:lnTo>
                  <a:lnTo>
                    <a:pt x="6103" y="24143"/>
                  </a:lnTo>
                  <a:lnTo>
                    <a:pt x="6103" y="29523"/>
                  </a:lnTo>
                  <a:lnTo>
                    <a:pt x="1927" y="31932"/>
                  </a:lnTo>
                  <a:cubicBezTo>
                    <a:pt x="1954" y="31986"/>
                    <a:pt x="1981" y="32039"/>
                    <a:pt x="2008" y="32093"/>
                  </a:cubicBezTo>
                  <a:lnTo>
                    <a:pt x="6183" y="29684"/>
                  </a:lnTo>
                  <a:lnTo>
                    <a:pt x="10867" y="32387"/>
                  </a:lnTo>
                  <a:lnTo>
                    <a:pt x="10867" y="37767"/>
                  </a:lnTo>
                  <a:lnTo>
                    <a:pt x="7548" y="39694"/>
                  </a:lnTo>
                  <a:cubicBezTo>
                    <a:pt x="7575" y="39721"/>
                    <a:pt x="7628" y="39774"/>
                    <a:pt x="7682" y="39801"/>
                  </a:cubicBezTo>
                  <a:lnTo>
                    <a:pt x="10947" y="37928"/>
                  </a:lnTo>
                  <a:lnTo>
                    <a:pt x="15605" y="40631"/>
                  </a:lnTo>
                  <a:lnTo>
                    <a:pt x="15605" y="44405"/>
                  </a:lnTo>
                  <a:cubicBezTo>
                    <a:pt x="15658" y="44405"/>
                    <a:pt x="15738" y="44432"/>
                    <a:pt x="15792" y="44458"/>
                  </a:cubicBezTo>
                  <a:lnTo>
                    <a:pt x="15792" y="40631"/>
                  </a:lnTo>
                  <a:lnTo>
                    <a:pt x="20449" y="37928"/>
                  </a:lnTo>
                  <a:lnTo>
                    <a:pt x="25133" y="40631"/>
                  </a:lnTo>
                  <a:lnTo>
                    <a:pt x="25133" y="45449"/>
                  </a:lnTo>
                  <a:cubicBezTo>
                    <a:pt x="25187" y="45449"/>
                    <a:pt x="25240" y="45449"/>
                    <a:pt x="25294" y="45422"/>
                  </a:cubicBezTo>
                  <a:lnTo>
                    <a:pt x="25294" y="40631"/>
                  </a:lnTo>
                  <a:lnTo>
                    <a:pt x="29978" y="37928"/>
                  </a:lnTo>
                  <a:lnTo>
                    <a:pt x="34635" y="40631"/>
                  </a:lnTo>
                  <a:lnTo>
                    <a:pt x="34635" y="42290"/>
                  </a:lnTo>
                  <a:cubicBezTo>
                    <a:pt x="34688" y="42237"/>
                    <a:pt x="34742" y="42210"/>
                    <a:pt x="34796" y="42183"/>
                  </a:cubicBezTo>
                  <a:lnTo>
                    <a:pt x="34796" y="40631"/>
                  </a:lnTo>
                  <a:lnTo>
                    <a:pt x="39480" y="37928"/>
                  </a:lnTo>
                  <a:lnTo>
                    <a:pt x="39747" y="38088"/>
                  </a:lnTo>
                  <a:cubicBezTo>
                    <a:pt x="39774" y="38035"/>
                    <a:pt x="39827" y="37981"/>
                    <a:pt x="39854" y="37954"/>
                  </a:cubicBezTo>
                  <a:lnTo>
                    <a:pt x="39560" y="37767"/>
                  </a:lnTo>
                  <a:lnTo>
                    <a:pt x="39560" y="32387"/>
                  </a:lnTo>
                  <a:lnTo>
                    <a:pt x="44244" y="29684"/>
                  </a:lnTo>
                  <a:lnTo>
                    <a:pt x="44538" y="29871"/>
                  </a:lnTo>
                  <a:cubicBezTo>
                    <a:pt x="44565" y="29791"/>
                    <a:pt x="44565" y="29737"/>
                    <a:pt x="44592" y="29684"/>
                  </a:cubicBezTo>
                  <a:lnTo>
                    <a:pt x="44324" y="29523"/>
                  </a:lnTo>
                  <a:lnTo>
                    <a:pt x="44324" y="24143"/>
                  </a:lnTo>
                  <a:lnTo>
                    <a:pt x="45662" y="23367"/>
                  </a:lnTo>
                  <a:cubicBezTo>
                    <a:pt x="45662" y="23314"/>
                    <a:pt x="45662" y="23233"/>
                    <a:pt x="45662" y="23153"/>
                  </a:cubicBezTo>
                  <a:lnTo>
                    <a:pt x="44244" y="23983"/>
                  </a:lnTo>
                  <a:lnTo>
                    <a:pt x="39560" y="21306"/>
                  </a:lnTo>
                  <a:lnTo>
                    <a:pt x="39560" y="15899"/>
                  </a:lnTo>
                  <a:lnTo>
                    <a:pt x="43735" y="13491"/>
                  </a:lnTo>
                  <a:cubicBezTo>
                    <a:pt x="43709" y="13437"/>
                    <a:pt x="43682" y="13383"/>
                    <a:pt x="43655" y="13330"/>
                  </a:cubicBezTo>
                  <a:lnTo>
                    <a:pt x="39480" y="15766"/>
                  </a:lnTo>
                  <a:lnTo>
                    <a:pt x="34796" y="13062"/>
                  </a:lnTo>
                  <a:lnTo>
                    <a:pt x="34796" y="7656"/>
                  </a:lnTo>
                  <a:lnTo>
                    <a:pt x="38114" y="5755"/>
                  </a:lnTo>
                  <a:cubicBezTo>
                    <a:pt x="38088" y="5702"/>
                    <a:pt x="38034" y="5675"/>
                    <a:pt x="37981" y="5621"/>
                  </a:cubicBezTo>
                  <a:lnTo>
                    <a:pt x="34715" y="7522"/>
                  </a:lnTo>
                  <a:lnTo>
                    <a:pt x="30058" y="4818"/>
                  </a:lnTo>
                  <a:lnTo>
                    <a:pt x="30058" y="1045"/>
                  </a:lnTo>
                  <a:cubicBezTo>
                    <a:pt x="30004" y="1018"/>
                    <a:pt x="29951" y="1018"/>
                    <a:pt x="29871" y="991"/>
                  </a:cubicBezTo>
                  <a:lnTo>
                    <a:pt x="29871" y="4818"/>
                  </a:lnTo>
                  <a:lnTo>
                    <a:pt x="25213" y="7522"/>
                  </a:lnTo>
                  <a:lnTo>
                    <a:pt x="20529" y="4818"/>
                  </a:lnTo>
                  <a:lnTo>
                    <a:pt x="2052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4" name="Google Shape;1634;p101"/>
            <p:cNvSpPr/>
            <p:nvPr/>
          </p:nvSpPr>
          <p:spPr>
            <a:xfrm>
              <a:off x="2796545" y="833253"/>
              <a:ext cx="9704" cy="7538"/>
            </a:xfrm>
            <a:custGeom>
              <a:avLst/>
              <a:gdLst/>
              <a:ahLst/>
              <a:cxnLst/>
              <a:rect l="l" t="t" r="r" b="b"/>
              <a:pathLst>
                <a:path w="242" h="188" extrusionOk="0">
                  <a:moveTo>
                    <a:pt x="161" y="0"/>
                  </a:moveTo>
                  <a:cubicBezTo>
                    <a:pt x="108" y="27"/>
                    <a:pt x="54" y="81"/>
                    <a:pt x="1" y="107"/>
                  </a:cubicBezTo>
                  <a:lnTo>
                    <a:pt x="161" y="188"/>
                  </a:lnTo>
                  <a:lnTo>
                    <a:pt x="242" y="54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5" name="Google Shape;1635;p101"/>
            <p:cNvSpPr/>
            <p:nvPr/>
          </p:nvSpPr>
          <p:spPr>
            <a:xfrm>
              <a:off x="2899597" y="677633"/>
              <a:ext cx="287659" cy="242590"/>
            </a:xfrm>
            <a:custGeom>
              <a:avLst/>
              <a:gdLst/>
              <a:ahLst/>
              <a:cxnLst/>
              <a:rect l="l" t="t" r="r" b="b"/>
              <a:pathLst>
                <a:path w="7174" h="6050" extrusionOk="0">
                  <a:moveTo>
                    <a:pt x="7173" y="0"/>
                  </a:moveTo>
                  <a:lnTo>
                    <a:pt x="7173" y="0"/>
                  </a:lnTo>
                  <a:cubicBezTo>
                    <a:pt x="7013" y="27"/>
                    <a:pt x="6852" y="54"/>
                    <a:pt x="6692" y="81"/>
                  </a:cubicBezTo>
                  <a:lnTo>
                    <a:pt x="3667" y="1794"/>
                  </a:lnTo>
                  <a:lnTo>
                    <a:pt x="3667" y="830"/>
                  </a:lnTo>
                  <a:cubicBezTo>
                    <a:pt x="3614" y="857"/>
                    <a:pt x="3560" y="857"/>
                    <a:pt x="3507" y="884"/>
                  </a:cubicBezTo>
                  <a:lnTo>
                    <a:pt x="3507" y="1794"/>
                  </a:lnTo>
                  <a:lnTo>
                    <a:pt x="2516" y="1231"/>
                  </a:lnTo>
                  <a:cubicBezTo>
                    <a:pt x="2463" y="1258"/>
                    <a:pt x="2382" y="1285"/>
                    <a:pt x="2329" y="1312"/>
                  </a:cubicBezTo>
                  <a:lnTo>
                    <a:pt x="3426" y="1954"/>
                  </a:lnTo>
                  <a:lnTo>
                    <a:pt x="0" y="3935"/>
                  </a:lnTo>
                  <a:lnTo>
                    <a:pt x="81" y="4069"/>
                  </a:lnTo>
                  <a:lnTo>
                    <a:pt x="3507" y="2115"/>
                  </a:lnTo>
                  <a:lnTo>
                    <a:pt x="3507" y="6049"/>
                  </a:lnTo>
                  <a:lnTo>
                    <a:pt x="3667" y="6049"/>
                  </a:lnTo>
                  <a:lnTo>
                    <a:pt x="3667" y="2115"/>
                  </a:lnTo>
                  <a:lnTo>
                    <a:pt x="7093" y="4069"/>
                  </a:lnTo>
                  <a:lnTo>
                    <a:pt x="7173" y="3935"/>
                  </a:lnTo>
                  <a:lnTo>
                    <a:pt x="3774" y="1954"/>
                  </a:lnTo>
                  <a:lnTo>
                    <a:pt x="717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6" name="Google Shape;1636;p101"/>
            <p:cNvSpPr/>
            <p:nvPr/>
          </p:nvSpPr>
          <p:spPr>
            <a:xfrm>
              <a:off x="3280608" y="671177"/>
              <a:ext cx="288742" cy="249046"/>
            </a:xfrm>
            <a:custGeom>
              <a:avLst/>
              <a:gdLst/>
              <a:ahLst/>
              <a:cxnLst/>
              <a:rect l="l" t="t" r="r" b="b"/>
              <a:pathLst>
                <a:path w="7201" h="6211" extrusionOk="0">
                  <a:moveTo>
                    <a:pt x="107" y="1"/>
                  </a:moveTo>
                  <a:lnTo>
                    <a:pt x="0" y="134"/>
                  </a:lnTo>
                  <a:lnTo>
                    <a:pt x="3426" y="2115"/>
                  </a:lnTo>
                  <a:lnTo>
                    <a:pt x="0" y="4096"/>
                  </a:lnTo>
                  <a:lnTo>
                    <a:pt x="107" y="4230"/>
                  </a:lnTo>
                  <a:lnTo>
                    <a:pt x="3506" y="2276"/>
                  </a:lnTo>
                  <a:lnTo>
                    <a:pt x="3506" y="6210"/>
                  </a:lnTo>
                  <a:lnTo>
                    <a:pt x="3694" y="6210"/>
                  </a:lnTo>
                  <a:lnTo>
                    <a:pt x="3694" y="2276"/>
                  </a:lnTo>
                  <a:lnTo>
                    <a:pt x="7093" y="4230"/>
                  </a:lnTo>
                  <a:lnTo>
                    <a:pt x="7200" y="4096"/>
                  </a:lnTo>
                  <a:lnTo>
                    <a:pt x="3774" y="2115"/>
                  </a:lnTo>
                  <a:lnTo>
                    <a:pt x="6558" y="509"/>
                  </a:lnTo>
                  <a:cubicBezTo>
                    <a:pt x="6477" y="482"/>
                    <a:pt x="6397" y="456"/>
                    <a:pt x="6317" y="456"/>
                  </a:cubicBezTo>
                  <a:lnTo>
                    <a:pt x="3694" y="1955"/>
                  </a:lnTo>
                  <a:lnTo>
                    <a:pt x="3694" y="1"/>
                  </a:lnTo>
                  <a:lnTo>
                    <a:pt x="3506" y="1"/>
                  </a:lnTo>
                  <a:lnTo>
                    <a:pt x="3506" y="1955"/>
                  </a:lnTo>
                  <a:lnTo>
                    <a:pt x="10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7" name="Google Shape;1637;p101"/>
            <p:cNvSpPr/>
            <p:nvPr/>
          </p:nvSpPr>
          <p:spPr>
            <a:xfrm>
              <a:off x="3662662" y="776354"/>
              <a:ext cx="109506" cy="64437"/>
            </a:xfrm>
            <a:custGeom>
              <a:avLst/>
              <a:gdLst/>
              <a:ahLst/>
              <a:cxnLst/>
              <a:rect l="l" t="t" r="r" b="b"/>
              <a:pathLst>
                <a:path w="2731" h="1607" extrusionOk="0">
                  <a:moveTo>
                    <a:pt x="2543" y="1"/>
                  </a:moveTo>
                  <a:lnTo>
                    <a:pt x="1" y="1473"/>
                  </a:lnTo>
                  <a:lnTo>
                    <a:pt x="81" y="1607"/>
                  </a:lnTo>
                  <a:lnTo>
                    <a:pt x="2731" y="81"/>
                  </a:lnTo>
                  <a:cubicBezTo>
                    <a:pt x="2677" y="54"/>
                    <a:pt x="2597" y="27"/>
                    <a:pt x="254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8" name="Google Shape;1638;p101"/>
            <p:cNvSpPr/>
            <p:nvPr/>
          </p:nvSpPr>
          <p:spPr>
            <a:xfrm>
              <a:off x="3803246" y="797847"/>
              <a:ext cx="6496" cy="122378"/>
            </a:xfrm>
            <a:custGeom>
              <a:avLst/>
              <a:gdLst/>
              <a:ahLst/>
              <a:cxnLst/>
              <a:rect l="l" t="t" r="r" b="b"/>
              <a:pathLst>
                <a:path w="162" h="3052" extrusionOk="0">
                  <a:moveTo>
                    <a:pt x="1" y="0"/>
                  </a:moveTo>
                  <a:lnTo>
                    <a:pt x="1" y="3051"/>
                  </a:lnTo>
                  <a:lnTo>
                    <a:pt x="162" y="3051"/>
                  </a:lnTo>
                  <a:lnTo>
                    <a:pt x="162" y="107"/>
                  </a:lnTo>
                  <a:cubicBezTo>
                    <a:pt x="108" y="54"/>
                    <a:pt x="54" y="27"/>
                    <a:pt x="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9" name="Google Shape;1639;p101"/>
            <p:cNvSpPr/>
            <p:nvPr/>
          </p:nvSpPr>
          <p:spPr>
            <a:xfrm>
              <a:off x="2475641" y="1246463"/>
              <a:ext cx="2205" cy="4331"/>
            </a:xfrm>
            <a:custGeom>
              <a:avLst/>
              <a:gdLst/>
              <a:ahLst/>
              <a:cxnLst/>
              <a:rect l="l" t="t" r="r" b="b"/>
              <a:pathLst>
                <a:path w="55" h="108" extrusionOk="0">
                  <a:moveTo>
                    <a:pt x="54" y="0"/>
                  </a:moveTo>
                  <a:cubicBezTo>
                    <a:pt x="28" y="27"/>
                    <a:pt x="28" y="54"/>
                    <a:pt x="1" y="107"/>
                  </a:cubicBezTo>
                  <a:lnTo>
                    <a:pt x="54" y="107"/>
                  </a:lnTo>
                  <a:lnTo>
                    <a:pt x="5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0" name="Google Shape;1640;p101"/>
            <p:cNvSpPr/>
            <p:nvPr/>
          </p:nvSpPr>
          <p:spPr>
            <a:xfrm>
              <a:off x="2616265" y="1006036"/>
              <a:ext cx="2165" cy="2205"/>
            </a:xfrm>
            <a:custGeom>
              <a:avLst/>
              <a:gdLst/>
              <a:ahLst/>
              <a:cxnLst/>
              <a:rect l="l" t="t" r="r" b="b"/>
              <a:pathLst>
                <a:path w="54" h="55" extrusionOk="0">
                  <a:moveTo>
                    <a:pt x="54" y="1"/>
                  </a:moveTo>
                  <a:cubicBezTo>
                    <a:pt x="27" y="27"/>
                    <a:pt x="27" y="27"/>
                    <a:pt x="0" y="54"/>
                  </a:cubicBezTo>
                  <a:lnTo>
                    <a:pt x="54" y="27"/>
                  </a:lnTo>
                  <a:lnTo>
                    <a:pt x="5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1" name="Google Shape;1641;p101"/>
            <p:cNvSpPr/>
            <p:nvPr/>
          </p:nvSpPr>
          <p:spPr>
            <a:xfrm>
              <a:off x="2535748" y="1119794"/>
              <a:ext cx="82681" cy="51565"/>
            </a:xfrm>
            <a:custGeom>
              <a:avLst/>
              <a:gdLst/>
              <a:ahLst/>
              <a:cxnLst/>
              <a:rect l="l" t="t" r="r" b="b"/>
              <a:pathLst>
                <a:path w="2062" h="1286" extrusionOk="0">
                  <a:moveTo>
                    <a:pt x="81" y="1"/>
                  </a:moveTo>
                  <a:cubicBezTo>
                    <a:pt x="54" y="54"/>
                    <a:pt x="27" y="108"/>
                    <a:pt x="1" y="135"/>
                  </a:cubicBezTo>
                  <a:lnTo>
                    <a:pt x="1981" y="1285"/>
                  </a:lnTo>
                  <a:lnTo>
                    <a:pt x="2062" y="1125"/>
                  </a:ln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2" name="Google Shape;1642;p101"/>
            <p:cNvSpPr/>
            <p:nvPr/>
          </p:nvSpPr>
          <p:spPr>
            <a:xfrm>
              <a:off x="2711778" y="921268"/>
              <a:ext cx="287659" cy="329521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217"/>
                  </a:lnTo>
                  <a:lnTo>
                    <a:pt x="3667" y="8217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3" name="Google Shape;1643;p101"/>
            <p:cNvSpPr/>
            <p:nvPr/>
          </p:nvSpPr>
          <p:spPr>
            <a:xfrm>
              <a:off x="3092789" y="921268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80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0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41"/>
                  </a:lnTo>
                  <a:lnTo>
                    <a:pt x="7093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4" name="Google Shape;1644;p101"/>
            <p:cNvSpPr/>
            <p:nvPr/>
          </p:nvSpPr>
          <p:spPr>
            <a:xfrm>
              <a:off x="3474843" y="92126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480" y="3961"/>
                  </a:lnTo>
                  <a:lnTo>
                    <a:pt x="81" y="1981"/>
                  </a:lnTo>
                  <a:lnTo>
                    <a:pt x="1" y="2141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36"/>
                  </a:lnTo>
                  <a:lnTo>
                    <a:pt x="3480" y="4256"/>
                  </a:lnTo>
                  <a:lnTo>
                    <a:pt x="3480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5" name="Google Shape;1645;p101"/>
            <p:cNvSpPr/>
            <p:nvPr/>
          </p:nvSpPr>
          <p:spPr>
            <a:xfrm>
              <a:off x="3855854" y="953467"/>
              <a:ext cx="287659" cy="296240"/>
            </a:xfrm>
            <a:custGeom>
              <a:avLst/>
              <a:gdLst/>
              <a:ahLst/>
              <a:cxnLst/>
              <a:rect l="l" t="t" r="r" b="b"/>
              <a:pathLst>
                <a:path w="7174" h="7388" extrusionOk="0">
                  <a:moveTo>
                    <a:pt x="3507" y="0"/>
                  </a:moveTo>
                  <a:lnTo>
                    <a:pt x="3507" y="3158"/>
                  </a:lnTo>
                  <a:lnTo>
                    <a:pt x="81" y="1178"/>
                  </a:lnTo>
                  <a:lnTo>
                    <a:pt x="0" y="1312"/>
                  </a:lnTo>
                  <a:lnTo>
                    <a:pt x="3426" y="3292"/>
                  </a:lnTo>
                  <a:lnTo>
                    <a:pt x="0" y="5273"/>
                  </a:lnTo>
                  <a:lnTo>
                    <a:pt x="81" y="5433"/>
                  </a:lnTo>
                  <a:lnTo>
                    <a:pt x="3507" y="3453"/>
                  </a:lnTo>
                  <a:lnTo>
                    <a:pt x="3507" y="7387"/>
                  </a:lnTo>
                  <a:lnTo>
                    <a:pt x="3667" y="7387"/>
                  </a:lnTo>
                  <a:lnTo>
                    <a:pt x="3667" y="3453"/>
                  </a:lnTo>
                  <a:lnTo>
                    <a:pt x="7093" y="5407"/>
                  </a:lnTo>
                  <a:lnTo>
                    <a:pt x="7174" y="5273"/>
                  </a:lnTo>
                  <a:lnTo>
                    <a:pt x="3748" y="3292"/>
                  </a:lnTo>
                  <a:lnTo>
                    <a:pt x="5434" y="2329"/>
                  </a:lnTo>
                  <a:cubicBezTo>
                    <a:pt x="5380" y="2302"/>
                    <a:pt x="5354" y="2248"/>
                    <a:pt x="5327" y="2195"/>
                  </a:cubicBezTo>
                  <a:lnTo>
                    <a:pt x="3667" y="3158"/>
                  </a:lnTo>
                  <a:lnTo>
                    <a:pt x="3667" y="187"/>
                  </a:lnTo>
                  <a:cubicBezTo>
                    <a:pt x="3614" y="134"/>
                    <a:pt x="3560" y="80"/>
                    <a:pt x="350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6" name="Google Shape;1646;p101"/>
            <p:cNvSpPr/>
            <p:nvPr/>
          </p:nvSpPr>
          <p:spPr>
            <a:xfrm>
              <a:off x="2417699" y="1498640"/>
              <a:ext cx="7538" cy="9704"/>
            </a:xfrm>
            <a:custGeom>
              <a:avLst/>
              <a:gdLst/>
              <a:ahLst/>
              <a:cxnLst/>
              <a:rect l="l" t="t" r="r" b="b"/>
              <a:pathLst>
                <a:path w="188" h="242" extrusionOk="0">
                  <a:moveTo>
                    <a:pt x="1" y="1"/>
                  </a:moveTo>
                  <a:cubicBezTo>
                    <a:pt x="1" y="54"/>
                    <a:pt x="1" y="135"/>
                    <a:pt x="1" y="188"/>
                  </a:cubicBezTo>
                  <a:lnTo>
                    <a:pt x="108" y="242"/>
                  </a:lnTo>
                  <a:lnTo>
                    <a:pt x="188" y="108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7" name="Google Shape;1647;p101"/>
            <p:cNvSpPr/>
            <p:nvPr/>
          </p:nvSpPr>
          <p:spPr>
            <a:xfrm>
              <a:off x="2518586" y="1259335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8" name="Google Shape;1648;p101"/>
            <p:cNvSpPr/>
            <p:nvPr/>
          </p:nvSpPr>
          <p:spPr>
            <a:xfrm>
              <a:off x="2899597" y="1259335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3" y="6049"/>
                  </a:lnTo>
                  <a:lnTo>
                    <a:pt x="3774" y="4095"/>
                  </a:lnTo>
                  <a:lnTo>
                    <a:pt x="7173" y="2115"/>
                  </a:lnTo>
                  <a:lnTo>
                    <a:pt x="7093" y="1954"/>
                  </a:lnTo>
                  <a:lnTo>
                    <a:pt x="3667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9" name="Google Shape;1649;p101"/>
            <p:cNvSpPr/>
            <p:nvPr/>
          </p:nvSpPr>
          <p:spPr>
            <a:xfrm>
              <a:off x="3280608" y="1259335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35"/>
                  </a:lnTo>
                  <a:lnTo>
                    <a:pt x="107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107" y="6210"/>
                  </a:lnTo>
                  <a:lnTo>
                    <a:pt x="3506" y="4229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29"/>
                  </a:lnTo>
                  <a:lnTo>
                    <a:pt x="7093" y="6210"/>
                  </a:lnTo>
                  <a:lnTo>
                    <a:pt x="7200" y="6049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54"/>
                  </a:lnTo>
                  <a:lnTo>
                    <a:pt x="3694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0" name="Google Shape;1650;p101"/>
            <p:cNvSpPr/>
            <p:nvPr/>
          </p:nvSpPr>
          <p:spPr>
            <a:xfrm>
              <a:off x="3662662" y="1258252"/>
              <a:ext cx="287659" cy="329521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122"/>
                  </a:lnTo>
                  <a:lnTo>
                    <a:pt x="1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8" y="8218"/>
                  </a:lnTo>
                  <a:lnTo>
                    <a:pt x="3668" y="4256"/>
                  </a:lnTo>
                  <a:lnTo>
                    <a:pt x="7094" y="6237"/>
                  </a:lnTo>
                  <a:lnTo>
                    <a:pt x="7174" y="6076"/>
                  </a:lnTo>
                  <a:lnTo>
                    <a:pt x="3748" y="4122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1" name="Google Shape;1651;p101"/>
            <p:cNvSpPr/>
            <p:nvPr/>
          </p:nvSpPr>
          <p:spPr>
            <a:xfrm>
              <a:off x="4043673" y="1258252"/>
              <a:ext cx="193230" cy="329521"/>
            </a:xfrm>
            <a:custGeom>
              <a:avLst/>
              <a:gdLst/>
              <a:ahLst/>
              <a:cxnLst/>
              <a:rect l="l" t="t" r="r" b="b"/>
              <a:pathLst>
                <a:path w="4819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7" y="8218"/>
                  </a:lnTo>
                  <a:lnTo>
                    <a:pt x="3667" y="4256"/>
                  </a:lnTo>
                  <a:lnTo>
                    <a:pt x="4818" y="4925"/>
                  </a:lnTo>
                  <a:cubicBezTo>
                    <a:pt x="4818" y="4845"/>
                    <a:pt x="4818" y="4765"/>
                    <a:pt x="4792" y="4711"/>
                  </a:cubicBezTo>
                  <a:lnTo>
                    <a:pt x="3774" y="4096"/>
                  </a:lnTo>
                  <a:lnTo>
                    <a:pt x="4604" y="3614"/>
                  </a:lnTo>
                  <a:cubicBezTo>
                    <a:pt x="4604" y="3560"/>
                    <a:pt x="4577" y="3507"/>
                    <a:pt x="4577" y="3453"/>
                  </a:cubicBezTo>
                  <a:lnTo>
                    <a:pt x="3667" y="3962"/>
                  </a:lnTo>
                  <a:lnTo>
                    <a:pt x="3667" y="295"/>
                  </a:lnTo>
                  <a:cubicBezTo>
                    <a:pt x="3641" y="188"/>
                    <a:pt x="3614" y="108"/>
                    <a:pt x="358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2" name="Google Shape;1652;p101"/>
            <p:cNvSpPr/>
            <p:nvPr/>
          </p:nvSpPr>
          <p:spPr>
            <a:xfrm>
              <a:off x="2423072" y="1578074"/>
              <a:ext cx="195355" cy="328439"/>
            </a:xfrm>
            <a:custGeom>
              <a:avLst/>
              <a:gdLst/>
              <a:ahLst/>
              <a:cxnLst/>
              <a:rect l="l" t="t" r="r" b="b"/>
              <a:pathLst>
                <a:path w="4872" h="8191" extrusionOk="0">
                  <a:moveTo>
                    <a:pt x="1205" y="1"/>
                  </a:moveTo>
                  <a:lnTo>
                    <a:pt x="1205" y="3935"/>
                  </a:lnTo>
                  <a:lnTo>
                    <a:pt x="0" y="3266"/>
                  </a:lnTo>
                  <a:lnTo>
                    <a:pt x="0" y="3266"/>
                  </a:lnTo>
                  <a:cubicBezTo>
                    <a:pt x="0" y="3320"/>
                    <a:pt x="27" y="3400"/>
                    <a:pt x="27" y="3480"/>
                  </a:cubicBezTo>
                  <a:lnTo>
                    <a:pt x="1098" y="4096"/>
                  </a:lnTo>
                  <a:lnTo>
                    <a:pt x="214" y="4604"/>
                  </a:lnTo>
                  <a:cubicBezTo>
                    <a:pt x="241" y="4658"/>
                    <a:pt x="241" y="4738"/>
                    <a:pt x="268" y="4792"/>
                  </a:cubicBezTo>
                  <a:lnTo>
                    <a:pt x="1205" y="4256"/>
                  </a:lnTo>
                  <a:lnTo>
                    <a:pt x="1205" y="8030"/>
                  </a:lnTo>
                  <a:cubicBezTo>
                    <a:pt x="1205" y="8084"/>
                    <a:pt x="1232" y="8137"/>
                    <a:pt x="1258" y="8191"/>
                  </a:cubicBezTo>
                  <a:lnTo>
                    <a:pt x="1365" y="8191"/>
                  </a:lnTo>
                  <a:lnTo>
                    <a:pt x="1365" y="4256"/>
                  </a:lnTo>
                  <a:lnTo>
                    <a:pt x="4791" y="6210"/>
                  </a:lnTo>
                  <a:lnTo>
                    <a:pt x="4872" y="6076"/>
                  </a:lnTo>
                  <a:lnTo>
                    <a:pt x="1446" y="4096"/>
                  </a:lnTo>
                  <a:lnTo>
                    <a:pt x="4872" y="2115"/>
                  </a:lnTo>
                  <a:lnTo>
                    <a:pt x="4791" y="1981"/>
                  </a:lnTo>
                  <a:lnTo>
                    <a:pt x="1365" y="3935"/>
                  </a:lnTo>
                  <a:lnTo>
                    <a:pt x="136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3" name="Google Shape;1653;p101"/>
            <p:cNvSpPr/>
            <p:nvPr/>
          </p:nvSpPr>
          <p:spPr>
            <a:xfrm>
              <a:off x="2711778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56"/>
                  </a:lnTo>
                  <a:lnTo>
                    <a:pt x="7093" y="6210"/>
                  </a:lnTo>
                  <a:lnTo>
                    <a:pt x="7173" y="6076"/>
                  </a:lnTo>
                  <a:lnTo>
                    <a:pt x="3774" y="4096"/>
                  </a:lnTo>
                  <a:lnTo>
                    <a:pt x="7173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4" name="Google Shape;1654;p101"/>
            <p:cNvSpPr/>
            <p:nvPr/>
          </p:nvSpPr>
          <p:spPr>
            <a:xfrm>
              <a:off x="3092789" y="1578074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1"/>
                  </a:moveTo>
                  <a:lnTo>
                    <a:pt x="3506" y="3935"/>
                  </a:lnTo>
                  <a:lnTo>
                    <a:pt x="80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0" y="6210"/>
                  </a:lnTo>
                  <a:lnTo>
                    <a:pt x="3506" y="4230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30"/>
                  </a:lnTo>
                  <a:lnTo>
                    <a:pt x="7093" y="6210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15"/>
                  </a:lnTo>
                  <a:lnTo>
                    <a:pt x="7093" y="1981"/>
                  </a:lnTo>
                  <a:lnTo>
                    <a:pt x="3694" y="3935"/>
                  </a:lnTo>
                  <a:lnTo>
                    <a:pt x="369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5" name="Google Shape;1655;p101"/>
            <p:cNvSpPr/>
            <p:nvPr/>
          </p:nvSpPr>
          <p:spPr>
            <a:xfrm>
              <a:off x="3474843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1" y="2115"/>
                  </a:lnTo>
                  <a:lnTo>
                    <a:pt x="3400" y="4096"/>
                  </a:lnTo>
                  <a:lnTo>
                    <a:pt x="1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480" y="8191"/>
                  </a:lnTo>
                  <a:lnTo>
                    <a:pt x="3668" y="8191"/>
                  </a:lnTo>
                  <a:lnTo>
                    <a:pt x="3668" y="4230"/>
                  </a:lnTo>
                  <a:lnTo>
                    <a:pt x="7094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4" y="1955"/>
                  </a:lnTo>
                  <a:lnTo>
                    <a:pt x="3668" y="3935"/>
                  </a:lnTo>
                  <a:lnTo>
                    <a:pt x="366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6" name="Google Shape;1656;p101"/>
            <p:cNvSpPr/>
            <p:nvPr/>
          </p:nvSpPr>
          <p:spPr>
            <a:xfrm>
              <a:off x="3855854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30"/>
                  </a:lnTo>
                  <a:lnTo>
                    <a:pt x="7093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3" y="1955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7" name="Google Shape;1657;p101"/>
            <p:cNvSpPr/>
            <p:nvPr/>
          </p:nvSpPr>
          <p:spPr>
            <a:xfrm>
              <a:off x="2518586" y="1919388"/>
              <a:ext cx="287659" cy="293033"/>
            </a:xfrm>
            <a:custGeom>
              <a:avLst/>
              <a:gdLst/>
              <a:ahLst/>
              <a:cxnLst/>
              <a:rect l="l" t="t" r="r" b="b"/>
              <a:pathLst>
                <a:path w="7174" h="730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1767" y="5059"/>
                  </a:lnTo>
                  <a:cubicBezTo>
                    <a:pt x="1821" y="5086"/>
                    <a:pt x="1847" y="5139"/>
                    <a:pt x="1874" y="5193"/>
                  </a:cubicBezTo>
                  <a:lnTo>
                    <a:pt x="3507" y="4256"/>
                  </a:lnTo>
                  <a:lnTo>
                    <a:pt x="3507" y="7120"/>
                  </a:lnTo>
                  <a:cubicBezTo>
                    <a:pt x="3560" y="7200"/>
                    <a:pt x="3614" y="7254"/>
                    <a:pt x="3667" y="7307"/>
                  </a:cubicBezTo>
                  <a:lnTo>
                    <a:pt x="3667" y="4256"/>
                  </a:lnTo>
                  <a:lnTo>
                    <a:pt x="7093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8" name="Google Shape;1658;p101"/>
            <p:cNvSpPr/>
            <p:nvPr/>
          </p:nvSpPr>
          <p:spPr>
            <a:xfrm>
              <a:off x="2899597" y="191938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7" y="8190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9" name="Google Shape;1659;p101"/>
            <p:cNvSpPr/>
            <p:nvPr/>
          </p:nvSpPr>
          <p:spPr>
            <a:xfrm>
              <a:off x="3280608" y="1919388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107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107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0" name="Google Shape;1660;p101"/>
            <p:cNvSpPr/>
            <p:nvPr/>
          </p:nvSpPr>
          <p:spPr>
            <a:xfrm>
              <a:off x="3662662" y="191938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1" y="2115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1" name="Google Shape;1661;p101"/>
            <p:cNvSpPr/>
            <p:nvPr/>
          </p:nvSpPr>
          <p:spPr>
            <a:xfrm>
              <a:off x="4043673" y="1998782"/>
              <a:ext cx="78391" cy="49400"/>
            </a:xfrm>
            <a:custGeom>
              <a:avLst/>
              <a:gdLst/>
              <a:ahLst/>
              <a:cxnLst/>
              <a:rect l="l" t="t" r="r" b="b"/>
              <a:pathLst>
                <a:path w="1955" h="1232" extrusionOk="0">
                  <a:moveTo>
                    <a:pt x="81" y="1"/>
                  </a:moveTo>
                  <a:lnTo>
                    <a:pt x="0" y="135"/>
                  </a:lnTo>
                  <a:lnTo>
                    <a:pt x="1874" y="1232"/>
                  </a:lnTo>
                  <a:cubicBezTo>
                    <a:pt x="1901" y="1178"/>
                    <a:pt x="1928" y="1125"/>
                    <a:pt x="1954" y="1071"/>
                  </a:cubicBez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2" name="Google Shape;1662;p101"/>
            <p:cNvSpPr/>
            <p:nvPr/>
          </p:nvSpPr>
          <p:spPr>
            <a:xfrm>
              <a:off x="2884560" y="2317561"/>
              <a:ext cx="114879" cy="68727"/>
            </a:xfrm>
            <a:custGeom>
              <a:avLst/>
              <a:gdLst/>
              <a:ahLst/>
              <a:cxnLst/>
              <a:rect l="l" t="t" r="r" b="b"/>
              <a:pathLst>
                <a:path w="2865" h="1714" extrusionOk="0">
                  <a:moveTo>
                    <a:pt x="2784" y="0"/>
                  </a:moveTo>
                  <a:lnTo>
                    <a:pt x="1" y="1606"/>
                  </a:lnTo>
                  <a:cubicBezTo>
                    <a:pt x="54" y="1660"/>
                    <a:pt x="108" y="1686"/>
                    <a:pt x="161" y="1713"/>
                  </a:cubicBezTo>
                  <a:lnTo>
                    <a:pt x="2864" y="161"/>
                  </a:lnTo>
                  <a:lnTo>
                    <a:pt x="278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3" name="Google Shape;1663;p101"/>
            <p:cNvSpPr/>
            <p:nvPr/>
          </p:nvSpPr>
          <p:spPr>
            <a:xfrm>
              <a:off x="2852362" y="2238127"/>
              <a:ext cx="6496" cy="129916"/>
            </a:xfrm>
            <a:custGeom>
              <a:avLst/>
              <a:gdLst/>
              <a:ahLst/>
              <a:cxnLst/>
              <a:rect l="l" t="t" r="r" b="b"/>
              <a:pathLst>
                <a:path w="162" h="3240" extrusionOk="0">
                  <a:moveTo>
                    <a:pt x="1" y="0"/>
                  </a:moveTo>
                  <a:lnTo>
                    <a:pt x="1" y="3132"/>
                  </a:lnTo>
                  <a:cubicBezTo>
                    <a:pt x="54" y="3159"/>
                    <a:pt x="108" y="3212"/>
                    <a:pt x="161" y="3239"/>
                  </a:cubicBez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4" name="Google Shape;1664;p101"/>
            <p:cNvSpPr/>
            <p:nvPr/>
          </p:nvSpPr>
          <p:spPr>
            <a:xfrm>
              <a:off x="3092789" y="2238127"/>
              <a:ext cx="288742" cy="255461"/>
            </a:xfrm>
            <a:custGeom>
              <a:avLst/>
              <a:gdLst/>
              <a:ahLst/>
              <a:cxnLst/>
              <a:rect l="l" t="t" r="r" b="b"/>
              <a:pathLst>
                <a:path w="7201" h="6371" extrusionOk="0">
                  <a:moveTo>
                    <a:pt x="3506" y="0"/>
                  </a:moveTo>
                  <a:lnTo>
                    <a:pt x="3506" y="3962"/>
                  </a:lnTo>
                  <a:lnTo>
                    <a:pt x="80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455" y="5835"/>
                  </a:lnTo>
                  <a:cubicBezTo>
                    <a:pt x="535" y="5835"/>
                    <a:pt x="616" y="5862"/>
                    <a:pt x="696" y="5889"/>
                  </a:cubicBezTo>
                  <a:lnTo>
                    <a:pt x="3506" y="4256"/>
                  </a:lnTo>
                  <a:lnTo>
                    <a:pt x="3506" y="6371"/>
                  </a:lnTo>
                  <a:lnTo>
                    <a:pt x="3694" y="6371"/>
                  </a:lnTo>
                  <a:lnTo>
                    <a:pt x="3694" y="4256"/>
                  </a:lnTo>
                  <a:lnTo>
                    <a:pt x="7093" y="6237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42"/>
                  </a:lnTo>
                  <a:lnTo>
                    <a:pt x="7093" y="1981"/>
                  </a:lnTo>
                  <a:lnTo>
                    <a:pt x="3694" y="3962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5" name="Google Shape;1665;p101"/>
            <p:cNvSpPr/>
            <p:nvPr/>
          </p:nvSpPr>
          <p:spPr>
            <a:xfrm>
              <a:off x="3474843" y="2238127"/>
              <a:ext cx="287659" cy="247963"/>
            </a:xfrm>
            <a:custGeom>
              <a:avLst/>
              <a:gdLst/>
              <a:ahLst/>
              <a:cxnLst/>
              <a:rect l="l" t="t" r="r" b="b"/>
              <a:pathLst>
                <a:path w="7174" h="6184" extrusionOk="0">
                  <a:moveTo>
                    <a:pt x="3507" y="0"/>
                  </a:moveTo>
                  <a:lnTo>
                    <a:pt x="3480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096"/>
                  </a:lnTo>
                  <a:lnTo>
                    <a:pt x="1" y="6076"/>
                  </a:lnTo>
                  <a:lnTo>
                    <a:pt x="54" y="6183"/>
                  </a:lnTo>
                  <a:lnTo>
                    <a:pt x="161" y="6183"/>
                  </a:lnTo>
                  <a:lnTo>
                    <a:pt x="3480" y="4256"/>
                  </a:lnTo>
                  <a:lnTo>
                    <a:pt x="3480" y="5354"/>
                  </a:lnTo>
                  <a:cubicBezTo>
                    <a:pt x="3560" y="5327"/>
                    <a:pt x="3614" y="5327"/>
                    <a:pt x="3668" y="5300"/>
                  </a:cubicBezTo>
                  <a:lnTo>
                    <a:pt x="3668" y="4256"/>
                  </a:lnTo>
                  <a:lnTo>
                    <a:pt x="4765" y="4899"/>
                  </a:lnTo>
                  <a:cubicBezTo>
                    <a:pt x="4845" y="4872"/>
                    <a:pt x="4899" y="4845"/>
                    <a:pt x="4979" y="4818"/>
                  </a:cubicBezTo>
                  <a:lnTo>
                    <a:pt x="3748" y="4096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6" name="Google Shape;1666;p101"/>
            <p:cNvSpPr/>
            <p:nvPr/>
          </p:nvSpPr>
          <p:spPr>
            <a:xfrm>
              <a:off x="3855854" y="2317561"/>
              <a:ext cx="12911" cy="9704"/>
            </a:xfrm>
            <a:custGeom>
              <a:avLst/>
              <a:gdLst/>
              <a:ahLst/>
              <a:cxnLst/>
              <a:rect l="l" t="t" r="r" b="b"/>
              <a:pathLst>
                <a:path w="322" h="242" extrusionOk="0">
                  <a:moveTo>
                    <a:pt x="81" y="0"/>
                  </a:moveTo>
                  <a:lnTo>
                    <a:pt x="0" y="134"/>
                  </a:lnTo>
                  <a:lnTo>
                    <a:pt x="161" y="241"/>
                  </a:lnTo>
                  <a:cubicBezTo>
                    <a:pt x="215" y="214"/>
                    <a:pt x="268" y="161"/>
                    <a:pt x="322" y="134"/>
                  </a:cubicBezTo>
                  <a:lnTo>
                    <a:pt x="8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5">
  <p:cSld name="CUSTOM_19">
    <p:spTree>
      <p:nvGrpSpPr>
        <p:cNvPr id="1" name="Shape 16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8" name="Google Shape;1668;p102"/>
          <p:cNvSpPr/>
          <p:nvPr/>
        </p:nvSpPr>
        <p:spPr>
          <a:xfrm rot="199611" flipH="1">
            <a:off x="-1222385" y="1111794"/>
            <a:ext cx="4658395" cy="4765297"/>
          </a:xfrm>
          <a:custGeom>
            <a:avLst/>
            <a:gdLst/>
            <a:ahLst/>
            <a:cxnLst/>
            <a:rect l="l" t="t" r="r" b="b"/>
            <a:pathLst>
              <a:path w="142469" h="136664" extrusionOk="0">
                <a:moveTo>
                  <a:pt x="97052" y="0"/>
                </a:moveTo>
                <a:cubicBezTo>
                  <a:pt x="94985" y="0"/>
                  <a:pt x="92658" y="685"/>
                  <a:pt x="89955" y="2065"/>
                </a:cubicBezTo>
                <a:cubicBezTo>
                  <a:pt x="76197" y="9104"/>
                  <a:pt x="81149" y="14564"/>
                  <a:pt x="82755" y="40634"/>
                </a:cubicBezTo>
                <a:cubicBezTo>
                  <a:pt x="85458" y="83646"/>
                  <a:pt x="12896" y="58112"/>
                  <a:pt x="4519" y="103881"/>
                </a:cubicBezTo>
                <a:cubicBezTo>
                  <a:pt x="0" y="128495"/>
                  <a:pt x="10558" y="136664"/>
                  <a:pt x="39417" y="136664"/>
                </a:cubicBezTo>
                <a:cubicBezTo>
                  <a:pt x="47997" y="136664"/>
                  <a:pt x="58195" y="135942"/>
                  <a:pt x="70095" y="134715"/>
                </a:cubicBezTo>
                <a:cubicBezTo>
                  <a:pt x="122047" y="129389"/>
                  <a:pt x="142469" y="101392"/>
                  <a:pt x="125767" y="56907"/>
                </a:cubicBezTo>
                <a:cubicBezTo>
                  <a:pt x="111706" y="19432"/>
                  <a:pt x="108060" y="0"/>
                  <a:pt x="97052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69" name="Google Shape;1669;p102"/>
          <p:cNvSpPr/>
          <p:nvPr/>
        </p:nvSpPr>
        <p:spPr>
          <a:xfrm rot="-5035045" flipH="1">
            <a:off x="5862077" y="-226971"/>
            <a:ext cx="5262855" cy="3237953"/>
          </a:xfrm>
          <a:custGeom>
            <a:avLst/>
            <a:gdLst/>
            <a:ahLst/>
            <a:cxnLst/>
            <a:rect l="l" t="t" r="r" b="b"/>
            <a:pathLst>
              <a:path w="59643" h="36694" extrusionOk="0">
                <a:moveTo>
                  <a:pt x="6271" y="15779"/>
                </a:moveTo>
                <a:cubicBezTo>
                  <a:pt x="9374" y="14178"/>
                  <a:pt x="17513" y="18347"/>
                  <a:pt x="23150" y="11676"/>
                </a:cubicBezTo>
                <a:cubicBezTo>
                  <a:pt x="28787" y="5004"/>
                  <a:pt x="30455" y="1"/>
                  <a:pt x="37327" y="2302"/>
                </a:cubicBezTo>
                <a:cubicBezTo>
                  <a:pt x="44198" y="4571"/>
                  <a:pt x="43064" y="13410"/>
                  <a:pt x="47601" y="15779"/>
                </a:cubicBezTo>
                <a:cubicBezTo>
                  <a:pt x="52104" y="18147"/>
                  <a:pt x="59643" y="31690"/>
                  <a:pt x="43364" y="34192"/>
                </a:cubicBezTo>
                <a:cubicBezTo>
                  <a:pt x="27120" y="36694"/>
                  <a:pt x="10441" y="33158"/>
                  <a:pt x="5204" y="27520"/>
                </a:cubicBezTo>
                <a:cubicBezTo>
                  <a:pt x="0" y="21883"/>
                  <a:pt x="3136" y="17380"/>
                  <a:pt x="6271" y="15779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70" name="Google Shape;1670;p102"/>
          <p:cNvSpPr/>
          <p:nvPr/>
        </p:nvSpPr>
        <p:spPr>
          <a:xfrm rot="10800000">
            <a:off x="6276915" y="2875987"/>
            <a:ext cx="1774800" cy="17748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671" name="Google Shape;1671;p102"/>
          <p:cNvGrpSpPr/>
          <p:nvPr/>
        </p:nvGrpSpPr>
        <p:grpSpPr>
          <a:xfrm rot="10800000">
            <a:off x="1381161" y="1333007"/>
            <a:ext cx="1696762" cy="1688828"/>
            <a:chOff x="2414491" y="671177"/>
            <a:chExt cx="1830972" cy="1822411"/>
          </a:xfrm>
        </p:grpSpPr>
        <p:sp>
          <p:nvSpPr>
            <p:cNvPr id="1672" name="Google Shape;1672;p102"/>
            <p:cNvSpPr/>
            <p:nvPr/>
          </p:nvSpPr>
          <p:spPr>
            <a:xfrm>
              <a:off x="2414491" y="671177"/>
              <a:ext cx="1830972" cy="1822391"/>
            </a:xfrm>
            <a:custGeom>
              <a:avLst/>
              <a:gdLst/>
              <a:ahLst/>
              <a:cxnLst/>
              <a:rect l="l" t="t" r="r" b="b"/>
              <a:pathLst>
                <a:path w="45663" h="45449" extrusionOk="0">
                  <a:moveTo>
                    <a:pt x="10947" y="4979"/>
                  </a:moveTo>
                  <a:lnTo>
                    <a:pt x="15605" y="7656"/>
                  </a:lnTo>
                  <a:lnTo>
                    <a:pt x="15605" y="13062"/>
                  </a:lnTo>
                  <a:lnTo>
                    <a:pt x="10947" y="15766"/>
                  </a:lnTo>
                  <a:lnTo>
                    <a:pt x="6263" y="13062"/>
                  </a:lnTo>
                  <a:lnTo>
                    <a:pt x="6263" y="7656"/>
                  </a:lnTo>
                  <a:lnTo>
                    <a:pt x="10947" y="4979"/>
                  </a:lnTo>
                  <a:close/>
                  <a:moveTo>
                    <a:pt x="20449" y="4979"/>
                  </a:moveTo>
                  <a:lnTo>
                    <a:pt x="25133" y="7656"/>
                  </a:lnTo>
                  <a:lnTo>
                    <a:pt x="25133" y="13062"/>
                  </a:lnTo>
                  <a:lnTo>
                    <a:pt x="20449" y="15766"/>
                  </a:lnTo>
                  <a:lnTo>
                    <a:pt x="15792" y="13062"/>
                  </a:lnTo>
                  <a:lnTo>
                    <a:pt x="15792" y="7656"/>
                  </a:lnTo>
                  <a:lnTo>
                    <a:pt x="20449" y="4979"/>
                  </a:lnTo>
                  <a:close/>
                  <a:moveTo>
                    <a:pt x="29978" y="4979"/>
                  </a:moveTo>
                  <a:lnTo>
                    <a:pt x="34635" y="7656"/>
                  </a:lnTo>
                  <a:lnTo>
                    <a:pt x="34635" y="13062"/>
                  </a:lnTo>
                  <a:lnTo>
                    <a:pt x="29978" y="15766"/>
                  </a:lnTo>
                  <a:lnTo>
                    <a:pt x="25294" y="13062"/>
                  </a:lnTo>
                  <a:lnTo>
                    <a:pt x="25294" y="7656"/>
                  </a:lnTo>
                  <a:lnTo>
                    <a:pt x="29978" y="4979"/>
                  </a:lnTo>
                  <a:close/>
                  <a:moveTo>
                    <a:pt x="6183" y="13196"/>
                  </a:moveTo>
                  <a:lnTo>
                    <a:pt x="10867" y="15899"/>
                  </a:lnTo>
                  <a:lnTo>
                    <a:pt x="10867" y="21306"/>
                  </a:lnTo>
                  <a:lnTo>
                    <a:pt x="6183" y="23983"/>
                  </a:lnTo>
                  <a:lnTo>
                    <a:pt x="1526" y="21306"/>
                  </a:lnTo>
                  <a:lnTo>
                    <a:pt x="1526" y="15899"/>
                  </a:lnTo>
                  <a:lnTo>
                    <a:pt x="6183" y="13196"/>
                  </a:lnTo>
                  <a:close/>
                  <a:moveTo>
                    <a:pt x="15712" y="13196"/>
                  </a:moveTo>
                  <a:lnTo>
                    <a:pt x="20369" y="15899"/>
                  </a:lnTo>
                  <a:lnTo>
                    <a:pt x="20369" y="21306"/>
                  </a:lnTo>
                  <a:lnTo>
                    <a:pt x="15712" y="23983"/>
                  </a:lnTo>
                  <a:lnTo>
                    <a:pt x="11028" y="21306"/>
                  </a:lnTo>
                  <a:lnTo>
                    <a:pt x="11028" y="15899"/>
                  </a:lnTo>
                  <a:lnTo>
                    <a:pt x="15712" y="13196"/>
                  </a:lnTo>
                  <a:close/>
                  <a:moveTo>
                    <a:pt x="25213" y="13196"/>
                  </a:moveTo>
                  <a:lnTo>
                    <a:pt x="29871" y="15899"/>
                  </a:lnTo>
                  <a:lnTo>
                    <a:pt x="29871" y="21306"/>
                  </a:lnTo>
                  <a:lnTo>
                    <a:pt x="25213" y="23983"/>
                  </a:lnTo>
                  <a:lnTo>
                    <a:pt x="20529" y="21306"/>
                  </a:lnTo>
                  <a:lnTo>
                    <a:pt x="20529" y="15899"/>
                  </a:lnTo>
                  <a:lnTo>
                    <a:pt x="25213" y="13196"/>
                  </a:lnTo>
                  <a:close/>
                  <a:moveTo>
                    <a:pt x="34715" y="13196"/>
                  </a:moveTo>
                  <a:lnTo>
                    <a:pt x="39399" y="15899"/>
                  </a:lnTo>
                  <a:lnTo>
                    <a:pt x="39399" y="21306"/>
                  </a:lnTo>
                  <a:lnTo>
                    <a:pt x="34715" y="23983"/>
                  </a:lnTo>
                  <a:lnTo>
                    <a:pt x="30058" y="21306"/>
                  </a:lnTo>
                  <a:lnTo>
                    <a:pt x="30058" y="15899"/>
                  </a:lnTo>
                  <a:lnTo>
                    <a:pt x="34715" y="13196"/>
                  </a:lnTo>
                  <a:close/>
                  <a:moveTo>
                    <a:pt x="10947" y="21440"/>
                  </a:moveTo>
                  <a:lnTo>
                    <a:pt x="15605" y="24143"/>
                  </a:lnTo>
                  <a:lnTo>
                    <a:pt x="15605" y="29523"/>
                  </a:lnTo>
                  <a:lnTo>
                    <a:pt x="10947" y="32226"/>
                  </a:lnTo>
                  <a:lnTo>
                    <a:pt x="6263" y="29523"/>
                  </a:lnTo>
                  <a:lnTo>
                    <a:pt x="6263" y="24143"/>
                  </a:lnTo>
                  <a:lnTo>
                    <a:pt x="10947" y="21440"/>
                  </a:lnTo>
                  <a:close/>
                  <a:moveTo>
                    <a:pt x="20449" y="21440"/>
                  </a:moveTo>
                  <a:lnTo>
                    <a:pt x="25133" y="24143"/>
                  </a:lnTo>
                  <a:lnTo>
                    <a:pt x="25133" y="29523"/>
                  </a:lnTo>
                  <a:lnTo>
                    <a:pt x="20449" y="32226"/>
                  </a:lnTo>
                  <a:lnTo>
                    <a:pt x="15792" y="29523"/>
                  </a:lnTo>
                  <a:lnTo>
                    <a:pt x="15792" y="24143"/>
                  </a:lnTo>
                  <a:lnTo>
                    <a:pt x="20449" y="21440"/>
                  </a:lnTo>
                  <a:close/>
                  <a:moveTo>
                    <a:pt x="29978" y="21440"/>
                  </a:moveTo>
                  <a:lnTo>
                    <a:pt x="34635" y="24143"/>
                  </a:lnTo>
                  <a:lnTo>
                    <a:pt x="34635" y="29523"/>
                  </a:lnTo>
                  <a:lnTo>
                    <a:pt x="29978" y="32226"/>
                  </a:lnTo>
                  <a:lnTo>
                    <a:pt x="25294" y="29523"/>
                  </a:lnTo>
                  <a:lnTo>
                    <a:pt x="25294" y="24143"/>
                  </a:lnTo>
                  <a:lnTo>
                    <a:pt x="29978" y="21440"/>
                  </a:lnTo>
                  <a:close/>
                  <a:moveTo>
                    <a:pt x="39480" y="21440"/>
                  </a:moveTo>
                  <a:lnTo>
                    <a:pt x="44137" y="24143"/>
                  </a:lnTo>
                  <a:lnTo>
                    <a:pt x="44137" y="29523"/>
                  </a:lnTo>
                  <a:lnTo>
                    <a:pt x="39480" y="32226"/>
                  </a:lnTo>
                  <a:lnTo>
                    <a:pt x="34796" y="29523"/>
                  </a:lnTo>
                  <a:lnTo>
                    <a:pt x="34796" y="24143"/>
                  </a:lnTo>
                  <a:lnTo>
                    <a:pt x="39480" y="21440"/>
                  </a:lnTo>
                  <a:close/>
                  <a:moveTo>
                    <a:pt x="15712" y="29684"/>
                  </a:moveTo>
                  <a:lnTo>
                    <a:pt x="20369" y="32387"/>
                  </a:lnTo>
                  <a:lnTo>
                    <a:pt x="20369" y="37767"/>
                  </a:lnTo>
                  <a:lnTo>
                    <a:pt x="15712" y="40470"/>
                  </a:lnTo>
                  <a:lnTo>
                    <a:pt x="11028" y="37767"/>
                  </a:lnTo>
                  <a:lnTo>
                    <a:pt x="11028" y="32387"/>
                  </a:lnTo>
                  <a:lnTo>
                    <a:pt x="15712" y="29684"/>
                  </a:lnTo>
                  <a:close/>
                  <a:moveTo>
                    <a:pt x="25213" y="29684"/>
                  </a:moveTo>
                  <a:lnTo>
                    <a:pt x="29871" y="32387"/>
                  </a:lnTo>
                  <a:lnTo>
                    <a:pt x="29871" y="37767"/>
                  </a:lnTo>
                  <a:lnTo>
                    <a:pt x="25213" y="40470"/>
                  </a:lnTo>
                  <a:lnTo>
                    <a:pt x="20529" y="37767"/>
                  </a:lnTo>
                  <a:lnTo>
                    <a:pt x="20529" y="32387"/>
                  </a:lnTo>
                  <a:lnTo>
                    <a:pt x="25213" y="29684"/>
                  </a:lnTo>
                  <a:close/>
                  <a:moveTo>
                    <a:pt x="34715" y="29684"/>
                  </a:moveTo>
                  <a:lnTo>
                    <a:pt x="39399" y="32387"/>
                  </a:lnTo>
                  <a:lnTo>
                    <a:pt x="39399" y="37767"/>
                  </a:lnTo>
                  <a:lnTo>
                    <a:pt x="34715" y="40470"/>
                  </a:lnTo>
                  <a:lnTo>
                    <a:pt x="30058" y="37767"/>
                  </a:lnTo>
                  <a:lnTo>
                    <a:pt x="30058" y="32387"/>
                  </a:lnTo>
                  <a:lnTo>
                    <a:pt x="34715" y="29684"/>
                  </a:lnTo>
                  <a:close/>
                  <a:moveTo>
                    <a:pt x="20369" y="1"/>
                  </a:moveTo>
                  <a:lnTo>
                    <a:pt x="20369" y="4818"/>
                  </a:lnTo>
                  <a:lnTo>
                    <a:pt x="15712" y="7522"/>
                  </a:lnTo>
                  <a:lnTo>
                    <a:pt x="11028" y="4818"/>
                  </a:lnTo>
                  <a:lnTo>
                    <a:pt x="11028" y="3159"/>
                  </a:lnTo>
                  <a:cubicBezTo>
                    <a:pt x="10974" y="3186"/>
                    <a:pt x="10921" y="3239"/>
                    <a:pt x="10867" y="3266"/>
                  </a:cubicBezTo>
                  <a:lnTo>
                    <a:pt x="10867" y="4818"/>
                  </a:lnTo>
                  <a:lnTo>
                    <a:pt x="6183" y="7522"/>
                  </a:lnTo>
                  <a:lnTo>
                    <a:pt x="5915" y="7361"/>
                  </a:lnTo>
                  <a:cubicBezTo>
                    <a:pt x="5889" y="7415"/>
                    <a:pt x="5835" y="7442"/>
                    <a:pt x="5808" y="7495"/>
                  </a:cubicBezTo>
                  <a:lnTo>
                    <a:pt x="6103" y="7656"/>
                  </a:lnTo>
                  <a:lnTo>
                    <a:pt x="6103" y="13062"/>
                  </a:lnTo>
                  <a:lnTo>
                    <a:pt x="1419" y="15766"/>
                  </a:lnTo>
                  <a:lnTo>
                    <a:pt x="1124" y="15578"/>
                  </a:lnTo>
                  <a:cubicBezTo>
                    <a:pt x="1124" y="15632"/>
                    <a:pt x="1098" y="15685"/>
                    <a:pt x="1071" y="15739"/>
                  </a:cubicBezTo>
                  <a:lnTo>
                    <a:pt x="1338" y="15899"/>
                  </a:lnTo>
                  <a:lnTo>
                    <a:pt x="1338" y="21306"/>
                  </a:lnTo>
                  <a:lnTo>
                    <a:pt x="0" y="22082"/>
                  </a:lnTo>
                  <a:cubicBezTo>
                    <a:pt x="0" y="22136"/>
                    <a:pt x="0" y="22216"/>
                    <a:pt x="0" y="22270"/>
                  </a:cubicBezTo>
                  <a:lnTo>
                    <a:pt x="1419" y="21440"/>
                  </a:lnTo>
                  <a:lnTo>
                    <a:pt x="6103" y="24143"/>
                  </a:lnTo>
                  <a:lnTo>
                    <a:pt x="6103" y="29523"/>
                  </a:lnTo>
                  <a:lnTo>
                    <a:pt x="1927" y="31932"/>
                  </a:lnTo>
                  <a:cubicBezTo>
                    <a:pt x="1954" y="31986"/>
                    <a:pt x="1981" y="32039"/>
                    <a:pt x="2008" y="32093"/>
                  </a:cubicBezTo>
                  <a:lnTo>
                    <a:pt x="6183" y="29684"/>
                  </a:lnTo>
                  <a:lnTo>
                    <a:pt x="10867" y="32387"/>
                  </a:lnTo>
                  <a:lnTo>
                    <a:pt x="10867" y="37767"/>
                  </a:lnTo>
                  <a:lnTo>
                    <a:pt x="7548" y="39694"/>
                  </a:lnTo>
                  <a:cubicBezTo>
                    <a:pt x="7575" y="39721"/>
                    <a:pt x="7628" y="39774"/>
                    <a:pt x="7682" y="39801"/>
                  </a:cubicBezTo>
                  <a:lnTo>
                    <a:pt x="10947" y="37928"/>
                  </a:lnTo>
                  <a:lnTo>
                    <a:pt x="15605" y="40631"/>
                  </a:lnTo>
                  <a:lnTo>
                    <a:pt x="15605" y="44405"/>
                  </a:lnTo>
                  <a:cubicBezTo>
                    <a:pt x="15658" y="44405"/>
                    <a:pt x="15738" y="44432"/>
                    <a:pt x="15792" y="44458"/>
                  </a:cubicBezTo>
                  <a:lnTo>
                    <a:pt x="15792" y="40631"/>
                  </a:lnTo>
                  <a:lnTo>
                    <a:pt x="20449" y="37928"/>
                  </a:lnTo>
                  <a:lnTo>
                    <a:pt x="25133" y="40631"/>
                  </a:lnTo>
                  <a:lnTo>
                    <a:pt x="25133" y="45449"/>
                  </a:lnTo>
                  <a:cubicBezTo>
                    <a:pt x="25187" y="45449"/>
                    <a:pt x="25240" y="45449"/>
                    <a:pt x="25294" y="45422"/>
                  </a:cubicBezTo>
                  <a:lnTo>
                    <a:pt x="25294" y="40631"/>
                  </a:lnTo>
                  <a:lnTo>
                    <a:pt x="29978" y="37928"/>
                  </a:lnTo>
                  <a:lnTo>
                    <a:pt x="34635" y="40631"/>
                  </a:lnTo>
                  <a:lnTo>
                    <a:pt x="34635" y="42290"/>
                  </a:lnTo>
                  <a:cubicBezTo>
                    <a:pt x="34688" y="42237"/>
                    <a:pt x="34742" y="42210"/>
                    <a:pt x="34796" y="42183"/>
                  </a:cubicBezTo>
                  <a:lnTo>
                    <a:pt x="34796" y="40631"/>
                  </a:lnTo>
                  <a:lnTo>
                    <a:pt x="39480" y="37928"/>
                  </a:lnTo>
                  <a:lnTo>
                    <a:pt x="39747" y="38088"/>
                  </a:lnTo>
                  <a:cubicBezTo>
                    <a:pt x="39774" y="38035"/>
                    <a:pt x="39827" y="37981"/>
                    <a:pt x="39854" y="37954"/>
                  </a:cubicBezTo>
                  <a:lnTo>
                    <a:pt x="39560" y="37767"/>
                  </a:lnTo>
                  <a:lnTo>
                    <a:pt x="39560" y="32387"/>
                  </a:lnTo>
                  <a:lnTo>
                    <a:pt x="44244" y="29684"/>
                  </a:lnTo>
                  <a:lnTo>
                    <a:pt x="44538" y="29871"/>
                  </a:lnTo>
                  <a:cubicBezTo>
                    <a:pt x="44565" y="29791"/>
                    <a:pt x="44565" y="29737"/>
                    <a:pt x="44592" y="29684"/>
                  </a:cubicBezTo>
                  <a:lnTo>
                    <a:pt x="44324" y="29523"/>
                  </a:lnTo>
                  <a:lnTo>
                    <a:pt x="44324" y="24143"/>
                  </a:lnTo>
                  <a:lnTo>
                    <a:pt x="45662" y="23367"/>
                  </a:lnTo>
                  <a:cubicBezTo>
                    <a:pt x="45662" y="23314"/>
                    <a:pt x="45662" y="23233"/>
                    <a:pt x="45662" y="23153"/>
                  </a:cubicBezTo>
                  <a:lnTo>
                    <a:pt x="44244" y="23983"/>
                  </a:lnTo>
                  <a:lnTo>
                    <a:pt x="39560" y="21306"/>
                  </a:lnTo>
                  <a:lnTo>
                    <a:pt x="39560" y="15899"/>
                  </a:lnTo>
                  <a:lnTo>
                    <a:pt x="43735" y="13491"/>
                  </a:lnTo>
                  <a:cubicBezTo>
                    <a:pt x="43709" y="13437"/>
                    <a:pt x="43682" y="13383"/>
                    <a:pt x="43655" y="13330"/>
                  </a:cubicBezTo>
                  <a:lnTo>
                    <a:pt x="39480" y="15766"/>
                  </a:lnTo>
                  <a:lnTo>
                    <a:pt x="34796" y="13062"/>
                  </a:lnTo>
                  <a:lnTo>
                    <a:pt x="34796" y="7656"/>
                  </a:lnTo>
                  <a:lnTo>
                    <a:pt x="38114" y="5755"/>
                  </a:lnTo>
                  <a:cubicBezTo>
                    <a:pt x="38088" y="5702"/>
                    <a:pt x="38034" y="5675"/>
                    <a:pt x="37981" y="5621"/>
                  </a:cubicBezTo>
                  <a:lnTo>
                    <a:pt x="34715" y="7522"/>
                  </a:lnTo>
                  <a:lnTo>
                    <a:pt x="30058" y="4818"/>
                  </a:lnTo>
                  <a:lnTo>
                    <a:pt x="30058" y="1045"/>
                  </a:lnTo>
                  <a:cubicBezTo>
                    <a:pt x="30004" y="1018"/>
                    <a:pt x="29951" y="1018"/>
                    <a:pt x="29871" y="991"/>
                  </a:cubicBezTo>
                  <a:lnTo>
                    <a:pt x="29871" y="4818"/>
                  </a:lnTo>
                  <a:lnTo>
                    <a:pt x="25213" y="7522"/>
                  </a:lnTo>
                  <a:lnTo>
                    <a:pt x="20529" y="4818"/>
                  </a:lnTo>
                  <a:lnTo>
                    <a:pt x="2052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3" name="Google Shape;1673;p102"/>
            <p:cNvSpPr/>
            <p:nvPr/>
          </p:nvSpPr>
          <p:spPr>
            <a:xfrm>
              <a:off x="2796545" y="833253"/>
              <a:ext cx="9704" cy="7538"/>
            </a:xfrm>
            <a:custGeom>
              <a:avLst/>
              <a:gdLst/>
              <a:ahLst/>
              <a:cxnLst/>
              <a:rect l="l" t="t" r="r" b="b"/>
              <a:pathLst>
                <a:path w="242" h="188" extrusionOk="0">
                  <a:moveTo>
                    <a:pt x="161" y="0"/>
                  </a:moveTo>
                  <a:cubicBezTo>
                    <a:pt x="108" y="27"/>
                    <a:pt x="54" y="81"/>
                    <a:pt x="1" y="107"/>
                  </a:cubicBezTo>
                  <a:lnTo>
                    <a:pt x="161" y="188"/>
                  </a:lnTo>
                  <a:lnTo>
                    <a:pt x="242" y="54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4" name="Google Shape;1674;p102"/>
            <p:cNvSpPr/>
            <p:nvPr/>
          </p:nvSpPr>
          <p:spPr>
            <a:xfrm>
              <a:off x="2899597" y="677633"/>
              <a:ext cx="287659" cy="242590"/>
            </a:xfrm>
            <a:custGeom>
              <a:avLst/>
              <a:gdLst/>
              <a:ahLst/>
              <a:cxnLst/>
              <a:rect l="l" t="t" r="r" b="b"/>
              <a:pathLst>
                <a:path w="7174" h="6050" extrusionOk="0">
                  <a:moveTo>
                    <a:pt x="7173" y="0"/>
                  </a:moveTo>
                  <a:lnTo>
                    <a:pt x="7173" y="0"/>
                  </a:lnTo>
                  <a:cubicBezTo>
                    <a:pt x="7013" y="27"/>
                    <a:pt x="6852" y="54"/>
                    <a:pt x="6692" y="81"/>
                  </a:cubicBezTo>
                  <a:lnTo>
                    <a:pt x="3667" y="1794"/>
                  </a:lnTo>
                  <a:lnTo>
                    <a:pt x="3667" y="830"/>
                  </a:lnTo>
                  <a:cubicBezTo>
                    <a:pt x="3614" y="857"/>
                    <a:pt x="3560" y="857"/>
                    <a:pt x="3507" y="884"/>
                  </a:cubicBezTo>
                  <a:lnTo>
                    <a:pt x="3507" y="1794"/>
                  </a:lnTo>
                  <a:lnTo>
                    <a:pt x="2516" y="1231"/>
                  </a:lnTo>
                  <a:cubicBezTo>
                    <a:pt x="2463" y="1258"/>
                    <a:pt x="2382" y="1285"/>
                    <a:pt x="2329" y="1312"/>
                  </a:cubicBezTo>
                  <a:lnTo>
                    <a:pt x="3426" y="1954"/>
                  </a:lnTo>
                  <a:lnTo>
                    <a:pt x="0" y="3935"/>
                  </a:lnTo>
                  <a:lnTo>
                    <a:pt x="81" y="4069"/>
                  </a:lnTo>
                  <a:lnTo>
                    <a:pt x="3507" y="2115"/>
                  </a:lnTo>
                  <a:lnTo>
                    <a:pt x="3507" y="6049"/>
                  </a:lnTo>
                  <a:lnTo>
                    <a:pt x="3667" y="6049"/>
                  </a:lnTo>
                  <a:lnTo>
                    <a:pt x="3667" y="2115"/>
                  </a:lnTo>
                  <a:lnTo>
                    <a:pt x="7093" y="4069"/>
                  </a:lnTo>
                  <a:lnTo>
                    <a:pt x="7173" y="3935"/>
                  </a:lnTo>
                  <a:lnTo>
                    <a:pt x="3774" y="1954"/>
                  </a:lnTo>
                  <a:lnTo>
                    <a:pt x="717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5" name="Google Shape;1675;p102"/>
            <p:cNvSpPr/>
            <p:nvPr/>
          </p:nvSpPr>
          <p:spPr>
            <a:xfrm>
              <a:off x="3280608" y="671177"/>
              <a:ext cx="288742" cy="249046"/>
            </a:xfrm>
            <a:custGeom>
              <a:avLst/>
              <a:gdLst/>
              <a:ahLst/>
              <a:cxnLst/>
              <a:rect l="l" t="t" r="r" b="b"/>
              <a:pathLst>
                <a:path w="7201" h="6211" extrusionOk="0">
                  <a:moveTo>
                    <a:pt x="107" y="1"/>
                  </a:moveTo>
                  <a:lnTo>
                    <a:pt x="0" y="134"/>
                  </a:lnTo>
                  <a:lnTo>
                    <a:pt x="3426" y="2115"/>
                  </a:lnTo>
                  <a:lnTo>
                    <a:pt x="0" y="4096"/>
                  </a:lnTo>
                  <a:lnTo>
                    <a:pt x="107" y="4230"/>
                  </a:lnTo>
                  <a:lnTo>
                    <a:pt x="3506" y="2276"/>
                  </a:lnTo>
                  <a:lnTo>
                    <a:pt x="3506" y="6210"/>
                  </a:lnTo>
                  <a:lnTo>
                    <a:pt x="3694" y="6210"/>
                  </a:lnTo>
                  <a:lnTo>
                    <a:pt x="3694" y="2276"/>
                  </a:lnTo>
                  <a:lnTo>
                    <a:pt x="7093" y="4230"/>
                  </a:lnTo>
                  <a:lnTo>
                    <a:pt x="7200" y="4096"/>
                  </a:lnTo>
                  <a:lnTo>
                    <a:pt x="3774" y="2115"/>
                  </a:lnTo>
                  <a:lnTo>
                    <a:pt x="6558" y="509"/>
                  </a:lnTo>
                  <a:cubicBezTo>
                    <a:pt x="6477" y="482"/>
                    <a:pt x="6397" y="456"/>
                    <a:pt x="6317" y="456"/>
                  </a:cubicBezTo>
                  <a:lnTo>
                    <a:pt x="3694" y="1955"/>
                  </a:lnTo>
                  <a:lnTo>
                    <a:pt x="3694" y="1"/>
                  </a:lnTo>
                  <a:lnTo>
                    <a:pt x="3506" y="1"/>
                  </a:lnTo>
                  <a:lnTo>
                    <a:pt x="3506" y="1955"/>
                  </a:lnTo>
                  <a:lnTo>
                    <a:pt x="10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6" name="Google Shape;1676;p102"/>
            <p:cNvSpPr/>
            <p:nvPr/>
          </p:nvSpPr>
          <p:spPr>
            <a:xfrm>
              <a:off x="3662662" y="776354"/>
              <a:ext cx="109506" cy="64437"/>
            </a:xfrm>
            <a:custGeom>
              <a:avLst/>
              <a:gdLst/>
              <a:ahLst/>
              <a:cxnLst/>
              <a:rect l="l" t="t" r="r" b="b"/>
              <a:pathLst>
                <a:path w="2731" h="1607" extrusionOk="0">
                  <a:moveTo>
                    <a:pt x="2543" y="1"/>
                  </a:moveTo>
                  <a:lnTo>
                    <a:pt x="1" y="1473"/>
                  </a:lnTo>
                  <a:lnTo>
                    <a:pt x="81" y="1607"/>
                  </a:lnTo>
                  <a:lnTo>
                    <a:pt x="2731" y="81"/>
                  </a:lnTo>
                  <a:cubicBezTo>
                    <a:pt x="2677" y="54"/>
                    <a:pt x="2597" y="27"/>
                    <a:pt x="254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7" name="Google Shape;1677;p102"/>
            <p:cNvSpPr/>
            <p:nvPr/>
          </p:nvSpPr>
          <p:spPr>
            <a:xfrm>
              <a:off x="3803246" y="797847"/>
              <a:ext cx="6496" cy="122378"/>
            </a:xfrm>
            <a:custGeom>
              <a:avLst/>
              <a:gdLst/>
              <a:ahLst/>
              <a:cxnLst/>
              <a:rect l="l" t="t" r="r" b="b"/>
              <a:pathLst>
                <a:path w="162" h="3052" extrusionOk="0">
                  <a:moveTo>
                    <a:pt x="1" y="0"/>
                  </a:moveTo>
                  <a:lnTo>
                    <a:pt x="1" y="3051"/>
                  </a:lnTo>
                  <a:lnTo>
                    <a:pt x="162" y="3051"/>
                  </a:lnTo>
                  <a:lnTo>
                    <a:pt x="162" y="107"/>
                  </a:lnTo>
                  <a:cubicBezTo>
                    <a:pt x="108" y="54"/>
                    <a:pt x="54" y="27"/>
                    <a:pt x="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8" name="Google Shape;1678;p102"/>
            <p:cNvSpPr/>
            <p:nvPr/>
          </p:nvSpPr>
          <p:spPr>
            <a:xfrm>
              <a:off x="2475641" y="1246463"/>
              <a:ext cx="2205" cy="4331"/>
            </a:xfrm>
            <a:custGeom>
              <a:avLst/>
              <a:gdLst/>
              <a:ahLst/>
              <a:cxnLst/>
              <a:rect l="l" t="t" r="r" b="b"/>
              <a:pathLst>
                <a:path w="55" h="108" extrusionOk="0">
                  <a:moveTo>
                    <a:pt x="54" y="0"/>
                  </a:moveTo>
                  <a:cubicBezTo>
                    <a:pt x="28" y="27"/>
                    <a:pt x="28" y="54"/>
                    <a:pt x="1" y="107"/>
                  </a:cubicBezTo>
                  <a:lnTo>
                    <a:pt x="54" y="107"/>
                  </a:lnTo>
                  <a:lnTo>
                    <a:pt x="5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9" name="Google Shape;1679;p102"/>
            <p:cNvSpPr/>
            <p:nvPr/>
          </p:nvSpPr>
          <p:spPr>
            <a:xfrm>
              <a:off x="2616265" y="1006036"/>
              <a:ext cx="2165" cy="2205"/>
            </a:xfrm>
            <a:custGeom>
              <a:avLst/>
              <a:gdLst/>
              <a:ahLst/>
              <a:cxnLst/>
              <a:rect l="l" t="t" r="r" b="b"/>
              <a:pathLst>
                <a:path w="54" h="55" extrusionOk="0">
                  <a:moveTo>
                    <a:pt x="54" y="1"/>
                  </a:moveTo>
                  <a:cubicBezTo>
                    <a:pt x="27" y="27"/>
                    <a:pt x="27" y="27"/>
                    <a:pt x="0" y="54"/>
                  </a:cubicBezTo>
                  <a:lnTo>
                    <a:pt x="54" y="27"/>
                  </a:lnTo>
                  <a:lnTo>
                    <a:pt x="5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0" name="Google Shape;1680;p102"/>
            <p:cNvSpPr/>
            <p:nvPr/>
          </p:nvSpPr>
          <p:spPr>
            <a:xfrm>
              <a:off x="2535748" y="1119794"/>
              <a:ext cx="82681" cy="51565"/>
            </a:xfrm>
            <a:custGeom>
              <a:avLst/>
              <a:gdLst/>
              <a:ahLst/>
              <a:cxnLst/>
              <a:rect l="l" t="t" r="r" b="b"/>
              <a:pathLst>
                <a:path w="2062" h="1286" extrusionOk="0">
                  <a:moveTo>
                    <a:pt x="81" y="1"/>
                  </a:moveTo>
                  <a:cubicBezTo>
                    <a:pt x="54" y="54"/>
                    <a:pt x="27" y="108"/>
                    <a:pt x="1" y="135"/>
                  </a:cubicBezTo>
                  <a:lnTo>
                    <a:pt x="1981" y="1285"/>
                  </a:lnTo>
                  <a:lnTo>
                    <a:pt x="2062" y="1125"/>
                  </a:ln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1" name="Google Shape;1681;p102"/>
            <p:cNvSpPr/>
            <p:nvPr/>
          </p:nvSpPr>
          <p:spPr>
            <a:xfrm>
              <a:off x="2711778" y="921268"/>
              <a:ext cx="287659" cy="329521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217"/>
                  </a:lnTo>
                  <a:lnTo>
                    <a:pt x="3667" y="8217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2" name="Google Shape;1682;p102"/>
            <p:cNvSpPr/>
            <p:nvPr/>
          </p:nvSpPr>
          <p:spPr>
            <a:xfrm>
              <a:off x="3092789" y="921268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80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0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41"/>
                  </a:lnTo>
                  <a:lnTo>
                    <a:pt x="7093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3" name="Google Shape;1683;p102"/>
            <p:cNvSpPr/>
            <p:nvPr/>
          </p:nvSpPr>
          <p:spPr>
            <a:xfrm>
              <a:off x="3474843" y="92126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480" y="3961"/>
                  </a:lnTo>
                  <a:lnTo>
                    <a:pt x="81" y="1981"/>
                  </a:lnTo>
                  <a:lnTo>
                    <a:pt x="1" y="2141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36"/>
                  </a:lnTo>
                  <a:lnTo>
                    <a:pt x="3480" y="4256"/>
                  </a:lnTo>
                  <a:lnTo>
                    <a:pt x="3480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4" name="Google Shape;1684;p102"/>
            <p:cNvSpPr/>
            <p:nvPr/>
          </p:nvSpPr>
          <p:spPr>
            <a:xfrm>
              <a:off x="3855854" y="953467"/>
              <a:ext cx="287659" cy="296240"/>
            </a:xfrm>
            <a:custGeom>
              <a:avLst/>
              <a:gdLst/>
              <a:ahLst/>
              <a:cxnLst/>
              <a:rect l="l" t="t" r="r" b="b"/>
              <a:pathLst>
                <a:path w="7174" h="7388" extrusionOk="0">
                  <a:moveTo>
                    <a:pt x="3507" y="0"/>
                  </a:moveTo>
                  <a:lnTo>
                    <a:pt x="3507" y="3158"/>
                  </a:lnTo>
                  <a:lnTo>
                    <a:pt x="81" y="1178"/>
                  </a:lnTo>
                  <a:lnTo>
                    <a:pt x="0" y="1312"/>
                  </a:lnTo>
                  <a:lnTo>
                    <a:pt x="3426" y="3292"/>
                  </a:lnTo>
                  <a:lnTo>
                    <a:pt x="0" y="5273"/>
                  </a:lnTo>
                  <a:lnTo>
                    <a:pt x="81" y="5433"/>
                  </a:lnTo>
                  <a:lnTo>
                    <a:pt x="3507" y="3453"/>
                  </a:lnTo>
                  <a:lnTo>
                    <a:pt x="3507" y="7387"/>
                  </a:lnTo>
                  <a:lnTo>
                    <a:pt x="3667" y="7387"/>
                  </a:lnTo>
                  <a:lnTo>
                    <a:pt x="3667" y="3453"/>
                  </a:lnTo>
                  <a:lnTo>
                    <a:pt x="7093" y="5407"/>
                  </a:lnTo>
                  <a:lnTo>
                    <a:pt x="7174" y="5273"/>
                  </a:lnTo>
                  <a:lnTo>
                    <a:pt x="3748" y="3292"/>
                  </a:lnTo>
                  <a:lnTo>
                    <a:pt x="5434" y="2329"/>
                  </a:lnTo>
                  <a:cubicBezTo>
                    <a:pt x="5380" y="2302"/>
                    <a:pt x="5354" y="2248"/>
                    <a:pt x="5327" y="2195"/>
                  </a:cubicBezTo>
                  <a:lnTo>
                    <a:pt x="3667" y="3158"/>
                  </a:lnTo>
                  <a:lnTo>
                    <a:pt x="3667" y="187"/>
                  </a:lnTo>
                  <a:cubicBezTo>
                    <a:pt x="3614" y="134"/>
                    <a:pt x="3560" y="80"/>
                    <a:pt x="350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5" name="Google Shape;1685;p102"/>
            <p:cNvSpPr/>
            <p:nvPr/>
          </p:nvSpPr>
          <p:spPr>
            <a:xfrm>
              <a:off x="2417699" y="1498640"/>
              <a:ext cx="7538" cy="9704"/>
            </a:xfrm>
            <a:custGeom>
              <a:avLst/>
              <a:gdLst/>
              <a:ahLst/>
              <a:cxnLst/>
              <a:rect l="l" t="t" r="r" b="b"/>
              <a:pathLst>
                <a:path w="188" h="242" extrusionOk="0">
                  <a:moveTo>
                    <a:pt x="1" y="1"/>
                  </a:moveTo>
                  <a:cubicBezTo>
                    <a:pt x="1" y="54"/>
                    <a:pt x="1" y="135"/>
                    <a:pt x="1" y="188"/>
                  </a:cubicBezTo>
                  <a:lnTo>
                    <a:pt x="108" y="242"/>
                  </a:lnTo>
                  <a:lnTo>
                    <a:pt x="188" y="108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6" name="Google Shape;1686;p102"/>
            <p:cNvSpPr/>
            <p:nvPr/>
          </p:nvSpPr>
          <p:spPr>
            <a:xfrm>
              <a:off x="2518586" y="1259335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7" name="Google Shape;1687;p102"/>
            <p:cNvSpPr/>
            <p:nvPr/>
          </p:nvSpPr>
          <p:spPr>
            <a:xfrm>
              <a:off x="2899597" y="1259335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3" y="6049"/>
                  </a:lnTo>
                  <a:lnTo>
                    <a:pt x="3774" y="4095"/>
                  </a:lnTo>
                  <a:lnTo>
                    <a:pt x="7173" y="2115"/>
                  </a:lnTo>
                  <a:lnTo>
                    <a:pt x="7093" y="1954"/>
                  </a:lnTo>
                  <a:lnTo>
                    <a:pt x="3667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8" name="Google Shape;1688;p102"/>
            <p:cNvSpPr/>
            <p:nvPr/>
          </p:nvSpPr>
          <p:spPr>
            <a:xfrm>
              <a:off x="3280608" y="1259335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35"/>
                  </a:lnTo>
                  <a:lnTo>
                    <a:pt x="107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107" y="6210"/>
                  </a:lnTo>
                  <a:lnTo>
                    <a:pt x="3506" y="4229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29"/>
                  </a:lnTo>
                  <a:lnTo>
                    <a:pt x="7093" y="6210"/>
                  </a:lnTo>
                  <a:lnTo>
                    <a:pt x="7200" y="6049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54"/>
                  </a:lnTo>
                  <a:lnTo>
                    <a:pt x="3694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9" name="Google Shape;1689;p102"/>
            <p:cNvSpPr/>
            <p:nvPr/>
          </p:nvSpPr>
          <p:spPr>
            <a:xfrm>
              <a:off x="3662662" y="1258252"/>
              <a:ext cx="287659" cy="329521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122"/>
                  </a:lnTo>
                  <a:lnTo>
                    <a:pt x="1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8" y="8218"/>
                  </a:lnTo>
                  <a:lnTo>
                    <a:pt x="3668" y="4256"/>
                  </a:lnTo>
                  <a:lnTo>
                    <a:pt x="7094" y="6237"/>
                  </a:lnTo>
                  <a:lnTo>
                    <a:pt x="7174" y="6076"/>
                  </a:lnTo>
                  <a:lnTo>
                    <a:pt x="3748" y="4122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0" name="Google Shape;1690;p102"/>
            <p:cNvSpPr/>
            <p:nvPr/>
          </p:nvSpPr>
          <p:spPr>
            <a:xfrm>
              <a:off x="4043673" y="1258252"/>
              <a:ext cx="193230" cy="329521"/>
            </a:xfrm>
            <a:custGeom>
              <a:avLst/>
              <a:gdLst/>
              <a:ahLst/>
              <a:cxnLst/>
              <a:rect l="l" t="t" r="r" b="b"/>
              <a:pathLst>
                <a:path w="4819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7" y="8218"/>
                  </a:lnTo>
                  <a:lnTo>
                    <a:pt x="3667" y="4256"/>
                  </a:lnTo>
                  <a:lnTo>
                    <a:pt x="4818" y="4925"/>
                  </a:lnTo>
                  <a:cubicBezTo>
                    <a:pt x="4818" y="4845"/>
                    <a:pt x="4818" y="4765"/>
                    <a:pt x="4792" y="4711"/>
                  </a:cubicBezTo>
                  <a:lnTo>
                    <a:pt x="3774" y="4096"/>
                  </a:lnTo>
                  <a:lnTo>
                    <a:pt x="4604" y="3614"/>
                  </a:lnTo>
                  <a:cubicBezTo>
                    <a:pt x="4604" y="3560"/>
                    <a:pt x="4577" y="3507"/>
                    <a:pt x="4577" y="3453"/>
                  </a:cubicBezTo>
                  <a:lnTo>
                    <a:pt x="3667" y="3962"/>
                  </a:lnTo>
                  <a:lnTo>
                    <a:pt x="3667" y="295"/>
                  </a:lnTo>
                  <a:cubicBezTo>
                    <a:pt x="3641" y="188"/>
                    <a:pt x="3614" y="108"/>
                    <a:pt x="358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1" name="Google Shape;1691;p102"/>
            <p:cNvSpPr/>
            <p:nvPr/>
          </p:nvSpPr>
          <p:spPr>
            <a:xfrm>
              <a:off x="2423072" y="1578074"/>
              <a:ext cx="195355" cy="328439"/>
            </a:xfrm>
            <a:custGeom>
              <a:avLst/>
              <a:gdLst/>
              <a:ahLst/>
              <a:cxnLst/>
              <a:rect l="l" t="t" r="r" b="b"/>
              <a:pathLst>
                <a:path w="4872" h="8191" extrusionOk="0">
                  <a:moveTo>
                    <a:pt x="1205" y="1"/>
                  </a:moveTo>
                  <a:lnTo>
                    <a:pt x="1205" y="3935"/>
                  </a:lnTo>
                  <a:lnTo>
                    <a:pt x="0" y="3266"/>
                  </a:lnTo>
                  <a:lnTo>
                    <a:pt x="0" y="3266"/>
                  </a:lnTo>
                  <a:cubicBezTo>
                    <a:pt x="0" y="3320"/>
                    <a:pt x="27" y="3400"/>
                    <a:pt x="27" y="3480"/>
                  </a:cubicBezTo>
                  <a:lnTo>
                    <a:pt x="1098" y="4096"/>
                  </a:lnTo>
                  <a:lnTo>
                    <a:pt x="214" y="4604"/>
                  </a:lnTo>
                  <a:cubicBezTo>
                    <a:pt x="241" y="4658"/>
                    <a:pt x="241" y="4738"/>
                    <a:pt x="268" y="4792"/>
                  </a:cubicBezTo>
                  <a:lnTo>
                    <a:pt x="1205" y="4256"/>
                  </a:lnTo>
                  <a:lnTo>
                    <a:pt x="1205" y="8030"/>
                  </a:lnTo>
                  <a:cubicBezTo>
                    <a:pt x="1205" y="8084"/>
                    <a:pt x="1232" y="8137"/>
                    <a:pt x="1258" y="8191"/>
                  </a:cubicBezTo>
                  <a:lnTo>
                    <a:pt x="1365" y="8191"/>
                  </a:lnTo>
                  <a:lnTo>
                    <a:pt x="1365" y="4256"/>
                  </a:lnTo>
                  <a:lnTo>
                    <a:pt x="4791" y="6210"/>
                  </a:lnTo>
                  <a:lnTo>
                    <a:pt x="4872" y="6076"/>
                  </a:lnTo>
                  <a:lnTo>
                    <a:pt x="1446" y="4096"/>
                  </a:lnTo>
                  <a:lnTo>
                    <a:pt x="4872" y="2115"/>
                  </a:lnTo>
                  <a:lnTo>
                    <a:pt x="4791" y="1981"/>
                  </a:lnTo>
                  <a:lnTo>
                    <a:pt x="1365" y="3935"/>
                  </a:lnTo>
                  <a:lnTo>
                    <a:pt x="136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2" name="Google Shape;1692;p102"/>
            <p:cNvSpPr/>
            <p:nvPr/>
          </p:nvSpPr>
          <p:spPr>
            <a:xfrm>
              <a:off x="2711778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56"/>
                  </a:lnTo>
                  <a:lnTo>
                    <a:pt x="7093" y="6210"/>
                  </a:lnTo>
                  <a:lnTo>
                    <a:pt x="7173" y="6076"/>
                  </a:lnTo>
                  <a:lnTo>
                    <a:pt x="3774" y="4096"/>
                  </a:lnTo>
                  <a:lnTo>
                    <a:pt x="7173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3" name="Google Shape;1693;p102"/>
            <p:cNvSpPr/>
            <p:nvPr/>
          </p:nvSpPr>
          <p:spPr>
            <a:xfrm>
              <a:off x="3092789" y="1578074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1"/>
                  </a:moveTo>
                  <a:lnTo>
                    <a:pt x="3506" y="3935"/>
                  </a:lnTo>
                  <a:lnTo>
                    <a:pt x="80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0" y="6210"/>
                  </a:lnTo>
                  <a:lnTo>
                    <a:pt x="3506" y="4230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30"/>
                  </a:lnTo>
                  <a:lnTo>
                    <a:pt x="7093" y="6210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15"/>
                  </a:lnTo>
                  <a:lnTo>
                    <a:pt x="7093" y="1981"/>
                  </a:lnTo>
                  <a:lnTo>
                    <a:pt x="3694" y="3935"/>
                  </a:lnTo>
                  <a:lnTo>
                    <a:pt x="369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4" name="Google Shape;1694;p102"/>
            <p:cNvSpPr/>
            <p:nvPr/>
          </p:nvSpPr>
          <p:spPr>
            <a:xfrm>
              <a:off x="3474843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1" y="2115"/>
                  </a:lnTo>
                  <a:lnTo>
                    <a:pt x="3400" y="4096"/>
                  </a:lnTo>
                  <a:lnTo>
                    <a:pt x="1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480" y="8191"/>
                  </a:lnTo>
                  <a:lnTo>
                    <a:pt x="3668" y="8191"/>
                  </a:lnTo>
                  <a:lnTo>
                    <a:pt x="3668" y="4230"/>
                  </a:lnTo>
                  <a:lnTo>
                    <a:pt x="7094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4" y="1955"/>
                  </a:lnTo>
                  <a:lnTo>
                    <a:pt x="3668" y="3935"/>
                  </a:lnTo>
                  <a:lnTo>
                    <a:pt x="366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5" name="Google Shape;1695;p102"/>
            <p:cNvSpPr/>
            <p:nvPr/>
          </p:nvSpPr>
          <p:spPr>
            <a:xfrm>
              <a:off x="3855854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30"/>
                  </a:lnTo>
                  <a:lnTo>
                    <a:pt x="7093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3" y="1955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6" name="Google Shape;1696;p102"/>
            <p:cNvSpPr/>
            <p:nvPr/>
          </p:nvSpPr>
          <p:spPr>
            <a:xfrm>
              <a:off x="2518586" y="1919388"/>
              <a:ext cx="287659" cy="293033"/>
            </a:xfrm>
            <a:custGeom>
              <a:avLst/>
              <a:gdLst/>
              <a:ahLst/>
              <a:cxnLst/>
              <a:rect l="l" t="t" r="r" b="b"/>
              <a:pathLst>
                <a:path w="7174" h="730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1767" y="5059"/>
                  </a:lnTo>
                  <a:cubicBezTo>
                    <a:pt x="1821" y="5086"/>
                    <a:pt x="1847" y="5139"/>
                    <a:pt x="1874" y="5193"/>
                  </a:cubicBezTo>
                  <a:lnTo>
                    <a:pt x="3507" y="4256"/>
                  </a:lnTo>
                  <a:lnTo>
                    <a:pt x="3507" y="7120"/>
                  </a:lnTo>
                  <a:cubicBezTo>
                    <a:pt x="3560" y="7200"/>
                    <a:pt x="3614" y="7254"/>
                    <a:pt x="3667" y="7307"/>
                  </a:cubicBezTo>
                  <a:lnTo>
                    <a:pt x="3667" y="4256"/>
                  </a:lnTo>
                  <a:lnTo>
                    <a:pt x="7093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7" name="Google Shape;1697;p102"/>
            <p:cNvSpPr/>
            <p:nvPr/>
          </p:nvSpPr>
          <p:spPr>
            <a:xfrm>
              <a:off x="2899597" y="191938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7" y="8190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8" name="Google Shape;1698;p102"/>
            <p:cNvSpPr/>
            <p:nvPr/>
          </p:nvSpPr>
          <p:spPr>
            <a:xfrm>
              <a:off x="3280608" y="1919388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107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107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9" name="Google Shape;1699;p102"/>
            <p:cNvSpPr/>
            <p:nvPr/>
          </p:nvSpPr>
          <p:spPr>
            <a:xfrm>
              <a:off x="3662662" y="191938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1" y="2115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0" name="Google Shape;1700;p102"/>
            <p:cNvSpPr/>
            <p:nvPr/>
          </p:nvSpPr>
          <p:spPr>
            <a:xfrm>
              <a:off x="4043673" y="1998782"/>
              <a:ext cx="78391" cy="49400"/>
            </a:xfrm>
            <a:custGeom>
              <a:avLst/>
              <a:gdLst/>
              <a:ahLst/>
              <a:cxnLst/>
              <a:rect l="l" t="t" r="r" b="b"/>
              <a:pathLst>
                <a:path w="1955" h="1232" extrusionOk="0">
                  <a:moveTo>
                    <a:pt x="81" y="1"/>
                  </a:moveTo>
                  <a:lnTo>
                    <a:pt x="0" y="135"/>
                  </a:lnTo>
                  <a:lnTo>
                    <a:pt x="1874" y="1232"/>
                  </a:lnTo>
                  <a:cubicBezTo>
                    <a:pt x="1901" y="1178"/>
                    <a:pt x="1928" y="1125"/>
                    <a:pt x="1954" y="1071"/>
                  </a:cubicBez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1" name="Google Shape;1701;p102"/>
            <p:cNvSpPr/>
            <p:nvPr/>
          </p:nvSpPr>
          <p:spPr>
            <a:xfrm>
              <a:off x="2884560" y="2317561"/>
              <a:ext cx="114879" cy="68727"/>
            </a:xfrm>
            <a:custGeom>
              <a:avLst/>
              <a:gdLst/>
              <a:ahLst/>
              <a:cxnLst/>
              <a:rect l="l" t="t" r="r" b="b"/>
              <a:pathLst>
                <a:path w="2865" h="1714" extrusionOk="0">
                  <a:moveTo>
                    <a:pt x="2784" y="0"/>
                  </a:moveTo>
                  <a:lnTo>
                    <a:pt x="1" y="1606"/>
                  </a:lnTo>
                  <a:cubicBezTo>
                    <a:pt x="54" y="1660"/>
                    <a:pt x="108" y="1686"/>
                    <a:pt x="161" y="1713"/>
                  </a:cubicBezTo>
                  <a:lnTo>
                    <a:pt x="2864" y="161"/>
                  </a:lnTo>
                  <a:lnTo>
                    <a:pt x="278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2" name="Google Shape;1702;p102"/>
            <p:cNvSpPr/>
            <p:nvPr/>
          </p:nvSpPr>
          <p:spPr>
            <a:xfrm>
              <a:off x="2852362" y="2238127"/>
              <a:ext cx="6496" cy="129916"/>
            </a:xfrm>
            <a:custGeom>
              <a:avLst/>
              <a:gdLst/>
              <a:ahLst/>
              <a:cxnLst/>
              <a:rect l="l" t="t" r="r" b="b"/>
              <a:pathLst>
                <a:path w="162" h="3240" extrusionOk="0">
                  <a:moveTo>
                    <a:pt x="1" y="0"/>
                  </a:moveTo>
                  <a:lnTo>
                    <a:pt x="1" y="3132"/>
                  </a:lnTo>
                  <a:cubicBezTo>
                    <a:pt x="54" y="3159"/>
                    <a:pt x="108" y="3212"/>
                    <a:pt x="161" y="3239"/>
                  </a:cubicBez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3" name="Google Shape;1703;p102"/>
            <p:cNvSpPr/>
            <p:nvPr/>
          </p:nvSpPr>
          <p:spPr>
            <a:xfrm>
              <a:off x="3092789" y="2238127"/>
              <a:ext cx="288742" cy="255461"/>
            </a:xfrm>
            <a:custGeom>
              <a:avLst/>
              <a:gdLst/>
              <a:ahLst/>
              <a:cxnLst/>
              <a:rect l="l" t="t" r="r" b="b"/>
              <a:pathLst>
                <a:path w="7201" h="6371" extrusionOk="0">
                  <a:moveTo>
                    <a:pt x="3506" y="0"/>
                  </a:moveTo>
                  <a:lnTo>
                    <a:pt x="3506" y="3962"/>
                  </a:lnTo>
                  <a:lnTo>
                    <a:pt x="80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455" y="5835"/>
                  </a:lnTo>
                  <a:cubicBezTo>
                    <a:pt x="535" y="5835"/>
                    <a:pt x="616" y="5862"/>
                    <a:pt x="696" y="5889"/>
                  </a:cubicBezTo>
                  <a:lnTo>
                    <a:pt x="3506" y="4256"/>
                  </a:lnTo>
                  <a:lnTo>
                    <a:pt x="3506" y="6371"/>
                  </a:lnTo>
                  <a:lnTo>
                    <a:pt x="3694" y="6371"/>
                  </a:lnTo>
                  <a:lnTo>
                    <a:pt x="3694" y="4256"/>
                  </a:lnTo>
                  <a:lnTo>
                    <a:pt x="7093" y="6237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42"/>
                  </a:lnTo>
                  <a:lnTo>
                    <a:pt x="7093" y="1981"/>
                  </a:lnTo>
                  <a:lnTo>
                    <a:pt x="3694" y="3962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4" name="Google Shape;1704;p102"/>
            <p:cNvSpPr/>
            <p:nvPr/>
          </p:nvSpPr>
          <p:spPr>
            <a:xfrm>
              <a:off x="3474843" y="2238127"/>
              <a:ext cx="287659" cy="247963"/>
            </a:xfrm>
            <a:custGeom>
              <a:avLst/>
              <a:gdLst/>
              <a:ahLst/>
              <a:cxnLst/>
              <a:rect l="l" t="t" r="r" b="b"/>
              <a:pathLst>
                <a:path w="7174" h="6184" extrusionOk="0">
                  <a:moveTo>
                    <a:pt x="3507" y="0"/>
                  </a:moveTo>
                  <a:lnTo>
                    <a:pt x="3480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096"/>
                  </a:lnTo>
                  <a:lnTo>
                    <a:pt x="1" y="6076"/>
                  </a:lnTo>
                  <a:lnTo>
                    <a:pt x="54" y="6183"/>
                  </a:lnTo>
                  <a:lnTo>
                    <a:pt x="161" y="6183"/>
                  </a:lnTo>
                  <a:lnTo>
                    <a:pt x="3480" y="4256"/>
                  </a:lnTo>
                  <a:lnTo>
                    <a:pt x="3480" y="5354"/>
                  </a:lnTo>
                  <a:cubicBezTo>
                    <a:pt x="3560" y="5327"/>
                    <a:pt x="3614" y="5327"/>
                    <a:pt x="3668" y="5300"/>
                  </a:cubicBezTo>
                  <a:lnTo>
                    <a:pt x="3668" y="4256"/>
                  </a:lnTo>
                  <a:lnTo>
                    <a:pt x="4765" y="4899"/>
                  </a:lnTo>
                  <a:cubicBezTo>
                    <a:pt x="4845" y="4872"/>
                    <a:pt x="4899" y="4845"/>
                    <a:pt x="4979" y="4818"/>
                  </a:cubicBezTo>
                  <a:lnTo>
                    <a:pt x="3748" y="4096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5" name="Google Shape;1705;p102"/>
            <p:cNvSpPr/>
            <p:nvPr/>
          </p:nvSpPr>
          <p:spPr>
            <a:xfrm>
              <a:off x="3855854" y="2317561"/>
              <a:ext cx="12911" cy="9704"/>
            </a:xfrm>
            <a:custGeom>
              <a:avLst/>
              <a:gdLst/>
              <a:ahLst/>
              <a:cxnLst/>
              <a:rect l="l" t="t" r="r" b="b"/>
              <a:pathLst>
                <a:path w="322" h="242" extrusionOk="0">
                  <a:moveTo>
                    <a:pt x="81" y="0"/>
                  </a:moveTo>
                  <a:lnTo>
                    <a:pt x="0" y="134"/>
                  </a:lnTo>
                  <a:lnTo>
                    <a:pt x="161" y="241"/>
                  </a:lnTo>
                  <a:cubicBezTo>
                    <a:pt x="215" y="214"/>
                    <a:pt x="268" y="161"/>
                    <a:pt x="322" y="134"/>
                  </a:cubicBezTo>
                  <a:lnTo>
                    <a:pt x="8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706" name="Google Shape;1706;p102">
            <a:hlinkClick r:id="" action="ppaction://noaction"/>
          </p:cNvPr>
          <p:cNvSpPr txBox="1">
            <a:spLocks noGrp="1"/>
          </p:cNvSpPr>
          <p:nvPr>
            <p:ph type="title"/>
          </p:nvPr>
        </p:nvSpPr>
        <p:spPr>
          <a:xfrm>
            <a:off x="2019300" y="1960425"/>
            <a:ext cx="5105400" cy="1213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5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707" name="Google Shape;1707;p102"/>
          <p:cNvSpPr txBox="1">
            <a:spLocks noGrp="1"/>
          </p:cNvSpPr>
          <p:nvPr>
            <p:ph type="title" idx="2" hasCustomPrompt="1"/>
          </p:nvPr>
        </p:nvSpPr>
        <p:spPr>
          <a:xfrm>
            <a:off x="2019300" y="914400"/>
            <a:ext cx="5105400" cy="1213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750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</p:spTree>
  </p:cSld>
  <p:clrMapOvr>
    <a:masterClrMapping/>
  </p:clrMapOvr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">
  <p:cSld name="CUSTOM_31">
    <p:spTree>
      <p:nvGrpSpPr>
        <p:cNvPr id="1" name="Shape 17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9" name="Google Shape;1709;p103"/>
          <p:cNvSpPr/>
          <p:nvPr/>
        </p:nvSpPr>
        <p:spPr>
          <a:xfrm rot="5716307" flipH="1">
            <a:off x="3128709" y="-17350"/>
            <a:ext cx="3009510" cy="5911593"/>
          </a:xfrm>
          <a:custGeom>
            <a:avLst/>
            <a:gdLst/>
            <a:ahLst/>
            <a:cxnLst/>
            <a:rect l="l" t="t" r="r" b="b"/>
            <a:pathLst>
              <a:path w="72386" h="83294" extrusionOk="0">
                <a:moveTo>
                  <a:pt x="50403" y="3137"/>
                </a:moveTo>
                <a:cubicBezTo>
                  <a:pt x="56941" y="6272"/>
                  <a:pt x="64246" y="10108"/>
                  <a:pt x="60711" y="17614"/>
                </a:cubicBezTo>
                <a:cubicBezTo>
                  <a:pt x="57175" y="25119"/>
                  <a:pt x="44632" y="42031"/>
                  <a:pt x="52938" y="45433"/>
                </a:cubicBezTo>
                <a:cubicBezTo>
                  <a:pt x="61211" y="48803"/>
                  <a:pt x="72386" y="48302"/>
                  <a:pt x="71885" y="57942"/>
                </a:cubicBezTo>
                <a:cubicBezTo>
                  <a:pt x="71351" y="67583"/>
                  <a:pt x="54640" y="83294"/>
                  <a:pt x="40096" y="76189"/>
                </a:cubicBezTo>
                <a:cubicBezTo>
                  <a:pt x="25552" y="69084"/>
                  <a:pt x="35359" y="53839"/>
                  <a:pt x="20982" y="50137"/>
                </a:cubicBezTo>
                <a:cubicBezTo>
                  <a:pt x="6605" y="46434"/>
                  <a:pt x="1" y="20916"/>
                  <a:pt x="6939" y="13477"/>
                </a:cubicBezTo>
                <a:cubicBezTo>
                  <a:pt x="13877" y="6039"/>
                  <a:pt x="43865" y="1"/>
                  <a:pt x="50403" y="3137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10" name="Google Shape;1710;p103"/>
          <p:cNvSpPr/>
          <p:nvPr/>
        </p:nvSpPr>
        <p:spPr>
          <a:xfrm rot="-1408952">
            <a:off x="7059833" y="-1532053"/>
            <a:ext cx="3561578" cy="4437854"/>
          </a:xfrm>
          <a:custGeom>
            <a:avLst/>
            <a:gdLst/>
            <a:ahLst/>
            <a:cxnLst/>
            <a:rect l="l" t="t" r="r" b="b"/>
            <a:pathLst>
              <a:path w="15146" h="21250" extrusionOk="0">
                <a:moveTo>
                  <a:pt x="2903" y="12143"/>
                </a:moveTo>
                <a:cubicBezTo>
                  <a:pt x="1936" y="10308"/>
                  <a:pt x="234" y="9174"/>
                  <a:pt x="201" y="6972"/>
                </a:cubicBezTo>
                <a:cubicBezTo>
                  <a:pt x="1" y="1"/>
                  <a:pt x="7773" y="1769"/>
                  <a:pt x="11209" y="4637"/>
                </a:cubicBezTo>
                <a:cubicBezTo>
                  <a:pt x="13877" y="6839"/>
                  <a:pt x="15145" y="10208"/>
                  <a:pt x="14178" y="13544"/>
                </a:cubicBezTo>
                <a:cubicBezTo>
                  <a:pt x="13310" y="16379"/>
                  <a:pt x="10141" y="21249"/>
                  <a:pt x="6472" y="20349"/>
                </a:cubicBezTo>
                <a:cubicBezTo>
                  <a:pt x="3203" y="19581"/>
                  <a:pt x="4070" y="14811"/>
                  <a:pt x="3070" y="12476"/>
                </a:cubicBezTo>
                <a:cubicBezTo>
                  <a:pt x="3036" y="12343"/>
                  <a:pt x="2970" y="12243"/>
                  <a:pt x="2903" y="12143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11" name="Google Shape;1711;p103"/>
          <p:cNvSpPr/>
          <p:nvPr/>
        </p:nvSpPr>
        <p:spPr>
          <a:xfrm rot="10800000">
            <a:off x="797253" y="2885987"/>
            <a:ext cx="1774800" cy="1774800"/>
          </a:xfrm>
          <a:prstGeom prst="ellipse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712" name="Google Shape;1712;p103"/>
          <p:cNvGrpSpPr/>
          <p:nvPr/>
        </p:nvGrpSpPr>
        <p:grpSpPr>
          <a:xfrm rot="10800000">
            <a:off x="162225" y="2264370"/>
            <a:ext cx="1696762" cy="1688828"/>
            <a:chOff x="2414491" y="671177"/>
            <a:chExt cx="1830972" cy="1822411"/>
          </a:xfrm>
        </p:grpSpPr>
        <p:sp>
          <p:nvSpPr>
            <p:cNvPr id="1713" name="Google Shape;1713;p103"/>
            <p:cNvSpPr/>
            <p:nvPr/>
          </p:nvSpPr>
          <p:spPr>
            <a:xfrm>
              <a:off x="2414491" y="671177"/>
              <a:ext cx="1830972" cy="1822391"/>
            </a:xfrm>
            <a:custGeom>
              <a:avLst/>
              <a:gdLst/>
              <a:ahLst/>
              <a:cxnLst/>
              <a:rect l="l" t="t" r="r" b="b"/>
              <a:pathLst>
                <a:path w="45663" h="45449" extrusionOk="0">
                  <a:moveTo>
                    <a:pt x="10947" y="4979"/>
                  </a:moveTo>
                  <a:lnTo>
                    <a:pt x="15605" y="7656"/>
                  </a:lnTo>
                  <a:lnTo>
                    <a:pt x="15605" y="13062"/>
                  </a:lnTo>
                  <a:lnTo>
                    <a:pt x="10947" y="15766"/>
                  </a:lnTo>
                  <a:lnTo>
                    <a:pt x="6263" y="13062"/>
                  </a:lnTo>
                  <a:lnTo>
                    <a:pt x="6263" y="7656"/>
                  </a:lnTo>
                  <a:lnTo>
                    <a:pt x="10947" y="4979"/>
                  </a:lnTo>
                  <a:close/>
                  <a:moveTo>
                    <a:pt x="20449" y="4979"/>
                  </a:moveTo>
                  <a:lnTo>
                    <a:pt x="25133" y="7656"/>
                  </a:lnTo>
                  <a:lnTo>
                    <a:pt x="25133" y="13062"/>
                  </a:lnTo>
                  <a:lnTo>
                    <a:pt x="20449" y="15766"/>
                  </a:lnTo>
                  <a:lnTo>
                    <a:pt x="15792" y="13062"/>
                  </a:lnTo>
                  <a:lnTo>
                    <a:pt x="15792" y="7656"/>
                  </a:lnTo>
                  <a:lnTo>
                    <a:pt x="20449" y="4979"/>
                  </a:lnTo>
                  <a:close/>
                  <a:moveTo>
                    <a:pt x="29978" y="4979"/>
                  </a:moveTo>
                  <a:lnTo>
                    <a:pt x="34635" y="7656"/>
                  </a:lnTo>
                  <a:lnTo>
                    <a:pt x="34635" y="13062"/>
                  </a:lnTo>
                  <a:lnTo>
                    <a:pt x="29978" y="15766"/>
                  </a:lnTo>
                  <a:lnTo>
                    <a:pt x="25294" y="13062"/>
                  </a:lnTo>
                  <a:lnTo>
                    <a:pt x="25294" y="7656"/>
                  </a:lnTo>
                  <a:lnTo>
                    <a:pt x="29978" y="4979"/>
                  </a:lnTo>
                  <a:close/>
                  <a:moveTo>
                    <a:pt x="6183" y="13196"/>
                  </a:moveTo>
                  <a:lnTo>
                    <a:pt x="10867" y="15899"/>
                  </a:lnTo>
                  <a:lnTo>
                    <a:pt x="10867" y="21306"/>
                  </a:lnTo>
                  <a:lnTo>
                    <a:pt x="6183" y="23983"/>
                  </a:lnTo>
                  <a:lnTo>
                    <a:pt x="1526" y="21306"/>
                  </a:lnTo>
                  <a:lnTo>
                    <a:pt x="1526" y="15899"/>
                  </a:lnTo>
                  <a:lnTo>
                    <a:pt x="6183" y="13196"/>
                  </a:lnTo>
                  <a:close/>
                  <a:moveTo>
                    <a:pt x="15712" y="13196"/>
                  </a:moveTo>
                  <a:lnTo>
                    <a:pt x="20369" y="15899"/>
                  </a:lnTo>
                  <a:lnTo>
                    <a:pt x="20369" y="21306"/>
                  </a:lnTo>
                  <a:lnTo>
                    <a:pt x="15712" y="23983"/>
                  </a:lnTo>
                  <a:lnTo>
                    <a:pt x="11028" y="21306"/>
                  </a:lnTo>
                  <a:lnTo>
                    <a:pt x="11028" y="15899"/>
                  </a:lnTo>
                  <a:lnTo>
                    <a:pt x="15712" y="13196"/>
                  </a:lnTo>
                  <a:close/>
                  <a:moveTo>
                    <a:pt x="25213" y="13196"/>
                  </a:moveTo>
                  <a:lnTo>
                    <a:pt x="29871" y="15899"/>
                  </a:lnTo>
                  <a:lnTo>
                    <a:pt x="29871" y="21306"/>
                  </a:lnTo>
                  <a:lnTo>
                    <a:pt x="25213" y="23983"/>
                  </a:lnTo>
                  <a:lnTo>
                    <a:pt x="20529" y="21306"/>
                  </a:lnTo>
                  <a:lnTo>
                    <a:pt x="20529" y="15899"/>
                  </a:lnTo>
                  <a:lnTo>
                    <a:pt x="25213" y="13196"/>
                  </a:lnTo>
                  <a:close/>
                  <a:moveTo>
                    <a:pt x="34715" y="13196"/>
                  </a:moveTo>
                  <a:lnTo>
                    <a:pt x="39399" y="15899"/>
                  </a:lnTo>
                  <a:lnTo>
                    <a:pt x="39399" y="21306"/>
                  </a:lnTo>
                  <a:lnTo>
                    <a:pt x="34715" y="23983"/>
                  </a:lnTo>
                  <a:lnTo>
                    <a:pt x="30058" y="21306"/>
                  </a:lnTo>
                  <a:lnTo>
                    <a:pt x="30058" y="15899"/>
                  </a:lnTo>
                  <a:lnTo>
                    <a:pt x="34715" y="13196"/>
                  </a:lnTo>
                  <a:close/>
                  <a:moveTo>
                    <a:pt x="10947" y="21440"/>
                  </a:moveTo>
                  <a:lnTo>
                    <a:pt x="15605" y="24143"/>
                  </a:lnTo>
                  <a:lnTo>
                    <a:pt x="15605" y="29523"/>
                  </a:lnTo>
                  <a:lnTo>
                    <a:pt x="10947" y="32226"/>
                  </a:lnTo>
                  <a:lnTo>
                    <a:pt x="6263" y="29523"/>
                  </a:lnTo>
                  <a:lnTo>
                    <a:pt x="6263" y="24143"/>
                  </a:lnTo>
                  <a:lnTo>
                    <a:pt x="10947" y="21440"/>
                  </a:lnTo>
                  <a:close/>
                  <a:moveTo>
                    <a:pt x="20449" y="21440"/>
                  </a:moveTo>
                  <a:lnTo>
                    <a:pt x="25133" y="24143"/>
                  </a:lnTo>
                  <a:lnTo>
                    <a:pt x="25133" y="29523"/>
                  </a:lnTo>
                  <a:lnTo>
                    <a:pt x="20449" y="32226"/>
                  </a:lnTo>
                  <a:lnTo>
                    <a:pt x="15792" y="29523"/>
                  </a:lnTo>
                  <a:lnTo>
                    <a:pt x="15792" y="24143"/>
                  </a:lnTo>
                  <a:lnTo>
                    <a:pt x="20449" y="21440"/>
                  </a:lnTo>
                  <a:close/>
                  <a:moveTo>
                    <a:pt x="29978" y="21440"/>
                  </a:moveTo>
                  <a:lnTo>
                    <a:pt x="34635" y="24143"/>
                  </a:lnTo>
                  <a:lnTo>
                    <a:pt x="34635" y="29523"/>
                  </a:lnTo>
                  <a:lnTo>
                    <a:pt x="29978" y="32226"/>
                  </a:lnTo>
                  <a:lnTo>
                    <a:pt x="25294" y="29523"/>
                  </a:lnTo>
                  <a:lnTo>
                    <a:pt x="25294" y="24143"/>
                  </a:lnTo>
                  <a:lnTo>
                    <a:pt x="29978" y="21440"/>
                  </a:lnTo>
                  <a:close/>
                  <a:moveTo>
                    <a:pt x="39480" y="21440"/>
                  </a:moveTo>
                  <a:lnTo>
                    <a:pt x="44137" y="24143"/>
                  </a:lnTo>
                  <a:lnTo>
                    <a:pt x="44137" y="29523"/>
                  </a:lnTo>
                  <a:lnTo>
                    <a:pt x="39480" y="32226"/>
                  </a:lnTo>
                  <a:lnTo>
                    <a:pt x="34796" y="29523"/>
                  </a:lnTo>
                  <a:lnTo>
                    <a:pt x="34796" y="24143"/>
                  </a:lnTo>
                  <a:lnTo>
                    <a:pt x="39480" y="21440"/>
                  </a:lnTo>
                  <a:close/>
                  <a:moveTo>
                    <a:pt x="15712" y="29684"/>
                  </a:moveTo>
                  <a:lnTo>
                    <a:pt x="20369" y="32387"/>
                  </a:lnTo>
                  <a:lnTo>
                    <a:pt x="20369" y="37767"/>
                  </a:lnTo>
                  <a:lnTo>
                    <a:pt x="15712" y="40470"/>
                  </a:lnTo>
                  <a:lnTo>
                    <a:pt x="11028" y="37767"/>
                  </a:lnTo>
                  <a:lnTo>
                    <a:pt x="11028" y="32387"/>
                  </a:lnTo>
                  <a:lnTo>
                    <a:pt x="15712" y="29684"/>
                  </a:lnTo>
                  <a:close/>
                  <a:moveTo>
                    <a:pt x="25213" y="29684"/>
                  </a:moveTo>
                  <a:lnTo>
                    <a:pt x="29871" y="32387"/>
                  </a:lnTo>
                  <a:lnTo>
                    <a:pt x="29871" y="37767"/>
                  </a:lnTo>
                  <a:lnTo>
                    <a:pt x="25213" y="40470"/>
                  </a:lnTo>
                  <a:lnTo>
                    <a:pt x="20529" y="37767"/>
                  </a:lnTo>
                  <a:lnTo>
                    <a:pt x="20529" y="32387"/>
                  </a:lnTo>
                  <a:lnTo>
                    <a:pt x="25213" y="29684"/>
                  </a:lnTo>
                  <a:close/>
                  <a:moveTo>
                    <a:pt x="34715" y="29684"/>
                  </a:moveTo>
                  <a:lnTo>
                    <a:pt x="39399" y="32387"/>
                  </a:lnTo>
                  <a:lnTo>
                    <a:pt x="39399" y="37767"/>
                  </a:lnTo>
                  <a:lnTo>
                    <a:pt x="34715" y="40470"/>
                  </a:lnTo>
                  <a:lnTo>
                    <a:pt x="30058" y="37767"/>
                  </a:lnTo>
                  <a:lnTo>
                    <a:pt x="30058" y="32387"/>
                  </a:lnTo>
                  <a:lnTo>
                    <a:pt x="34715" y="29684"/>
                  </a:lnTo>
                  <a:close/>
                  <a:moveTo>
                    <a:pt x="20369" y="1"/>
                  </a:moveTo>
                  <a:lnTo>
                    <a:pt x="20369" y="4818"/>
                  </a:lnTo>
                  <a:lnTo>
                    <a:pt x="15712" y="7522"/>
                  </a:lnTo>
                  <a:lnTo>
                    <a:pt x="11028" y="4818"/>
                  </a:lnTo>
                  <a:lnTo>
                    <a:pt x="11028" y="3159"/>
                  </a:lnTo>
                  <a:cubicBezTo>
                    <a:pt x="10974" y="3186"/>
                    <a:pt x="10921" y="3239"/>
                    <a:pt x="10867" y="3266"/>
                  </a:cubicBezTo>
                  <a:lnTo>
                    <a:pt x="10867" y="4818"/>
                  </a:lnTo>
                  <a:lnTo>
                    <a:pt x="6183" y="7522"/>
                  </a:lnTo>
                  <a:lnTo>
                    <a:pt x="5915" y="7361"/>
                  </a:lnTo>
                  <a:cubicBezTo>
                    <a:pt x="5889" y="7415"/>
                    <a:pt x="5835" y="7442"/>
                    <a:pt x="5808" y="7495"/>
                  </a:cubicBezTo>
                  <a:lnTo>
                    <a:pt x="6103" y="7656"/>
                  </a:lnTo>
                  <a:lnTo>
                    <a:pt x="6103" y="13062"/>
                  </a:lnTo>
                  <a:lnTo>
                    <a:pt x="1419" y="15766"/>
                  </a:lnTo>
                  <a:lnTo>
                    <a:pt x="1124" y="15578"/>
                  </a:lnTo>
                  <a:cubicBezTo>
                    <a:pt x="1124" y="15632"/>
                    <a:pt x="1098" y="15685"/>
                    <a:pt x="1071" y="15739"/>
                  </a:cubicBezTo>
                  <a:lnTo>
                    <a:pt x="1338" y="15899"/>
                  </a:lnTo>
                  <a:lnTo>
                    <a:pt x="1338" y="21306"/>
                  </a:lnTo>
                  <a:lnTo>
                    <a:pt x="0" y="22082"/>
                  </a:lnTo>
                  <a:cubicBezTo>
                    <a:pt x="0" y="22136"/>
                    <a:pt x="0" y="22216"/>
                    <a:pt x="0" y="22270"/>
                  </a:cubicBezTo>
                  <a:lnTo>
                    <a:pt x="1419" y="21440"/>
                  </a:lnTo>
                  <a:lnTo>
                    <a:pt x="6103" y="24143"/>
                  </a:lnTo>
                  <a:lnTo>
                    <a:pt x="6103" y="29523"/>
                  </a:lnTo>
                  <a:lnTo>
                    <a:pt x="1927" y="31932"/>
                  </a:lnTo>
                  <a:cubicBezTo>
                    <a:pt x="1954" y="31986"/>
                    <a:pt x="1981" y="32039"/>
                    <a:pt x="2008" y="32093"/>
                  </a:cubicBezTo>
                  <a:lnTo>
                    <a:pt x="6183" y="29684"/>
                  </a:lnTo>
                  <a:lnTo>
                    <a:pt x="10867" y="32387"/>
                  </a:lnTo>
                  <a:lnTo>
                    <a:pt x="10867" y="37767"/>
                  </a:lnTo>
                  <a:lnTo>
                    <a:pt x="7548" y="39694"/>
                  </a:lnTo>
                  <a:cubicBezTo>
                    <a:pt x="7575" y="39721"/>
                    <a:pt x="7628" y="39774"/>
                    <a:pt x="7682" y="39801"/>
                  </a:cubicBezTo>
                  <a:lnTo>
                    <a:pt x="10947" y="37928"/>
                  </a:lnTo>
                  <a:lnTo>
                    <a:pt x="15605" y="40631"/>
                  </a:lnTo>
                  <a:lnTo>
                    <a:pt x="15605" y="44405"/>
                  </a:lnTo>
                  <a:cubicBezTo>
                    <a:pt x="15658" y="44405"/>
                    <a:pt x="15738" y="44432"/>
                    <a:pt x="15792" y="44458"/>
                  </a:cubicBezTo>
                  <a:lnTo>
                    <a:pt x="15792" y="40631"/>
                  </a:lnTo>
                  <a:lnTo>
                    <a:pt x="20449" y="37928"/>
                  </a:lnTo>
                  <a:lnTo>
                    <a:pt x="25133" y="40631"/>
                  </a:lnTo>
                  <a:lnTo>
                    <a:pt x="25133" y="45449"/>
                  </a:lnTo>
                  <a:cubicBezTo>
                    <a:pt x="25187" y="45449"/>
                    <a:pt x="25240" y="45449"/>
                    <a:pt x="25294" y="45422"/>
                  </a:cubicBezTo>
                  <a:lnTo>
                    <a:pt x="25294" y="40631"/>
                  </a:lnTo>
                  <a:lnTo>
                    <a:pt x="29978" y="37928"/>
                  </a:lnTo>
                  <a:lnTo>
                    <a:pt x="34635" y="40631"/>
                  </a:lnTo>
                  <a:lnTo>
                    <a:pt x="34635" y="42290"/>
                  </a:lnTo>
                  <a:cubicBezTo>
                    <a:pt x="34688" y="42237"/>
                    <a:pt x="34742" y="42210"/>
                    <a:pt x="34796" y="42183"/>
                  </a:cubicBezTo>
                  <a:lnTo>
                    <a:pt x="34796" y="40631"/>
                  </a:lnTo>
                  <a:lnTo>
                    <a:pt x="39480" y="37928"/>
                  </a:lnTo>
                  <a:lnTo>
                    <a:pt x="39747" y="38088"/>
                  </a:lnTo>
                  <a:cubicBezTo>
                    <a:pt x="39774" y="38035"/>
                    <a:pt x="39827" y="37981"/>
                    <a:pt x="39854" y="37954"/>
                  </a:cubicBezTo>
                  <a:lnTo>
                    <a:pt x="39560" y="37767"/>
                  </a:lnTo>
                  <a:lnTo>
                    <a:pt x="39560" y="32387"/>
                  </a:lnTo>
                  <a:lnTo>
                    <a:pt x="44244" y="29684"/>
                  </a:lnTo>
                  <a:lnTo>
                    <a:pt x="44538" y="29871"/>
                  </a:lnTo>
                  <a:cubicBezTo>
                    <a:pt x="44565" y="29791"/>
                    <a:pt x="44565" y="29737"/>
                    <a:pt x="44592" y="29684"/>
                  </a:cubicBezTo>
                  <a:lnTo>
                    <a:pt x="44324" y="29523"/>
                  </a:lnTo>
                  <a:lnTo>
                    <a:pt x="44324" y="24143"/>
                  </a:lnTo>
                  <a:lnTo>
                    <a:pt x="45662" y="23367"/>
                  </a:lnTo>
                  <a:cubicBezTo>
                    <a:pt x="45662" y="23314"/>
                    <a:pt x="45662" y="23233"/>
                    <a:pt x="45662" y="23153"/>
                  </a:cubicBezTo>
                  <a:lnTo>
                    <a:pt x="44244" y="23983"/>
                  </a:lnTo>
                  <a:lnTo>
                    <a:pt x="39560" y="21306"/>
                  </a:lnTo>
                  <a:lnTo>
                    <a:pt x="39560" y="15899"/>
                  </a:lnTo>
                  <a:lnTo>
                    <a:pt x="43735" y="13491"/>
                  </a:lnTo>
                  <a:cubicBezTo>
                    <a:pt x="43709" y="13437"/>
                    <a:pt x="43682" y="13383"/>
                    <a:pt x="43655" y="13330"/>
                  </a:cubicBezTo>
                  <a:lnTo>
                    <a:pt x="39480" y="15766"/>
                  </a:lnTo>
                  <a:lnTo>
                    <a:pt x="34796" y="13062"/>
                  </a:lnTo>
                  <a:lnTo>
                    <a:pt x="34796" y="7656"/>
                  </a:lnTo>
                  <a:lnTo>
                    <a:pt x="38114" y="5755"/>
                  </a:lnTo>
                  <a:cubicBezTo>
                    <a:pt x="38088" y="5702"/>
                    <a:pt x="38034" y="5675"/>
                    <a:pt x="37981" y="5621"/>
                  </a:cubicBezTo>
                  <a:lnTo>
                    <a:pt x="34715" y="7522"/>
                  </a:lnTo>
                  <a:lnTo>
                    <a:pt x="30058" y="4818"/>
                  </a:lnTo>
                  <a:lnTo>
                    <a:pt x="30058" y="1045"/>
                  </a:lnTo>
                  <a:cubicBezTo>
                    <a:pt x="30004" y="1018"/>
                    <a:pt x="29951" y="1018"/>
                    <a:pt x="29871" y="991"/>
                  </a:cubicBezTo>
                  <a:lnTo>
                    <a:pt x="29871" y="4818"/>
                  </a:lnTo>
                  <a:lnTo>
                    <a:pt x="25213" y="7522"/>
                  </a:lnTo>
                  <a:lnTo>
                    <a:pt x="20529" y="4818"/>
                  </a:lnTo>
                  <a:lnTo>
                    <a:pt x="2052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4" name="Google Shape;1714;p103"/>
            <p:cNvSpPr/>
            <p:nvPr/>
          </p:nvSpPr>
          <p:spPr>
            <a:xfrm>
              <a:off x="2796545" y="833253"/>
              <a:ext cx="9704" cy="7538"/>
            </a:xfrm>
            <a:custGeom>
              <a:avLst/>
              <a:gdLst/>
              <a:ahLst/>
              <a:cxnLst/>
              <a:rect l="l" t="t" r="r" b="b"/>
              <a:pathLst>
                <a:path w="242" h="188" extrusionOk="0">
                  <a:moveTo>
                    <a:pt x="161" y="0"/>
                  </a:moveTo>
                  <a:cubicBezTo>
                    <a:pt x="108" y="27"/>
                    <a:pt x="54" y="81"/>
                    <a:pt x="1" y="107"/>
                  </a:cubicBezTo>
                  <a:lnTo>
                    <a:pt x="161" y="188"/>
                  </a:lnTo>
                  <a:lnTo>
                    <a:pt x="242" y="54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5" name="Google Shape;1715;p103"/>
            <p:cNvSpPr/>
            <p:nvPr/>
          </p:nvSpPr>
          <p:spPr>
            <a:xfrm>
              <a:off x="2899597" y="677633"/>
              <a:ext cx="287659" cy="242590"/>
            </a:xfrm>
            <a:custGeom>
              <a:avLst/>
              <a:gdLst/>
              <a:ahLst/>
              <a:cxnLst/>
              <a:rect l="l" t="t" r="r" b="b"/>
              <a:pathLst>
                <a:path w="7174" h="6050" extrusionOk="0">
                  <a:moveTo>
                    <a:pt x="7173" y="0"/>
                  </a:moveTo>
                  <a:lnTo>
                    <a:pt x="7173" y="0"/>
                  </a:lnTo>
                  <a:cubicBezTo>
                    <a:pt x="7013" y="27"/>
                    <a:pt x="6852" y="54"/>
                    <a:pt x="6692" y="81"/>
                  </a:cubicBezTo>
                  <a:lnTo>
                    <a:pt x="3667" y="1794"/>
                  </a:lnTo>
                  <a:lnTo>
                    <a:pt x="3667" y="830"/>
                  </a:lnTo>
                  <a:cubicBezTo>
                    <a:pt x="3614" y="857"/>
                    <a:pt x="3560" y="857"/>
                    <a:pt x="3507" y="884"/>
                  </a:cubicBezTo>
                  <a:lnTo>
                    <a:pt x="3507" y="1794"/>
                  </a:lnTo>
                  <a:lnTo>
                    <a:pt x="2516" y="1231"/>
                  </a:lnTo>
                  <a:cubicBezTo>
                    <a:pt x="2463" y="1258"/>
                    <a:pt x="2382" y="1285"/>
                    <a:pt x="2329" y="1312"/>
                  </a:cubicBezTo>
                  <a:lnTo>
                    <a:pt x="3426" y="1954"/>
                  </a:lnTo>
                  <a:lnTo>
                    <a:pt x="0" y="3935"/>
                  </a:lnTo>
                  <a:lnTo>
                    <a:pt x="81" y="4069"/>
                  </a:lnTo>
                  <a:lnTo>
                    <a:pt x="3507" y="2115"/>
                  </a:lnTo>
                  <a:lnTo>
                    <a:pt x="3507" y="6049"/>
                  </a:lnTo>
                  <a:lnTo>
                    <a:pt x="3667" y="6049"/>
                  </a:lnTo>
                  <a:lnTo>
                    <a:pt x="3667" y="2115"/>
                  </a:lnTo>
                  <a:lnTo>
                    <a:pt x="7093" y="4069"/>
                  </a:lnTo>
                  <a:lnTo>
                    <a:pt x="7173" y="3935"/>
                  </a:lnTo>
                  <a:lnTo>
                    <a:pt x="3774" y="1954"/>
                  </a:lnTo>
                  <a:lnTo>
                    <a:pt x="717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6" name="Google Shape;1716;p103"/>
            <p:cNvSpPr/>
            <p:nvPr/>
          </p:nvSpPr>
          <p:spPr>
            <a:xfrm>
              <a:off x="3280608" y="671177"/>
              <a:ext cx="288742" cy="249046"/>
            </a:xfrm>
            <a:custGeom>
              <a:avLst/>
              <a:gdLst/>
              <a:ahLst/>
              <a:cxnLst/>
              <a:rect l="l" t="t" r="r" b="b"/>
              <a:pathLst>
                <a:path w="7201" h="6211" extrusionOk="0">
                  <a:moveTo>
                    <a:pt x="107" y="1"/>
                  </a:moveTo>
                  <a:lnTo>
                    <a:pt x="0" y="134"/>
                  </a:lnTo>
                  <a:lnTo>
                    <a:pt x="3426" y="2115"/>
                  </a:lnTo>
                  <a:lnTo>
                    <a:pt x="0" y="4096"/>
                  </a:lnTo>
                  <a:lnTo>
                    <a:pt x="107" y="4230"/>
                  </a:lnTo>
                  <a:lnTo>
                    <a:pt x="3506" y="2276"/>
                  </a:lnTo>
                  <a:lnTo>
                    <a:pt x="3506" y="6210"/>
                  </a:lnTo>
                  <a:lnTo>
                    <a:pt x="3694" y="6210"/>
                  </a:lnTo>
                  <a:lnTo>
                    <a:pt x="3694" y="2276"/>
                  </a:lnTo>
                  <a:lnTo>
                    <a:pt x="7093" y="4230"/>
                  </a:lnTo>
                  <a:lnTo>
                    <a:pt x="7200" y="4096"/>
                  </a:lnTo>
                  <a:lnTo>
                    <a:pt x="3774" y="2115"/>
                  </a:lnTo>
                  <a:lnTo>
                    <a:pt x="6558" y="509"/>
                  </a:lnTo>
                  <a:cubicBezTo>
                    <a:pt x="6477" y="482"/>
                    <a:pt x="6397" y="456"/>
                    <a:pt x="6317" y="456"/>
                  </a:cubicBezTo>
                  <a:lnTo>
                    <a:pt x="3694" y="1955"/>
                  </a:lnTo>
                  <a:lnTo>
                    <a:pt x="3694" y="1"/>
                  </a:lnTo>
                  <a:lnTo>
                    <a:pt x="3506" y="1"/>
                  </a:lnTo>
                  <a:lnTo>
                    <a:pt x="3506" y="1955"/>
                  </a:lnTo>
                  <a:lnTo>
                    <a:pt x="10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7" name="Google Shape;1717;p103"/>
            <p:cNvSpPr/>
            <p:nvPr/>
          </p:nvSpPr>
          <p:spPr>
            <a:xfrm>
              <a:off x="3662662" y="776354"/>
              <a:ext cx="109506" cy="64437"/>
            </a:xfrm>
            <a:custGeom>
              <a:avLst/>
              <a:gdLst/>
              <a:ahLst/>
              <a:cxnLst/>
              <a:rect l="l" t="t" r="r" b="b"/>
              <a:pathLst>
                <a:path w="2731" h="1607" extrusionOk="0">
                  <a:moveTo>
                    <a:pt x="2543" y="1"/>
                  </a:moveTo>
                  <a:lnTo>
                    <a:pt x="1" y="1473"/>
                  </a:lnTo>
                  <a:lnTo>
                    <a:pt x="81" y="1607"/>
                  </a:lnTo>
                  <a:lnTo>
                    <a:pt x="2731" y="81"/>
                  </a:lnTo>
                  <a:cubicBezTo>
                    <a:pt x="2677" y="54"/>
                    <a:pt x="2597" y="27"/>
                    <a:pt x="254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8" name="Google Shape;1718;p103"/>
            <p:cNvSpPr/>
            <p:nvPr/>
          </p:nvSpPr>
          <p:spPr>
            <a:xfrm>
              <a:off x="3803246" y="797847"/>
              <a:ext cx="6496" cy="122378"/>
            </a:xfrm>
            <a:custGeom>
              <a:avLst/>
              <a:gdLst/>
              <a:ahLst/>
              <a:cxnLst/>
              <a:rect l="l" t="t" r="r" b="b"/>
              <a:pathLst>
                <a:path w="162" h="3052" extrusionOk="0">
                  <a:moveTo>
                    <a:pt x="1" y="0"/>
                  </a:moveTo>
                  <a:lnTo>
                    <a:pt x="1" y="3051"/>
                  </a:lnTo>
                  <a:lnTo>
                    <a:pt x="162" y="3051"/>
                  </a:lnTo>
                  <a:lnTo>
                    <a:pt x="162" y="107"/>
                  </a:lnTo>
                  <a:cubicBezTo>
                    <a:pt x="108" y="54"/>
                    <a:pt x="54" y="27"/>
                    <a:pt x="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9" name="Google Shape;1719;p103"/>
            <p:cNvSpPr/>
            <p:nvPr/>
          </p:nvSpPr>
          <p:spPr>
            <a:xfrm>
              <a:off x="2475641" y="1246463"/>
              <a:ext cx="2205" cy="4331"/>
            </a:xfrm>
            <a:custGeom>
              <a:avLst/>
              <a:gdLst/>
              <a:ahLst/>
              <a:cxnLst/>
              <a:rect l="l" t="t" r="r" b="b"/>
              <a:pathLst>
                <a:path w="55" h="108" extrusionOk="0">
                  <a:moveTo>
                    <a:pt x="54" y="0"/>
                  </a:moveTo>
                  <a:cubicBezTo>
                    <a:pt x="28" y="27"/>
                    <a:pt x="28" y="54"/>
                    <a:pt x="1" y="107"/>
                  </a:cubicBezTo>
                  <a:lnTo>
                    <a:pt x="54" y="107"/>
                  </a:lnTo>
                  <a:lnTo>
                    <a:pt x="5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0" name="Google Shape;1720;p103"/>
            <p:cNvSpPr/>
            <p:nvPr/>
          </p:nvSpPr>
          <p:spPr>
            <a:xfrm>
              <a:off x="2616265" y="1006036"/>
              <a:ext cx="2165" cy="2205"/>
            </a:xfrm>
            <a:custGeom>
              <a:avLst/>
              <a:gdLst/>
              <a:ahLst/>
              <a:cxnLst/>
              <a:rect l="l" t="t" r="r" b="b"/>
              <a:pathLst>
                <a:path w="54" h="55" extrusionOk="0">
                  <a:moveTo>
                    <a:pt x="54" y="1"/>
                  </a:moveTo>
                  <a:cubicBezTo>
                    <a:pt x="27" y="27"/>
                    <a:pt x="27" y="27"/>
                    <a:pt x="0" y="54"/>
                  </a:cubicBezTo>
                  <a:lnTo>
                    <a:pt x="54" y="27"/>
                  </a:lnTo>
                  <a:lnTo>
                    <a:pt x="5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1" name="Google Shape;1721;p103"/>
            <p:cNvSpPr/>
            <p:nvPr/>
          </p:nvSpPr>
          <p:spPr>
            <a:xfrm>
              <a:off x="2535748" y="1119794"/>
              <a:ext cx="82681" cy="51565"/>
            </a:xfrm>
            <a:custGeom>
              <a:avLst/>
              <a:gdLst/>
              <a:ahLst/>
              <a:cxnLst/>
              <a:rect l="l" t="t" r="r" b="b"/>
              <a:pathLst>
                <a:path w="2062" h="1286" extrusionOk="0">
                  <a:moveTo>
                    <a:pt x="81" y="1"/>
                  </a:moveTo>
                  <a:cubicBezTo>
                    <a:pt x="54" y="54"/>
                    <a:pt x="27" y="108"/>
                    <a:pt x="1" y="135"/>
                  </a:cubicBezTo>
                  <a:lnTo>
                    <a:pt x="1981" y="1285"/>
                  </a:lnTo>
                  <a:lnTo>
                    <a:pt x="2062" y="1125"/>
                  </a:ln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2" name="Google Shape;1722;p103"/>
            <p:cNvSpPr/>
            <p:nvPr/>
          </p:nvSpPr>
          <p:spPr>
            <a:xfrm>
              <a:off x="2711778" y="921268"/>
              <a:ext cx="287659" cy="329521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217"/>
                  </a:lnTo>
                  <a:lnTo>
                    <a:pt x="3667" y="8217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3" name="Google Shape;1723;p103"/>
            <p:cNvSpPr/>
            <p:nvPr/>
          </p:nvSpPr>
          <p:spPr>
            <a:xfrm>
              <a:off x="3092789" y="921268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80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0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41"/>
                  </a:lnTo>
                  <a:lnTo>
                    <a:pt x="7093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4" name="Google Shape;1724;p103"/>
            <p:cNvSpPr/>
            <p:nvPr/>
          </p:nvSpPr>
          <p:spPr>
            <a:xfrm>
              <a:off x="3474843" y="92126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480" y="3961"/>
                  </a:lnTo>
                  <a:lnTo>
                    <a:pt x="81" y="1981"/>
                  </a:lnTo>
                  <a:lnTo>
                    <a:pt x="1" y="2141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36"/>
                  </a:lnTo>
                  <a:lnTo>
                    <a:pt x="3480" y="4256"/>
                  </a:lnTo>
                  <a:lnTo>
                    <a:pt x="3480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5" name="Google Shape;1725;p103"/>
            <p:cNvSpPr/>
            <p:nvPr/>
          </p:nvSpPr>
          <p:spPr>
            <a:xfrm>
              <a:off x="3855854" y="953467"/>
              <a:ext cx="287659" cy="296240"/>
            </a:xfrm>
            <a:custGeom>
              <a:avLst/>
              <a:gdLst/>
              <a:ahLst/>
              <a:cxnLst/>
              <a:rect l="l" t="t" r="r" b="b"/>
              <a:pathLst>
                <a:path w="7174" h="7388" extrusionOk="0">
                  <a:moveTo>
                    <a:pt x="3507" y="0"/>
                  </a:moveTo>
                  <a:lnTo>
                    <a:pt x="3507" y="3158"/>
                  </a:lnTo>
                  <a:lnTo>
                    <a:pt x="81" y="1178"/>
                  </a:lnTo>
                  <a:lnTo>
                    <a:pt x="0" y="1312"/>
                  </a:lnTo>
                  <a:lnTo>
                    <a:pt x="3426" y="3292"/>
                  </a:lnTo>
                  <a:lnTo>
                    <a:pt x="0" y="5273"/>
                  </a:lnTo>
                  <a:lnTo>
                    <a:pt x="81" y="5433"/>
                  </a:lnTo>
                  <a:lnTo>
                    <a:pt x="3507" y="3453"/>
                  </a:lnTo>
                  <a:lnTo>
                    <a:pt x="3507" y="7387"/>
                  </a:lnTo>
                  <a:lnTo>
                    <a:pt x="3667" y="7387"/>
                  </a:lnTo>
                  <a:lnTo>
                    <a:pt x="3667" y="3453"/>
                  </a:lnTo>
                  <a:lnTo>
                    <a:pt x="7093" y="5407"/>
                  </a:lnTo>
                  <a:lnTo>
                    <a:pt x="7174" y="5273"/>
                  </a:lnTo>
                  <a:lnTo>
                    <a:pt x="3748" y="3292"/>
                  </a:lnTo>
                  <a:lnTo>
                    <a:pt x="5434" y="2329"/>
                  </a:lnTo>
                  <a:cubicBezTo>
                    <a:pt x="5380" y="2302"/>
                    <a:pt x="5354" y="2248"/>
                    <a:pt x="5327" y="2195"/>
                  </a:cubicBezTo>
                  <a:lnTo>
                    <a:pt x="3667" y="3158"/>
                  </a:lnTo>
                  <a:lnTo>
                    <a:pt x="3667" y="187"/>
                  </a:lnTo>
                  <a:cubicBezTo>
                    <a:pt x="3614" y="134"/>
                    <a:pt x="3560" y="80"/>
                    <a:pt x="350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6" name="Google Shape;1726;p103"/>
            <p:cNvSpPr/>
            <p:nvPr/>
          </p:nvSpPr>
          <p:spPr>
            <a:xfrm>
              <a:off x="2417699" y="1498640"/>
              <a:ext cx="7538" cy="9704"/>
            </a:xfrm>
            <a:custGeom>
              <a:avLst/>
              <a:gdLst/>
              <a:ahLst/>
              <a:cxnLst/>
              <a:rect l="l" t="t" r="r" b="b"/>
              <a:pathLst>
                <a:path w="188" h="242" extrusionOk="0">
                  <a:moveTo>
                    <a:pt x="1" y="1"/>
                  </a:moveTo>
                  <a:cubicBezTo>
                    <a:pt x="1" y="54"/>
                    <a:pt x="1" y="135"/>
                    <a:pt x="1" y="188"/>
                  </a:cubicBezTo>
                  <a:lnTo>
                    <a:pt x="108" y="242"/>
                  </a:lnTo>
                  <a:lnTo>
                    <a:pt x="188" y="108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7" name="Google Shape;1727;p103"/>
            <p:cNvSpPr/>
            <p:nvPr/>
          </p:nvSpPr>
          <p:spPr>
            <a:xfrm>
              <a:off x="2518586" y="1259335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8" name="Google Shape;1728;p103"/>
            <p:cNvSpPr/>
            <p:nvPr/>
          </p:nvSpPr>
          <p:spPr>
            <a:xfrm>
              <a:off x="2899597" y="1259335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3" y="6049"/>
                  </a:lnTo>
                  <a:lnTo>
                    <a:pt x="3774" y="4095"/>
                  </a:lnTo>
                  <a:lnTo>
                    <a:pt x="7173" y="2115"/>
                  </a:lnTo>
                  <a:lnTo>
                    <a:pt x="7093" y="1954"/>
                  </a:lnTo>
                  <a:lnTo>
                    <a:pt x="3667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9" name="Google Shape;1729;p103"/>
            <p:cNvSpPr/>
            <p:nvPr/>
          </p:nvSpPr>
          <p:spPr>
            <a:xfrm>
              <a:off x="3280608" y="1259335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35"/>
                  </a:lnTo>
                  <a:lnTo>
                    <a:pt x="107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107" y="6210"/>
                  </a:lnTo>
                  <a:lnTo>
                    <a:pt x="3506" y="4229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29"/>
                  </a:lnTo>
                  <a:lnTo>
                    <a:pt x="7093" y="6210"/>
                  </a:lnTo>
                  <a:lnTo>
                    <a:pt x="7200" y="6049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54"/>
                  </a:lnTo>
                  <a:lnTo>
                    <a:pt x="3694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0" name="Google Shape;1730;p103"/>
            <p:cNvSpPr/>
            <p:nvPr/>
          </p:nvSpPr>
          <p:spPr>
            <a:xfrm>
              <a:off x="3662662" y="1258252"/>
              <a:ext cx="287659" cy="329521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122"/>
                  </a:lnTo>
                  <a:lnTo>
                    <a:pt x="1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8" y="8218"/>
                  </a:lnTo>
                  <a:lnTo>
                    <a:pt x="3668" y="4256"/>
                  </a:lnTo>
                  <a:lnTo>
                    <a:pt x="7094" y="6237"/>
                  </a:lnTo>
                  <a:lnTo>
                    <a:pt x="7174" y="6076"/>
                  </a:lnTo>
                  <a:lnTo>
                    <a:pt x="3748" y="4122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1" name="Google Shape;1731;p103"/>
            <p:cNvSpPr/>
            <p:nvPr/>
          </p:nvSpPr>
          <p:spPr>
            <a:xfrm>
              <a:off x="4043673" y="1258252"/>
              <a:ext cx="193230" cy="329521"/>
            </a:xfrm>
            <a:custGeom>
              <a:avLst/>
              <a:gdLst/>
              <a:ahLst/>
              <a:cxnLst/>
              <a:rect l="l" t="t" r="r" b="b"/>
              <a:pathLst>
                <a:path w="4819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7" y="8218"/>
                  </a:lnTo>
                  <a:lnTo>
                    <a:pt x="3667" y="4256"/>
                  </a:lnTo>
                  <a:lnTo>
                    <a:pt x="4818" y="4925"/>
                  </a:lnTo>
                  <a:cubicBezTo>
                    <a:pt x="4818" y="4845"/>
                    <a:pt x="4818" y="4765"/>
                    <a:pt x="4792" y="4711"/>
                  </a:cubicBezTo>
                  <a:lnTo>
                    <a:pt x="3774" y="4096"/>
                  </a:lnTo>
                  <a:lnTo>
                    <a:pt x="4604" y="3614"/>
                  </a:lnTo>
                  <a:cubicBezTo>
                    <a:pt x="4604" y="3560"/>
                    <a:pt x="4577" y="3507"/>
                    <a:pt x="4577" y="3453"/>
                  </a:cubicBezTo>
                  <a:lnTo>
                    <a:pt x="3667" y="3962"/>
                  </a:lnTo>
                  <a:lnTo>
                    <a:pt x="3667" y="295"/>
                  </a:lnTo>
                  <a:cubicBezTo>
                    <a:pt x="3641" y="188"/>
                    <a:pt x="3614" y="108"/>
                    <a:pt x="358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2" name="Google Shape;1732;p103"/>
            <p:cNvSpPr/>
            <p:nvPr/>
          </p:nvSpPr>
          <p:spPr>
            <a:xfrm>
              <a:off x="2423072" y="1578074"/>
              <a:ext cx="195355" cy="328439"/>
            </a:xfrm>
            <a:custGeom>
              <a:avLst/>
              <a:gdLst/>
              <a:ahLst/>
              <a:cxnLst/>
              <a:rect l="l" t="t" r="r" b="b"/>
              <a:pathLst>
                <a:path w="4872" h="8191" extrusionOk="0">
                  <a:moveTo>
                    <a:pt x="1205" y="1"/>
                  </a:moveTo>
                  <a:lnTo>
                    <a:pt x="1205" y="3935"/>
                  </a:lnTo>
                  <a:lnTo>
                    <a:pt x="0" y="3266"/>
                  </a:lnTo>
                  <a:lnTo>
                    <a:pt x="0" y="3266"/>
                  </a:lnTo>
                  <a:cubicBezTo>
                    <a:pt x="0" y="3320"/>
                    <a:pt x="27" y="3400"/>
                    <a:pt x="27" y="3480"/>
                  </a:cubicBezTo>
                  <a:lnTo>
                    <a:pt x="1098" y="4096"/>
                  </a:lnTo>
                  <a:lnTo>
                    <a:pt x="214" y="4604"/>
                  </a:lnTo>
                  <a:cubicBezTo>
                    <a:pt x="241" y="4658"/>
                    <a:pt x="241" y="4738"/>
                    <a:pt x="268" y="4792"/>
                  </a:cubicBezTo>
                  <a:lnTo>
                    <a:pt x="1205" y="4256"/>
                  </a:lnTo>
                  <a:lnTo>
                    <a:pt x="1205" y="8030"/>
                  </a:lnTo>
                  <a:cubicBezTo>
                    <a:pt x="1205" y="8084"/>
                    <a:pt x="1232" y="8137"/>
                    <a:pt x="1258" y="8191"/>
                  </a:cubicBezTo>
                  <a:lnTo>
                    <a:pt x="1365" y="8191"/>
                  </a:lnTo>
                  <a:lnTo>
                    <a:pt x="1365" y="4256"/>
                  </a:lnTo>
                  <a:lnTo>
                    <a:pt x="4791" y="6210"/>
                  </a:lnTo>
                  <a:lnTo>
                    <a:pt x="4872" y="6076"/>
                  </a:lnTo>
                  <a:lnTo>
                    <a:pt x="1446" y="4096"/>
                  </a:lnTo>
                  <a:lnTo>
                    <a:pt x="4872" y="2115"/>
                  </a:lnTo>
                  <a:lnTo>
                    <a:pt x="4791" y="1981"/>
                  </a:lnTo>
                  <a:lnTo>
                    <a:pt x="1365" y="3935"/>
                  </a:lnTo>
                  <a:lnTo>
                    <a:pt x="136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3" name="Google Shape;1733;p103"/>
            <p:cNvSpPr/>
            <p:nvPr/>
          </p:nvSpPr>
          <p:spPr>
            <a:xfrm>
              <a:off x="2711778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56"/>
                  </a:lnTo>
                  <a:lnTo>
                    <a:pt x="7093" y="6210"/>
                  </a:lnTo>
                  <a:lnTo>
                    <a:pt x="7173" y="6076"/>
                  </a:lnTo>
                  <a:lnTo>
                    <a:pt x="3774" y="4096"/>
                  </a:lnTo>
                  <a:lnTo>
                    <a:pt x="7173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4" name="Google Shape;1734;p103"/>
            <p:cNvSpPr/>
            <p:nvPr/>
          </p:nvSpPr>
          <p:spPr>
            <a:xfrm>
              <a:off x="3092789" y="1578074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1"/>
                  </a:moveTo>
                  <a:lnTo>
                    <a:pt x="3506" y="3935"/>
                  </a:lnTo>
                  <a:lnTo>
                    <a:pt x="80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0" y="6210"/>
                  </a:lnTo>
                  <a:lnTo>
                    <a:pt x="3506" y="4230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30"/>
                  </a:lnTo>
                  <a:lnTo>
                    <a:pt x="7093" y="6210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15"/>
                  </a:lnTo>
                  <a:lnTo>
                    <a:pt x="7093" y="1981"/>
                  </a:lnTo>
                  <a:lnTo>
                    <a:pt x="3694" y="3935"/>
                  </a:lnTo>
                  <a:lnTo>
                    <a:pt x="369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5" name="Google Shape;1735;p103"/>
            <p:cNvSpPr/>
            <p:nvPr/>
          </p:nvSpPr>
          <p:spPr>
            <a:xfrm>
              <a:off x="3474843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1" y="2115"/>
                  </a:lnTo>
                  <a:lnTo>
                    <a:pt x="3400" y="4096"/>
                  </a:lnTo>
                  <a:lnTo>
                    <a:pt x="1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480" y="8191"/>
                  </a:lnTo>
                  <a:lnTo>
                    <a:pt x="3668" y="8191"/>
                  </a:lnTo>
                  <a:lnTo>
                    <a:pt x="3668" y="4230"/>
                  </a:lnTo>
                  <a:lnTo>
                    <a:pt x="7094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4" y="1955"/>
                  </a:lnTo>
                  <a:lnTo>
                    <a:pt x="3668" y="3935"/>
                  </a:lnTo>
                  <a:lnTo>
                    <a:pt x="366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6" name="Google Shape;1736;p103"/>
            <p:cNvSpPr/>
            <p:nvPr/>
          </p:nvSpPr>
          <p:spPr>
            <a:xfrm>
              <a:off x="3855854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30"/>
                  </a:lnTo>
                  <a:lnTo>
                    <a:pt x="7093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3" y="1955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7" name="Google Shape;1737;p103"/>
            <p:cNvSpPr/>
            <p:nvPr/>
          </p:nvSpPr>
          <p:spPr>
            <a:xfrm>
              <a:off x="2518586" y="1919388"/>
              <a:ext cx="287659" cy="293033"/>
            </a:xfrm>
            <a:custGeom>
              <a:avLst/>
              <a:gdLst/>
              <a:ahLst/>
              <a:cxnLst/>
              <a:rect l="l" t="t" r="r" b="b"/>
              <a:pathLst>
                <a:path w="7174" h="730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1767" y="5059"/>
                  </a:lnTo>
                  <a:cubicBezTo>
                    <a:pt x="1821" y="5086"/>
                    <a:pt x="1847" y="5139"/>
                    <a:pt x="1874" y="5193"/>
                  </a:cubicBezTo>
                  <a:lnTo>
                    <a:pt x="3507" y="4256"/>
                  </a:lnTo>
                  <a:lnTo>
                    <a:pt x="3507" y="7120"/>
                  </a:lnTo>
                  <a:cubicBezTo>
                    <a:pt x="3560" y="7200"/>
                    <a:pt x="3614" y="7254"/>
                    <a:pt x="3667" y="7307"/>
                  </a:cubicBezTo>
                  <a:lnTo>
                    <a:pt x="3667" y="4256"/>
                  </a:lnTo>
                  <a:lnTo>
                    <a:pt x="7093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8" name="Google Shape;1738;p103"/>
            <p:cNvSpPr/>
            <p:nvPr/>
          </p:nvSpPr>
          <p:spPr>
            <a:xfrm>
              <a:off x="2899597" y="191938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7" y="8190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9" name="Google Shape;1739;p103"/>
            <p:cNvSpPr/>
            <p:nvPr/>
          </p:nvSpPr>
          <p:spPr>
            <a:xfrm>
              <a:off x="3280608" y="1919388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107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107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0" name="Google Shape;1740;p103"/>
            <p:cNvSpPr/>
            <p:nvPr/>
          </p:nvSpPr>
          <p:spPr>
            <a:xfrm>
              <a:off x="3662662" y="191938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1" y="2115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1" name="Google Shape;1741;p103"/>
            <p:cNvSpPr/>
            <p:nvPr/>
          </p:nvSpPr>
          <p:spPr>
            <a:xfrm>
              <a:off x="4043673" y="1998782"/>
              <a:ext cx="78391" cy="49400"/>
            </a:xfrm>
            <a:custGeom>
              <a:avLst/>
              <a:gdLst/>
              <a:ahLst/>
              <a:cxnLst/>
              <a:rect l="l" t="t" r="r" b="b"/>
              <a:pathLst>
                <a:path w="1955" h="1232" extrusionOk="0">
                  <a:moveTo>
                    <a:pt x="81" y="1"/>
                  </a:moveTo>
                  <a:lnTo>
                    <a:pt x="0" y="135"/>
                  </a:lnTo>
                  <a:lnTo>
                    <a:pt x="1874" y="1232"/>
                  </a:lnTo>
                  <a:cubicBezTo>
                    <a:pt x="1901" y="1178"/>
                    <a:pt x="1928" y="1125"/>
                    <a:pt x="1954" y="1071"/>
                  </a:cubicBez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2" name="Google Shape;1742;p103"/>
            <p:cNvSpPr/>
            <p:nvPr/>
          </p:nvSpPr>
          <p:spPr>
            <a:xfrm>
              <a:off x="2884560" y="2317561"/>
              <a:ext cx="114879" cy="68727"/>
            </a:xfrm>
            <a:custGeom>
              <a:avLst/>
              <a:gdLst/>
              <a:ahLst/>
              <a:cxnLst/>
              <a:rect l="l" t="t" r="r" b="b"/>
              <a:pathLst>
                <a:path w="2865" h="1714" extrusionOk="0">
                  <a:moveTo>
                    <a:pt x="2784" y="0"/>
                  </a:moveTo>
                  <a:lnTo>
                    <a:pt x="1" y="1606"/>
                  </a:lnTo>
                  <a:cubicBezTo>
                    <a:pt x="54" y="1660"/>
                    <a:pt x="108" y="1686"/>
                    <a:pt x="161" y="1713"/>
                  </a:cubicBezTo>
                  <a:lnTo>
                    <a:pt x="2864" y="161"/>
                  </a:lnTo>
                  <a:lnTo>
                    <a:pt x="278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3" name="Google Shape;1743;p103"/>
            <p:cNvSpPr/>
            <p:nvPr/>
          </p:nvSpPr>
          <p:spPr>
            <a:xfrm>
              <a:off x="2852362" y="2238127"/>
              <a:ext cx="6496" cy="129916"/>
            </a:xfrm>
            <a:custGeom>
              <a:avLst/>
              <a:gdLst/>
              <a:ahLst/>
              <a:cxnLst/>
              <a:rect l="l" t="t" r="r" b="b"/>
              <a:pathLst>
                <a:path w="162" h="3240" extrusionOk="0">
                  <a:moveTo>
                    <a:pt x="1" y="0"/>
                  </a:moveTo>
                  <a:lnTo>
                    <a:pt x="1" y="3132"/>
                  </a:lnTo>
                  <a:cubicBezTo>
                    <a:pt x="54" y="3159"/>
                    <a:pt x="108" y="3212"/>
                    <a:pt x="161" y="3239"/>
                  </a:cubicBez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4" name="Google Shape;1744;p103"/>
            <p:cNvSpPr/>
            <p:nvPr/>
          </p:nvSpPr>
          <p:spPr>
            <a:xfrm>
              <a:off x="3092789" y="2238127"/>
              <a:ext cx="288742" cy="255461"/>
            </a:xfrm>
            <a:custGeom>
              <a:avLst/>
              <a:gdLst/>
              <a:ahLst/>
              <a:cxnLst/>
              <a:rect l="l" t="t" r="r" b="b"/>
              <a:pathLst>
                <a:path w="7201" h="6371" extrusionOk="0">
                  <a:moveTo>
                    <a:pt x="3506" y="0"/>
                  </a:moveTo>
                  <a:lnTo>
                    <a:pt x="3506" y="3962"/>
                  </a:lnTo>
                  <a:lnTo>
                    <a:pt x="80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455" y="5835"/>
                  </a:lnTo>
                  <a:cubicBezTo>
                    <a:pt x="535" y="5835"/>
                    <a:pt x="616" y="5862"/>
                    <a:pt x="696" y="5889"/>
                  </a:cubicBezTo>
                  <a:lnTo>
                    <a:pt x="3506" y="4256"/>
                  </a:lnTo>
                  <a:lnTo>
                    <a:pt x="3506" y="6371"/>
                  </a:lnTo>
                  <a:lnTo>
                    <a:pt x="3694" y="6371"/>
                  </a:lnTo>
                  <a:lnTo>
                    <a:pt x="3694" y="4256"/>
                  </a:lnTo>
                  <a:lnTo>
                    <a:pt x="7093" y="6237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42"/>
                  </a:lnTo>
                  <a:lnTo>
                    <a:pt x="7093" y="1981"/>
                  </a:lnTo>
                  <a:lnTo>
                    <a:pt x="3694" y="3962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5" name="Google Shape;1745;p103"/>
            <p:cNvSpPr/>
            <p:nvPr/>
          </p:nvSpPr>
          <p:spPr>
            <a:xfrm>
              <a:off x="3474843" y="2238127"/>
              <a:ext cx="287659" cy="247963"/>
            </a:xfrm>
            <a:custGeom>
              <a:avLst/>
              <a:gdLst/>
              <a:ahLst/>
              <a:cxnLst/>
              <a:rect l="l" t="t" r="r" b="b"/>
              <a:pathLst>
                <a:path w="7174" h="6184" extrusionOk="0">
                  <a:moveTo>
                    <a:pt x="3507" y="0"/>
                  </a:moveTo>
                  <a:lnTo>
                    <a:pt x="3480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096"/>
                  </a:lnTo>
                  <a:lnTo>
                    <a:pt x="1" y="6076"/>
                  </a:lnTo>
                  <a:lnTo>
                    <a:pt x="54" y="6183"/>
                  </a:lnTo>
                  <a:lnTo>
                    <a:pt x="161" y="6183"/>
                  </a:lnTo>
                  <a:lnTo>
                    <a:pt x="3480" y="4256"/>
                  </a:lnTo>
                  <a:lnTo>
                    <a:pt x="3480" y="5354"/>
                  </a:lnTo>
                  <a:cubicBezTo>
                    <a:pt x="3560" y="5327"/>
                    <a:pt x="3614" y="5327"/>
                    <a:pt x="3668" y="5300"/>
                  </a:cubicBezTo>
                  <a:lnTo>
                    <a:pt x="3668" y="4256"/>
                  </a:lnTo>
                  <a:lnTo>
                    <a:pt x="4765" y="4899"/>
                  </a:lnTo>
                  <a:cubicBezTo>
                    <a:pt x="4845" y="4872"/>
                    <a:pt x="4899" y="4845"/>
                    <a:pt x="4979" y="4818"/>
                  </a:cubicBezTo>
                  <a:lnTo>
                    <a:pt x="3748" y="4096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6" name="Google Shape;1746;p103"/>
            <p:cNvSpPr/>
            <p:nvPr/>
          </p:nvSpPr>
          <p:spPr>
            <a:xfrm>
              <a:off x="3855854" y="2317561"/>
              <a:ext cx="12911" cy="9704"/>
            </a:xfrm>
            <a:custGeom>
              <a:avLst/>
              <a:gdLst/>
              <a:ahLst/>
              <a:cxnLst/>
              <a:rect l="l" t="t" r="r" b="b"/>
              <a:pathLst>
                <a:path w="322" h="242" extrusionOk="0">
                  <a:moveTo>
                    <a:pt x="81" y="0"/>
                  </a:moveTo>
                  <a:lnTo>
                    <a:pt x="0" y="134"/>
                  </a:lnTo>
                  <a:lnTo>
                    <a:pt x="161" y="241"/>
                  </a:lnTo>
                  <a:cubicBezTo>
                    <a:pt x="215" y="214"/>
                    <a:pt x="268" y="161"/>
                    <a:pt x="322" y="134"/>
                  </a:cubicBezTo>
                  <a:lnTo>
                    <a:pt x="8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747" name="Google Shape;1747;p103"/>
          <p:cNvSpPr/>
          <p:nvPr/>
        </p:nvSpPr>
        <p:spPr>
          <a:xfrm rot="8100000">
            <a:off x="371399" y="-1150417"/>
            <a:ext cx="1938844" cy="3305623"/>
          </a:xfrm>
          <a:custGeom>
            <a:avLst/>
            <a:gdLst/>
            <a:ahLst/>
            <a:cxnLst/>
            <a:rect l="l" t="t" r="r" b="b"/>
            <a:pathLst>
              <a:path w="19210" h="32752" extrusionOk="0">
                <a:moveTo>
                  <a:pt x="14053" y="490"/>
                </a:moveTo>
                <a:lnTo>
                  <a:pt x="14053" y="490"/>
                </a:lnTo>
                <a:cubicBezTo>
                  <a:pt x="14026" y="597"/>
                  <a:pt x="13999" y="758"/>
                  <a:pt x="13972" y="918"/>
                </a:cubicBezTo>
                <a:cubicBezTo>
                  <a:pt x="13972" y="865"/>
                  <a:pt x="13972" y="838"/>
                  <a:pt x="13946" y="838"/>
                </a:cubicBezTo>
                <a:cubicBezTo>
                  <a:pt x="13972" y="731"/>
                  <a:pt x="14026" y="597"/>
                  <a:pt x="14053" y="490"/>
                </a:cubicBezTo>
                <a:close/>
                <a:moveTo>
                  <a:pt x="13651" y="1560"/>
                </a:moveTo>
                <a:lnTo>
                  <a:pt x="13651" y="1560"/>
                </a:lnTo>
                <a:cubicBezTo>
                  <a:pt x="13276" y="3862"/>
                  <a:pt x="12045" y="5923"/>
                  <a:pt x="11189" y="8038"/>
                </a:cubicBezTo>
                <a:cubicBezTo>
                  <a:pt x="10522" y="9665"/>
                  <a:pt x="10466" y="11531"/>
                  <a:pt x="10493" y="13318"/>
                </a:cubicBezTo>
                <a:lnTo>
                  <a:pt x="10493" y="13318"/>
                </a:lnTo>
                <a:cubicBezTo>
                  <a:pt x="10490" y="13217"/>
                  <a:pt x="10464" y="13118"/>
                  <a:pt x="10439" y="13043"/>
                </a:cubicBezTo>
                <a:cubicBezTo>
                  <a:pt x="10091" y="10634"/>
                  <a:pt x="9904" y="8412"/>
                  <a:pt x="11001" y="6191"/>
                </a:cubicBezTo>
                <a:cubicBezTo>
                  <a:pt x="11724" y="4772"/>
                  <a:pt x="12714" y="3541"/>
                  <a:pt x="13410" y="2123"/>
                </a:cubicBezTo>
                <a:cubicBezTo>
                  <a:pt x="13491" y="1935"/>
                  <a:pt x="13571" y="1748"/>
                  <a:pt x="13651" y="1560"/>
                </a:cubicBezTo>
                <a:close/>
                <a:moveTo>
                  <a:pt x="13972" y="945"/>
                </a:moveTo>
                <a:lnTo>
                  <a:pt x="13972" y="945"/>
                </a:lnTo>
                <a:cubicBezTo>
                  <a:pt x="13972" y="1079"/>
                  <a:pt x="13946" y="1212"/>
                  <a:pt x="13946" y="1346"/>
                </a:cubicBezTo>
                <a:cubicBezTo>
                  <a:pt x="13946" y="2524"/>
                  <a:pt x="13758" y="3702"/>
                  <a:pt x="13517" y="4853"/>
                </a:cubicBezTo>
                <a:cubicBezTo>
                  <a:pt x="12821" y="7877"/>
                  <a:pt x="11376" y="10580"/>
                  <a:pt x="10760" y="13605"/>
                </a:cubicBezTo>
                <a:cubicBezTo>
                  <a:pt x="10787" y="11357"/>
                  <a:pt x="10921" y="9189"/>
                  <a:pt x="11858" y="7074"/>
                </a:cubicBezTo>
                <a:cubicBezTo>
                  <a:pt x="12741" y="5094"/>
                  <a:pt x="13785" y="3140"/>
                  <a:pt x="13972" y="945"/>
                </a:cubicBezTo>
                <a:close/>
                <a:moveTo>
                  <a:pt x="5002" y="14350"/>
                </a:moveTo>
                <a:cubicBezTo>
                  <a:pt x="5585" y="14350"/>
                  <a:pt x="6085" y="14646"/>
                  <a:pt x="6746" y="15104"/>
                </a:cubicBezTo>
                <a:cubicBezTo>
                  <a:pt x="6879" y="15184"/>
                  <a:pt x="7013" y="15264"/>
                  <a:pt x="7147" y="15372"/>
                </a:cubicBezTo>
                <a:cubicBezTo>
                  <a:pt x="6694" y="15252"/>
                  <a:pt x="6232" y="15200"/>
                  <a:pt x="5767" y="15200"/>
                </a:cubicBezTo>
                <a:cubicBezTo>
                  <a:pt x="4364" y="15200"/>
                  <a:pt x="2927" y="15672"/>
                  <a:pt x="1580" y="16174"/>
                </a:cubicBezTo>
                <a:cubicBezTo>
                  <a:pt x="2329" y="15666"/>
                  <a:pt x="3025" y="15077"/>
                  <a:pt x="3855" y="14676"/>
                </a:cubicBezTo>
                <a:cubicBezTo>
                  <a:pt x="4297" y="14450"/>
                  <a:pt x="4663" y="14350"/>
                  <a:pt x="5002" y="14350"/>
                </a:cubicBezTo>
                <a:close/>
                <a:moveTo>
                  <a:pt x="5753" y="15432"/>
                </a:moveTo>
                <a:cubicBezTo>
                  <a:pt x="6514" y="15432"/>
                  <a:pt x="7262" y="15581"/>
                  <a:pt x="7977" y="15960"/>
                </a:cubicBezTo>
                <a:cubicBezTo>
                  <a:pt x="8619" y="16389"/>
                  <a:pt x="9208" y="16870"/>
                  <a:pt x="9743" y="17406"/>
                </a:cubicBezTo>
                <a:cubicBezTo>
                  <a:pt x="8352" y="16737"/>
                  <a:pt x="6906" y="16389"/>
                  <a:pt x="5381" y="16335"/>
                </a:cubicBezTo>
                <a:lnTo>
                  <a:pt x="4765" y="16335"/>
                </a:lnTo>
                <a:cubicBezTo>
                  <a:pt x="3828" y="16335"/>
                  <a:pt x="2918" y="16469"/>
                  <a:pt x="1981" y="16576"/>
                </a:cubicBezTo>
                <a:cubicBezTo>
                  <a:pt x="1633" y="16603"/>
                  <a:pt x="1312" y="16629"/>
                  <a:pt x="964" y="16656"/>
                </a:cubicBezTo>
                <a:cubicBezTo>
                  <a:pt x="2489" y="16094"/>
                  <a:pt x="4149" y="15432"/>
                  <a:pt x="5753" y="15432"/>
                </a:cubicBezTo>
                <a:close/>
                <a:moveTo>
                  <a:pt x="18748" y="11060"/>
                </a:moveTo>
                <a:cubicBezTo>
                  <a:pt x="18737" y="11089"/>
                  <a:pt x="18737" y="11129"/>
                  <a:pt x="18737" y="11169"/>
                </a:cubicBezTo>
                <a:cubicBezTo>
                  <a:pt x="18603" y="11892"/>
                  <a:pt x="18442" y="12588"/>
                  <a:pt x="18282" y="13284"/>
                </a:cubicBezTo>
                <a:cubicBezTo>
                  <a:pt x="17907" y="14729"/>
                  <a:pt x="17291" y="16255"/>
                  <a:pt x="16087" y="17165"/>
                </a:cubicBezTo>
                <a:cubicBezTo>
                  <a:pt x="14963" y="17995"/>
                  <a:pt x="13223" y="18289"/>
                  <a:pt x="12045" y="19119"/>
                </a:cubicBezTo>
                <a:cubicBezTo>
                  <a:pt x="12473" y="18342"/>
                  <a:pt x="12955" y="17700"/>
                  <a:pt x="13785" y="17218"/>
                </a:cubicBezTo>
                <a:cubicBezTo>
                  <a:pt x="14508" y="16790"/>
                  <a:pt x="15257" y="16469"/>
                  <a:pt x="15873" y="15907"/>
                </a:cubicBezTo>
                <a:cubicBezTo>
                  <a:pt x="16542" y="15291"/>
                  <a:pt x="17077" y="14408"/>
                  <a:pt x="17532" y="13659"/>
                </a:cubicBezTo>
                <a:cubicBezTo>
                  <a:pt x="18036" y="12864"/>
                  <a:pt x="18250" y="11859"/>
                  <a:pt x="18748" y="11060"/>
                </a:cubicBezTo>
                <a:close/>
                <a:moveTo>
                  <a:pt x="18549" y="10928"/>
                </a:moveTo>
                <a:lnTo>
                  <a:pt x="18549" y="10928"/>
                </a:lnTo>
                <a:cubicBezTo>
                  <a:pt x="18201" y="11517"/>
                  <a:pt x="18014" y="12213"/>
                  <a:pt x="17693" y="12856"/>
                </a:cubicBezTo>
                <a:cubicBezTo>
                  <a:pt x="17184" y="13899"/>
                  <a:pt x="16488" y="14863"/>
                  <a:pt x="15712" y="15719"/>
                </a:cubicBezTo>
                <a:cubicBezTo>
                  <a:pt x="15016" y="16469"/>
                  <a:pt x="13919" y="16844"/>
                  <a:pt x="13062" y="17379"/>
                </a:cubicBezTo>
                <a:cubicBezTo>
                  <a:pt x="12313" y="17861"/>
                  <a:pt x="11911" y="18798"/>
                  <a:pt x="11510" y="19547"/>
                </a:cubicBezTo>
                <a:cubicBezTo>
                  <a:pt x="11485" y="19571"/>
                  <a:pt x="11461" y="19573"/>
                  <a:pt x="11457" y="19594"/>
                </a:cubicBezTo>
                <a:lnTo>
                  <a:pt x="11457" y="19594"/>
                </a:lnTo>
                <a:cubicBezTo>
                  <a:pt x="11836" y="15557"/>
                  <a:pt x="16249" y="13818"/>
                  <a:pt x="18549" y="10928"/>
                </a:cubicBezTo>
                <a:close/>
                <a:moveTo>
                  <a:pt x="6505" y="16683"/>
                </a:moveTo>
                <a:lnTo>
                  <a:pt x="6505" y="16683"/>
                </a:lnTo>
                <a:cubicBezTo>
                  <a:pt x="7763" y="16844"/>
                  <a:pt x="8994" y="17245"/>
                  <a:pt x="10145" y="17914"/>
                </a:cubicBezTo>
                <a:cubicBezTo>
                  <a:pt x="10573" y="18450"/>
                  <a:pt x="10921" y="19065"/>
                  <a:pt x="11135" y="19788"/>
                </a:cubicBezTo>
                <a:cubicBezTo>
                  <a:pt x="9315" y="19172"/>
                  <a:pt x="8191" y="17432"/>
                  <a:pt x="6505" y="16683"/>
                </a:cubicBezTo>
                <a:close/>
                <a:moveTo>
                  <a:pt x="6772" y="20270"/>
                </a:moveTo>
                <a:cubicBezTo>
                  <a:pt x="7736" y="21581"/>
                  <a:pt x="9342" y="22384"/>
                  <a:pt x="10466" y="23535"/>
                </a:cubicBezTo>
                <a:cubicBezTo>
                  <a:pt x="9074" y="22598"/>
                  <a:pt x="7120" y="22331"/>
                  <a:pt x="6826" y="20350"/>
                </a:cubicBezTo>
                <a:cubicBezTo>
                  <a:pt x="6799" y="20323"/>
                  <a:pt x="6772" y="20296"/>
                  <a:pt x="6746" y="20270"/>
                </a:cubicBezTo>
                <a:close/>
                <a:moveTo>
                  <a:pt x="16221" y="20698"/>
                </a:moveTo>
                <a:cubicBezTo>
                  <a:pt x="15685" y="21635"/>
                  <a:pt x="14267" y="22304"/>
                  <a:pt x="13464" y="22812"/>
                </a:cubicBezTo>
                <a:cubicBezTo>
                  <a:pt x="12955" y="23187"/>
                  <a:pt x="12233" y="23615"/>
                  <a:pt x="11831" y="24177"/>
                </a:cubicBezTo>
                <a:cubicBezTo>
                  <a:pt x="12286" y="22357"/>
                  <a:pt x="14722" y="21768"/>
                  <a:pt x="16221" y="20698"/>
                </a:cubicBezTo>
                <a:close/>
                <a:moveTo>
                  <a:pt x="6692" y="20939"/>
                </a:moveTo>
                <a:cubicBezTo>
                  <a:pt x="7388" y="22893"/>
                  <a:pt x="9957" y="22866"/>
                  <a:pt x="11135" y="24445"/>
                </a:cubicBezTo>
                <a:cubicBezTo>
                  <a:pt x="9395" y="23481"/>
                  <a:pt x="6772" y="23080"/>
                  <a:pt x="6692" y="20939"/>
                </a:cubicBezTo>
                <a:close/>
                <a:moveTo>
                  <a:pt x="16194" y="21126"/>
                </a:moveTo>
                <a:cubicBezTo>
                  <a:pt x="15766" y="22304"/>
                  <a:pt x="14749" y="22919"/>
                  <a:pt x="13571" y="23455"/>
                </a:cubicBezTo>
                <a:cubicBezTo>
                  <a:pt x="12982" y="23722"/>
                  <a:pt x="12393" y="24017"/>
                  <a:pt x="11938" y="24445"/>
                </a:cubicBezTo>
                <a:cubicBezTo>
                  <a:pt x="12447" y="23562"/>
                  <a:pt x="13785" y="22919"/>
                  <a:pt x="14534" y="22411"/>
                </a:cubicBezTo>
                <a:cubicBezTo>
                  <a:pt x="15070" y="22063"/>
                  <a:pt x="15739" y="21661"/>
                  <a:pt x="16194" y="21126"/>
                </a:cubicBezTo>
                <a:close/>
                <a:moveTo>
                  <a:pt x="14048" y="0"/>
                </a:moveTo>
                <a:cubicBezTo>
                  <a:pt x="14002" y="0"/>
                  <a:pt x="13958" y="28"/>
                  <a:pt x="13946" y="88"/>
                </a:cubicBezTo>
                <a:cubicBezTo>
                  <a:pt x="13196" y="2390"/>
                  <a:pt x="11751" y="4183"/>
                  <a:pt x="10680" y="6298"/>
                </a:cubicBezTo>
                <a:cubicBezTo>
                  <a:pt x="9610" y="8466"/>
                  <a:pt x="9877" y="10795"/>
                  <a:pt x="10225" y="13096"/>
                </a:cubicBezTo>
                <a:cubicBezTo>
                  <a:pt x="10305" y="13766"/>
                  <a:pt x="10413" y="14435"/>
                  <a:pt x="10520" y="15104"/>
                </a:cubicBezTo>
                <a:cubicBezTo>
                  <a:pt x="10520" y="15131"/>
                  <a:pt x="10520" y="15157"/>
                  <a:pt x="10520" y="15157"/>
                </a:cubicBezTo>
                <a:cubicBezTo>
                  <a:pt x="10520" y="15184"/>
                  <a:pt x="10520" y="15211"/>
                  <a:pt x="10546" y="15211"/>
                </a:cubicBezTo>
                <a:cubicBezTo>
                  <a:pt x="10734" y="16469"/>
                  <a:pt x="10921" y="17727"/>
                  <a:pt x="11082" y="18985"/>
                </a:cubicBezTo>
                <a:cubicBezTo>
                  <a:pt x="10520" y="17700"/>
                  <a:pt x="9502" y="16737"/>
                  <a:pt x="8352" y="15907"/>
                </a:cubicBezTo>
                <a:cubicBezTo>
                  <a:pt x="8352" y="15880"/>
                  <a:pt x="8352" y="15853"/>
                  <a:pt x="8325" y="15853"/>
                </a:cubicBezTo>
                <a:cubicBezTo>
                  <a:pt x="8298" y="15853"/>
                  <a:pt x="8271" y="15827"/>
                  <a:pt x="8271" y="15827"/>
                </a:cubicBezTo>
                <a:cubicBezTo>
                  <a:pt x="7602" y="15345"/>
                  <a:pt x="6906" y="14890"/>
                  <a:pt x="6237" y="14461"/>
                </a:cubicBezTo>
                <a:cubicBezTo>
                  <a:pt x="5829" y="14193"/>
                  <a:pt x="5417" y="14081"/>
                  <a:pt x="5004" y="14081"/>
                </a:cubicBezTo>
                <a:cubicBezTo>
                  <a:pt x="3280" y="14081"/>
                  <a:pt x="1550" y="16040"/>
                  <a:pt x="81" y="16710"/>
                </a:cubicBezTo>
                <a:cubicBezTo>
                  <a:pt x="27" y="16737"/>
                  <a:pt x="1" y="16790"/>
                  <a:pt x="27" y="16844"/>
                </a:cubicBezTo>
                <a:cubicBezTo>
                  <a:pt x="27" y="16870"/>
                  <a:pt x="54" y="16870"/>
                  <a:pt x="54" y="16870"/>
                </a:cubicBezTo>
                <a:cubicBezTo>
                  <a:pt x="54" y="16870"/>
                  <a:pt x="54" y="16897"/>
                  <a:pt x="81" y="16897"/>
                </a:cubicBezTo>
                <a:cubicBezTo>
                  <a:pt x="81" y="16924"/>
                  <a:pt x="108" y="16924"/>
                  <a:pt x="108" y="16924"/>
                </a:cubicBezTo>
                <a:lnTo>
                  <a:pt x="135" y="16924"/>
                </a:lnTo>
                <a:cubicBezTo>
                  <a:pt x="1580" y="16924"/>
                  <a:pt x="2972" y="16656"/>
                  <a:pt x="4390" y="16576"/>
                </a:cubicBezTo>
                <a:lnTo>
                  <a:pt x="5354" y="16576"/>
                </a:lnTo>
                <a:cubicBezTo>
                  <a:pt x="7736" y="16870"/>
                  <a:pt x="8967" y="19413"/>
                  <a:pt x="11242" y="20082"/>
                </a:cubicBezTo>
                <a:cubicBezTo>
                  <a:pt x="11376" y="21367"/>
                  <a:pt x="11483" y="22679"/>
                  <a:pt x="11483" y="23990"/>
                </a:cubicBezTo>
                <a:cubicBezTo>
                  <a:pt x="11483" y="24124"/>
                  <a:pt x="11483" y="24284"/>
                  <a:pt x="11483" y="24445"/>
                </a:cubicBezTo>
                <a:cubicBezTo>
                  <a:pt x="10413" y="22545"/>
                  <a:pt x="7977" y="21715"/>
                  <a:pt x="6799" y="19895"/>
                </a:cubicBezTo>
                <a:cubicBezTo>
                  <a:pt x="6778" y="19863"/>
                  <a:pt x="6740" y="19848"/>
                  <a:pt x="6701" y="19848"/>
                </a:cubicBezTo>
                <a:cubicBezTo>
                  <a:pt x="6640" y="19848"/>
                  <a:pt x="6574" y="19884"/>
                  <a:pt x="6558" y="19948"/>
                </a:cubicBezTo>
                <a:cubicBezTo>
                  <a:pt x="6237" y="21340"/>
                  <a:pt x="6719" y="22411"/>
                  <a:pt x="7897" y="23241"/>
                </a:cubicBezTo>
                <a:cubicBezTo>
                  <a:pt x="8967" y="23990"/>
                  <a:pt x="10386" y="24177"/>
                  <a:pt x="11456" y="24954"/>
                </a:cubicBezTo>
                <a:cubicBezTo>
                  <a:pt x="11349" y="27523"/>
                  <a:pt x="10734" y="30093"/>
                  <a:pt x="10145" y="32609"/>
                </a:cubicBezTo>
                <a:cubicBezTo>
                  <a:pt x="10112" y="32690"/>
                  <a:pt x="10188" y="32751"/>
                  <a:pt x="10265" y="32751"/>
                </a:cubicBezTo>
                <a:cubicBezTo>
                  <a:pt x="10315" y="32751"/>
                  <a:pt x="10365" y="32725"/>
                  <a:pt x="10386" y="32662"/>
                </a:cubicBezTo>
                <a:cubicBezTo>
                  <a:pt x="10760" y="31003"/>
                  <a:pt x="11108" y="29343"/>
                  <a:pt x="11430" y="27684"/>
                </a:cubicBezTo>
                <a:cubicBezTo>
                  <a:pt x="11563" y="26854"/>
                  <a:pt x="11670" y="26024"/>
                  <a:pt x="11697" y="25194"/>
                </a:cubicBezTo>
                <a:cubicBezTo>
                  <a:pt x="12179" y="24017"/>
                  <a:pt x="13839" y="23669"/>
                  <a:pt x="14829" y="23080"/>
                </a:cubicBezTo>
                <a:cubicBezTo>
                  <a:pt x="15899" y="22491"/>
                  <a:pt x="16488" y="21581"/>
                  <a:pt x="16595" y="20377"/>
                </a:cubicBezTo>
                <a:cubicBezTo>
                  <a:pt x="16595" y="20350"/>
                  <a:pt x="16595" y="20350"/>
                  <a:pt x="16595" y="20323"/>
                </a:cubicBezTo>
                <a:cubicBezTo>
                  <a:pt x="16622" y="20270"/>
                  <a:pt x="16569" y="20243"/>
                  <a:pt x="16515" y="20216"/>
                </a:cubicBezTo>
                <a:lnTo>
                  <a:pt x="16462" y="20216"/>
                </a:lnTo>
                <a:cubicBezTo>
                  <a:pt x="16435" y="20216"/>
                  <a:pt x="16435" y="20243"/>
                  <a:pt x="16408" y="20243"/>
                </a:cubicBezTo>
                <a:cubicBezTo>
                  <a:pt x="15043" y="21474"/>
                  <a:pt x="12473" y="21983"/>
                  <a:pt x="11724" y="23722"/>
                </a:cubicBezTo>
                <a:cubicBezTo>
                  <a:pt x="11724" y="22571"/>
                  <a:pt x="11644" y="21447"/>
                  <a:pt x="11510" y="20323"/>
                </a:cubicBezTo>
                <a:cubicBezTo>
                  <a:pt x="11510" y="20189"/>
                  <a:pt x="11483" y="20082"/>
                  <a:pt x="11483" y="19948"/>
                </a:cubicBezTo>
                <a:cubicBezTo>
                  <a:pt x="12072" y="19172"/>
                  <a:pt x="13250" y="18824"/>
                  <a:pt x="14106" y="18450"/>
                </a:cubicBezTo>
                <a:cubicBezTo>
                  <a:pt x="15070" y="18021"/>
                  <a:pt x="16060" y="17593"/>
                  <a:pt x="16809" y="16844"/>
                </a:cubicBezTo>
                <a:cubicBezTo>
                  <a:pt x="18522" y="15157"/>
                  <a:pt x="18790" y="12160"/>
                  <a:pt x="19192" y="9938"/>
                </a:cubicBezTo>
                <a:cubicBezTo>
                  <a:pt x="19210" y="9848"/>
                  <a:pt x="19130" y="9770"/>
                  <a:pt x="19060" y="9770"/>
                </a:cubicBezTo>
                <a:cubicBezTo>
                  <a:pt x="19026" y="9770"/>
                  <a:pt x="18995" y="9788"/>
                  <a:pt x="18978" y="9831"/>
                </a:cubicBezTo>
                <a:cubicBezTo>
                  <a:pt x="18014" y="11758"/>
                  <a:pt x="15846" y="13070"/>
                  <a:pt x="14294" y="14488"/>
                </a:cubicBezTo>
                <a:cubicBezTo>
                  <a:pt x="12982" y="15693"/>
                  <a:pt x="11751" y="17138"/>
                  <a:pt x="11349" y="18851"/>
                </a:cubicBezTo>
                <a:cubicBezTo>
                  <a:pt x="11162" y="17593"/>
                  <a:pt x="10975" y="16335"/>
                  <a:pt x="10760" y="15104"/>
                </a:cubicBezTo>
                <a:cubicBezTo>
                  <a:pt x="11028" y="12534"/>
                  <a:pt x="11911" y="10233"/>
                  <a:pt x="12821" y="7877"/>
                </a:cubicBezTo>
                <a:cubicBezTo>
                  <a:pt x="13758" y="5334"/>
                  <a:pt x="14267" y="2818"/>
                  <a:pt x="14160" y="115"/>
                </a:cubicBezTo>
                <a:cubicBezTo>
                  <a:pt x="14160" y="42"/>
                  <a:pt x="14103" y="0"/>
                  <a:pt x="14048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48" name="Google Shape;1748;p103"/>
          <p:cNvSpPr txBox="1">
            <a:spLocks noGrp="1"/>
          </p:cNvSpPr>
          <p:nvPr>
            <p:ph type="title"/>
          </p:nvPr>
        </p:nvSpPr>
        <p:spPr>
          <a:xfrm>
            <a:off x="2572050" y="539888"/>
            <a:ext cx="3999900" cy="106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7700">
                <a:solidFill>
                  <a:schemeClr val="accen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1749" name="Google Shape;1749;p103"/>
          <p:cNvSpPr txBox="1">
            <a:spLocks noGrp="1"/>
          </p:cNvSpPr>
          <p:nvPr>
            <p:ph type="subTitle" idx="1"/>
          </p:nvPr>
        </p:nvSpPr>
        <p:spPr>
          <a:xfrm>
            <a:off x="2572050" y="1652263"/>
            <a:ext cx="3999900" cy="83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naheim"/>
              <a:buChar char="●"/>
              <a:defRPr sz="16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naheim"/>
              <a:buChar char="○"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naheim"/>
              <a:buChar char="■"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naheim"/>
              <a:buChar char="●"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naheim"/>
              <a:buChar char="○"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naheim"/>
              <a:buChar char="■"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naheim"/>
              <a:buChar char="●"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naheim"/>
              <a:buChar char="○"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naheim"/>
              <a:buChar char="■"/>
              <a:defRPr/>
            </a:lvl9pPr>
          </a:lstStyle>
          <a:p>
            <a:endParaRPr/>
          </a:p>
        </p:txBody>
      </p:sp>
      <p:sp>
        <p:nvSpPr>
          <p:cNvPr id="1750" name="Google Shape;1750;p103"/>
          <p:cNvSpPr txBox="1"/>
          <p:nvPr/>
        </p:nvSpPr>
        <p:spPr>
          <a:xfrm>
            <a:off x="2720550" y="3431613"/>
            <a:ext cx="37029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accent2"/>
                </a:solidFill>
                <a:latin typeface="Manjari"/>
                <a:ea typeface="Manjari"/>
                <a:cs typeface="Manjari"/>
                <a:sym typeface="Manjari"/>
              </a:rPr>
              <a:t>CREDITS: This presentation template was created by </a:t>
            </a:r>
            <a:r>
              <a:rPr lang="en" sz="1200" b="1">
                <a:solidFill>
                  <a:schemeClr val="accent2"/>
                </a:solidFill>
                <a:uFill>
                  <a:noFill/>
                </a:uFill>
                <a:latin typeface="Manjari"/>
                <a:ea typeface="Manjari"/>
                <a:cs typeface="Manjari"/>
                <a:sym typeface="Manjari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200">
                <a:solidFill>
                  <a:schemeClr val="accent2"/>
                </a:solidFill>
                <a:latin typeface="Manjari"/>
                <a:ea typeface="Manjari"/>
                <a:cs typeface="Manjari"/>
                <a:sym typeface="Manjari"/>
              </a:rPr>
              <a:t>, including icons by </a:t>
            </a:r>
            <a:r>
              <a:rPr lang="en" sz="1200" b="1">
                <a:solidFill>
                  <a:schemeClr val="accent2"/>
                </a:solidFill>
                <a:uFill>
                  <a:noFill/>
                </a:uFill>
                <a:latin typeface="Manjari"/>
                <a:ea typeface="Manjari"/>
                <a:cs typeface="Manjari"/>
                <a:sym typeface="Manja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" sz="1200">
                <a:solidFill>
                  <a:schemeClr val="accent2"/>
                </a:solidFill>
                <a:latin typeface="Manjari"/>
                <a:ea typeface="Manjari"/>
                <a:cs typeface="Manjari"/>
                <a:sym typeface="Manjari"/>
              </a:rPr>
              <a:t>, infographics &amp; images by </a:t>
            </a:r>
            <a:r>
              <a:rPr lang="en" sz="1200" b="1">
                <a:solidFill>
                  <a:schemeClr val="accent2"/>
                </a:solidFill>
                <a:uFill>
                  <a:noFill/>
                </a:uFill>
                <a:latin typeface="Manjari"/>
                <a:ea typeface="Manjari"/>
                <a:cs typeface="Manjari"/>
                <a:sym typeface="Manjari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r>
              <a:rPr lang="en" sz="1200">
                <a:solidFill>
                  <a:schemeClr val="accent2"/>
                </a:solidFill>
                <a:latin typeface="Manjari"/>
                <a:ea typeface="Manjari"/>
                <a:cs typeface="Manjari"/>
                <a:sym typeface="Manjari"/>
              </a:rPr>
              <a:t> </a:t>
            </a:r>
            <a:endParaRPr sz="1200">
              <a:solidFill>
                <a:schemeClr val="accent2"/>
              </a:solidFill>
              <a:latin typeface="Manjari"/>
              <a:ea typeface="Manjari"/>
              <a:cs typeface="Manjari"/>
              <a:sym typeface="Manjari"/>
            </a:endParaRPr>
          </a:p>
        </p:txBody>
      </p:sp>
    </p:spTree>
  </p:cSld>
  <p:clrMapOvr>
    <a:masterClrMapping/>
  </p:clrMapOvr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">
    <p:spTree>
      <p:nvGrpSpPr>
        <p:cNvPr id="1" name="Shape 1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2" name="Google Shape;1752;p104"/>
          <p:cNvSpPr/>
          <p:nvPr/>
        </p:nvSpPr>
        <p:spPr>
          <a:xfrm rot="288678" flipH="1">
            <a:off x="-1270417" y="553336"/>
            <a:ext cx="4658411" cy="4765187"/>
          </a:xfrm>
          <a:custGeom>
            <a:avLst/>
            <a:gdLst/>
            <a:ahLst/>
            <a:cxnLst/>
            <a:rect l="l" t="t" r="r" b="b"/>
            <a:pathLst>
              <a:path w="142469" h="136664" extrusionOk="0">
                <a:moveTo>
                  <a:pt x="97052" y="0"/>
                </a:moveTo>
                <a:cubicBezTo>
                  <a:pt x="94985" y="0"/>
                  <a:pt x="92658" y="685"/>
                  <a:pt x="89955" y="2065"/>
                </a:cubicBezTo>
                <a:cubicBezTo>
                  <a:pt x="76197" y="9104"/>
                  <a:pt x="81149" y="14564"/>
                  <a:pt x="82755" y="40634"/>
                </a:cubicBezTo>
                <a:cubicBezTo>
                  <a:pt x="85458" y="83646"/>
                  <a:pt x="12896" y="58112"/>
                  <a:pt x="4519" y="103881"/>
                </a:cubicBezTo>
                <a:cubicBezTo>
                  <a:pt x="0" y="128495"/>
                  <a:pt x="10558" y="136664"/>
                  <a:pt x="39417" y="136664"/>
                </a:cubicBezTo>
                <a:cubicBezTo>
                  <a:pt x="47997" y="136664"/>
                  <a:pt x="58195" y="135942"/>
                  <a:pt x="70095" y="134715"/>
                </a:cubicBezTo>
                <a:cubicBezTo>
                  <a:pt x="122047" y="129389"/>
                  <a:pt x="142469" y="101392"/>
                  <a:pt x="125767" y="56907"/>
                </a:cubicBezTo>
                <a:cubicBezTo>
                  <a:pt x="111706" y="19432"/>
                  <a:pt x="108060" y="0"/>
                  <a:pt x="97052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53" name="Google Shape;1753;p104"/>
          <p:cNvSpPr/>
          <p:nvPr/>
        </p:nvSpPr>
        <p:spPr>
          <a:xfrm>
            <a:off x="1334050" y="1127073"/>
            <a:ext cx="1522302" cy="1342795"/>
          </a:xfrm>
          <a:custGeom>
            <a:avLst/>
            <a:gdLst/>
            <a:ahLst/>
            <a:cxnLst/>
            <a:rect l="l" t="t" r="r" b="b"/>
            <a:pathLst>
              <a:path w="13679" h="12066" extrusionOk="0">
                <a:moveTo>
                  <a:pt x="7541" y="1"/>
                </a:moveTo>
                <a:cubicBezTo>
                  <a:pt x="7109" y="1"/>
                  <a:pt x="6648" y="24"/>
                  <a:pt x="6157" y="68"/>
                </a:cubicBezTo>
                <a:cubicBezTo>
                  <a:pt x="1981" y="443"/>
                  <a:pt x="28" y="3173"/>
                  <a:pt x="1" y="6385"/>
                </a:cubicBezTo>
                <a:cubicBezTo>
                  <a:pt x="598" y="10109"/>
                  <a:pt x="2003" y="12066"/>
                  <a:pt x="5300" y="12066"/>
                </a:cubicBezTo>
                <a:cubicBezTo>
                  <a:pt x="5700" y="12066"/>
                  <a:pt x="6128" y="12037"/>
                  <a:pt x="6585" y="11979"/>
                </a:cubicBezTo>
                <a:cubicBezTo>
                  <a:pt x="10680" y="11470"/>
                  <a:pt x="13678" y="9516"/>
                  <a:pt x="12822" y="4297"/>
                </a:cubicBezTo>
                <a:cubicBezTo>
                  <a:pt x="12326" y="1256"/>
                  <a:pt x="10731" y="1"/>
                  <a:pt x="7541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754" name="Google Shape;1754;p104"/>
          <p:cNvGrpSpPr/>
          <p:nvPr/>
        </p:nvGrpSpPr>
        <p:grpSpPr>
          <a:xfrm>
            <a:off x="5119018" y="713081"/>
            <a:ext cx="2270935" cy="2260334"/>
            <a:chOff x="6762468" y="1386456"/>
            <a:chExt cx="2270935" cy="2260334"/>
          </a:xfrm>
        </p:grpSpPr>
        <p:sp>
          <p:nvSpPr>
            <p:cNvPr id="1755" name="Google Shape;1755;p104"/>
            <p:cNvSpPr/>
            <p:nvPr/>
          </p:nvSpPr>
          <p:spPr>
            <a:xfrm>
              <a:off x="6762468" y="1386456"/>
              <a:ext cx="2270935" cy="2260292"/>
            </a:xfrm>
            <a:custGeom>
              <a:avLst/>
              <a:gdLst/>
              <a:ahLst/>
              <a:cxnLst/>
              <a:rect l="l" t="t" r="r" b="b"/>
              <a:pathLst>
                <a:path w="45663" h="45449" extrusionOk="0">
                  <a:moveTo>
                    <a:pt x="10947" y="4979"/>
                  </a:moveTo>
                  <a:lnTo>
                    <a:pt x="15605" y="7656"/>
                  </a:lnTo>
                  <a:lnTo>
                    <a:pt x="15605" y="13062"/>
                  </a:lnTo>
                  <a:lnTo>
                    <a:pt x="10947" y="15766"/>
                  </a:lnTo>
                  <a:lnTo>
                    <a:pt x="6263" y="13062"/>
                  </a:lnTo>
                  <a:lnTo>
                    <a:pt x="6263" y="7656"/>
                  </a:lnTo>
                  <a:lnTo>
                    <a:pt x="10947" y="4979"/>
                  </a:lnTo>
                  <a:close/>
                  <a:moveTo>
                    <a:pt x="20449" y="4979"/>
                  </a:moveTo>
                  <a:lnTo>
                    <a:pt x="25133" y="7656"/>
                  </a:lnTo>
                  <a:lnTo>
                    <a:pt x="25133" y="13062"/>
                  </a:lnTo>
                  <a:lnTo>
                    <a:pt x="20449" y="15766"/>
                  </a:lnTo>
                  <a:lnTo>
                    <a:pt x="15792" y="13062"/>
                  </a:lnTo>
                  <a:lnTo>
                    <a:pt x="15792" y="7656"/>
                  </a:lnTo>
                  <a:lnTo>
                    <a:pt x="20449" y="4979"/>
                  </a:lnTo>
                  <a:close/>
                  <a:moveTo>
                    <a:pt x="29978" y="4979"/>
                  </a:moveTo>
                  <a:lnTo>
                    <a:pt x="34635" y="7656"/>
                  </a:lnTo>
                  <a:lnTo>
                    <a:pt x="34635" y="13062"/>
                  </a:lnTo>
                  <a:lnTo>
                    <a:pt x="29978" y="15766"/>
                  </a:lnTo>
                  <a:lnTo>
                    <a:pt x="25294" y="13062"/>
                  </a:lnTo>
                  <a:lnTo>
                    <a:pt x="25294" y="7656"/>
                  </a:lnTo>
                  <a:lnTo>
                    <a:pt x="29978" y="4979"/>
                  </a:lnTo>
                  <a:close/>
                  <a:moveTo>
                    <a:pt x="6183" y="13196"/>
                  </a:moveTo>
                  <a:lnTo>
                    <a:pt x="10867" y="15899"/>
                  </a:lnTo>
                  <a:lnTo>
                    <a:pt x="10867" y="21306"/>
                  </a:lnTo>
                  <a:lnTo>
                    <a:pt x="6183" y="23983"/>
                  </a:lnTo>
                  <a:lnTo>
                    <a:pt x="1526" y="21306"/>
                  </a:lnTo>
                  <a:lnTo>
                    <a:pt x="1526" y="15899"/>
                  </a:lnTo>
                  <a:lnTo>
                    <a:pt x="6183" y="13196"/>
                  </a:lnTo>
                  <a:close/>
                  <a:moveTo>
                    <a:pt x="15712" y="13196"/>
                  </a:moveTo>
                  <a:lnTo>
                    <a:pt x="20369" y="15899"/>
                  </a:lnTo>
                  <a:lnTo>
                    <a:pt x="20369" y="21306"/>
                  </a:lnTo>
                  <a:lnTo>
                    <a:pt x="15712" y="23983"/>
                  </a:lnTo>
                  <a:lnTo>
                    <a:pt x="11028" y="21306"/>
                  </a:lnTo>
                  <a:lnTo>
                    <a:pt x="11028" y="15899"/>
                  </a:lnTo>
                  <a:lnTo>
                    <a:pt x="15712" y="13196"/>
                  </a:lnTo>
                  <a:close/>
                  <a:moveTo>
                    <a:pt x="25213" y="13196"/>
                  </a:moveTo>
                  <a:lnTo>
                    <a:pt x="29871" y="15899"/>
                  </a:lnTo>
                  <a:lnTo>
                    <a:pt x="29871" y="21306"/>
                  </a:lnTo>
                  <a:lnTo>
                    <a:pt x="25213" y="23983"/>
                  </a:lnTo>
                  <a:lnTo>
                    <a:pt x="20529" y="21306"/>
                  </a:lnTo>
                  <a:lnTo>
                    <a:pt x="20529" y="15899"/>
                  </a:lnTo>
                  <a:lnTo>
                    <a:pt x="25213" y="13196"/>
                  </a:lnTo>
                  <a:close/>
                  <a:moveTo>
                    <a:pt x="34715" y="13196"/>
                  </a:moveTo>
                  <a:lnTo>
                    <a:pt x="39399" y="15899"/>
                  </a:lnTo>
                  <a:lnTo>
                    <a:pt x="39399" y="21306"/>
                  </a:lnTo>
                  <a:lnTo>
                    <a:pt x="34715" y="23983"/>
                  </a:lnTo>
                  <a:lnTo>
                    <a:pt x="30058" y="21306"/>
                  </a:lnTo>
                  <a:lnTo>
                    <a:pt x="30058" y="15899"/>
                  </a:lnTo>
                  <a:lnTo>
                    <a:pt x="34715" y="13196"/>
                  </a:lnTo>
                  <a:close/>
                  <a:moveTo>
                    <a:pt x="10947" y="21440"/>
                  </a:moveTo>
                  <a:lnTo>
                    <a:pt x="15605" y="24143"/>
                  </a:lnTo>
                  <a:lnTo>
                    <a:pt x="15605" y="29523"/>
                  </a:lnTo>
                  <a:lnTo>
                    <a:pt x="10947" y="32226"/>
                  </a:lnTo>
                  <a:lnTo>
                    <a:pt x="6263" y="29523"/>
                  </a:lnTo>
                  <a:lnTo>
                    <a:pt x="6263" y="24143"/>
                  </a:lnTo>
                  <a:lnTo>
                    <a:pt x="10947" y="21440"/>
                  </a:lnTo>
                  <a:close/>
                  <a:moveTo>
                    <a:pt x="20449" y="21440"/>
                  </a:moveTo>
                  <a:lnTo>
                    <a:pt x="25133" y="24143"/>
                  </a:lnTo>
                  <a:lnTo>
                    <a:pt x="25133" y="29523"/>
                  </a:lnTo>
                  <a:lnTo>
                    <a:pt x="20449" y="32226"/>
                  </a:lnTo>
                  <a:lnTo>
                    <a:pt x="15792" y="29523"/>
                  </a:lnTo>
                  <a:lnTo>
                    <a:pt x="15792" y="24143"/>
                  </a:lnTo>
                  <a:lnTo>
                    <a:pt x="20449" y="21440"/>
                  </a:lnTo>
                  <a:close/>
                  <a:moveTo>
                    <a:pt x="29978" y="21440"/>
                  </a:moveTo>
                  <a:lnTo>
                    <a:pt x="34635" y="24143"/>
                  </a:lnTo>
                  <a:lnTo>
                    <a:pt x="34635" y="29523"/>
                  </a:lnTo>
                  <a:lnTo>
                    <a:pt x="29978" y="32226"/>
                  </a:lnTo>
                  <a:lnTo>
                    <a:pt x="25294" y="29523"/>
                  </a:lnTo>
                  <a:lnTo>
                    <a:pt x="25294" y="24143"/>
                  </a:lnTo>
                  <a:lnTo>
                    <a:pt x="29978" y="21440"/>
                  </a:lnTo>
                  <a:close/>
                  <a:moveTo>
                    <a:pt x="39480" y="21440"/>
                  </a:moveTo>
                  <a:lnTo>
                    <a:pt x="44137" y="24143"/>
                  </a:lnTo>
                  <a:lnTo>
                    <a:pt x="44137" y="29523"/>
                  </a:lnTo>
                  <a:lnTo>
                    <a:pt x="39480" y="32226"/>
                  </a:lnTo>
                  <a:lnTo>
                    <a:pt x="34796" y="29523"/>
                  </a:lnTo>
                  <a:lnTo>
                    <a:pt x="34796" y="24143"/>
                  </a:lnTo>
                  <a:lnTo>
                    <a:pt x="39480" y="21440"/>
                  </a:lnTo>
                  <a:close/>
                  <a:moveTo>
                    <a:pt x="15712" y="29684"/>
                  </a:moveTo>
                  <a:lnTo>
                    <a:pt x="20369" y="32387"/>
                  </a:lnTo>
                  <a:lnTo>
                    <a:pt x="20369" y="37767"/>
                  </a:lnTo>
                  <a:lnTo>
                    <a:pt x="15712" y="40470"/>
                  </a:lnTo>
                  <a:lnTo>
                    <a:pt x="11028" y="37767"/>
                  </a:lnTo>
                  <a:lnTo>
                    <a:pt x="11028" y="32387"/>
                  </a:lnTo>
                  <a:lnTo>
                    <a:pt x="15712" y="29684"/>
                  </a:lnTo>
                  <a:close/>
                  <a:moveTo>
                    <a:pt x="25213" y="29684"/>
                  </a:moveTo>
                  <a:lnTo>
                    <a:pt x="29871" y="32387"/>
                  </a:lnTo>
                  <a:lnTo>
                    <a:pt x="29871" y="37767"/>
                  </a:lnTo>
                  <a:lnTo>
                    <a:pt x="25213" y="40470"/>
                  </a:lnTo>
                  <a:lnTo>
                    <a:pt x="20529" y="37767"/>
                  </a:lnTo>
                  <a:lnTo>
                    <a:pt x="20529" y="32387"/>
                  </a:lnTo>
                  <a:lnTo>
                    <a:pt x="25213" y="29684"/>
                  </a:lnTo>
                  <a:close/>
                  <a:moveTo>
                    <a:pt x="34715" y="29684"/>
                  </a:moveTo>
                  <a:lnTo>
                    <a:pt x="39399" y="32387"/>
                  </a:lnTo>
                  <a:lnTo>
                    <a:pt x="39399" y="37767"/>
                  </a:lnTo>
                  <a:lnTo>
                    <a:pt x="34715" y="40470"/>
                  </a:lnTo>
                  <a:lnTo>
                    <a:pt x="30058" y="37767"/>
                  </a:lnTo>
                  <a:lnTo>
                    <a:pt x="30058" y="32387"/>
                  </a:lnTo>
                  <a:lnTo>
                    <a:pt x="34715" y="29684"/>
                  </a:lnTo>
                  <a:close/>
                  <a:moveTo>
                    <a:pt x="20369" y="1"/>
                  </a:moveTo>
                  <a:lnTo>
                    <a:pt x="20369" y="4818"/>
                  </a:lnTo>
                  <a:lnTo>
                    <a:pt x="15712" y="7522"/>
                  </a:lnTo>
                  <a:lnTo>
                    <a:pt x="11028" y="4818"/>
                  </a:lnTo>
                  <a:lnTo>
                    <a:pt x="11028" y="3159"/>
                  </a:lnTo>
                  <a:cubicBezTo>
                    <a:pt x="10974" y="3186"/>
                    <a:pt x="10921" y="3239"/>
                    <a:pt x="10867" y="3266"/>
                  </a:cubicBezTo>
                  <a:lnTo>
                    <a:pt x="10867" y="4818"/>
                  </a:lnTo>
                  <a:lnTo>
                    <a:pt x="6183" y="7522"/>
                  </a:lnTo>
                  <a:lnTo>
                    <a:pt x="5915" y="7361"/>
                  </a:lnTo>
                  <a:cubicBezTo>
                    <a:pt x="5889" y="7415"/>
                    <a:pt x="5835" y="7442"/>
                    <a:pt x="5808" y="7495"/>
                  </a:cubicBezTo>
                  <a:lnTo>
                    <a:pt x="6103" y="7656"/>
                  </a:lnTo>
                  <a:lnTo>
                    <a:pt x="6103" y="13062"/>
                  </a:lnTo>
                  <a:lnTo>
                    <a:pt x="1419" y="15766"/>
                  </a:lnTo>
                  <a:lnTo>
                    <a:pt x="1124" y="15578"/>
                  </a:lnTo>
                  <a:cubicBezTo>
                    <a:pt x="1124" y="15632"/>
                    <a:pt x="1098" y="15685"/>
                    <a:pt x="1071" y="15739"/>
                  </a:cubicBezTo>
                  <a:lnTo>
                    <a:pt x="1338" y="15899"/>
                  </a:lnTo>
                  <a:lnTo>
                    <a:pt x="1338" y="21306"/>
                  </a:lnTo>
                  <a:lnTo>
                    <a:pt x="0" y="22082"/>
                  </a:lnTo>
                  <a:cubicBezTo>
                    <a:pt x="0" y="22136"/>
                    <a:pt x="0" y="22216"/>
                    <a:pt x="0" y="22270"/>
                  </a:cubicBezTo>
                  <a:lnTo>
                    <a:pt x="1419" y="21440"/>
                  </a:lnTo>
                  <a:lnTo>
                    <a:pt x="6103" y="24143"/>
                  </a:lnTo>
                  <a:lnTo>
                    <a:pt x="6103" y="29523"/>
                  </a:lnTo>
                  <a:lnTo>
                    <a:pt x="1927" y="31932"/>
                  </a:lnTo>
                  <a:cubicBezTo>
                    <a:pt x="1954" y="31986"/>
                    <a:pt x="1981" y="32039"/>
                    <a:pt x="2008" y="32093"/>
                  </a:cubicBezTo>
                  <a:lnTo>
                    <a:pt x="6183" y="29684"/>
                  </a:lnTo>
                  <a:lnTo>
                    <a:pt x="10867" y="32387"/>
                  </a:lnTo>
                  <a:lnTo>
                    <a:pt x="10867" y="37767"/>
                  </a:lnTo>
                  <a:lnTo>
                    <a:pt x="7548" y="39694"/>
                  </a:lnTo>
                  <a:cubicBezTo>
                    <a:pt x="7575" y="39721"/>
                    <a:pt x="7628" y="39774"/>
                    <a:pt x="7682" y="39801"/>
                  </a:cubicBezTo>
                  <a:lnTo>
                    <a:pt x="10947" y="37928"/>
                  </a:lnTo>
                  <a:lnTo>
                    <a:pt x="15605" y="40631"/>
                  </a:lnTo>
                  <a:lnTo>
                    <a:pt x="15605" y="44405"/>
                  </a:lnTo>
                  <a:cubicBezTo>
                    <a:pt x="15658" y="44405"/>
                    <a:pt x="15738" y="44432"/>
                    <a:pt x="15792" y="44458"/>
                  </a:cubicBezTo>
                  <a:lnTo>
                    <a:pt x="15792" y="40631"/>
                  </a:lnTo>
                  <a:lnTo>
                    <a:pt x="20449" y="37928"/>
                  </a:lnTo>
                  <a:lnTo>
                    <a:pt x="25133" y="40631"/>
                  </a:lnTo>
                  <a:lnTo>
                    <a:pt x="25133" y="45449"/>
                  </a:lnTo>
                  <a:cubicBezTo>
                    <a:pt x="25187" y="45449"/>
                    <a:pt x="25240" y="45449"/>
                    <a:pt x="25294" y="45422"/>
                  </a:cubicBezTo>
                  <a:lnTo>
                    <a:pt x="25294" y="40631"/>
                  </a:lnTo>
                  <a:lnTo>
                    <a:pt x="29978" y="37928"/>
                  </a:lnTo>
                  <a:lnTo>
                    <a:pt x="34635" y="40631"/>
                  </a:lnTo>
                  <a:lnTo>
                    <a:pt x="34635" y="42290"/>
                  </a:lnTo>
                  <a:cubicBezTo>
                    <a:pt x="34688" y="42237"/>
                    <a:pt x="34742" y="42210"/>
                    <a:pt x="34796" y="42183"/>
                  </a:cubicBezTo>
                  <a:lnTo>
                    <a:pt x="34796" y="40631"/>
                  </a:lnTo>
                  <a:lnTo>
                    <a:pt x="39480" y="37928"/>
                  </a:lnTo>
                  <a:lnTo>
                    <a:pt x="39747" y="38088"/>
                  </a:lnTo>
                  <a:cubicBezTo>
                    <a:pt x="39774" y="38035"/>
                    <a:pt x="39827" y="37981"/>
                    <a:pt x="39854" y="37954"/>
                  </a:cubicBezTo>
                  <a:lnTo>
                    <a:pt x="39560" y="37767"/>
                  </a:lnTo>
                  <a:lnTo>
                    <a:pt x="39560" y="32387"/>
                  </a:lnTo>
                  <a:lnTo>
                    <a:pt x="44244" y="29684"/>
                  </a:lnTo>
                  <a:lnTo>
                    <a:pt x="44538" y="29871"/>
                  </a:lnTo>
                  <a:cubicBezTo>
                    <a:pt x="44565" y="29791"/>
                    <a:pt x="44565" y="29737"/>
                    <a:pt x="44592" y="29684"/>
                  </a:cubicBezTo>
                  <a:lnTo>
                    <a:pt x="44324" y="29523"/>
                  </a:lnTo>
                  <a:lnTo>
                    <a:pt x="44324" y="24143"/>
                  </a:lnTo>
                  <a:lnTo>
                    <a:pt x="45662" y="23367"/>
                  </a:lnTo>
                  <a:cubicBezTo>
                    <a:pt x="45662" y="23314"/>
                    <a:pt x="45662" y="23233"/>
                    <a:pt x="45662" y="23153"/>
                  </a:cubicBezTo>
                  <a:lnTo>
                    <a:pt x="44244" y="23983"/>
                  </a:lnTo>
                  <a:lnTo>
                    <a:pt x="39560" y="21306"/>
                  </a:lnTo>
                  <a:lnTo>
                    <a:pt x="39560" y="15899"/>
                  </a:lnTo>
                  <a:lnTo>
                    <a:pt x="43735" y="13491"/>
                  </a:lnTo>
                  <a:cubicBezTo>
                    <a:pt x="43709" y="13437"/>
                    <a:pt x="43682" y="13383"/>
                    <a:pt x="43655" y="13330"/>
                  </a:cubicBezTo>
                  <a:lnTo>
                    <a:pt x="39480" y="15766"/>
                  </a:lnTo>
                  <a:lnTo>
                    <a:pt x="34796" y="13062"/>
                  </a:lnTo>
                  <a:lnTo>
                    <a:pt x="34796" y="7656"/>
                  </a:lnTo>
                  <a:lnTo>
                    <a:pt x="38114" y="5755"/>
                  </a:lnTo>
                  <a:cubicBezTo>
                    <a:pt x="38088" y="5702"/>
                    <a:pt x="38034" y="5675"/>
                    <a:pt x="37981" y="5621"/>
                  </a:cubicBezTo>
                  <a:lnTo>
                    <a:pt x="34715" y="7522"/>
                  </a:lnTo>
                  <a:lnTo>
                    <a:pt x="30058" y="4818"/>
                  </a:lnTo>
                  <a:lnTo>
                    <a:pt x="30058" y="1045"/>
                  </a:lnTo>
                  <a:cubicBezTo>
                    <a:pt x="30004" y="1018"/>
                    <a:pt x="29951" y="1018"/>
                    <a:pt x="29871" y="991"/>
                  </a:cubicBezTo>
                  <a:lnTo>
                    <a:pt x="29871" y="4818"/>
                  </a:lnTo>
                  <a:lnTo>
                    <a:pt x="25213" y="7522"/>
                  </a:lnTo>
                  <a:lnTo>
                    <a:pt x="20529" y="4818"/>
                  </a:lnTo>
                  <a:lnTo>
                    <a:pt x="2052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6" name="Google Shape;1756;p104"/>
            <p:cNvSpPr/>
            <p:nvPr/>
          </p:nvSpPr>
          <p:spPr>
            <a:xfrm>
              <a:off x="7236329" y="1587480"/>
              <a:ext cx="12035" cy="9350"/>
            </a:xfrm>
            <a:custGeom>
              <a:avLst/>
              <a:gdLst/>
              <a:ahLst/>
              <a:cxnLst/>
              <a:rect l="l" t="t" r="r" b="b"/>
              <a:pathLst>
                <a:path w="242" h="188" extrusionOk="0">
                  <a:moveTo>
                    <a:pt x="161" y="0"/>
                  </a:moveTo>
                  <a:cubicBezTo>
                    <a:pt x="108" y="27"/>
                    <a:pt x="54" y="81"/>
                    <a:pt x="1" y="107"/>
                  </a:cubicBezTo>
                  <a:lnTo>
                    <a:pt x="161" y="188"/>
                  </a:lnTo>
                  <a:lnTo>
                    <a:pt x="242" y="54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7" name="Google Shape;1757;p104"/>
            <p:cNvSpPr/>
            <p:nvPr/>
          </p:nvSpPr>
          <p:spPr>
            <a:xfrm>
              <a:off x="7364144" y="1394464"/>
              <a:ext cx="356781" cy="300882"/>
            </a:xfrm>
            <a:custGeom>
              <a:avLst/>
              <a:gdLst/>
              <a:ahLst/>
              <a:cxnLst/>
              <a:rect l="l" t="t" r="r" b="b"/>
              <a:pathLst>
                <a:path w="7174" h="6050" extrusionOk="0">
                  <a:moveTo>
                    <a:pt x="7173" y="0"/>
                  </a:moveTo>
                  <a:lnTo>
                    <a:pt x="7173" y="0"/>
                  </a:lnTo>
                  <a:cubicBezTo>
                    <a:pt x="7013" y="27"/>
                    <a:pt x="6852" y="54"/>
                    <a:pt x="6692" y="81"/>
                  </a:cubicBezTo>
                  <a:lnTo>
                    <a:pt x="3667" y="1794"/>
                  </a:lnTo>
                  <a:lnTo>
                    <a:pt x="3667" y="830"/>
                  </a:lnTo>
                  <a:cubicBezTo>
                    <a:pt x="3614" y="857"/>
                    <a:pt x="3560" y="857"/>
                    <a:pt x="3507" y="884"/>
                  </a:cubicBezTo>
                  <a:lnTo>
                    <a:pt x="3507" y="1794"/>
                  </a:lnTo>
                  <a:lnTo>
                    <a:pt x="2516" y="1231"/>
                  </a:lnTo>
                  <a:cubicBezTo>
                    <a:pt x="2463" y="1258"/>
                    <a:pt x="2382" y="1285"/>
                    <a:pt x="2329" y="1312"/>
                  </a:cubicBezTo>
                  <a:lnTo>
                    <a:pt x="3426" y="1954"/>
                  </a:lnTo>
                  <a:lnTo>
                    <a:pt x="0" y="3935"/>
                  </a:lnTo>
                  <a:lnTo>
                    <a:pt x="81" y="4069"/>
                  </a:lnTo>
                  <a:lnTo>
                    <a:pt x="3507" y="2115"/>
                  </a:lnTo>
                  <a:lnTo>
                    <a:pt x="3507" y="6049"/>
                  </a:lnTo>
                  <a:lnTo>
                    <a:pt x="3667" y="6049"/>
                  </a:lnTo>
                  <a:lnTo>
                    <a:pt x="3667" y="2115"/>
                  </a:lnTo>
                  <a:lnTo>
                    <a:pt x="7093" y="4069"/>
                  </a:lnTo>
                  <a:lnTo>
                    <a:pt x="7173" y="3935"/>
                  </a:lnTo>
                  <a:lnTo>
                    <a:pt x="3774" y="1954"/>
                  </a:lnTo>
                  <a:lnTo>
                    <a:pt x="717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8" name="Google Shape;1758;p104"/>
            <p:cNvSpPr/>
            <p:nvPr/>
          </p:nvSpPr>
          <p:spPr>
            <a:xfrm>
              <a:off x="7836713" y="1386456"/>
              <a:ext cx="358124" cy="308889"/>
            </a:xfrm>
            <a:custGeom>
              <a:avLst/>
              <a:gdLst/>
              <a:ahLst/>
              <a:cxnLst/>
              <a:rect l="l" t="t" r="r" b="b"/>
              <a:pathLst>
                <a:path w="7201" h="6211" extrusionOk="0">
                  <a:moveTo>
                    <a:pt x="107" y="1"/>
                  </a:moveTo>
                  <a:lnTo>
                    <a:pt x="0" y="134"/>
                  </a:lnTo>
                  <a:lnTo>
                    <a:pt x="3426" y="2115"/>
                  </a:lnTo>
                  <a:lnTo>
                    <a:pt x="0" y="4096"/>
                  </a:lnTo>
                  <a:lnTo>
                    <a:pt x="107" y="4230"/>
                  </a:lnTo>
                  <a:lnTo>
                    <a:pt x="3506" y="2276"/>
                  </a:lnTo>
                  <a:lnTo>
                    <a:pt x="3506" y="6210"/>
                  </a:lnTo>
                  <a:lnTo>
                    <a:pt x="3694" y="6210"/>
                  </a:lnTo>
                  <a:lnTo>
                    <a:pt x="3694" y="2276"/>
                  </a:lnTo>
                  <a:lnTo>
                    <a:pt x="7093" y="4230"/>
                  </a:lnTo>
                  <a:lnTo>
                    <a:pt x="7200" y="4096"/>
                  </a:lnTo>
                  <a:lnTo>
                    <a:pt x="3774" y="2115"/>
                  </a:lnTo>
                  <a:lnTo>
                    <a:pt x="6558" y="509"/>
                  </a:lnTo>
                  <a:cubicBezTo>
                    <a:pt x="6477" y="482"/>
                    <a:pt x="6397" y="456"/>
                    <a:pt x="6317" y="456"/>
                  </a:cubicBezTo>
                  <a:lnTo>
                    <a:pt x="3694" y="1955"/>
                  </a:lnTo>
                  <a:lnTo>
                    <a:pt x="3694" y="1"/>
                  </a:lnTo>
                  <a:lnTo>
                    <a:pt x="3506" y="1"/>
                  </a:lnTo>
                  <a:lnTo>
                    <a:pt x="3506" y="1955"/>
                  </a:lnTo>
                  <a:lnTo>
                    <a:pt x="10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9" name="Google Shape;1759;p104"/>
            <p:cNvSpPr/>
            <p:nvPr/>
          </p:nvSpPr>
          <p:spPr>
            <a:xfrm>
              <a:off x="8310574" y="1516908"/>
              <a:ext cx="135819" cy="79920"/>
            </a:xfrm>
            <a:custGeom>
              <a:avLst/>
              <a:gdLst/>
              <a:ahLst/>
              <a:cxnLst/>
              <a:rect l="l" t="t" r="r" b="b"/>
              <a:pathLst>
                <a:path w="2731" h="1607" extrusionOk="0">
                  <a:moveTo>
                    <a:pt x="2543" y="1"/>
                  </a:moveTo>
                  <a:lnTo>
                    <a:pt x="1" y="1473"/>
                  </a:lnTo>
                  <a:lnTo>
                    <a:pt x="81" y="1607"/>
                  </a:lnTo>
                  <a:lnTo>
                    <a:pt x="2731" y="81"/>
                  </a:lnTo>
                  <a:cubicBezTo>
                    <a:pt x="2677" y="54"/>
                    <a:pt x="2597" y="27"/>
                    <a:pt x="254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0" name="Google Shape;1760;p104"/>
            <p:cNvSpPr/>
            <p:nvPr/>
          </p:nvSpPr>
          <p:spPr>
            <a:xfrm>
              <a:off x="8484940" y="1543565"/>
              <a:ext cx="8057" cy="151784"/>
            </a:xfrm>
            <a:custGeom>
              <a:avLst/>
              <a:gdLst/>
              <a:ahLst/>
              <a:cxnLst/>
              <a:rect l="l" t="t" r="r" b="b"/>
              <a:pathLst>
                <a:path w="162" h="3052" extrusionOk="0">
                  <a:moveTo>
                    <a:pt x="1" y="0"/>
                  </a:moveTo>
                  <a:lnTo>
                    <a:pt x="1" y="3051"/>
                  </a:lnTo>
                  <a:lnTo>
                    <a:pt x="162" y="3051"/>
                  </a:lnTo>
                  <a:lnTo>
                    <a:pt x="162" y="107"/>
                  </a:lnTo>
                  <a:cubicBezTo>
                    <a:pt x="108" y="54"/>
                    <a:pt x="54" y="27"/>
                    <a:pt x="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1" name="Google Shape;1761;p104"/>
            <p:cNvSpPr/>
            <p:nvPr/>
          </p:nvSpPr>
          <p:spPr>
            <a:xfrm>
              <a:off x="6838311" y="2099984"/>
              <a:ext cx="2735" cy="5371"/>
            </a:xfrm>
            <a:custGeom>
              <a:avLst/>
              <a:gdLst/>
              <a:ahLst/>
              <a:cxnLst/>
              <a:rect l="l" t="t" r="r" b="b"/>
              <a:pathLst>
                <a:path w="55" h="108" extrusionOk="0">
                  <a:moveTo>
                    <a:pt x="54" y="0"/>
                  </a:moveTo>
                  <a:cubicBezTo>
                    <a:pt x="28" y="27"/>
                    <a:pt x="28" y="54"/>
                    <a:pt x="1" y="107"/>
                  </a:cubicBezTo>
                  <a:lnTo>
                    <a:pt x="54" y="107"/>
                  </a:lnTo>
                  <a:lnTo>
                    <a:pt x="5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2" name="Google Shape;1762;p104"/>
            <p:cNvSpPr/>
            <p:nvPr/>
          </p:nvSpPr>
          <p:spPr>
            <a:xfrm>
              <a:off x="7012727" y="1801781"/>
              <a:ext cx="2686" cy="2735"/>
            </a:xfrm>
            <a:custGeom>
              <a:avLst/>
              <a:gdLst/>
              <a:ahLst/>
              <a:cxnLst/>
              <a:rect l="l" t="t" r="r" b="b"/>
              <a:pathLst>
                <a:path w="54" h="55" extrusionOk="0">
                  <a:moveTo>
                    <a:pt x="54" y="1"/>
                  </a:moveTo>
                  <a:cubicBezTo>
                    <a:pt x="27" y="27"/>
                    <a:pt x="27" y="27"/>
                    <a:pt x="0" y="54"/>
                  </a:cubicBezTo>
                  <a:lnTo>
                    <a:pt x="54" y="27"/>
                  </a:lnTo>
                  <a:lnTo>
                    <a:pt x="5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3" name="Google Shape;1763;p104"/>
            <p:cNvSpPr/>
            <p:nvPr/>
          </p:nvSpPr>
          <p:spPr>
            <a:xfrm>
              <a:off x="6912862" y="1942876"/>
              <a:ext cx="102548" cy="63956"/>
            </a:xfrm>
            <a:custGeom>
              <a:avLst/>
              <a:gdLst/>
              <a:ahLst/>
              <a:cxnLst/>
              <a:rect l="l" t="t" r="r" b="b"/>
              <a:pathLst>
                <a:path w="2062" h="1286" extrusionOk="0">
                  <a:moveTo>
                    <a:pt x="81" y="1"/>
                  </a:moveTo>
                  <a:cubicBezTo>
                    <a:pt x="54" y="54"/>
                    <a:pt x="27" y="108"/>
                    <a:pt x="1" y="135"/>
                  </a:cubicBezTo>
                  <a:lnTo>
                    <a:pt x="1981" y="1285"/>
                  </a:lnTo>
                  <a:lnTo>
                    <a:pt x="2062" y="1125"/>
                  </a:ln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4" name="Google Shape;1764;p104"/>
            <p:cNvSpPr/>
            <p:nvPr/>
          </p:nvSpPr>
          <p:spPr>
            <a:xfrm>
              <a:off x="7131192" y="1696645"/>
              <a:ext cx="356781" cy="408702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217"/>
                  </a:lnTo>
                  <a:lnTo>
                    <a:pt x="3667" y="8217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5" name="Google Shape;1765;p104"/>
            <p:cNvSpPr/>
            <p:nvPr/>
          </p:nvSpPr>
          <p:spPr>
            <a:xfrm>
              <a:off x="7603761" y="1696645"/>
              <a:ext cx="358124" cy="40735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80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0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41"/>
                  </a:lnTo>
                  <a:lnTo>
                    <a:pt x="7093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6" name="Google Shape;1766;p104"/>
            <p:cNvSpPr/>
            <p:nvPr/>
          </p:nvSpPr>
          <p:spPr>
            <a:xfrm>
              <a:off x="8077622" y="1696645"/>
              <a:ext cx="356781" cy="40735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480" y="3961"/>
                  </a:lnTo>
                  <a:lnTo>
                    <a:pt x="81" y="1981"/>
                  </a:lnTo>
                  <a:lnTo>
                    <a:pt x="1" y="2141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36"/>
                  </a:lnTo>
                  <a:lnTo>
                    <a:pt x="3480" y="4256"/>
                  </a:lnTo>
                  <a:lnTo>
                    <a:pt x="3480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7" name="Google Shape;1767;p104"/>
            <p:cNvSpPr/>
            <p:nvPr/>
          </p:nvSpPr>
          <p:spPr>
            <a:xfrm>
              <a:off x="8550190" y="1736581"/>
              <a:ext cx="356781" cy="367424"/>
            </a:xfrm>
            <a:custGeom>
              <a:avLst/>
              <a:gdLst/>
              <a:ahLst/>
              <a:cxnLst/>
              <a:rect l="l" t="t" r="r" b="b"/>
              <a:pathLst>
                <a:path w="7174" h="7388" extrusionOk="0">
                  <a:moveTo>
                    <a:pt x="3507" y="0"/>
                  </a:moveTo>
                  <a:lnTo>
                    <a:pt x="3507" y="3158"/>
                  </a:lnTo>
                  <a:lnTo>
                    <a:pt x="81" y="1178"/>
                  </a:lnTo>
                  <a:lnTo>
                    <a:pt x="0" y="1312"/>
                  </a:lnTo>
                  <a:lnTo>
                    <a:pt x="3426" y="3292"/>
                  </a:lnTo>
                  <a:lnTo>
                    <a:pt x="0" y="5273"/>
                  </a:lnTo>
                  <a:lnTo>
                    <a:pt x="81" y="5433"/>
                  </a:lnTo>
                  <a:lnTo>
                    <a:pt x="3507" y="3453"/>
                  </a:lnTo>
                  <a:lnTo>
                    <a:pt x="3507" y="7387"/>
                  </a:lnTo>
                  <a:lnTo>
                    <a:pt x="3667" y="7387"/>
                  </a:lnTo>
                  <a:lnTo>
                    <a:pt x="3667" y="3453"/>
                  </a:lnTo>
                  <a:lnTo>
                    <a:pt x="7093" y="5407"/>
                  </a:lnTo>
                  <a:lnTo>
                    <a:pt x="7174" y="5273"/>
                  </a:lnTo>
                  <a:lnTo>
                    <a:pt x="3748" y="3292"/>
                  </a:lnTo>
                  <a:lnTo>
                    <a:pt x="5434" y="2329"/>
                  </a:lnTo>
                  <a:cubicBezTo>
                    <a:pt x="5380" y="2302"/>
                    <a:pt x="5354" y="2248"/>
                    <a:pt x="5327" y="2195"/>
                  </a:cubicBezTo>
                  <a:lnTo>
                    <a:pt x="3667" y="3158"/>
                  </a:lnTo>
                  <a:lnTo>
                    <a:pt x="3667" y="187"/>
                  </a:lnTo>
                  <a:cubicBezTo>
                    <a:pt x="3614" y="134"/>
                    <a:pt x="3560" y="80"/>
                    <a:pt x="350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8" name="Google Shape;1768;p104"/>
            <p:cNvSpPr/>
            <p:nvPr/>
          </p:nvSpPr>
          <p:spPr>
            <a:xfrm>
              <a:off x="6891576" y="2115948"/>
              <a:ext cx="356781" cy="40735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9" name="Google Shape;1769;p104"/>
            <p:cNvSpPr/>
            <p:nvPr/>
          </p:nvSpPr>
          <p:spPr>
            <a:xfrm>
              <a:off x="7364144" y="2115948"/>
              <a:ext cx="356781" cy="40735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3" y="6049"/>
                  </a:lnTo>
                  <a:lnTo>
                    <a:pt x="3774" y="4095"/>
                  </a:lnTo>
                  <a:lnTo>
                    <a:pt x="7173" y="2115"/>
                  </a:lnTo>
                  <a:lnTo>
                    <a:pt x="7093" y="1954"/>
                  </a:lnTo>
                  <a:lnTo>
                    <a:pt x="3667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0" name="Google Shape;1770;p104"/>
            <p:cNvSpPr/>
            <p:nvPr/>
          </p:nvSpPr>
          <p:spPr>
            <a:xfrm>
              <a:off x="7836713" y="2115948"/>
              <a:ext cx="358124" cy="40735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35"/>
                  </a:lnTo>
                  <a:lnTo>
                    <a:pt x="107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107" y="6210"/>
                  </a:lnTo>
                  <a:lnTo>
                    <a:pt x="3506" y="4229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29"/>
                  </a:lnTo>
                  <a:lnTo>
                    <a:pt x="7093" y="6210"/>
                  </a:lnTo>
                  <a:lnTo>
                    <a:pt x="7200" y="6049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54"/>
                  </a:lnTo>
                  <a:lnTo>
                    <a:pt x="3694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1" name="Google Shape;1771;p104"/>
            <p:cNvSpPr/>
            <p:nvPr/>
          </p:nvSpPr>
          <p:spPr>
            <a:xfrm>
              <a:off x="8310574" y="2114606"/>
              <a:ext cx="356781" cy="408702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122"/>
                  </a:lnTo>
                  <a:lnTo>
                    <a:pt x="1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8" y="8218"/>
                  </a:lnTo>
                  <a:lnTo>
                    <a:pt x="3668" y="4256"/>
                  </a:lnTo>
                  <a:lnTo>
                    <a:pt x="7094" y="6237"/>
                  </a:lnTo>
                  <a:lnTo>
                    <a:pt x="7174" y="6076"/>
                  </a:lnTo>
                  <a:lnTo>
                    <a:pt x="3748" y="4122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2" name="Google Shape;1772;p104"/>
            <p:cNvSpPr/>
            <p:nvPr/>
          </p:nvSpPr>
          <p:spPr>
            <a:xfrm>
              <a:off x="8783142" y="2114606"/>
              <a:ext cx="239661" cy="408702"/>
            </a:xfrm>
            <a:custGeom>
              <a:avLst/>
              <a:gdLst/>
              <a:ahLst/>
              <a:cxnLst/>
              <a:rect l="l" t="t" r="r" b="b"/>
              <a:pathLst>
                <a:path w="4819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7" y="8218"/>
                  </a:lnTo>
                  <a:lnTo>
                    <a:pt x="3667" y="4256"/>
                  </a:lnTo>
                  <a:lnTo>
                    <a:pt x="4818" y="4925"/>
                  </a:lnTo>
                  <a:cubicBezTo>
                    <a:pt x="4818" y="4845"/>
                    <a:pt x="4818" y="4765"/>
                    <a:pt x="4792" y="4711"/>
                  </a:cubicBezTo>
                  <a:lnTo>
                    <a:pt x="3774" y="4096"/>
                  </a:lnTo>
                  <a:lnTo>
                    <a:pt x="4604" y="3614"/>
                  </a:lnTo>
                  <a:cubicBezTo>
                    <a:pt x="4604" y="3560"/>
                    <a:pt x="4577" y="3507"/>
                    <a:pt x="4577" y="3453"/>
                  </a:cubicBezTo>
                  <a:lnTo>
                    <a:pt x="3667" y="3962"/>
                  </a:lnTo>
                  <a:lnTo>
                    <a:pt x="3667" y="295"/>
                  </a:lnTo>
                  <a:cubicBezTo>
                    <a:pt x="3641" y="188"/>
                    <a:pt x="3614" y="108"/>
                    <a:pt x="358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3" name="Google Shape;1773;p104"/>
            <p:cNvSpPr/>
            <p:nvPr/>
          </p:nvSpPr>
          <p:spPr>
            <a:xfrm>
              <a:off x="6773111" y="2511280"/>
              <a:ext cx="242297" cy="407359"/>
            </a:xfrm>
            <a:custGeom>
              <a:avLst/>
              <a:gdLst/>
              <a:ahLst/>
              <a:cxnLst/>
              <a:rect l="l" t="t" r="r" b="b"/>
              <a:pathLst>
                <a:path w="4872" h="8191" extrusionOk="0">
                  <a:moveTo>
                    <a:pt x="1205" y="1"/>
                  </a:moveTo>
                  <a:lnTo>
                    <a:pt x="1205" y="3935"/>
                  </a:lnTo>
                  <a:lnTo>
                    <a:pt x="0" y="3266"/>
                  </a:lnTo>
                  <a:lnTo>
                    <a:pt x="0" y="3266"/>
                  </a:lnTo>
                  <a:cubicBezTo>
                    <a:pt x="0" y="3320"/>
                    <a:pt x="27" y="3400"/>
                    <a:pt x="27" y="3480"/>
                  </a:cubicBezTo>
                  <a:lnTo>
                    <a:pt x="1098" y="4096"/>
                  </a:lnTo>
                  <a:lnTo>
                    <a:pt x="214" y="4604"/>
                  </a:lnTo>
                  <a:cubicBezTo>
                    <a:pt x="241" y="4658"/>
                    <a:pt x="241" y="4738"/>
                    <a:pt x="268" y="4792"/>
                  </a:cubicBezTo>
                  <a:lnTo>
                    <a:pt x="1205" y="4256"/>
                  </a:lnTo>
                  <a:lnTo>
                    <a:pt x="1205" y="8030"/>
                  </a:lnTo>
                  <a:cubicBezTo>
                    <a:pt x="1205" y="8084"/>
                    <a:pt x="1232" y="8137"/>
                    <a:pt x="1258" y="8191"/>
                  </a:cubicBezTo>
                  <a:lnTo>
                    <a:pt x="1365" y="8191"/>
                  </a:lnTo>
                  <a:lnTo>
                    <a:pt x="1365" y="4256"/>
                  </a:lnTo>
                  <a:lnTo>
                    <a:pt x="4791" y="6210"/>
                  </a:lnTo>
                  <a:lnTo>
                    <a:pt x="4872" y="6076"/>
                  </a:lnTo>
                  <a:lnTo>
                    <a:pt x="1446" y="4096"/>
                  </a:lnTo>
                  <a:lnTo>
                    <a:pt x="4872" y="2115"/>
                  </a:lnTo>
                  <a:lnTo>
                    <a:pt x="4791" y="1981"/>
                  </a:lnTo>
                  <a:lnTo>
                    <a:pt x="1365" y="3935"/>
                  </a:lnTo>
                  <a:lnTo>
                    <a:pt x="136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4" name="Google Shape;1774;p104"/>
            <p:cNvSpPr/>
            <p:nvPr/>
          </p:nvSpPr>
          <p:spPr>
            <a:xfrm>
              <a:off x="7131192" y="2511280"/>
              <a:ext cx="356781" cy="40735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56"/>
                  </a:lnTo>
                  <a:lnTo>
                    <a:pt x="7093" y="6210"/>
                  </a:lnTo>
                  <a:lnTo>
                    <a:pt x="7173" y="6076"/>
                  </a:lnTo>
                  <a:lnTo>
                    <a:pt x="3774" y="4096"/>
                  </a:lnTo>
                  <a:lnTo>
                    <a:pt x="7173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5" name="Google Shape;1775;p104"/>
            <p:cNvSpPr/>
            <p:nvPr/>
          </p:nvSpPr>
          <p:spPr>
            <a:xfrm>
              <a:off x="7603761" y="2511280"/>
              <a:ext cx="358124" cy="40735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1"/>
                  </a:moveTo>
                  <a:lnTo>
                    <a:pt x="3506" y="3935"/>
                  </a:lnTo>
                  <a:lnTo>
                    <a:pt x="80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0" y="6210"/>
                  </a:lnTo>
                  <a:lnTo>
                    <a:pt x="3506" y="4230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30"/>
                  </a:lnTo>
                  <a:lnTo>
                    <a:pt x="7093" y="6210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15"/>
                  </a:lnTo>
                  <a:lnTo>
                    <a:pt x="7093" y="1981"/>
                  </a:lnTo>
                  <a:lnTo>
                    <a:pt x="3694" y="3935"/>
                  </a:lnTo>
                  <a:lnTo>
                    <a:pt x="369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6" name="Google Shape;1776;p104"/>
            <p:cNvSpPr/>
            <p:nvPr/>
          </p:nvSpPr>
          <p:spPr>
            <a:xfrm>
              <a:off x="8077622" y="2511280"/>
              <a:ext cx="356781" cy="40735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1" y="2115"/>
                  </a:lnTo>
                  <a:lnTo>
                    <a:pt x="3400" y="4096"/>
                  </a:lnTo>
                  <a:lnTo>
                    <a:pt x="1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480" y="8191"/>
                  </a:lnTo>
                  <a:lnTo>
                    <a:pt x="3668" y="8191"/>
                  </a:lnTo>
                  <a:lnTo>
                    <a:pt x="3668" y="4230"/>
                  </a:lnTo>
                  <a:lnTo>
                    <a:pt x="7094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4" y="1955"/>
                  </a:lnTo>
                  <a:lnTo>
                    <a:pt x="3668" y="3935"/>
                  </a:lnTo>
                  <a:lnTo>
                    <a:pt x="366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7" name="Google Shape;1777;p104"/>
            <p:cNvSpPr/>
            <p:nvPr/>
          </p:nvSpPr>
          <p:spPr>
            <a:xfrm>
              <a:off x="8550190" y="2511280"/>
              <a:ext cx="356781" cy="40735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30"/>
                  </a:lnTo>
                  <a:lnTo>
                    <a:pt x="7093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3" y="1955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8" name="Google Shape;1778;p104"/>
            <p:cNvSpPr/>
            <p:nvPr/>
          </p:nvSpPr>
          <p:spPr>
            <a:xfrm>
              <a:off x="6891576" y="2934613"/>
              <a:ext cx="356781" cy="363445"/>
            </a:xfrm>
            <a:custGeom>
              <a:avLst/>
              <a:gdLst/>
              <a:ahLst/>
              <a:cxnLst/>
              <a:rect l="l" t="t" r="r" b="b"/>
              <a:pathLst>
                <a:path w="7174" h="730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1767" y="5059"/>
                  </a:lnTo>
                  <a:cubicBezTo>
                    <a:pt x="1821" y="5086"/>
                    <a:pt x="1847" y="5139"/>
                    <a:pt x="1874" y="5193"/>
                  </a:cubicBezTo>
                  <a:lnTo>
                    <a:pt x="3507" y="4256"/>
                  </a:lnTo>
                  <a:lnTo>
                    <a:pt x="3507" y="7120"/>
                  </a:lnTo>
                  <a:cubicBezTo>
                    <a:pt x="3560" y="7200"/>
                    <a:pt x="3614" y="7254"/>
                    <a:pt x="3667" y="7307"/>
                  </a:cubicBezTo>
                  <a:lnTo>
                    <a:pt x="3667" y="4256"/>
                  </a:lnTo>
                  <a:lnTo>
                    <a:pt x="7093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9" name="Google Shape;1779;p104"/>
            <p:cNvSpPr/>
            <p:nvPr/>
          </p:nvSpPr>
          <p:spPr>
            <a:xfrm>
              <a:off x="7364144" y="2934613"/>
              <a:ext cx="356781" cy="40735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7" y="8190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0" name="Google Shape;1780;p104"/>
            <p:cNvSpPr/>
            <p:nvPr/>
          </p:nvSpPr>
          <p:spPr>
            <a:xfrm>
              <a:off x="7836713" y="2934613"/>
              <a:ext cx="358124" cy="40735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107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107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1" name="Google Shape;1781;p104"/>
            <p:cNvSpPr/>
            <p:nvPr/>
          </p:nvSpPr>
          <p:spPr>
            <a:xfrm>
              <a:off x="8310574" y="2934613"/>
              <a:ext cx="356781" cy="40735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1" y="2115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2" name="Google Shape;1782;p104"/>
            <p:cNvSpPr/>
            <p:nvPr/>
          </p:nvSpPr>
          <p:spPr>
            <a:xfrm>
              <a:off x="8783142" y="3033085"/>
              <a:ext cx="97227" cy="61270"/>
            </a:xfrm>
            <a:custGeom>
              <a:avLst/>
              <a:gdLst/>
              <a:ahLst/>
              <a:cxnLst/>
              <a:rect l="l" t="t" r="r" b="b"/>
              <a:pathLst>
                <a:path w="1955" h="1232" extrusionOk="0">
                  <a:moveTo>
                    <a:pt x="81" y="1"/>
                  </a:moveTo>
                  <a:lnTo>
                    <a:pt x="0" y="135"/>
                  </a:lnTo>
                  <a:lnTo>
                    <a:pt x="1874" y="1232"/>
                  </a:lnTo>
                  <a:cubicBezTo>
                    <a:pt x="1901" y="1178"/>
                    <a:pt x="1928" y="1125"/>
                    <a:pt x="1954" y="1071"/>
                  </a:cubicBez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3" name="Google Shape;1783;p104"/>
            <p:cNvSpPr/>
            <p:nvPr/>
          </p:nvSpPr>
          <p:spPr>
            <a:xfrm>
              <a:off x="7345494" y="3428467"/>
              <a:ext cx="142484" cy="85242"/>
            </a:xfrm>
            <a:custGeom>
              <a:avLst/>
              <a:gdLst/>
              <a:ahLst/>
              <a:cxnLst/>
              <a:rect l="l" t="t" r="r" b="b"/>
              <a:pathLst>
                <a:path w="2865" h="1714" extrusionOk="0">
                  <a:moveTo>
                    <a:pt x="2784" y="0"/>
                  </a:moveTo>
                  <a:lnTo>
                    <a:pt x="1" y="1606"/>
                  </a:lnTo>
                  <a:cubicBezTo>
                    <a:pt x="54" y="1660"/>
                    <a:pt x="108" y="1686"/>
                    <a:pt x="161" y="1713"/>
                  </a:cubicBezTo>
                  <a:lnTo>
                    <a:pt x="2864" y="161"/>
                  </a:lnTo>
                  <a:lnTo>
                    <a:pt x="278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4" name="Google Shape;1784;p104"/>
            <p:cNvSpPr/>
            <p:nvPr/>
          </p:nvSpPr>
          <p:spPr>
            <a:xfrm>
              <a:off x="7305558" y="3329945"/>
              <a:ext cx="8057" cy="161133"/>
            </a:xfrm>
            <a:custGeom>
              <a:avLst/>
              <a:gdLst/>
              <a:ahLst/>
              <a:cxnLst/>
              <a:rect l="l" t="t" r="r" b="b"/>
              <a:pathLst>
                <a:path w="162" h="3240" extrusionOk="0">
                  <a:moveTo>
                    <a:pt x="1" y="0"/>
                  </a:moveTo>
                  <a:lnTo>
                    <a:pt x="1" y="3132"/>
                  </a:lnTo>
                  <a:cubicBezTo>
                    <a:pt x="54" y="3159"/>
                    <a:pt x="108" y="3212"/>
                    <a:pt x="161" y="3239"/>
                  </a:cubicBez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5" name="Google Shape;1785;p104"/>
            <p:cNvSpPr/>
            <p:nvPr/>
          </p:nvSpPr>
          <p:spPr>
            <a:xfrm>
              <a:off x="7603761" y="3329945"/>
              <a:ext cx="358124" cy="316846"/>
            </a:xfrm>
            <a:custGeom>
              <a:avLst/>
              <a:gdLst/>
              <a:ahLst/>
              <a:cxnLst/>
              <a:rect l="l" t="t" r="r" b="b"/>
              <a:pathLst>
                <a:path w="7201" h="6371" extrusionOk="0">
                  <a:moveTo>
                    <a:pt x="3506" y="0"/>
                  </a:moveTo>
                  <a:lnTo>
                    <a:pt x="3506" y="3962"/>
                  </a:lnTo>
                  <a:lnTo>
                    <a:pt x="80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455" y="5835"/>
                  </a:lnTo>
                  <a:cubicBezTo>
                    <a:pt x="535" y="5835"/>
                    <a:pt x="616" y="5862"/>
                    <a:pt x="696" y="5889"/>
                  </a:cubicBezTo>
                  <a:lnTo>
                    <a:pt x="3506" y="4256"/>
                  </a:lnTo>
                  <a:lnTo>
                    <a:pt x="3506" y="6371"/>
                  </a:lnTo>
                  <a:lnTo>
                    <a:pt x="3694" y="6371"/>
                  </a:lnTo>
                  <a:lnTo>
                    <a:pt x="3694" y="4256"/>
                  </a:lnTo>
                  <a:lnTo>
                    <a:pt x="7093" y="6237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42"/>
                  </a:lnTo>
                  <a:lnTo>
                    <a:pt x="7093" y="1981"/>
                  </a:lnTo>
                  <a:lnTo>
                    <a:pt x="3694" y="3962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6" name="Google Shape;1786;p104"/>
            <p:cNvSpPr/>
            <p:nvPr/>
          </p:nvSpPr>
          <p:spPr>
            <a:xfrm>
              <a:off x="8077622" y="3329945"/>
              <a:ext cx="356781" cy="307546"/>
            </a:xfrm>
            <a:custGeom>
              <a:avLst/>
              <a:gdLst/>
              <a:ahLst/>
              <a:cxnLst/>
              <a:rect l="l" t="t" r="r" b="b"/>
              <a:pathLst>
                <a:path w="7174" h="6184" extrusionOk="0">
                  <a:moveTo>
                    <a:pt x="3507" y="0"/>
                  </a:moveTo>
                  <a:lnTo>
                    <a:pt x="3480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096"/>
                  </a:lnTo>
                  <a:lnTo>
                    <a:pt x="1" y="6076"/>
                  </a:lnTo>
                  <a:lnTo>
                    <a:pt x="54" y="6183"/>
                  </a:lnTo>
                  <a:lnTo>
                    <a:pt x="161" y="6183"/>
                  </a:lnTo>
                  <a:lnTo>
                    <a:pt x="3480" y="4256"/>
                  </a:lnTo>
                  <a:lnTo>
                    <a:pt x="3480" y="5354"/>
                  </a:lnTo>
                  <a:cubicBezTo>
                    <a:pt x="3560" y="5327"/>
                    <a:pt x="3614" y="5327"/>
                    <a:pt x="3668" y="5300"/>
                  </a:cubicBezTo>
                  <a:lnTo>
                    <a:pt x="3668" y="4256"/>
                  </a:lnTo>
                  <a:lnTo>
                    <a:pt x="4765" y="4899"/>
                  </a:lnTo>
                  <a:cubicBezTo>
                    <a:pt x="4845" y="4872"/>
                    <a:pt x="4899" y="4845"/>
                    <a:pt x="4979" y="4818"/>
                  </a:cubicBezTo>
                  <a:lnTo>
                    <a:pt x="3748" y="4096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7" name="Google Shape;1787;p104"/>
            <p:cNvSpPr/>
            <p:nvPr/>
          </p:nvSpPr>
          <p:spPr>
            <a:xfrm>
              <a:off x="8550190" y="3428467"/>
              <a:ext cx="16014" cy="12035"/>
            </a:xfrm>
            <a:custGeom>
              <a:avLst/>
              <a:gdLst/>
              <a:ahLst/>
              <a:cxnLst/>
              <a:rect l="l" t="t" r="r" b="b"/>
              <a:pathLst>
                <a:path w="322" h="242" extrusionOk="0">
                  <a:moveTo>
                    <a:pt x="81" y="0"/>
                  </a:moveTo>
                  <a:lnTo>
                    <a:pt x="0" y="134"/>
                  </a:lnTo>
                  <a:lnTo>
                    <a:pt x="161" y="241"/>
                  </a:lnTo>
                  <a:cubicBezTo>
                    <a:pt x="215" y="214"/>
                    <a:pt x="268" y="161"/>
                    <a:pt x="322" y="134"/>
                  </a:cubicBezTo>
                  <a:lnTo>
                    <a:pt x="8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788" name="Google Shape;1788;p104"/>
          <p:cNvSpPr/>
          <p:nvPr/>
        </p:nvSpPr>
        <p:spPr>
          <a:xfrm rot="-1848056" flipH="1">
            <a:off x="7756025" y="2517986"/>
            <a:ext cx="1938888" cy="3305698"/>
          </a:xfrm>
          <a:custGeom>
            <a:avLst/>
            <a:gdLst/>
            <a:ahLst/>
            <a:cxnLst/>
            <a:rect l="l" t="t" r="r" b="b"/>
            <a:pathLst>
              <a:path w="19210" h="32752" extrusionOk="0">
                <a:moveTo>
                  <a:pt x="14053" y="490"/>
                </a:moveTo>
                <a:lnTo>
                  <a:pt x="14053" y="490"/>
                </a:lnTo>
                <a:cubicBezTo>
                  <a:pt x="14026" y="597"/>
                  <a:pt x="13999" y="758"/>
                  <a:pt x="13972" y="918"/>
                </a:cubicBezTo>
                <a:cubicBezTo>
                  <a:pt x="13972" y="865"/>
                  <a:pt x="13972" y="838"/>
                  <a:pt x="13946" y="838"/>
                </a:cubicBezTo>
                <a:cubicBezTo>
                  <a:pt x="13972" y="731"/>
                  <a:pt x="14026" y="597"/>
                  <a:pt x="14053" y="490"/>
                </a:cubicBezTo>
                <a:close/>
                <a:moveTo>
                  <a:pt x="13651" y="1560"/>
                </a:moveTo>
                <a:lnTo>
                  <a:pt x="13651" y="1560"/>
                </a:lnTo>
                <a:cubicBezTo>
                  <a:pt x="13276" y="3862"/>
                  <a:pt x="12045" y="5923"/>
                  <a:pt x="11189" y="8038"/>
                </a:cubicBezTo>
                <a:cubicBezTo>
                  <a:pt x="10522" y="9665"/>
                  <a:pt x="10466" y="11531"/>
                  <a:pt x="10493" y="13318"/>
                </a:cubicBezTo>
                <a:lnTo>
                  <a:pt x="10493" y="13318"/>
                </a:lnTo>
                <a:cubicBezTo>
                  <a:pt x="10490" y="13217"/>
                  <a:pt x="10464" y="13118"/>
                  <a:pt x="10439" y="13043"/>
                </a:cubicBezTo>
                <a:cubicBezTo>
                  <a:pt x="10091" y="10634"/>
                  <a:pt x="9904" y="8412"/>
                  <a:pt x="11001" y="6191"/>
                </a:cubicBezTo>
                <a:cubicBezTo>
                  <a:pt x="11724" y="4772"/>
                  <a:pt x="12714" y="3541"/>
                  <a:pt x="13410" y="2123"/>
                </a:cubicBezTo>
                <a:cubicBezTo>
                  <a:pt x="13491" y="1935"/>
                  <a:pt x="13571" y="1748"/>
                  <a:pt x="13651" y="1560"/>
                </a:cubicBezTo>
                <a:close/>
                <a:moveTo>
                  <a:pt x="13972" y="945"/>
                </a:moveTo>
                <a:lnTo>
                  <a:pt x="13972" y="945"/>
                </a:lnTo>
                <a:cubicBezTo>
                  <a:pt x="13972" y="1079"/>
                  <a:pt x="13946" y="1212"/>
                  <a:pt x="13946" y="1346"/>
                </a:cubicBezTo>
                <a:cubicBezTo>
                  <a:pt x="13946" y="2524"/>
                  <a:pt x="13758" y="3702"/>
                  <a:pt x="13517" y="4853"/>
                </a:cubicBezTo>
                <a:cubicBezTo>
                  <a:pt x="12821" y="7877"/>
                  <a:pt x="11376" y="10580"/>
                  <a:pt x="10760" y="13605"/>
                </a:cubicBezTo>
                <a:cubicBezTo>
                  <a:pt x="10787" y="11357"/>
                  <a:pt x="10921" y="9189"/>
                  <a:pt x="11858" y="7074"/>
                </a:cubicBezTo>
                <a:cubicBezTo>
                  <a:pt x="12741" y="5094"/>
                  <a:pt x="13785" y="3140"/>
                  <a:pt x="13972" y="945"/>
                </a:cubicBezTo>
                <a:close/>
                <a:moveTo>
                  <a:pt x="5002" y="14350"/>
                </a:moveTo>
                <a:cubicBezTo>
                  <a:pt x="5585" y="14350"/>
                  <a:pt x="6085" y="14646"/>
                  <a:pt x="6746" y="15104"/>
                </a:cubicBezTo>
                <a:cubicBezTo>
                  <a:pt x="6879" y="15184"/>
                  <a:pt x="7013" y="15264"/>
                  <a:pt x="7147" y="15372"/>
                </a:cubicBezTo>
                <a:cubicBezTo>
                  <a:pt x="6694" y="15252"/>
                  <a:pt x="6232" y="15200"/>
                  <a:pt x="5767" y="15200"/>
                </a:cubicBezTo>
                <a:cubicBezTo>
                  <a:pt x="4364" y="15200"/>
                  <a:pt x="2927" y="15672"/>
                  <a:pt x="1580" y="16174"/>
                </a:cubicBezTo>
                <a:cubicBezTo>
                  <a:pt x="2329" y="15666"/>
                  <a:pt x="3025" y="15077"/>
                  <a:pt x="3855" y="14676"/>
                </a:cubicBezTo>
                <a:cubicBezTo>
                  <a:pt x="4297" y="14450"/>
                  <a:pt x="4663" y="14350"/>
                  <a:pt x="5002" y="14350"/>
                </a:cubicBezTo>
                <a:close/>
                <a:moveTo>
                  <a:pt x="5753" y="15432"/>
                </a:moveTo>
                <a:cubicBezTo>
                  <a:pt x="6514" y="15432"/>
                  <a:pt x="7262" y="15581"/>
                  <a:pt x="7977" y="15960"/>
                </a:cubicBezTo>
                <a:cubicBezTo>
                  <a:pt x="8619" y="16389"/>
                  <a:pt x="9208" y="16870"/>
                  <a:pt x="9743" y="17406"/>
                </a:cubicBezTo>
                <a:cubicBezTo>
                  <a:pt x="8352" y="16737"/>
                  <a:pt x="6906" y="16389"/>
                  <a:pt x="5381" y="16335"/>
                </a:cubicBezTo>
                <a:lnTo>
                  <a:pt x="4765" y="16335"/>
                </a:lnTo>
                <a:cubicBezTo>
                  <a:pt x="3828" y="16335"/>
                  <a:pt x="2918" y="16469"/>
                  <a:pt x="1981" y="16576"/>
                </a:cubicBezTo>
                <a:cubicBezTo>
                  <a:pt x="1633" y="16603"/>
                  <a:pt x="1312" y="16629"/>
                  <a:pt x="964" y="16656"/>
                </a:cubicBezTo>
                <a:cubicBezTo>
                  <a:pt x="2489" y="16094"/>
                  <a:pt x="4149" y="15432"/>
                  <a:pt x="5753" y="15432"/>
                </a:cubicBezTo>
                <a:close/>
                <a:moveTo>
                  <a:pt x="18748" y="11060"/>
                </a:moveTo>
                <a:cubicBezTo>
                  <a:pt x="18737" y="11089"/>
                  <a:pt x="18737" y="11129"/>
                  <a:pt x="18737" y="11169"/>
                </a:cubicBezTo>
                <a:cubicBezTo>
                  <a:pt x="18603" y="11892"/>
                  <a:pt x="18442" y="12588"/>
                  <a:pt x="18282" y="13284"/>
                </a:cubicBezTo>
                <a:cubicBezTo>
                  <a:pt x="17907" y="14729"/>
                  <a:pt x="17291" y="16255"/>
                  <a:pt x="16087" y="17165"/>
                </a:cubicBezTo>
                <a:cubicBezTo>
                  <a:pt x="14963" y="17995"/>
                  <a:pt x="13223" y="18289"/>
                  <a:pt x="12045" y="19119"/>
                </a:cubicBezTo>
                <a:cubicBezTo>
                  <a:pt x="12473" y="18342"/>
                  <a:pt x="12955" y="17700"/>
                  <a:pt x="13785" y="17218"/>
                </a:cubicBezTo>
                <a:cubicBezTo>
                  <a:pt x="14508" y="16790"/>
                  <a:pt x="15257" y="16469"/>
                  <a:pt x="15873" y="15907"/>
                </a:cubicBezTo>
                <a:cubicBezTo>
                  <a:pt x="16542" y="15291"/>
                  <a:pt x="17077" y="14408"/>
                  <a:pt x="17532" y="13659"/>
                </a:cubicBezTo>
                <a:cubicBezTo>
                  <a:pt x="18036" y="12864"/>
                  <a:pt x="18250" y="11859"/>
                  <a:pt x="18748" y="11060"/>
                </a:cubicBezTo>
                <a:close/>
                <a:moveTo>
                  <a:pt x="18549" y="10928"/>
                </a:moveTo>
                <a:lnTo>
                  <a:pt x="18549" y="10928"/>
                </a:lnTo>
                <a:cubicBezTo>
                  <a:pt x="18201" y="11517"/>
                  <a:pt x="18014" y="12213"/>
                  <a:pt x="17693" y="12856"/>
                </a:cubicBezTo>
                <a:cubicBezTo>
                  <a:pt x="17184" y="13899"/>
                  <a:pt x="16488" y="14863"/>
                  <a:pt x="15712" y="15719"/>
                </a:cubicBezTo>
                <a:cubicBezTo>
                  <a:pt x="15016" y="16469"/>
                  <a:pt x="13919" y="16844"/>
                  <a:pt x="13062" y="17379"/>
                </a:cubicBezTo>
                <a:cubicBezTo>
                  <a:pt x="12313" y="17861"/>
                  <a:pt x="11911" y="18798"/>
                  <a:pt x="11510" y="19547"/>
                </a:cubicBezTo>
                <a:cubicBezTo>
                  <a:pt x="11485" y="19571"/>
                  <a:pt x="11461" y="19573"/>
                  <a:pt x="11457" y="19594"/>
                </a:cubicBezTo>
                <a:lnTo>
                  <a:pt x="11457" y="19594"/>
                </a:lnTo>
                <a:cubicBezTo>
                  <a:pt x="11836" y="15557"/>
                  <a:pt x="16249" y="13818"/>
                  <a:pt x="18549" y="10928"/>
                </a:cubicBezTo>
                <a:close/>
                <a:moveTo>
                  <a:pt x="6505" y="16683"/>
                </a:moveTo>
                <a:lnTo>
                  <a:pt x="6505" y="16683"/>
                </a:lnTo>
                <a:cubicBezTo>
                  <a:pt x="7763" y="16844"/>
                  <a:pt x="8994" y="17245"/>
                  <a:pt x="10145" y="17914"/>
                </a:cubicBezTo>
                <a:cubicBezTo>
                  <a:pt x="10573" y="18450"/>
                  <a:pt x="10921" y="19065"/>
                  <a:pt x="11135" y="19788"/>
                </a:cubicBezTo>
                <a:cubicBezTo>
                  <a:pt x="9315" y="19172"/>
                  <a:pt x="8191" y="17432"/>
                  <a:pt x="6505" y="16683"/>
                </a:cubicBezTo>
                <a:close/>
                <a:moveTo>
                  <a:pt x="6772" y="20270"/>
                </a:moveTo>
                <a:cubicBezTo>
                  <a:pt x="7736" y="21581"/>
                  <a:pt x="9342" y="22384"/>
                  <a:pt x="10466" y="23535"/>
                </a:cubicBezTo>
                <a:cubicBezTo>
                  <a:pt x="9074" y="22598"/>
                  <a:pt x="7120" y="22331"/>
                  <a:pt x="6826" y="20350"/>
                </a:cubicBezTo>
                <a:cubicBezTo>
                  <a:pt x="6799" y="20323"/>
                  <a:pt x="6772" y="20296"/>
                  <a:pt x="6746" y="20270"/>
                </a:cubicBezTo>
                <a:close/>
                <a:moveTo>
                  <a:pt x="16221" y="20698"/>
                </a:moveTo>
                <a:cubicBezTo>
                  <a:pt x="15685" y="21635"/>
                  <a:pt x="14267" y="22304"/>
                  <a:pt x="13464" y="22812"/>
                </a:cubicBezTo>
                <a:cubicBezTo>
                  <a:pt x="12955" y="23187"/>
                  <a:pt x="12233" y="23615"/>
                  <a:pt x="11831" y="24177"/>
                </a:cubicBezTo>
                <a:cubicBezTo>
                  <a:pt x="12286" y="22357"/>
                  <a:pt x="14722" y="21768"/>
                  <a:pt x="16221" y="20698"/>
                </a:cubicBezTo>
                <a:close/>
                <a:moveTo>
                  <a:pt x="6692" y="20939"/>
                </a:moveTo>
                <a:cubicBezTo>
                  <a:pt x="7388" y="22893"/>
                  <a:pt x="9957" y="22866"/>
                  <a:pt x="11135" y="24445"/>
                </a:cubicBezTo>
                <a:cubicBezTo>
                  <a:pt x="9395" y="23481"/>
                  <a:pt x="6772" y="23080"/>
                  <a:pt x="6692" y="20939"/>
                </a:cubicBezTo>
                <a:close/>
                <a:moveTo>
                  <a:pt x="16194" y="21126"/>
                </a:moveTo>
                <a:cubicBezTo>
                  <a:pt x="15766" y="22304"/>
                  <a:pt x="14749" y="22919"/>
                  <a:pt x="13571" y="23455"/>
                </a:cubicBezTo>
                <a:cubicBezTo>
                  <a:pt x="12982" y="23722"/>
                  <a:pt x="12393" y="24017"/>
                  <a:pt x="11938" y="24445"/>
                </a:cubicBezTo>
                <a:cubicBezTo>
                  <a:pt x="12447" y="23562"/>
                  <a:pt x="13785" y="22919"/>
                  <a:pt x="14534" y="22411"/>
                </a:cubicBezTo>
                <a:cubicBezTo>
                  <a:pt x="15070" y="22063"/>
                  <a:pt x="15739" y="21661"/>
                  <a:pt x="16194" y="21126"/>
                </a:cubicBezTo>
                <a:close/>
                <a:moveTo>
                  <a:pt x="14048" y="0"/>
                </a:moveTo>
                <a:cubicBezTo>
                  <a:pt x="14002" y="0"/>
                  <a:pt x="13958" y="28"/>
                  <a:pt x="13946" y="88"/>
                </a:cubicBezTo>
                <a:cubicBezTo>
                  <a:pt x="13196" y="2390"/>
                  <a:pt x="11751" y="4183"/>
                  <a:pt x="10680" y="6298"/>
                </a:cubicBezTo>
                <a:cubicBezTo>
                  <a:pt x="9610" y="8466"/>
                  <a:pt x="9877" y="10795"/>
                  <a:pt x="10225" y="13096"/>
                </a:cubicBezTo>
                <a:cubicBezTo>
                  <a:pt x="10305" y="13766"/>
                  <a:pt x="10413" y="14435"/>
                  <a:pt x="10520" y="15104"/>
                </a:cubicBezTo>
                <a:cubicBezTo>
                  <a:pt x="10520" y="15131"/>
                  <a:pt x="10520" y="15157"/>
                  <a:pt x="10520" y="15157"/>
                </a:cubicBezTo>
                <a:cubicBezTo>
                  <a:pt x="10520" y="15184"/>
                  <a:pt x="10520" y="15211"/>
                  <a:pt x="10546" y="15211"/>
                </a:cubicBezTo>
                <a:cubicBezTo>
                  <a:pt x="10734" y="16469"/>
                  <a:pt x="10921" y="17727"/>
                  <a:pt x="11082" y="18985"/>
                </a:cubicBezTo>
                <a:cubicBezTo>
                  <a:pt x="10520" y="17700"/>
                  <a:pt x="9502" y="16737"/>
                  <a:pt x="8352" y="15907"/>
                </a:cubicBezTo>
                <a:cubicBezTo>
                  <a:pt x="8352" y="15880"/>
                  <a:pt x="8352" y="15853"/>
                  <a:pt x="8325" y="15853"/>
                </a:cubicBezTo>
                <a:cubicBezTo>
                  <a:pt x="8298" y="15853"/>
                  <a:pt x="8271" y="15827"/>
                  <a:pt x="8271" y="15827"/>
                </a:cubicBezTo>
                <a:cubicBezTo>
                  <a:pt x="7602" y="15345"/>
                  <a:pt x="6906" y="14890"/>
                  <a:pt x="6237" y="14461"/>
                </a:cubicBezTo>
                <a:cubicBezTo>
                  <a:pt x="5829" y="14193"/>
                  <a:pt x="5417" y="14081"/>
                  <a:pt x="5004" y="14081"/>
                </a:cubicBezTo>
                <a:cubicBezTo>
                  <a:pt x="3280" y="14081"/>
                  <a:pt x="1550" y="16040"/>
                  <a:pt x="81" y="16710"/>
                </a:cubicBezTo>
                <a:cubicBezTo>
                  <a:pt x="27" y="16737"/>
                  <a:pt x="1" y="16790"/>
                  <a:pt x="27" y="16844"/>
                </a:cubicBezTo>
                <a:cubicBezTo>
                  <a:pt x="27" y="16870"/>
                  <a:pt x="54" y="16870"/>
                  <a:pt x="54" y="16870"/>
                </a:cubicBezTo>
                <a:cubicBezTo>
                  <a:pt x="54" y="16870"/>
                  <a:pt x="54" y="16897"/>
                  <a:pt x="81" y="16897"/>
                </a:cubicBezTo>
                <a:cubicBezTo>
                  <a:pt x="81" y="16924"/>
                  <a:pt x="108" y="16924"/>
                  <a:pt x="108" y="16924"/>
                </a:cubicBezTo>
                <a:lnTo>
                  <a:pt x="135" y="16924"/>
                </a:lnTo>
                <a:cubicBezTo>
                  <a:pt x="1580" y="16924"/>
                  <a:pt x="2972" y="16656"/>
                  <a:pt x="4390" y="16576"/>
                </a:cubicBezTo>
                <a:lnTo>
                  <a:pt x="5354" y="16576"/>
                </a:lnTo>
                <a:cubicBezTo>
                  <a:pt x="7736" y="16870"/>
                  <a:pt x="8967" y="19413"/>
                  <a:pt x="11242" y="20082"/>
                </a:cubicBezTo>
                <a:cubicBezTo>
                  <a:pt x="11376" y="21367"/>
                  <a:pt x="11483" y="22679"/>
                  <a:pt x="11483" y="23990"/>
                </a:cubicBezTo>
                <a:cubicBezTo>
                  <a:pt x="11483" y="24124"/>
                  <a:pt x="11483" y="24284"/>
                  <a:pt x="11483" y="24445"/>
                </a:cubicBezTo>
                <a:cubicBezTo>
                  <a:pt x="10413" y="22545"/>
                  <a:pt x="7977" y="21715"/>
                  <a:pt x="6799" y="19895"/>
                </a:cubicBezTo>
                <a:cubicBezTo>
                  <a:pt x="6778" y="19863"/>
                  <a:pt x="6740" y="19848"/>
                  <a:pt x="6701" y="19848"/>
                </a:cubicBezTo>
                <a:cubicBezTo>
                  <a:pt x="6640" y="19848"/>
                  <a:pt x="6574" y="19884"/>
                  <a:pt x="6558" y="19948"/>
                </a:cubicBezTo>
                <a:cubicBezTo>
                  <a:pt x="6237" y="21340"/>
                  <a:pt x="6719" y="22411"/>
                  <a:pt x="7897" y="23241"/>
                </a:cubicBezTo>
                <a:cubicBezTo>
                  <a:pt x="8967" y="23990"/>
                  <a:pt x="10386" y="24177"/>
                  <a:pt x="11456" y="24954"/>
                </a:cubicBezTo>
                <a:cubicBezTo>
                  <a:pt x="11349" y="27523"/>
                  <a:pt x="10734" y="30093"/>
                  <a:pt x="10145" y="32609"/>
                </a:cubicBezTo>
                <a:cubicBezTo>
                  <a:pt x="10112" y="32690"/>
                  <a:pt x="10188" y="32751"/>
                  <a:pt x="10265" y="32751"/>
                </a:cubicBezTo>
                <a:cubicBezTo>
                  <a:pt x="10315" y="32751"/>
                  <a:pt x="10365" y="32725"/>
                  <a:pt x="10386" y="32662"/>
                </a:cubicBezTo>
                <a:cubicBezTo>
                  <a:pt x="10760" y="31003"/>
                  <a:pt x="11108" y="29343"/>
                  <a:pt x="11430" y="27684"/>
                </a:cubicBezTo>
                <a:cubicBezTo>
                  <a:pt x="11563" y="26854"/>
                  <a:pt x="11670" y="26024"/>
                  <a:pt x="11697" y="25194"/>
                </a:cubicBezTo>
                <a:cubicBezTo>
                  <a:pt x="12179" y="24017"/>
                  <a:pt x="13839" y="23669"/>
                  <a:pt x="14829" y="23080"/>
                </a:cubicBezTo>
                <a:cubicBezTo>
                  <a:pt x="15899" y="22491"/>
                  <a:pt x="16488" y="21581"/>
                  <a:pt x="16595" y="20377"/>
                </a:cubicBezTo>
                <a:cubicBezTo>
                  <a:pt x="16595" y="20350"/>
                  <a:pt x="16595" y="20350"/>
                  <a:pt x="16595" y="20323"/>
                </a:cubicBezTo>
                <a:cubicBezTo>
                  <a:pt x="16622" y="20270"/>
                  <a:pt x="16569" y="20243"/>
                  <a:pt x="16515" y="20216"/>
                </a:cubicBezTo>
                <a:lnTo>
                  <a:pt x="16462" y="20216"/>
                </a:lnTo>
                <a:cubicBezTo>
                  <a:pt x="16435" y="20216"/>
                  <a:pt x="16435" y="20243"/>
                  <a:pt x="16408" y="20243"/>
                </a:cubicBezTo>
                <a:cubicBezTo>
                  <a:pt x="15043" y="21474"/>
                  <a:pt x="12473" y="21983"/>
                  <a:pt x="11724" y="23722"/>
                </a:cubicBezTo>
                <a:cubicBezTo>
                  <a:pt x="11724" y="22571"/>
                  <a:pt x="11644" y="21447"/>
                  <a:pt x="11510" y="20323"/>
                </a:cubicBezTo>
                <a:cubicBezTo>
                  <a:pt x="11510" y="20189"/>
                  <a:pt x="11483" y="20082"/>
                  <a:pt x="11483" y="19948"/>
                </a:cubicBezTo>
                <a:cubicBezTo>
                  <a:pt x="12072" y="19172"/>
                  <a:pt x="13250" y="18824"/>
                  <a:pt x="14106" y="18450"/>
                </a:cubicBezTo>
                <a:cubicBezTo>
                  <a:pt x="15070" y="18021"/>
                  <a:pt x="16060" y="17593"/>
                  <a:pt x="16809" y="16844"/>
                </a:cubicBezTo>
                <a:cubicBezTo>
                  <a:pt x="18522" y="15157"/>
                  <a:pt x="18790" y="12160"/>
                  <a:pt x="19192" y="9938"/>
                </a:cubicBezTo>
                <a:cubicBezTo>
                  <a:pt x="19210" y="9848"/>
                  <a:pt x="19130" y="9770"/>
                  <a:pt x="19060" y="9770"/>
                </a:cubicBezTo>
                <a:cubicBezTo>
                  <a:pt x="19026" y="9770"/>
                  <a:pt x="18995" y="9788"/>
                  <a:pt x="18978" y="9831"/>
                </a:cubicBezTo>
                <a:cubicBezTo>
                  <a:pt x="18014" y="11758"/>
                  <a:pt x="15846" y="13070"/>
                  <a:pt x="14294" y="14488"/>
                </a:cubicBezTo>
                <a:cubicBezTo>
                  <a:pt x="12982" y="15693"/>
                  <a:pt x="11751" y="17138"/>
                  <a:pt x="11349" y="18851"/>
                </a:cubicBezTo>
                <a:cubicBezTo>
                  <a:pt x="11162" y="17593"/>
                  <a:pt x="10975" y="16335"/>
                  <a:pt x="10760" y="15104"/>
                </a:cubicBezTo>
                <a:cubicBezTo>
                  <a:pt x="11028" y="12534"/>
                  <a:pt x="11911" y="10233"/>
                  <a:pt x="12821" y="7877"/>
                </a:cubicBezTo>
                <a:cubicBezTo>
                  <a:pt x="13758" y="5334"/>
                  <a:pt x="14267" y="2818"/>
                  <a:pt x="14160" y="115"/>
                </a:cubicBezTo>
                <a:cubicBezTo>
                  <a:pt x="14160" y="42"/>
                  <a:pt x="14103" y="0"/>
                  <a:pt x="14048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2">
    <p:spTree>
      <p:nvGrpSpPr>
        <p:cNvPr id="1" name="Shape 17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90" name="Google Shape;1790;p105"/>
          <p:cNvGrpSpPr/>
          <p:nvPr/>
        </p:nvGrpSpPr>
        <p:grpSpPr>
          <a:xfrm>
            <a:off x="5" y="-80449"/>
            <a:ext cx="2277317" cy="5304377"/>
            <a:chOff x="224725" y="566950"/>
            <a:chExt cx="1850875" cy="4311100"/>
          </a:xfrm>
        </p:grpSpPr>
        <p:sp>
          <p:nvSpPr>
            <p:cNvPr id="1791" name="Google Shape;1791;p105"/>
            <p:cNvSpPr/>
            <p:nvPr/>
          </p:nvSpPr>
          <p:spPr>
            <a:xfrm>
              <a:off x="1914975" y="566950"/>
              <a:ext cx="160625" cy="2033000"/>
            </a:xfrm>
            <a:custGeom>
              <a:avLst/>
              <a:gdLst/>
              <a:ahLst/>
              <a:cxnLst/>
              <a:rect l="l" t="t" r="r" b="b"/>
              <a:pathLst>
                <a:path w="6425" h="81320" extrusionOk="0">
                  <a:moveTo>
                    <a:pt x="126" y="1"/>
                  </a:moveTo>
                  <a:cubicBezTo>
                    <a:pt x="81" y="1"/>
                    <a:pt x="44" y="24"/>
                    <a:pt x="27" y="57"/>
                  </a:cubicBezTo>
                  <a:cubicBezTo>
                    <a:pt x="27" y="84"/>
                    <a:pt x="27" y="110"/>
                    <a:pt x="27" y="137"/>
                  </a:cubicBezTo>
                  <a:cubicBezTo>
                    <a:pt x="27" y="164"/>
                    <a:pt x="27" y="217"/>
                    <a:pt x="81" y="244"/>
                  </a:cubicBezTo>
                  <a:cubicBezTo>
                    <a:pt x="1821" y="1261"/>
                    <a:pt x="2972" y="3188"/>
                    <a:pt x="2945" y="5035"/>
                  </a:cubicBezTo>
                  <a:cubicBezTo>
                    <a:pt x="2945" y="5089"/>
                    <a:pt x="2972" y="5142"/>
                    <a:pt x="2998" y="5169"/>
                  </a:cubicBezTo>
                  <a:cubicBezTo>
                    <a:pt x="4952" y="6133"/>
                    <a:pt x="6157" y="8086"/>
                    <a:pt x="6157" y="10255"/>
                  </a:cubicBezTo>
                  <a:cubicBezTo>
                    <a:pt x="6157" y="12449"/>
                    <a:pt x="4952" y="14403"/>
                    <a:pt x="2998" y="15367"/>
                  </a:cubicBezTo>
                  <a:cubicBezTo>
                    <a:pt x="2945" y="15394"/>
                    <a:pt x="2945" y="15447"/>
                    <a:pt x="2945" y="15501"/>
                  </a:cubicBezTo>
                  <a:cubicBezTo>
                    <a:pt x="2998" y="17321"/>
                    <a:pt x="1848" y="19248"/>
                    <a:pt x="108" y="20292"/>
                  </a:cubicBezTo>
                  <a:cubicBezTo>
                    <a:pt x="54" y="20292"/>
                    <a:pt x="27" y="20318"/>
                    <a:pt x="27" y="20372"/>
                  </a:cubicBezTo>
                  <a:cubicBezTo>
                    <a:pt x="1" y="20425"/>
                    <a:pt x="27" y="20479"/>
                    <a:pt x="81" y="20506"/>
                  </a:cubicBezTo>
                  <a:cubicBezTo>
                    <a:pt x="1794" y="21496"/>
                    <a:pt x="2865" y="23316"/>
                    <a:pt x="2945" y="25324"/>
                  </a:cubicBezTo>
                  <a:cubicBezTo>
                    <a:pt x="2945" y="25350"/>
                    <a:pt x="2972" y="25404"/>
                    <a:pt x="2998" y="25431"/>
                  </a:cubicBezTo>
                  <a:cubicBezTo>
                    <a:pt x="4952" y="26394"/>
                    <a:pt x="6157" y="28348"/>
                    <a:pt x="6157" y="30543"/>
                  </a:cubicBezTo>
                  <a:cubicBezTo>
                    <a:pt x="6157" y="32711"/>
                    <a:pt x="4952" y="34665"/>
                    <a:pt x="2998" y="35628"/>
                  </a:cubicBezTo>
                  <a:cubicBezTo>
                    <a:pt x="2945" y="35655"/>
                    <a:pt x="2918" y="35709"/>
                    <a:pt x="2945" y="35762"/>
                  </a:cubicBezTo>
                  <a:cubicBezTo>
                    <a:pt x="3106" y="37823"/>
                    <a:pt x="1633" y="39643"/>
                    <a:pt x="108" y="40553"/>
                  </a:cubicBezTo>
                  <a:cubicBezTo>
                    <a:pt x="54" y="40553"/>
                    <a:pt x="27" y="40580"/>
                    <a:pt x="27" y="40633"/>
                  </a:cubicBezTo>
                  <a:cubicBezTo>
                    <a:pt x="1" y="40687"/>
                    <a:pt x="27" y="40741"/>
                    <a:pt x="81" y="40767"/>
                  </a:cubicBezTo>
                  <a:cubicBezTo>
                    <a:pt x="1821" y="41784"/>
                    <a:pt x="2945" y="43658"/>
                    <a:pt x="2945" y="45532"/>
                  </a:cubicBezTo>
                  <a:cubicBezTo>
                    <a:pt x="2945" y="45558"/>
                    <a:pt x="2945" y="45558"/>
                    <a:pt x="2945" y="45585"/>
                  </a:cubicBezTo>
                  <a:cubicBezTo>
                    <a:pt x="2945" y="45612"/>
                    <a:pt x="2972" y="45665"/>
                    <a:pt x="2998" y="45692"/>
                  </a:cubicBezTo>
                  <a:cubicBezTo>
                    <a:pt x="4952" y="46656"/>
                    <a:pt x="6157" y="48636"/>
                    <a:pt x="6157" y="50804"/>
                  </a:cubicBezTo>
                  <a:cubicBezTo>
                    <a:pt x="6157" y="52972"/>
                    <a:pt x="4952" y="54926"/>
                    <a:pt x="2998" y="55917"/>
                  </a:cubicBezTo>
                  <a:cubicBezTo>
                    <a:pt x="2972" y="55917"/>
                    <a:pt x="2945" y="55970"/>
                    <a:pt x="2945" y="56024"/>
                  </a:cubicBezTo>
                  <a:cubicBezTo>
                    <a:pt x="2891" y="58004"/>
                    <a:pt x="1821" y="59798"/>
                    <a:pt x="108" y="60815"/>
                  </a:cubicBezTo>
                  <a:cubicBezTo>
                    <a:pt x="54" y="60815"/>
                    <a:pt x="27" y="60868"/>
                    <a:pt x="27" y="60895"/>
                  </a:cubicBezTo>
                  <a:cubicBezTo>
                    <a:pt x="1" y="60949"/>
                    <a:pt x="27" y="61002"/>
                    <a:pt x="81" y="61029"/>
                  </a:cubicBezTo>
                  <a:cubicBezTo>
                    <a:pt x="1821" y="62046"/>
                    <a:pt x="2891" y="63839"/>
                    <a:pt x="2945" y="65847"/>
                  </a:cubicBezTo>
                  <a:cubicBezTo>
                    <a:pt x="2945" y="65900"/>
                    <a:pt x="2972" y="65927"/>
                    <a:pt x="2998" y="65954"/>
                  </a:cubicBezTo>
                  <a:cubicBezTo>
                    <a:pt x="4952" y="66944"/>
                    <a:pt x="6157" y="68898"/>
                    <a:pt x="6157" y="71066"/>
                  </a:cubicBezTo>
                  <a:cubicBezTo>
                    <a:pt x="6157" y="73234"/>
                    <a:pt x="4952" y="75188"/>
                    <a:pt x="2998" y="76178"/>
                  </a:cubicBezTo>
                  <a:cubicBezTo>
                    <a:pt x="2972" y="76178"/>
                    <a:pt x="2945" y="76232"/>
                    <a:pt x="2945" y="76285"/>
                  </a:cubicBezTo>
                  <a:cubicBezTo>
                    <a:pt x="2891" y="78266"/>
                    <a:pt x="1821" y="80086"/>
                    <a:pt x="81" y="81076"/>
                  </a:cubicBezTo>
                  <a:cubicBezTo>
                    <a:pt x="27" y="81130"/>
                    <a:pt x="1" y="81183"/>
                    <a:pt x="27" y="81264"/>
                  </a:cubicBezTo>
                  <a:cubicBezTo>
                    <a:pt x="61" y="81297"/>
                    <a:pt x="104" y="81320"/>
                    <a:pt x="145" y="81320"/>
                  </a:cubicBezTo>
                  <a:cubicBezTo>
                    <a:pt x="170" y="81320"/>
                    <a:pt x="194" y="81311"/>
                    <a:pt x="215" y="81290"/>
                  </a:cubicBezTo>
                  <a:cubicBezTo>
                    <a:pt x="2008" y="80273"/>
                    <a:pt x="3106" y="78427"/>
                    <a:pt x="3186" y="76366"/>
                  </a:cubicBezTo>
                  <a:cubicBezTo>
                    <a:pt x="5166" y="75322"/>
                    <a:pt x="6424" y="73314"/>
                    <a:pt x="6424" y="71066"/>
                  </a:cubicBezTo>
                  <a:cubicBezTo>
                    <a:pt x="6424" y="68818"/>
                    <a:pt x="5166" y="66784"/>
                    <a:pt x="3186" y="65766"/>
                  </a:cubicBezTo>
                  <a:cubicBezTo>
                    <a:pt x="3106" y="63786"/>
                    <a:pt x="2062" y="61992"/>
                    <a:pt x="375" y="60922"/>
                  </a:cubicBezTo>
                  <a:cubicBezTo>
                    <a:pt x="2062" y="59878"/>
                    <a:pt x="3106" y="58085"/>
                    <a:pt x="3186" y="56104"/>
                  </a:cubicBezTo>
                  <a:cubicBezTo>
                    <a:pt x="5166" y="55060"/>
                    <a:pt x="6424" y="53053"/>
                    <a:pt x="6424" y="50804"/>
                  </a:cubicBezTo>
                  <a:cubicBezTo>
                    <a:pt x="6424" y="48556"/>
                    <a:pt x="5166" y="46522"/>
                    <a:pt x="3186" y="45505"/>
                  </a:cubicBezTo>
                  <a:cubicBezTo>
                    <a:pt x="3159" y="43604"/>
                    <a:pt x="2088" y="41731"/>
                    <a:pt x="375" y="40660"/>
                  </a:cubicBezTo>
                  <a:cubicBezTo>
                    <a:pt x="1901" y="39723"/>
                    <a:pt x="3320" y="37877"/>
                    <a:pt x="3186" y="35816"/>
                  </a:cubicBezTo>
                  <a:cubicBezTo>
                    <a:pt x="5193" y="34799"/>
                    <a:pt x="6424" y="32764"/>
                    <a:pt x="6424" y="30543"/>
                  </a:cubicBezTo>
                  <a:cubicBezTo>
                    <a:pt x="6424" y="28295"/>
                    <a:pt x="5166" y="26260"/>
                    <a:pt x="3186" y="25243"/>
                  </a:cubicBezTo>
                  <a:cubicBezTo>
                    <a:pt x="3106" y="23236"/>
                    <a:pt x="2062" y="21443"/>
                    <a:pt x="375" y="20399"/>
                  </a:cubicBezTo>
                  <a:cubicBezTo>
                    <a:pt x="2088" y="19328"/>
                    <a:pt x="3186" y="17454"/>
                    <a:pt x="3186" y="15608"/>
                  </a:cubicBezTo>
                  <a:cubicBezTo>
                    <a:pt x="3186" y="15608"/>
                    <a:pt x="3186" y="15581"/>
                    <a:pt x="3186" y="15554"/>
                  </a:cubicBezTo>
                  <a:cubicBezTo>
                    <a:pt x="5166" y="14537"/>
                    <a:pt x="6424" y="12503"/>
                    <a:pt x="6424" y="10255"/>
                  </a:cubicBezTo>
                  <a:cubicBezTo>
                    <a:pt x="6424" y="8033"/>
                    <a:pt x="5166" y="5999"/>
                    <a:pt x="3186" y="4982"/>
                  </a:cubicBezTo>
                  <a:lnTo>
                    <a:pt x="3186" y="4955"/>
                  </a:lnTo>
                  <a:cubicBezTo>
                    <a:pt x="3186" y="3028"/>
                    <a:pt x="2008" y="1074"/>
                    <a:pt x="215" y="30"/>
                  </a:cubicBezTo>
                  <a:cubicBezTo>
                    <a:pt x="184" y="10"/>
                    <a:pt x="153" y="1"/>
                    <a:pt x="12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2" name="Google Shape;1792;p105"/>
            <p:cNvSpPr/>
            <p:nvPr/>
          </p:nvSpPr>
          <p:spPr>
            <a:xfrm>
              <a:off x="1761075" y="818875"/>
              <a:ext cx="160625" cy="2032875"/>
            </a:xfrm>
            <a:custGeom>
              <a:avLst/>
              <a:gdLst/>
              <a:ahLst/>
              <a:cxnLst/>
              <a:rect l="l" t="t" r="r" b="b"/>
              <a:pathLst>
                <a:path w="6425" h="81315" extrusionOk="0">
                  <a:moveTo>
                    <a:pt x="149" y="1"/>
                  </a:moveTo>
                  <a:cubicBezTo>
                    <a:pt x="110" y="1"/>
                    <a:pt x="71" y="20"/>
                    <a:pt x="54" y="70"/>
                  </a:cubicBezTo>
                  <a:cubicBezTo>
                    <a:pt x="27" y="70"/>
                    <a:pt x="27" y="97"/>
                    <a:pt x="27" y="124"/>
                  </a:cubicBezTo>
                  <a:cubicBezTo>
                    <a:pt x="27" y="178"/>
                    <a:pt x="54" y="204"/>
                    <a:pt x="81" y="231"/>
                  </a:cubicBezTo>
                  <a:cubicBezTo>
                    <a:pt x="1821" y="1248"/>
                    <a:pt x="2972" y="3175"/>
                    <a:pt x="2945" y="5022"/>
                  </a:cubicBezTo>
                  <a:cubicBezTo>
                    <a:pt x="2945" y="5076"/>
                    <a:pt x="2972" y="5129"/>
                    <a:pt x="2998" y="5156"/>
                  </a:cubicBezTo>
                  <a:cubicBezTo>
                    <a:pt x="4952" y="6119"/>
                    <a:pt x="6183" y="8073"/>
                    <a:pt x="6183" y="10268"/>
                  </a:cubicBezTo>
                  <a:cubicBezTo>
                    <a:pt x="6183" y="12436"/>
                    <a:pt x="4952" y="14390"/>
                    <a:pt x="2998" y="15354"/>
                  </a:cubicBezTo>
                  <a:cubicBezTo>
                    <a:pt x="2972" y="15380"/>
                    <a:pt x="2945" y="15461"/>
                    <a:pt x="2945" y="15487"/>
                  </a:cubicBezTo>
                  <a:cubicBezTo>
                    <a:pt x="2998" y="17334"/>
                    <a:pt x="1847" y="19235"/>
                    <a:pt x="108" y="20278"/>
                  </a:cubicBezTo>
                  <a:cubicBezTo>
                    <a:pt x="81" y="20278"/>
                    <a:pt x="27" y="20305"/>
                    <a:pt x="27" y="20359"/>
                  </a:cubicBezTo>
                  <a:cubicBezTo>
                    <a:pt x="27" y="20412"/>
                    <a:pt x="27" y="20466"/>
                    <a:pt x="81" y="20493"/>
                  </a:cubicBezTo>
                  <a:cubicBezTo>
                    <a:pt x="1821" y="21510"/>
                    <a:pt x="2891" y="23303"/>
                    <a:pt x="2945" y="25310"/>
                  </a:cubicBezTo>
                  <a:cubicBezTo>
                    <a:pt x="2945" y="25364"/>
                    <a:pt x="2972" y="25391"/>
                    <a:pt x="2998" y="25417"/>
                  </a:cubicBezTo>
                  <a:cubicBezTo>
                    <a:pt x="4952" y="26381"/>
                    <a:pt x="6183" y="28362"/>
                    <a:pt x="6183" y="30530"/>
                  </a:cubicBezTo>
                  <a:cubicBezTo>
                    <a:pt x="6183" y="32698"/>
                    <a:pt x="4952" y="34652"/>
                    <a:pt x="2998" y="35642"/>
                  </a:cubicBezTo>
                  <a:cubicBezTo>
                    <a:pt x="2972" y="35642"/>
                    <a:pt x="2945" y="35695"/>
                    <a:pt x="2945" y="35749"/>
                  </a:cubicBezTo>
                  <a:cubicBezTo>
                    <a:pt x="3105" y="37837"/>
                    <a:pt x="1633" y="39630"/>
                    <a:pt x="108" y="40540"/>
                  </a:cubicBezTo>
                  <a:cubicBezTo>
                    <a:pt x="81" y="40540"/>
                    <a:pt x="27" y="40594"/>
                    <a:pt x="27" y="40620"/>
                  </a:cubicBezTo>
                  <a:cubicBezTo>
                    <a:pt x="27" y="40674"/>
                    <a:pt x="27" y="40727"/>
                    <a:pt x="81" y="40754"/>
                  </a:cubicBezTo>
                  <a:cubicBezTo>
                    <a:pt x="1821" y="41771"/>
                    <a:pt x="2945" y="43645"/>
                    <a:pt x="2945" y="45545"/>
                  </a:cubicBezTo>
                  <a:cubicBezTo>
                    <a:pt x="2945" y="45545"/>
                    <a:pt x="2945" y="45545"/>
                    <a:pt x="2945" y="45572"/>
                  </a:cubicBezTo>
                  <a:cubicBezTo>
                    <a:pt x="2945" y="45626"/>
                    <a:pt x="2972" y="45652"/>
                    <a:pt x="2998" y="45679"/>
                  </a:cubicBezTo>
                  <a:cubicBezTo>
                    <a:pt x="4952" y="46669"/>
                    <a:pt x="6183" y="48623"/>
                    <a:pt x="6183" y="50791"/>
                  </a:cubicBezTo>
                  <a:cubicBezTo>
                    <a:pt x="6183" y="52959"/>
                    <a:pt x="4952" y="54913"/>
                    <a:pt x="2998" y="55904"/>
                  </a:cubicBezTo>
                  <a:cubicBezTo>
                    <a:pt x="2972" y="55930"/>
                    <a:pt x="2945" y="55957"/>
                    <a:pt x="2945" y="56011"/>
                  </a:cubicBezTo>
                  <a:cubicBezTo>
                    <a:pt x="2891" y="57991"/>
                    <a:pt x="1847" y="59785"/>
                    <a:pt x="108" y="60802"/>
                  </a:cubicBezTo>
                  <a:cubicBezTo>
                    <a:pt x="81" y="60828"/>
                    <a:pt x="27" y="60855"/>
                    <a:pt x="27" y="60882"/>
                  </a:cubicBezTo>
                  <a:cubicBezTo>
                    <a:pt x="27" y="60935"/>
                    <a:pt x="27" y="60989"/>
                    <a:pt x="81" y="61016"/>
                  </a:cubicBezTo>
                  <a:cubicBezTo>
                    <a:pt x="1821" y="62033"/>
                    <a:pt x="2891" y="63826"/>
                    <a:pt x="2945" y="65834"/>
                  </a:cubicBezTo>
                  <a:cubicBezTo>
                    <a:pt x="2945" y="65887"/>
                    <a:pt x="2972" y="65914"/>
                    <a:pt x="2998" y="65941"/>
                  </a:cubicBezTo>
                  <a:cubicBezTo>
                    <a:pt x="4952" y="66931"/>
                    <a:pt x="6183" y="68885"/>
                    <a:pt x="6183" y="71053"/>
                  </a:cubicBezTo>
                  <a:cubicBezTo>
                    <a:pt x="6183" y="73221"/>
                    <a:pt x="4952" y="75175"/>
                    <a:pt x="2998" y="76165"/>
                  </a:cubicBezTo>
                  <a:cubicBezTo>
                    <a:pt x="2972" y="76192"/>
                    <a:pt x="2945" y="76219"/>
                    <a:pt x="2945" y="76272"/>
                  </a:cubicBezTo>
                  <a:cubicBezTo>
                    <a:pt x="2891" y="78280"/>
                    <a:pt x="1821" y="80073"/>
                    <a:pt x="81" y="81090"/>
                  </a:cubicBezTo>
                  <a:cubicBezTo>
                    <a:pt x="27" y="81117"/>
                    <a:pt x="1" y="81197"/>
                    <a:pt x="54" y="81251"/>
                  </a:cubicBezTo>
                  <a:cubicBezTo>
                    <a:pt x="74" y="81290"/>
                    <a:pt x="122" y="81315"/>
                    <a:pt x="167" y="81315"/>
                  </a:cubicBezTo>
                  <a:cubicBezTo>
                    <a:pt x="184" y="81315"/>
                    <a:pt x="200" y="81311"/>
                    <a:pt x="215" y="81304"/>
                  </a:cubicBezTo>
                  <a:cubicBezTo>
                    <a:pt x="2008" y="80260"/>
                    <a:pt x="3105" y="78413"/>
                    <a:pt x="3186" y="76352"/>
                  </a:cubicBezTo>
                  <a:cubicBezTo>
                    <a:pt x="5193" y="75309"/>
                    <a:pt x="6424" y="73301"/>
                    <a:pt x="6424" y="71053"/>
                  </a:cubicBezTo>
                  <a:cubicBezTo>
                    <a:pt x="6424" y="68805"/>
                    <a:pt x="5193" y="66797"/>
                    <a:pt x="3186" y="65753"/>
                  </a:cubicBezTo>
                  <a:cubicBezTo>
                    <a:pt x="3132" y="63773"/>
                    <a:pt x="2088" y="61979"/>
                    <a:pt x="402" y="60909"/>
                  </a:cubicBezTo>
                  <a:cubicBezTo>
                    <a:pt x="2088" y="59865"/>
                    <a:pt x="3132" y="58072"/>
                    <a:pt x="3186" y="56091"/>
                  </a:cubicBezTo>
                  <a:cubicBezTo>
                    <a:pt x="5193" y="55047"/>
                    <a:pt x="6424" y="53040"/>
                    <a:pt x="6424" y="50791"/>
                  </a:cubicBezTo>
                  <a:cubicBezTo>
                    <a:pt x="6424" y="48543"/>
                    <a:pt x="5193" y="46536"/>
                    <a:pt x="3186" y="45492"/>
                  </a:cubicBezTo>
                  <a:cubicBezTo>
                    <a:pt x="3186" y="43591"/>
                    <a:pt x="2088" y="41718"/>
                    <a:pt x="402" y="40647"/>
                  </a:cubicBezTo>
                  <a:cubicBezTo>
                    <a:pt x="1901" y="39710"/>
                    <a:pt x="3320" y="37890"/>
                    <a:pt x="3186" y="35829"/>
                  </a:cubicBezTo>
                  <a:cubicBezTo>
                    <a:pt x="5193" y="34785"/>
                    <a:pt x="6424" y="32751"/>
                    <a:pt x="6424" y="30530"/>
                  </a:cubicBezTo>
                  <a:cubicBezTo>
                    <a:pt x="6424" y="28281"/>
                    <a:pt x="5193" y="26247"/>
                    <a:pt x="3186" y="25230"/>
                  </a:cubicBezTo>
                  <a:cubicBezTo>
                    <a:pt x="3105" y="23223"/>
                    <a:pt x="2062" y="21429"/>
                    <a:pt x="402" y="20386"/>
                  </a:cubicBezTo>
                  <a:cubicBezTo>
                    <a:pt x="2115" y="19315"/>
                    <a:pt x="3212" y="17415"/>
                    <a:pt x="3186" y="15541"/>
                  </a:cubicBezTo>
                  <a:cubicBezTo>
                    <a:pt x="5193" y="14524"/>
                    <a:pt x="6424" y="12490"/>
                    <a:pt x="6424" y="10268"/>
                  </a:cubicBezTo>
                  <a:cubicBezTo>
                    <a:pt x="6424" y="8020"/>
                    <a:pt x="5193" y="5986"/>
                    <a:pt x="3186" y="4969"/>
                  </a:cubicBezTo>
                  <a:lnTo>
                    <a:pt x="3186" y="4942"/>
                  </a:lnTo>
                  <a:cubicBezTo>
                    <a:pt x="3186" y="3041"/>
                    <a:pt x="2008" y="1061"/>
                    <a:pt x="215" y="17"/>
                  </a:cubicBezTo>
                  <a:cubicBezTo>
                    <a:pt x="195" y="7"/>
                    <a:pt x="172" y="1"/>
                    <a:pt x="14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3" name="Google Shape;1793;p105"/>
            <p:cNvSpPr/>
            <p:nvPr/>
          </p:nvSpPr>
          <p:spPr>
            <a:xfrm>
              <a:off x="1607850" y="566950"/>
              <a:ext cx="159950" cy="2033000"/>
            </a:xfrm>
            <a:custGeom>
              <a:avLst/>
              <a:gdLst/>
              <a:ahLst/>
              <a:cxnLst/>
              <a:rect l="l" t="t" r="r" b="b"/>
              <a:pathLst>
                <a:path w="6398" h="81320" extrusionOk="0">
                  <a:moveTo>
                    <a:pt x="119" y="1"/>
                  </a:moveTo>
                  <a:cubicBezTo>
                    <a:pt x="81" y="1"/>
                    <a:pt x="44" y="24"/>
                    <a:pt x="27" y="57"/>
                  </a:cubicBezTo>
                  <a:cubicBezTo>
                    <a:pt x="0" y="84"/>
                    <a:pt x="0" y="110"/>
                    <a:pt x="0" y="137"/>
                  </a:cubicBezTo>
                  <a:cubicBezTo>
                    <a:pt x="0" y="164"/>
                    <a:pt x="27" y="217"/>
                    <a:pt x="81" y="244"/>
                  </a:cubicBezTo>
                  <a:cubicBezTo>
                    <a:pt x="1820" y="1261"/>
                    <a:pt x="2944" y="3188"/>
                    <a:pt x="2918" y="5035"/>
                  </a:cubicBezTo>
                  <a:cubicBezTo>
                    <a:pt x="2918" y="5089"/>
                    <a:pt x="2944" y="5142"/>
                    <a:pt x="2998" y="5169"/>
                  </a:cubicBezTo>
                  <a:cubicBezTo>
                    <a:pt x="4952" y="6133"/>
                    <a:pt x="6156" y="8086"/>
                    <a:pt x="6156" y="10255"/>
                  </a:cubicBezTo>
                  <a:cubicBezTo>
                    <a:pt x="6156" y="12449"/>
                    <a:pt x="4952" y="14403"/>
                    <a:pt x="2998" y="15367"/>
                  </a:cubicBezTo>
                  <a:cubicBezTo>
                    <a:pt x="2944" y="15394"/>
                    <a:pt x="2918" y="15447"/>
                    <a:pt x="2918" y="15501"/>
                  </a:cubicBezTo>
                  <a:cubicBezTo>
                    <a:pt x="2971" y="17347"/>
                    <a:pt x="1847" y="19248"/>
                    <a:pt x="81" y="20292"/>
                  </a:cubicBezTo>
                  <a:cubicBezTo>
                    <a:pt x="54" y="20292"/>
                    <a:pt x="27" y="20318"/>
                    <a:pt x="0" y="20372"/>
                  </a:cubicBezTo>
                  <a:cubicBezTo>
                    <a:pt x="0" y="20425"/>
                    <a:pt x="27" y="20479"/>
                    <a:pt x="81" y="20506"/>
                  </a:cubicBezTo>
                  <a:cubicBezTo>
                    <a:pt x="1794" y="21496"/>
                    <a:pt x="2864" y="23316"/>
                    <a:pt x="2918" y="25324"/>
                  </a:cubicBezTo>
                  <a:cubicBezTo>
                    <a:pt x="2918" y="25350"/>
                    <a:pt x="2944" y="25404"/>
                    <a:pt x="2998" y="25431"/>
                  </a:cubicBezTo>
                  <a:cubicBezTo>
                    <a:pt x="4952" y="26394"/>
                    <a:pt x="6156" y="28348"/>
                    <a:pt x="6156" y="30543"/>
                  </a:cubicBezTo>
                  <a:cubicBezTo>
                    <a:pt x="6156" y="32711"/>
                    <a:pt x="4952" y="34665"/>
                    <a:pt x="2998" y="35628"/>
                  </a:cubicBezTo>
                  <a:cubicBezTo>
                    <a:pt x="2944" y="35655"/>
                    <a:pt x="2918" y="35709"/>
                    <a:pt x="2918" y="35762"/>
                  </a:cubicBezTo>
                  <a:cubicBezTo>
                    <a:pt x="3078" y="37823"/>
                    <a:pt x="1633" y="39643"/>
                    <a:pt x="81" y="40553"/>
                  </a:cubicBezTo>
                  <a:cubicBezTo>
                    <a:pt x="54" y="40553"/>
                    <a:pt x="27" y="40580"/>
                    <a:pt x="0" y="40633"/>
                  </a:cubicBezTo>
                  <a:cubicBezTo>
                    <a:pt x="0" y="40687"/>
                    <a:pt x="27" y="40741"/>
                    <a:pt x="81" y="40767"/>
                  </a:cubicBezTo>
                  <a:cubicBezTo>
                    <a:pt x="1820" y="41784"/>
                    <a:pt x="2918" y="43658"/>
                    <a:pt x="2918" y="45532"/>
                  </a:cubicBezTo>
                  <a:cubicBezTo>
                    <a:pt x="2918" y="45558"/>
                    <a:pt x="2918" y="45558"/>
                    <a:pt x="2918" y="45585"/>
                  </a:cubicBezTo>
                  <a:cubicBezTo>
                    <a:pt x="2918" y="45612"/>
                    <a:pt x="2944" y="45665"/>
                    <a:pt x="2998" y="45692"/>
                  </a:cubicBezTo>
                  <a:cubicBezTo>
                    <a:pt x="4952" y="46656"/>
                    <a:pt x="6156" y="48636"/>
                    <a:pt x="6156" y="50804"/>
                  </a:cubicBezTo>
                  <a:cubicBezTo>
                    <a:pt x="6156" y="52972"/>
                    <a:pt x="4952" y="54926"/>
                    <a:pt x="2998" y="55917"/>
                  </a:cubicBezTo>
                  <a:cubicBezTo>
                    <a:pt x="2944" y="55917"/>
                    <a:pt x="2918" y="55970"/>
                    <a:pt x="2918" y="56024"/>
                  </a:cubicBezTo>
                  <a:cubicBezTo>
                    <a:pt x="2864" y="58004"/>
                    <a:pt x="1820" y="59798"/>
                    <a:pt x="81" y="60815"/>
                  </a:cubicBezTo>
                  <a:cubicBezTo>
                    <a:pt x="54" y="60815"/>
                    <a:pt x="27" y="60868"/>
                    <a:pt x="0" y="60895"/>
                  </a:cubicBezTo>
                  <a:cubicBezTo>
                    <a:pt x="0" y="60949"/>
                    <a:pt x="27" y="61002"/>
                    <a:pt x="81" y="61029"/>
                  </a:cubicBezTo>
                  <a:cubicBezTo>
                    <a:pt x="1820" y="62046"/>
                    <a:pt x="2864" y="63839"/>
                    <a:pt x="2918" y="65847"/>
                  </a:cubicBezTo>
                  <a:cubicBezTo>
                    <a:pt x="2918" y="65900"/>
                    <a:pt x="2944" y="65927"/>
                    <a:pt x="2998" y="65954"/>
                  </a:cubicBezTo>
                  <a:cubicBezTo>
                    <a:pt x="4952" y="66944"/>
                    <a:pt x="6156" y="68898"/>
                    <a:pt x="6156" y="71066"/>
                  </a:cubicBezTo>
                  <a:cubicBezTo>
                    <a:pt x="6156" y="73234"/>
                    <a:pt x="4952" y="75188"/>
                    <a:pt x="2998" y="76178"/>
                  </a:cubicBezTo>
                  <a:cubicBezTo>
                    <a:pt x="2944" y="76178"/>
                    <a:pt x="2918" y="76232"/>
                    <a:pt x="2918" y="76285"/>
                  </a:cubicBezTo>
                  <a:cubicBezTo>
                    <a:pt x="2864" y="78266"/>
                    <a:pt x="1820" y="80086"/>
                    <a:pt x="81" y="81076"/>
                  </a:cubicBezTo>
                  <a:cubicBezTo>
                    <a:pt x="27" y="81130"/>
                    <a:pt x="0" y="81183"/>
                    <a:pt x="27" y="81264"/>
                  </a:cubicBezTo>
                  <a:cubicBezTo>
                    <a:pt x="44" y="81297"/>
                    <a:pt x="81" y="81320"/>
                    <a:pt x="119" y="81320"/>
                  </a:cubicBezTo>
                  <a:cubicBezTo>
                    <a:pt x="143" y="81320"/>
                    <a:pt x="167" y="81311"/>
                    <a:pt x="188" y="81290"/>
                  </a:cubicBezTo>
                  <a:cubicBezTo>
                    <a:pt x="1981" y="80273"/>
                    <a:pt x="3105" y="78427"/>
                    <a:pt x="3185" y="76366"/>
                  </a:cubicBezTo>
                  <a:cubicBezTo>
                    <a:pt x="5166" y="75322"/>
                    <a:pt x="6397" y="73314"/>
                    <a:pt x="6397" y="71066"/>
                  </a:cubicBezTo>
                  <a:cubicBezTo>
                    <a:pt x="6397" y="68818"/>
                    <a:pt x="5166" y="66784"/>
                    <a:pt x="3185" y="65766"/>
                  </a:cubicBezTo>
                  <a:cubicBezTo>
                    <a:pt x="3105" y="63786"/>
                    <a:pt x="2061" y="61992"/>
                    <a:pt x="375" y="60922"/>
                  </a:cubicBezTo>
                  <a:cubicBezTo>
                    <a:pt x="2061" y="59878"/>
                    <a:pt x="3105" y="58085"/>
                    <a:pt x="3185" y="56104"/>
                  </a:cubicBezTo>
                  <a:cubicBezTo>
                    <a:pt x="5166" y="55060"/>
                    <a:pt x="6397" y="53053"/>
                    <a:pt x="6397" y="50804"/>
                  </a:cubicBezTo>
                  <a:cubicBezTo>
                    <a:pt x="6397" y="48556"/>
                    <a:pt x="5166" y="46522"/>
                    <a:pt x="3185" y="45505"/>
                  </a:cubicBezTo>
                  <a:cubicBezTo>
                    <a:pt x="3159" y="43604"/>
                    <a:pt x="2061" y="41731"/>
                    <a:pt x="375" y="40660"/>
                  </a:cubicBezTo>
                  <a:cubicBezTo>
                    <a:pt x="1901" y="39723"/>
                    <a:pt x="3292" y="37877"/>
                    <a:pt x="3185" y="35816"/>
                  </a:cubicBezTo>
                  <a:cubicBezTo>
                    <a:pt x="5166" y="34799"/>
                    <a:pt x="6397" y="32764"/>
                    <a:pt x="6397" y="30543"/>
                  </a:cubicBezTo>
                  <a:cubicBezTo>
                    <a:pt x="6397" y="28295"/>
                    <a:pt x="5166" y="26260"/>
                    <a:pt x="3185" y="25243"/>
                  </a:cubicBezTo>
                  <a:cubicBezTo>
                    <a:pt x="3078" y="23236"/>
                    <a:pt x="2061" y="21443"/>
                    <a:pt x="375" y="20399"/>
                  </a:cubicBezTo>
                  <a:cubicBezTo>
                    <a:pt x="2061" y="19328"/>
                    <a:pt x="3185" y="17454"/>
                    <a:pt x="3185" y="15608"/>
                  </a:cubicBezTo>
                  <a:cubicBezTo>
                    <a:pt x="3185" y="15608"/>
                    <a:pt x="3185" y="15581"/>
                    <a:pt x="3185" y="15554"/>
                  </a:cubicBezTo>
                  <a:cubicBezTo>
                    <a:pt x="5166" y="14537"/>
                    <a:pt x="6397" y="12503"/>
                    <a:pt x="6397" y="10255"/>
                  </a:cubicBezTo>
                  <a:cubicBezTo>
                    <a:pt x="6397" y="8033"/>
                    <a:pt x="5166" y="5999"/>
                    <a:pt x="3185" y="4982"/>
                  </a:cubicBezTo>
                  <a:lnTo>
                    <a:pt x="3185" y="4955"/>
                  </a:lnTo>
                  <a:cubicBezTo>
                    <a:pt x="3185" y="3028"/>
                    <a:pt x="1981" y="1074"/>
                    <a:pt x="188" y="30"/>
                  </a:cubicBezTo>
                  <a:cubicBezTo>
                    <a:pt x="167" y="10"/>
                    <a:pt x="143" y="1"/>
                    <a:pt x="11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4" name="Google Shape;1794;p105"/>
            <p:cNvSpPr/>
            <p:nvPr/>
          </p:nvSpPr>
          <p:spPr>
            <a:xfrm>
              <a:off x="1453950" y="818875"/>
              <a:ext cx="160600" cy="2032875"/>
            </a:xfrm>
            <a:custGeom>
              <a:avLst/>
              <a:gdLst/>
              <a:ahLst/>
              <a:cxnLst/>
              <a:rect l="l" t="t" r="r" b="b"/>
              <a:pathLst>
                <a:path w="6424" h="81315" extrusionOk="0">
                  <a:moveTo>
                    <a:pt x="136" y="1"/>
                  </a:moveTo>
                  <a:cubicBezTo>
                    <a:pt x="95" y="1"/>
                    <a:pt x="61" y="20"/>
                    <a:pt x="27" y="70"/>
                  </a:cubicBezTo>
                  <a:cubicBezTo>
                    <a:pt x="27" y="70"/>
                    <a:pt x="27" y="97"/>
                    <a:pt x="27" y="124"/>
                  </a:cubicBezTo>
                  <a:cubicBezTo>
                    <a:pt x="27" y="178"/>
                    <a:pt x="27" y="204"/>
                    <a:pt x="80" y="231"/>
                  </a:cubicBezTo>
                  <a:cubicBezTo>
                    <a:pt x="1820" y="1248"/>
                    <a:pt x="2971" y="3175"/>
                    <a:pt x="2944" y="5022"/>
                  </a:cubicBezTo>
                  <a:cubicBezTo>
                    <a:pt x="2944" y="5076"/>
                    <a:pt x="2971" y="5129"/>
                    <a:pt x="2998" y="5156"/>
                  </a:cubicBezTo>
                  <a:cubicBezTo>
                    <a:pt x="4952" y="6119"/>
                    <a:pt x="6156" y="8073"/>
                    <a:pt x="6156" y="10268"/>
                  </a:cubicBezTo>
                  <a:cubicBezTo>
                    <a:pt x="6156" y="12436"/>
                    <a:pt x="4952" y="14390"/>
                    <a:pt x="2998" y="15354"/>
                  </a:cubicBezTo>
                  <a:cubicBezTo>
                    <a:pt x="2971" y="15380"/>
                    <a:pt x="2944" y="15434"/>
                    <a:pt x="2944" y="15487"/>
                  </a:cubicBezTo>
                  <a:cubicBezTo>
                    <a:pt x="2944" y="15514"/>
                    <a:pt x="2944" y="15568"/>
                    <a:pt x="2944" y="15595"/>
                  </a:cubicBezTo>
                  <a:cubicBezTo>
                    <a:pt x="2944" y="17415"/>
                    <a:pt x="1820" y="19261"/>
                    <a:pt x="107" y="20278"/>
                  </a:cubicBezTo>
                  <a:cubicBezTo>
                    <a:pt x="54" y="20278"/>
                    <a:pt x="27" y="20305"/>
                    <a:pt x="27" y="20359"/>
                  </a:cubicBezTo>
                  <a:cubicBezTo>
                    <a:pt x="0" y="20412"/>
                    <a:pt x="27" y="20466"/>
                    <a:pt x="80" y="20493"/>
                  </a:cubicBezTo>
                  <a:cubicBezTo>
                    <a:pt x="1793" y="21510"/>
                    <a:pt x="2864" y="23303"/>
                    <a:pt x="2944" y="25310"/>
                  </a:cubicBezTo>
                  <a:cubicBezTo>
                    <a:pt x="2944" y="25364"/>
                    <a:pt x="2971" y="25391"/>
                    <a:pt x="2998" y="25417"/>
                  </a:cubicBezTo>
                  <a:cubicBezTo>
                    <a:pt x="4952" y="26381"/>
                    <a:pt x="6156" y="28362"/>
                    <a:pt x="6156" y="30530"/>
                  </a:cubicBezTo>
                  <a:cubicBezTo>
                    <a:pt x="6156" y="32698"/>
                    <a:pt x="4952" y="34652"/>
                    <a:pt x="2998" y="35642"/>
                  </a:cubicBezTo>
                  <a:cubicBezTo>
                    <a:pt x="2944" y="35642"/>
                    <a:pt x="2918" y="35695"/>
                    <a:pt x="2944" y="35749"/>
                  </a:cubicBezTo>
                  <a:cubicBezTo>
                    <a:pt x="3105" y="37837"/>
                    <a:pt x="1633" y="39630"/>
                    <a:pt x="107" y="40540"/>
                  </a:cubicBezTo>
                  <a:cubicBezTo>
                    <a:pt x="54" y="40540"/>
                    <a:pt x="27" y="40594"/>
                    <a:pt x="27" y="40620"/>
                  </a:cubicBezTo>
                  <a:cubicBezTo>
                    <a:pt x="0" y="40674"/>
                    <a:pt x="27" y="40727"/>
                    <a:pt x="80" y="40754"/>
                  </a:cubicBezTo>
                  <a:cubicBezTo>
                    <a:pt x="1820" y="41771"/>
                    <a:pt x="2944" y="43645"/>
                    <a:pt x="2944" y="45545"/>
                  </a:cubicBezTo>
                  <a:cubicBezTo>
                    <a:pt x="2944" y="45545"/>
                    <a:pt x="2944" y="45572"/>
                    <a:pt x="2944" y="45572"/>
                  </a:cubicBezTo>
                  <a:cubicBezTo>
                    <a:pt x="2944" y="45626"/>
                    <a:pt x="2971" y="45652"/>
                    <a:pt x="2998" y="45679"/>
                  </a:cubicBezTo>
                  <a:cubicBezTo>
                    <a:pt x="4952" y="46669"/>
                    <a:pt x="6156" y="48623"/>
                    <a:pt x="6156" y="50791"/>
                  </a:cubicBezTo>
                  <a:cubicBezTo>
                    <a:pt x="6156" y="52959"/>
                    <a:pt x="4952" y="54913"/>
                    <a:pt x="2998" y="55904"/>
                  </a:cubicBezTo>
                  <a:cubicBezTo>
                    <a:pt x="2971" y="55930"/>
                    <a:pt x="2944" y="55957"/>
                    <a:pt x="2944" y="56011"/>
                  </a:cubicBezTo>
                  <a:cubicBezTo>
                    <a:pt x="2891" y="57991"/>
                    <a:pt x="1820" y="59785"/>
                    <a:pt x="107" y="60802"/>
                  </a:cubicBezTo>
                  <a:cubicBezTo>
                    <a:pt x="54" y="60828"/>
                    <a:pt x="27" y="60855"/>
                    <a:pt x="27" y="60882"/>
                  </a:cubicBezTo>
                  <a:cubicBezTo>
                    <a:pt x="0" y="60935"/>
                    <a:pt x="27" y="60989"/>
                    <a:pt x="80" y="61016"/>
                  </a:cubicBezTo>
                  <a:cubicBezTo>
                    <a:pt x="1820" y="62033"/>
                    <a:pt x="2891" y="63826"/>
                    <a:pt x="2944" y="65834"/>
                  </a:cubicBezTo>
                  <a:cubicBezTo>
                    <a:pt x="2944" y="65887"/>
                    <a:pt x="2971" y="65914"/>
                    <a:pt x="2998" y="65941"/>
                  </a:cubicBezTo>
                  <a:cubicBezTo>
                    <a:pt x="4952" y="66931"/>
                    <a:pt x="6156" y="68885"/>
                    <a:pt x="6156" y="71053"/>
                  </a:cubicBezTo>
                  <a:cubicBezTo>
                    <a:pt x="6156" y="73221"/>
                    <a:pt x="4952" y="75175"/>
                    <a:pt x="2998" y="76165"/>
                  </a:cubicBezTo>
                  <a:cubicBezTo>
                    <a:pt x="2971" y="76192"/>
                    <a:pt x="2944" y="76219"/>
                    <a:pt x="2944" y="76272"/>
                  </a:cubicBezTo>
                  <a:cubicBezTo>
                    <a:pt x="2891" y="78280"/>
                    <a:pt x="1820" y="80073"/>
                    <a:pt x="80" y="81090"/>
                  </a:cubicBezTo>
                  <a:cubicBezTo>
                    <a:pt x="27" y="81117"/>
                    <a:pt x="0" y="81197"/>
                    <a:pt x="27" y="81251"/>
                  </a:cubicBezTo>
                  <a:cubicBezTo>
                    <a:pt x="66" y="81290"/>
                    <a:pt x="120" y="81315"/>
                    <a:pt x="167" y="81315"/>
                  </a:cubicBezTo>
                  <a:cubicBezTo>
                    <a:pt x="184" y="81315"/>
                    <a:pt x="200" y="81311"/>
                    <a:pt x="214" y="81304"/>
                  </a:cubicBezTo>
                  <a:cubicBezTo>
                    <a:pt x="2008" y="80260"/>
                    <a:pt x="3105" y="78413"/>
                    <a:pt x="3185" y="76352"/>
                  </a:cubicBezTo>
                  <a:cubicBezTo>
                    <a:pt x="5166" y="75309"/>
                    <a:pt x="6424" y="73301"/>
                    <a:pt x="6424" y="71053"/>
                  </a:cubicBezTo>
                  <a:cubicBezTo>
                    <a:pt x="6424" y="68805"/>
                    <a:pt x="5166" y="66797"/>
                    <a:pt x="3185" y="65753"/>
                  </a:cubicBezTo>
                  <a:cubicBezTo>
                    <a:pt x="3105" y="63773"/>
                    <a:pt x="2061" y="61979"/>
                    <a:pt x="375" y="60909"/>
                  </a:cubicBezTo>
                  <a:cubicBezTo>
                    <a:pt x="2061" y="59865"/>
                    <a:pt x="3105" y="58072"/>
                    <a:pt x="3185" y="56091"/>
                  </a:cubicBezTo>
                  <a:cubicBezTo>
                    <a:pt x="5166" y="55047"/>
                    <a:pt x="6424" y="53040"/>
                    <a:pt x="6424" y="50791"/>
                  </a:cubicBezTo>
                  <a:cubicBezTo>
                    <a:pt x="6424" y="48543"/>
                    <a:pt x="5193" y="46536"/>
                    <a:pt x="3185" y="45492"/>
                  </a:cubicBezTo>
                  <a:cubicBezTo>
                    <a:pt x="3159" y="43591"/>
                    <a:pt x="2088" y="41718"/>
                    <a:pt x="375" y="40647"/>
                  </a:cubicBezTo>
                  <a:cubicBezTo>
                    <a:pt x="1901" y="39710"/>
                    <a:pt x="3319" y="37890"/>
                    <a:pt x="3185" y="35829"/>
                  </a:cubicBezTo>
                  <a:cubicBezTo>
                    <a:pt x="5193" y="34785"/>
                    <a:pt x="6424" y="32751"/>
                    <a:pt x="6424" y="30530"/>
                  </a:cubicBezTo>
                  <a:cubicBezTo>
                    <a:pt x="6424" y="28281"/>
                    <a:pt x="5166" y="26247"/>
                    <a:pt x="3185" y="25230"/>
                  </a:cubicBezTo>
                  <a:cubicBezTo>
                    <a:pt x="3105" y="23223"/>
                    <a:pt x="2061" y="21429"/>
                    <a:pt x="375" y="20386"/>
                  </a:cubicBezTo>
                  <a:cubicBezTo>
                    <a:pt x="2088" y="19315"/>
                    <a:pt x="3185" y="17441"/>
                    <a:pt x="3185" y="15595"/>
                  </a:cubicBezTo>
                  <a:cubicBezTo>
                    <a:pt x="3185" y="15595"/>
                    <a:pt x="3185" y="15568"/>
                    <a:pt x="3185" y="15541"/>
                  </a:cubicBezTo>
                  <a:cubicBezTo>
                    <a:pt x="5193" y="14524"/>
                    <a:pt x="6424" y="12490"/>
                    <a:pt x="6424" y="10268"/>
                  </a:cubicBezTo>
                  <a:cubicBezTo>
                    <a:pt x="6424" y="8020"/>
                    <a:pt x="5193" y="5986"/>
                    <a:pt x="3185" y="4969"/>
                  </a:cubicBezTo>
                  <a:cubicBezTo>
                    <a:pt x="3185" y="3041"/>
                    <a:pt x="2008" y="1061"/>
                    <a:pt x="214" y="17"/>
                  </a:cubicBezTo>
                  <a:cubicBezTo>
                    <a:pt x="185" y="7"/>
                    <a:pt x="159" y="1"/>
                    <a:pt x="13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5" name="Google Shape;1795;p105"/>
            <p:cNvSpPr/>
            <p:nvPr/>
          </p:nvSpPr>
          <p:spPr>
            <a:xfrm>
              <a:off x="1300050" y="566950"/>
              <a:ext cx="160600" cy="2033000"/>
            </a:xfrm>
            <a:custGeom>
              <a:avLst/>
              <a:gdLst/>
              <a:ahLst/>
              <a:cxnLst/>
              <a:rect l="l" t="t" r="r" b="b"/>
              <a:pathLst>
                <a:path w="6424" h="81320" extrusionOk="0">
                  <a:moveTo>
                    <a:pt x="146" y="1"/>
                  </a:moveTo>
                  <a:cubicBezTo>
                    <a:pt x="107" y="1"/>
                    <a:pt x="70" y="24"/>
                    <a:pt x="54" y="57"/>
                  </a:cubicBezTo>
                  <a:cubicBezTo>
                    <a:pt x="27" y="84"/>
                    <a:pt x="27" y="110"/>
                    <a:pt x="27" y="137"/>
                  </a:cubicBezTo>
                  <a:cubicBezTo>
                    <a:pt x="27" y="164"/>
                    <a:pt x="54" y="217"/>
                    <a:pt x="80" y="244"/>
                  </a:cubicBezTo>
                  <a:cubicBezTo>
                    <a:pt x="1820" y="1261"/>
                    <a:pt x="2971" y="3188"/>
                    <a:pt x="2944" y="5035"/>
                  </a:cubicBezTo>
                  <a:cubicBezTo>
                    <a:pt x="2944" y="5089"/>
                    <a:pt x="2971" y="5142"/>
                    <a:pt x="3025" y="5169"/>
                  </a:cubicBezTo>
                  <a:cubicBezTo>
                    <a:pt x="4952" y="6133"/>
                    <a:pt x="6183" y="8086"/>
                    <a:pt x="6183" y="10255"/>
                  </a:cubicBezTo>
                  <a:cubicBezTo>
                    <a:pt x="6183" y="12449"/>
                    <a:pt x="4952" y="14403"/>
                    <a:pt x="3025" y="15367"/>
                  </a:cubicBezTo>
                  <a:cubicBezTo>
                    <a:pt x="2971" y="15394"/>
                    <a:pt x="2944" y="15447"/>
                    <a:pt x="2944" y="15501"/>
                  </a:cubicBezTo>
                  <a:cubicBezTo>
                    <a:pt x="2998" y="17321"/>
                    <a:pt x="1847" y="19248"/>
                    <a:pt x="107" y="20292"/>
                  </a:cubicBezTo>
                  <a:cubicBezTo>
                    <a:pt x="80" y="20292"/>
                    <a:pt x="54" y="20318"/>
                    <a:pt x="27" y="20372"/>
                  </a:cubicBezTo>
                  <a:cubicBezTo>
                    <a:pt x="27" y="20425"/>
                    <a:pt x="27" y="20479"/>
                    <a:pt x="80" y="20506"/>
                  </a:cubicBezTo>
                  <a:cubicBezTo>
                    <a:pt x="1820" y="21496"/>
                    <a:pt x="2891" y="23316"/>
                    <a:pt x="2944" y="25324"/>
                  </a:cubicBezTo>
                  <a:cubicBezTo>
                    <a:pt x="2944" y="25350"/>
                    <a:pt x="2971" y="25404"/>
                    <a:pt x="3025" y="25431"/>
                  </a:cubicBezTo>
                  <a:cubicBezTo>
                    <a:pt x="4952" y="26394"/>
                    <a:pt x="6183" y="28348"/>
                    <a:pt x="6183" y="30543"/>
                  </a:cubicBezTo>
                  <a:cubicBezTo>
                    <a:pt x="6183" y="32711"/>
                    <a:pt x="4952" y="34665"/>
                    <a:pt x="3025" y="35628"/>
                  </a:cubicBezTo>
                  <a:cubicBezTo>
                    <a:pt x="2971" y="35655"/>
                    <a:pt x="2944" y="35709"/>
                    <a:pt x="2944" y="35762"/>
                  </a:cubicBezTo>
                  <a:cubicBezTo>
                    <a:pt x="3105" y="37823"/>
                    <a:pt x="1633" y="39643"/>
                    <a:pt x="107" y="40553"/>
                  </a:cubicBezTo>
                  <a:cubicBezTo>
                    <a:pt x="80" y="40553"/>
                    <a:pt x="54" y="40580"/>
                    <a:pt x="27" y="40633"/>
                  </a:cubicBezTo>
                  <a:cubicBezTo>
                    <a:pt x="27" y="40687"/>
                    <a:pt x="27" y="40741"/>
                    <a:pt x="80" y="40767"/>
                  </a:cubicBezTo>
                  <a:cubicBezTo>
                    <a:pt x="1820" y="41784"/>
                    <a:pt x="2944" y="43658"/>
                    <a:pt x="2944" y="45532"/>
                  </a:cubicBezTo>
                  <a:cubicBezTo>
                    <a:pt x="2944" y="45558"/>
                    <a:pt x="2944" y="45558"/>
                    <a:pt x="2944" y="45585"/>
                  </a:cubicBezTo>
                  <a:cubicBezTo>
                    <a:pt x="2944" y="45612"/>
                    <a:pt x="2971" y="45665"/>
                    <a:pt x="3025" y="45692"/>
                  </a:cubicBezTo>
                  <a:cubicBezTo>
                    <a:pt x="4952" y="46656"/>
                    <a:pt x="6183" y="48636"/>
                    <a:pt x="6183" y="50804"/>
                  </a:cubicBezTo>
                  <a:cubicBezTo>
                    <a:pt x="6183" y="52972"/>
                    <a:pt x="4952" y="54926"/>
                    <a:pt x="3025" y="55917"/>
                  </a:cubicBezTo>
                  <a:cubicBezTo>
                    <a:pt x="2971" y="55917"/>
                    <a:pt x="2944" y="55970"/>
                    <a:pt x="2944" y="56024"/>
                  </a:cubicBezTo>
                  <a:cubicBezTo>
                    <a:pt x="2891" y="58004"/>
                    <a:pt x="1847" y="59798"/>
                    <a:pt x="107" y="60815"/>
                  </a:cubicBezTo>
                  <a:cubicBezTo>
                    <a:pt x="80" y="60815"/>
                    <a:pt x="54" y="60868"/>
                    <a:pt x="27" y="60895"/>
                  </a:cubicBezTo>
                  <a:cubicBezTo>
                    <a:pt x="27" y="60949"/>
                    <a:pt x="27" y="61002"/>
                    <a:pt x="80" y="61029"/>
                  </a:cubicBezTo>
                  <a:cubicBezTo>
                    <a:pt x="1820" y="62046"/>
                    <a:pt x="2891" y="63839"/>
                    <a:pt x="2944" y="65847"/>
                  </a:cubicBezTo>
                  <a:cubicBezTo>
                    <a:pt x="2944" y="65900"/>
                    <a:pt x="2971" y="65927"/>
                    <a:pt x="3025" y="65954"/>
                  </a:cubicBezTo>
                  <a:cubicBezTo>
                    <a:pt x="4952" y="66944"/>
                    <a:pt x="6183" y="68898"/>
                    <a:pt x="6183" y="71066"/>
                  </a:cubicBezTo>
                  <a:cubicBezTo>
                    <a:pt x="6183" y="73234"/>
                    <a:pt x="4952" y="75188"/>
                    <a:pt x="3025" y="76178"/>
                  </a:cubicBezTo>
                  <a:cubicBezTo>
                    <a:pt x="2971" y="76178"/>
                    <a:pt x="2944" y="76232"/>
                    <a:pt x="2944" y="76285"/>
                  </a:cubicBezTo>
                  <a:cubicBezTo>
                    <a:pt x="2891" y="78266"/>
                    <a:pt x="1820" y="80086"/>
                    <a:pt x="80" y="81076"/>
                  </a:cubicBezTo>
                  <a:cubicBezTo>
                    <a:pt x="27" y="81130"/>
                    <a:pt x="0" y="81183"/>
                    <a:pt x="54" y="81264"/>
                  </a:cubicBezTo>
                  <a:cubicBezTo>
                    <a:pt x="70" y="81297"/>
                    <a:pt x="107" y="81320"/>
                    <a:pt x="146" y="81320"/>
                  </a:cubicBezTo>
                  <a:cubicBezTo>
                    <a:pt x="169" y="81320"/>
                    <a:pt x="194" y="81311"/>
                    <a:pt x="214" y="81290"/>
                  </a:cubicBezTo>
                  <a:cubicBezTo>
                    <a:pt x="2007" y="80273"/>
                    <a:pt x="3105" y="78427"/>
                    <a:pt x="3185" y="76366"/>
                  </a:cubicBezTo>
                  <a:cubicBezTo>
                    <a:pt x="5193" y="75322"/>
                    <a:pt x="6424" y="73314"/>
                    <a:pt x="6424" y="71066"/>
                  </a:cubicBezTo>
                  <a:cubicBezTo>
                    <a:pt x="6424" y="68818"/>
                    <a:pt x="5193" y="66784"/>
                    <a:pt x="3185" y="65766"/>
                  </a:cubicBezTo>
                  <a:cubicBezTo>
                    <a:pt x="3132" y="63786"/>
                    <a:pt x="2088" y="61992"/>
                    <a:pt x="402" y="60922"/>
                  </a:cubicBezTo>
                  <a:cubicBezTo>
                    <a:pt x="2088" y="59878"/>
                    <a:pt x="3132" y="58085"/>
                    <a:pt x="3185" y="56104"/>
                  </a:cubicBezTo>
                  <a:cubicBezTo>
                    <a:pt x="5193" y="55060"/>
                    <a:pt x="6424" y="53053"/>
                    <a:pt x="6424" y="50804"/>
                  </a:cubicBezTo>
                  <a:cubicBezTo>
                    <a:pt x="6424" y="48556"/>
                    <a:pt x="5193" y="46522"/>
                    <a:pt x="3185" y="45505"/>
                  </a:cubicBezTo>
                  <a:cubicBezTo>
                    <a:pt x="3185" y="43604"/>
                    <a:pt x="2088" y="41731"/>
                    <a:pt x="402" y="40660"/>
                  </a:cubicBezTo>
                  <a:cubicBezTo>
                    <a:pt x="1927" y="39723"/>
                    <a:pt x="3319" y="37903"/>
                    <a:pt x="3212" y="35816"/>
                  </a:cubicBezTo>
                  <a:cubicBezTo>
                    <a:pt x="5193" y="34799"/>
                    <a:pt x="6424" y="32764"/>
                    <a:pt x="6424" y="30543"/>
                  </a:cubicBezTo>
                  <a:cubicBezTo>
                    <a:pt x="6424" y="28295"/>
                    <a:pt x="5193" y="26260"/>
                    <a:pt x="3185" y="25243"/>
                  </a:cubicBezTo>
                  <a:cubicBezTo>
                    <a:pt x="3105" y="23236"/>
                    <a:pt x="2061" y="21443"/>
                    <a:pt x="402" y="20399"/>
                  </a:cubicBezTo>
                  <a:cubicBezTo>
                    <a:pt x="2088" y="19328"/>
                    <a:pt x="3185" y="17454"/>
                    <a:pt x="3185" y="15608"/>
                  </a:cubicBezTo>
                  <a:cubicBezTo>
                    <a:pt x="3185" y="15608"/>
                    <a:pt x="3185" y="15581"/>
                    <a:pt x="3185" y="15554"/>
                  </a:cubicBezTo>
                  <a:cubicBezTo>
                    <a:pt x="5193" y="14537"/>
                    <a:pt x="6424" y="12503"/>
                    <a:pt x="6424" y="10255"/>
                  </a:cubicBezTo>
                  <a:cubicBezTo>
                    <a:pt x="6424" y="8033"/>
                    <a:pt x="5193" y="5999"/>
                    <a:pt x="3185" y="4982"/>
                  </a:cubicBezTo>
                  <a:lnTo>
                    <a:pt x="3185" y="4955"/>
                  </a:lnTo>
                  <a:cubicBezTo>
                    <a:pt x="3185" y="3028"/>
                    <a:pt x="2007" y="1074"/>
                    <a:pt x="214" y="30"/>
                  </a:cubicBezTo>
                  <a:cubicBezTo>
                    <a:pt x="194" y="10"/>
                    <a:pt x="169" y="1"/>
                    <a:pt x="14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6" name="Google Shape;1796;p105"/>
            <p:cNvSpPr/>
            <p:nvPr/>
          </p:nvSpPr>
          <p:spPr>
            <a:xfrm>
              <a:off x="1146800" y="818875"/>
              <a:ext cx="159950" cy="2032875"/>
            </a:xfrm>
            <a:custGeom>
              <a:avLst/>
              <a:gdLst/>
              <a:ahLst/>
              <a:cxnLst/>
              <a:rect l="l" t="t" r="r" b="b"/>
              <a:pathLst>
                <a:path w="6398" h="81315" extrusionOk="0">
                  <a:moveTo>
                    <a:pt x="123" y="1"/>
                  </a:moveTo>
                  <a:cubicBezTo>
                    <a:pt x="83" y="1"/>
                    <a:pt x="44" y="20"/>
                    <a:pt x="28" y="70"/>
                  </a:cubicBezTo>
                  <a:cubicBezTo>
                    <a:pt x="28" y="70"/>
                    <a:pt x="1" y="97"/>
                    <a:pt x="1" y="124"/>
                  </a:cubicBezTo>
                  <a:cubicBezTo>
                    <a:pt x="1" y="178"/>
                    <a:pt x="28" y="204"/>
                    <a:pt x="81" y="231"/>
                  </a:cubicBezTo>
                  <a:cubicBezTo>
                    <a:pt x="1821" y="1248"/>
                    <a:pt x="2972" y="3175"/>
                    <a:pt x="2918" y="5022"/>
                  </a:cubicBezTo>
                  <a:cubicBezTo>
                    <a:pt x="2918" y="5076"/>
                    <a:pt x="2945" y="5129"/>
                    <a:pt x="2998" y="5156"/>
                  </a:cubicBezTo>
                  <a:cubicBezTo>
                    <a:pt x="4952" y="6119"/>
                    <a:pt x="6157" y="8073"/>
                    <a:pt x="6157" y="10268"/>
                  </a:cubicBezTo>
                  <a:cubicBezTo>
                    <a:pt x="6157" y="12436"/>
                    <a:pt x="4952" y="14390"/>
                    <a:pt x="2998" y="15354"/>
                  </a:cubicBezTo>
                  <a:cubicBezTo>
                    <a:pt x="2945" y="15380"/>
                    <a:pt x="2918" y="15434"/>
                    <a:pt x="2918" y="15487"/>
                  </a:cubicBezTo>
                  <a:cubicBezTo>
                    <a:pt x="2998" y="17334"/>
                    <a:pt x="1848" y="19235"/>
                    <a:pt x="81" y="20278"/>
                  </a:cubicBezTo>
                  <a:cubicBezTo>
                    <a:pt x="54" y="20278"/>
                    <a:pt x="28" y="20305"/>
                    <a:pt x="1" y="20359"/>
                  </a:cubicBezTo>
                  <a:cubicBezTo>
                    <a:pt x="1" y="20412"/>
                    <a:pt x="28" y="20466"/>
                    <a:pt x="81" y="20493"/>
                  </a:cubicBezTo>
                  <a:cubicBezTo>
                    <a:pt x="1794" y="21510"/>
                    <a:pt x="2865" y="23303"/>
                    <a:pt x="2918" y="25310"/>
                  </a:cubicBezTo>
                  <a:cubicBezTo>
                    <a:pt x="2918" y="25364"/>
                    <a:pt x="2945" y="25391"/>
                    <a:pt x="2998" y="25417"/>
                  </a:cubicBezTo>
                  <a:cubicBezTo>
                    <a:pt x="4952" y="26381"/>
                    <a:pt x="6157" y="28362"/>
                    <a:pt x="6157" y="30530"/>
                  </a:cubicBezTo>
                  <a:cubicBezTo>
                    <a:pt x="6157" y="32698"/>
                    <a:pt x="4952" y="34652"/>
                    <a:pt x="2998" y="35642"/>
                  </a:cubicBezTo>
                  <a:cubicBezTo>
                    <a:pt x="2945" y="35642"/>
                    <a:pt x="2918" y="35695"/>
                    <a:pt x="2918" y="35749"/>
                  </a:cubicBezTo>
                  <a:cubicBezTo>
                    <a:pt x="3079" y="37837"/>
                    <a:pt x="1633" y="39630"/>
                    <a:pt x="81" y="40540"/>
                  </a:cubicBezTo>
                  <a:cubicBezTo>
                    <a:pt x="54" y="40540"/>
                    <a:pt x="28" y="40594"/>
                    <a:pt x="1" y="40620"/>
                  </a:cubicBezTo>
                  <a:cubicBezTo>
                    <a:pt x="1" y="40674"/>
                    <a:pt x="28" y="40727"/>
                    <a:pt x="81" y="40754"/>
                  </a:cubicBezTo>
                  <a:cubicBezTo>
                    <a:pt x="1821" y="41771"/>
                    <a:pt x="2918" y="43645"/>
                    <a:pt x="2918" y="45545"/>
                  </a:cubicBezTo>
                  <a:cubicBezTo>
                    <a:pt x="2918" y="45545"/>
                    <a:pt x="2918" y="45545"/>
                    <a:pt x="2918" y="45572"/>
                  </a:cubicBezTo>
                  <a:cubicBezTo>
                    <a:pt x="2918" y="45626"/>
                    <a:pt x="2945" y="45652"/>
                    <a:pt x="2998" y="45679"/>
                  </a:cubicBezTo>
                  <a:cubicBezTo>
                    <a:pt x="4952" y="46669"/>
                    <a:pt x="6157" y="48623"/>
                    <a:pt x="6157" y="50791"/>
                  </a:cubicBezTo>
                  <a:cubicBezTo>
                    <a:pt x="6157" y="52959"/>
                    <a:pt x="4952" y="54913"/>
                    <a:pt x="2998" y="55904"/>
                  </a:cubicBezTo>
                  <a:cubicBezTo>
                    <a:pt x="2945" y="55930"/>
                    <a:pt x="2918" y="55957"/>
                    <a:pt x="2918" y="56011"/>
                  </a:cubicBezTo>
                  <a:cubicBezTo>
                    <a:pt x="2891" y="57991"/>
                    <a:pt x="1821" y="59785"/>
                    <a:pt x="81" y="60802"/>
                  </a:cubicBezTo>
                  <a:cubicBezTo>
                    <a:pt x="54" y="60828"/>
                    <a:pt x="28" y="60855"/>
                    <a:pt x="1" y="60882"/>
                  </a:cubicBezTo>
                  <a:cubicBezTo>
                    <a:pt x="1" y="60935"/>
                    <a:pt x="28" y="60989"/>
                    <a:pt x="81" y="61016"/>
                  </a:cubicBezTo>
                  <a:cubicBezTo>
                    <a:pt x="1821" y="62033"/>
                    <a:pt x="2891" y="63826"/>
                    <a:pt x="2918" y="65834"/>
                  </a:cubicBezTo>
                  <a:cubicBezTo>
                    <a:pt x="2918" y="65887"/>
                    <a:pt x="2945" y="65914"/>
                    <a:pt x="2998" y="65941"/>
                  </a:cubicBezTo>
                  <a:cubicBezTo>
                    <a:pt x="4952" y="66931"/>
                    <a:pt x="6157" y="68885"/>
                    <a:pt x="6157" y="71053"/>
                  </a:cubicBezTo>
                  <a:cubicBezTo>
                    <a:pt x="6157" y="73221"/>
                    <a:pt x="4952" y="75175"/>
                    <a:pt x="2998" y="76165"/>
                  </a:cubicBezTo>
                  <a:cubicBezTo>
                    <a:pt x="2945" y="76192"/>
                    <a:pt x="2918" y="76219"/>
                    <a:pt x="2918" y="76272"/>
                  </a:cubicBezTo>
                  <a:cubicBezTo>
                    <a:pt x="2891" y="78280"/>
                    <a:pt x="1821" y="80073"/>
                    <a:pt x="81" y="81090"/>
                  </a:cubicBezTo>
                  <a:cubicBezTo>
                    <a:pt x="28" y="81117"/>
                    <a:pt x="1" y="81197"/>
                    <a:pt x="28" y="81251"/>
                  </a:cubicBezTo>
                  <a:cubicBezTo>
                    <a:pt x="47" y="81290"/>
                    <a:pt x="95" y="81315"/>
                    <a:pt x="151" y="81315"/>
                  </a:cubicBezTo>
                  <a:cubicBezTo>
                    <a:pt x="172" y="81315"/>
                    <a:pt x="193" y="81311"/>
                    <a:pt x="215" y="81304"/>
                  </a:cubicBezTo>
                  <a:cubicBezTo>
                    <a:pt x="1981" y="80260"/>
                    <a:pt x="3106" y="78413"/>
                    <a:pt x="3186" y="76352"/>
                  </a:cubicBezTo>
                  <a:cubicBezTo>
                    <a:pt x="5167" y="75309"/>
                    <a:pt x="6398" y="73301"/>
                    <a:pt x="6398" y="71053"/>
                  </a:cubicBezTo>
                  <a:cubicBezTo>
                    <a:pt x="6398" y="68805"/>
                    <a:pt x="5167" y="66797"/>
                    <a:pt x="3186" y="65753"/>
                  </a:cubicBezTo>
                  <a:cubicBezTo>
                    <a:pt x="3106" y="63773"/>
                    <a:pt x="2062" y="61979"/>
                    <a:pt x="375" y="60909"/>
                  </a:cubicBezTo>
                  <a:cubicBezTo>
                    <a:pt x="2062" y="59865"/>
                    <a:pt x="3106" y="58072"/>
                    <a:pt x="3186" y="56091"/>
                  </a:cubicBezTo>
                  <a:cubicBezTo>
                    <a:pt x="5167" y="55047"/>
                    <a:pt x="6398" y="53040"/>
                    <a:pt x="6398" y="50791"/>
                  </a:cubicBezTo>
                  <a:cubicBezTo>
                    <a:pt x="6398" y="48543"/>
                    <a:pt x="5167" y="46536"/>
                    <a:pt x="3186" y="45492"/>
                  </a:cubicBezTo>
                  <a:cubicBezTo>
                    <a:pt x="3159" y="43591"/>
                    <a:pt x="2088" y="41718"/>
                    <a:pt x="375" y="40647"/>
                  </a:cubicBezTo>
                  <a:cubicBezTo>
                    <a:pt x="1901" y="39710"/>
                    <a:pt x="3293" y="37890"/>
                    <a:pt x="3186" y="35829"/>
                  </a:cubicBezTo>
                  <a:cubicBezTo>
                    <a:pt x="5167" y="34785"/>
                    <a:pt x="6398" y="32751"/>
                    <a:pt x="6398" y="30530"/>
                  </a:cubicBezTo>
                  <a:cubicBezTo>
                    <a:pt x="6398" y="28281"/>
                    <a:pt x="5167" y="26247"/>
                    <a:pt x="3186" y="25230"/>
                  </a:cubicBezTo>
                  <a:cubicBezTo>
                    <a:pt x="3079" y="23223"/>
                    <a:pt x="2062" y="21429"/>
                    <a:pt x="375" y="20386"/>
                  </a:cubicBezTo>
                  <a:cubicBezTo>
                    <a:pt x="2088" y="19315"/>
                    <a:pt x="3186" y="17415"/>
                    <a:pt x="3186" y="15541"/>
                  </a:cubicBezTo>
                  <a:cubicBezTo>
                    <a:pt x="5167" y="14524"/>
                    <a:pt x="6398" y="12490"/>
                    <a:pt x="6398" y="10268"/>
                  </a:cubicBezTo>
                  <a:cubicBezTo>
                    <a:pt x="6398" y="8020"/>
                    <a:pt x="5167" y="5986"/>
                    <a:pt x="3186" y="4969"/>
                  </a:cubicBezTo>
                  <a:lnTo>
                    <a:pt x="3186" y="4942"/>
                  </a:lnTo>
                  <a:cubicBezTo>
                    <a:pt x="3186" y="3041"/>
                    <a:pt x="1981" y="1061"/>
                    <a:pt x="188" y="17"/>
                  </a:cubicBezTo>
                  <a:cubicBezTo>
                    <a:pt x="169" y="7"/>
                    <a:pt x="145" y="1"/>
                    <a:pt x="12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7" name="Google Shape;1797;p105"/>
            <p:cNvSpPr/>
            <p:nvPr/>
          </p:nvSpPr>
          <p:spPr>
            <a:xfrm>
              <a:off x="992900" y="566950"/>
              <a:ext cx="160625" cy="2033000"/>
            </a:xfrm>
            <a:custGeom>
              <a:avLst/>
              <a:gdLst/>
              <a:ahLst/>
              <a:cxnLst/>
              <a:rect l="l" t="t" r="r" b="b"/>
              <a:pathLst>
                <a:path w="6425" h="81320" extrusionOk="0">
                  <a:moveTo>
                    <a:pt x="145" y="1"/>
                  </a:moveTo>
                  <a:cubicBezTo>
                    <a:pt x="104" y="1"/>
                    <a:pt x="60" y="24"/>
                    <a:pt x="27" y="57"/>
                  </a:cubicBezTo>
                  <a:cubicBezTo>
                    <a:pt x="27" y="84"/>
                    <a:pt x="27" y="110"/>
                    <a:pt x="27" y="137"/>
                  </a:cubicBezTo>
                  <a:cubicBezTo>
                    <a:pt x="27" y="164"/>
                    <a:pt x="54" y="217"/>
                    <a:pt x="81" y="244"/>
                  </a:cubicBezTo>
                  <a:cubicBezTo>
                    <a:pt x="1821" y="1261"/>
                    <a:pt x="2972" y="3188"/>
                    <a:pt x="2945" y="5035"/>
                  </a:cubicBezTo>
                  <a:cubicBezTo>
                    <a:pt x="2945" y="5089"/>
                    <a:pt x="2972" y="5142"/>
                    <a:pt x="2998" y="5169"/>
                  </a:cubicBezTo>
                  <a:cubicBezTo>
                    <a:pt x="4952" y="6133"/>
                    <a:pt x="6157" y="8086"/>
                    <a:pt x="6157" y="10255"/>
                  </a:cubicBezTo>
                  <a:cubicBezTo>
                    <a:pt x="6157" y="12449"/>
                    <a:pt x="4952" y="14403"/>
                    <a:pt x="2998" y="15367"/>
                  </a:cubicBezTo>
                  <a:cubicBezTo>
                    <a:pt x="2972" y="15394"/>
                    <a:pt x="2945" y="15447"/>
                    <a:pt x="2945" y="15501"/>
                  </a:cubicBezTo>
                  <a:cubicBezTo>
                    <a:pt x="2998" y="17347"/>
                    <a:pt x="1847" y="19248"/>
                    <a:pt x="108" y="20292"/>
                  </a:cubicBezTo>
                  <a:cubicBezTo>
                    <a:pt x="54" y="20292"/>
                    <a:pt x="27" y="20318"/>
                    <a:pt x="27" y="20372"/>
                  </a:cubicBezTo>
                  <a:cubicBezTo>
                    <a:pt x="1" y="20425"/>
                    <a:pt x="27" y="20479"/>
                    <a:pt x="81" y="20506"/>
                  </a:cubicBezTo>
                  <a:cubicBezTo>
                    <a:pt x="1794" y="21496"/>
                    <a:pt x="2865" y="23289"/>
                    <a:pt x="2945" y="25324"/>
                  </a:cubicBezTo>
                  <a:cubicBezTo>
                    <a:pt x="2945" y="25350"/>
                    <a:pt x="2972" y="25404"/>
                    <a:pt x="2998" y="25431"/>
                  </a:cubicBezTo>
                  <a:cubicBezTo>
                    <a:pt x="4952" y="26394"/>
                    <a:pt x="6157" y="28348"/>
                    <a:pt x="6157" y="30543"/>
                  </a:cubicBezTo>
                  <a:cubicBezTo>
                    <a:pt x="6157" y="32711"/>
                    <a:pt x="4952" y="34665"/>
                    <a:pt x="2998" y="35628"/>
                  </a:cubicBezTo>
                  <a:cubicBezTo>
                    <a:pt x="2972" y="35655"/>
                    <a:pt x="2945" y="35709"/>
                    <a:pt x="2945" y="35762"/>
                  </a:cubicBezTo>
                  <a:cubicBezTo>
                    <a:pt x="3105" y="37823"/>
                    <a:pt x="1633" y="39643"/>
                    <a:pt x="108" y="40553"/>
                  </a:cubicBezTo>
                  <a:cubicBezTo>
                    <a:pt x="54" y="40553"/>
                    <a:pt x="27" y="40580"/>
                    <a:pt x="27" y="40633"/>
                  </a:cubicBezTo>
                  <a:cubicBezTo>
                    <a:pt x="1" y="40687"/>
                    <a:pt x="27" y="40741"/>
                    <a:pt x="81" y="40767"/>
                  </a:cubicBezTo>
                  <a:cubicBezTo>
                    <a:pt x="1821" y="41784"/>
                    <a:pt x="2945" y="43658"/>
                    <a:pt x="2945" y="45532"/>
                  </a:cubicBezTo>
                  <a:cubicBezTo>
                    <a:pt x="2945" y="45558"/>
                    <a:pt x="2945" y="45558"/>
                    <a:pt x="2945" y="45585"/>
                  </a:cubicBezTo>
                  <a:cubicBezTo>
                    <a:pt x="2945" y="45612"/>
                    <a:pt x="2972" y="45665"/>
                    <a:pt x="2998" y="45692"/>
                  </a:cubicBezTo>
                  <a:cubicBezTo>
                    <a:pt x="4952" y="46656"/>
                    <a:pt x="6157" y="48636"/>
                    <a:pt x="6157" y="50804"/>
                  </a:cubicBezTo>
                  <a:cubicBezTo>
                    <a:pt x="6157" y="52972"/>
                    <a:pt x="4952" y="54926"/>
                    <a:pt x="2998" y="55917"/>
                  </a:cubicBezTo>
                  <a:cubicBezTo>
                    <a:pt x="2972" y="55917"/>
                    <a:pt x="2945" y="55970"/>
                    <a:pt x="2945" y="56024"/>
                  </a:cubicBezTo>
                  <a:cubicBezTo>
                    <a:pt x="2891" y="58004"/>
                    <a:pt x="1821" y="59798"/>
                    <a:pt x="108" y="60815"/>
                  </a:cubicBezTo>
                  <a:cubicBezTo>
                    <a:pt x="54" y="60815"/>
                    <a:pt x="27" y="60868"/>
                    <a:pt x="27" y="60895"/>
                  </a:cubicBezTo>
                  <a:cubicBezTo>
                    <a:pt x="1" y="60949"/>
                    <a:pt x="27" y="61002"/>
                    <a:pt x="81" y="61029"/>
                  </a:cubicBezTo>
                  <a:cubicBezTo>
                    <a:pt x="1821" y="62046"/>
                    <a:pt x="2891" y="63839"/>
                    <a:pt x="2945" y="65847"/>
                  </a:cubicBezTo>
                  <a:cubicBezTo>
                    <a:pt x="2945" y="65900"/>
                    <a:pt x="2972" y="65927"/>
                    <a:pt x="2998" y="65954"/>
                  </a:cubicBezTo>
                  <a:cubicBezTo>
                    <a:pt x="4952" y="66944"/>
                    <a:pt x="6157" y="68898"/>
                    <a:pt x="6157" y="71066"/>
                  </a:cubicBezTo>
                  <a:cubicBezTo>
                    <a:pt x="6157" y="73234"/>
                    <a:pt x="4952" y="75188"/>
                    <a:pt x="2998" y="76178"/>
                  </a:cubicBezTo>
                  <a:cubicBezTo>
                    <a:pt x="2972" y="76178"/>
                    <a:pt x="2945" y="76232"/>
                    <a:pt x="2945" y="76285"/>
                  </a:cubicBezTo>
                  <a:cubicBezTo>
                    <a:pt x="2891" y="78266"/>
                    <a:pt x="1821" y="80086"/>
                    <a:pt x="81" y="81076"/>
                  </a:cubicBezTo>
                  <a:cubicBezTo>
                    <a:pt x="27" y="81130"/>
                    <a:pt x="1" y="81183"/>
                    <a:pt x="27" y="81264"/>
                  </a:cubicBezTo>
                  <a:cubicBezTo>
                    <a:pt x="60" y="81297"/>
                    <a:pt x="104" y="81320"/>
                    <a:pt x="145" y="81320"/>
                  </a:cubicBezTo>
                  <a:cubicBezTo>
                    <a:pt x="170" y="81320"/>
                    <a:pt x="194" y="81311"/>
                    <a:pt x="215" y="81290"/>
                  </a:cubicBezTo>
                  <a:cubicBezTo>
                    <a:pt x="2008" y="80273"/>
                    <a:pt x="3105" y="78427"/>
                    <a:pt x="3186" y="76366"/>
                  </a:cubicBezTo>
                  <a:cubicBezTo>
                    <a:pt x="5193" y="75322"/>
                    <a:pt x="6424" y="73314"/>
                    <a:pt x="6424" y="71066"/>
                  </a:cubicBezTo>
                  <a:cubicBezTo>
                    <a:pt x="6424" y="68818"/>
                    <a:pt x="5193" y="66784"/>
                    <a:pt x="3186" y="65766"/>
                  </a:cubicBezTo>
                  <a:cubicBezTo>
                    <a:pt x="3105" y="63786"/>
                    <a:pt x="2088" y="61992"/>
                    <a:pt x="402" y="60922"/>
                  </a:cubicBezTo>
                  <a:cubicBezTo>
                    <a:pt x="2088" y="59878"/>
                    <a:pt x="3105" y="58085"/>
                    <a:pt x="3186" y="56104"/>
                  </a:cubicBezTo>
                  <a:cubicBezTo>
                    <a:pt x="5193" y="55060"/>
                    <a:pt x="6424" y="53053"/>
                    <a:pt x="6424" y="50804"/>
                  </a:cubicBezTo>
                  <a:cubicBezTo>
                    <a:pt x="6424" y="48556"/>
                    <a:pt x="5193" y="46522"/>
                    <a:pt x="3186" y="45505"/>
                  </a:cubicBezTo>
                  <a:cubicBezTo>
                    <a:pt x="3159" y="43604"/>
                    <a:pt x="2088" y="41731"/>
                    <a:pt x="402" y="40660"/>
                  </a:cubicBezTo>
                  <a:cubicBezTo>
                    <a:pt x="1901" y="39723"/>
                    <a:pt x="3320" y="37877"/>
                    <a:pt x="3186" y="35816"/>
                  </a:cubicBezTo>
                  <a:cubicBezTo>
                    <a:pt x="5193" y="34799"/>
                    <a:pt x="6424" y="32764"/>
                    <a:pt x="6424" y="30543"/>
                  </a:cubicBezTo>
                  <a:cubicBezTo>
                    <a:pt x="6424" y="28295"/>
                    <a:pt x="5193" y="26260"/>
                    <a:pt x="3186" y="25243"/>
                  </a:cubicBezTo>
                  <a:cubicBezTo>
                    <a:pt x="3105" y="23236"/>
                    <a:pt x="2062" y="21443"/>
                    <a:pt x="402" y="20399"/>
                  </a:cubicBezTo>
                  <a:cubicBezTo>
                    <a:pt x="2088" y="19328"/>
                    <a:pt x="3186" y="17454"/>
                    <a:pt x="3186" y="15608"/>
                  </a:cubicBezTo>
                  <a:cubicBezTo>
                    <a:pt x="3186" y="15608"/>
                    <a:pt x="3186" y="15581"/>
                    <a:pt x="3186" y="15554"/>
                  </a:cubicBezTo>
                  <a:cubicBezTo>
                    <a:pt x="5193" y="14537"/>
                    <a:pt x="6424" y="12503"/>
                    <a:pt x="6424" y="10255"/>
                  </a:cubicBezTo>
                  <a:cubicBezTo>
                    <a:pt x="6424" y="8033"/>
                    <a:pt x="5193" y="5999"/>
                    <a:pt x="3186" y="4982"/>
                  </a:cubicBezTo>
                  <a:lnTo>
                    <a:pt x="3186" y="4955"/>
                  </a:lnTo>
                  <a:cubicBezTo>
                    <a:pt x="3186" y="3028"/>
                    <a:pt x="2008" y="1074"/>
                    <a:pt x="215" y="30"/>
                  </a:cubicBezTo>
                  <a:cubicBezTo>
                    <a:pt x="194" y="10"/>
                    <a:pt x="170" y="1"/>
                    <a:pt x="14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8" name="Google Shape;1798;p105"/>
            <p:cNvSpPr/>
            <p:nvPr/>
          </p:nvSpPr>
          <p:spPr>
            <a:xfrm>
              <a:off x="839675" y="818875"/>
              <a:ext cx="159950" cy="2032875"/>
            </a:xfrm>
            <a:custGeom>
              <a:avLst/>
              <a:gdLst/>
              <a:ahLst/>
              <a:cxnLst/>
              <a:rect l="l" t="t" r="r" b="b"/>
              <a:pathLst>
                <a:path w="6398" h="81315" extrusionOk="0">
                  <a:moveTo>
                    <a:pt x="122" y="1"/>
                  </a:moveTo>
                  <a:cubicBezTo>
                    <a:pt x="83" y="1"/>
                    <a:pt x="44" y="20"/>
                    <a:pt x="27" y="70"/>
                  </a:cubicBezTo>
                  <a:cubicBezTo>
                    <a:pt x="0" y="70"/>
                    <a:pt x="0" y="97"/>
                    <a:pt x="0" y="124"/>
                  </a:cubicBezTo>
                  <a:cubicBezTo>
                    <a:pt x="0" y="178"/>
                    <a:pt x="27" y="204"/>
                    <a:pt x="54" y="231"/>
                  </a:cubicBezTo>
                  <a:cubicBezTo>
                    <a:pt x="1794" y="1248"/>
                    <a:pt x="2971" y="3175"/>
                    <a:pt x="2918" y="5022"/>
                  </a:cubicBezTo>
                  <a:cubicBezTo>
                    <a:pt x="2918" y="5076"/>
                    <a:pt x="2945" y="5129"/>
                    <a:pt x="2998" y="5156"/>
                  </a:cubicBezTo>
                  <a:cubicBezTo>
                    <a:pt x="4925" y="6119"/>
                    <a:pt x="6156" y="8073"/>
                    <a:pt x="6156" y="10268"/>
                  </a:cubicBezTo>
                  <a:cubicBezTo>
                    <a:pt x="6156" y="12436"/>
                    <a:pt x="4925" y="14390"/>
                    <a:pt x="2998" y="15354"/>
                  </a:cubicBezTo>
                  <a:cubicBezTo>
                    <a:pt x="2945" y="15380"/>
                    <a:pt x="2918" y="15434"/>
                    <a:pt x="2918" y="15487"/>
                  </a:cubicBezTo>
                  <a:cubicBezTo>
                    <a:pt x="2971" y="17334"/>
                    <a:pt x="1847" y="19235"/>
                    <a:pt x="81" y="20278"/>
                  </a:cubicBezTo>
                  <a:cubicBezTo>
                    <a:pt x="54" y="20278"/>
                    <a:pt x="27" y="20305"/>
                    <a:pt x="0" y="20359"/>
                  </a:cubicBezTo>
                  <a:cubicBezTo>
                    <a:pt x="0" y="20412"/>
                    <a:pt x="27" y="20466"/>
                    <a:pt x="54" y="20493"/>
                  </a:cubicBezTo>
                  <a:cubicBezTo>
                    <a:pt x="1794" y="21510"/>
                    <a:pt x="2864" y="23303"/>
                    <a:pt x="2918" y="25310"/>
                  </a:cubicBezTo>
                  <a:cubicBezTo>
                    <a:pt x="2918" y="25364"/>
                    <a:pt x="2945" y="25391"/>
                    <a:pt x="2998" y="25417"/>
                  </a:cubicBezTo>
                  <a:cubicBezTo>
                    <a:pt x="4925" y="26381"/>
                    <a:pt x="6156" y="28362"/>
                    <a:pt x="6156" y="30530"/>
                  </a:cubicBezTo>
                  <a:cubicBezTo>
                    <a:pt x="6156" y="32698"/>
                    <a:pt x="4925" y="34652"/>
                    <a:pt x="2998" y="35642"/>
                  </a:cubicBezTo>
                  <a:cubicBezTo>
                    <a:pt x="2945" y="35642"/>
                    <a:pt x="2918" y="35695"/>
                    <a:pt x="2918" y="35749"/>
                  </a:cubicBezTo>
                  <a:cubicBezTo>
                    <a:pt x="3078" y="37837"/>
                    <a:pt x="1606" y="39630"/>
                    <a:pt x="81" y="40540"/>
                  </a:cubicBezTo>
                  <a:cubicBezTo>
                    <a:pt x="54" y="40540"/>
                    <a:pt x="27" y="40594"/>
                    <a:pt x="0" y="40620"/>
                  </a:cubicBezTo>
                  <a:cubicBezTo>
                    <a:pt x="0" y="40674"/>
                    <a:pt x="27" y="40727"/>
                    <a:pt x="54" y="40754"/>
                  </a:cubicBezTo>
                  <a:cubicBezTo>
                    <a:pt x="1794" y="41771"/>
                    <a:pt x="2918" y="43645"/>
                    <a:pt x="2918" y="45545"/>
                  </a:cubicBezTo>
                  <a:cubicBezTo>
                    <a:pt x="2918" y="45545"/>
                    <a:pt x="2918" y="45545"/>
                    <a:pt x="2918" y="45572"/>
                  </a:cubicBezTo>
                  <a:cubicBezTo>
                    <a:pt x="2918" y="45626"/>
                    <a:pt x="2945" y="45652"/>
                    <a:pt x="2998" y="45679"/>
                  </a:cubicBezTo>
                  <a:cubicBezTo>
                    <a:pt x="4925" y="46669"/>
                    <a:pt x="6156" y="48623"/>
                    <a:pt x="6156" y="50791"/>
                  </a:cubicBezTo>
                  <a:cubicBezTo>
                    <a:pt x="6156" y="52959"/>
                    <a:pt x="4925" y="54913"/>
                    <a:pt x="2998" y="55904"/>
                  </a:cubicBezTo>
                  <a:cubicBezTo>
                    <a:pt x="2945" y="55930"/>
                    <a:pt x="2918" y="55957"/>
                    <a:pt x="2918" y="56011"/>
                  </a:cubicBezTo>
                  <a:cubicBezTo>
                    <a:pt x="2864" y="57991"/>
                    <a:pt x="1820" y="59785"/>
                    <a:pt x="81" y="60802"/>
                  </a:cubicBezTo>
                  <a:cubicBezTo>
                    <a:pt x="54" y="60828"/>
                    <a:pt x="27" y="60855"/>
                    <a:pt x="0" y="60882"/>
                  </a:cubicBezTo>
                  <a:cubicBezTo>
                    <a:pt x="0" y="60935"/>
                    <a:pt x="27" y="60989"/>
                    <a:pt x="54" y="61016"/>
                  </a:cubicBezTo>
                  <a:cubicBezTo>
                    <a:pt x="1794" y="62033"/>
                    <a:pt x="2864" y="63826"/>
                    <a:pt x="2918" y="65834"/>
                  </a:cubicBezTo>
                  <a:cubicBezTo>
                    <a:pt x="2918" y="65887"/>
                    <a:pt x="2945" y="65914"/>
                    <a:pt x="2998" y="65941"/>
                  </a:cubicBezTo>
                  <a:cubicBezTo>
                    <a:pt x="4925" y="66931"/>
                    <a:pt x="6156" y="68885"/>
                    <a:pt x="6156" y="71053"/>
                  </a:cubicBezTo>
                  <a:cubicBezTo>
                    <a:pt x="6156" y="73221"/>
                    <a:pt x="4925" y="75175"/>
                    <a:pt x="2998" y="76165"/>
                  </a:cubicBezTo>
                  <a:cubicBezTo>
                    <a:pt x="2945" y="76192"/>
                    <a:pt x="2918" y="76219"/>
                    <a:pt x="2918" y="76272"/>
                  </a:cubicBezTo>
                  <a:cubicBezTo>
                    <a:pt x="2864" y="78280"/>
                    <a:pt x="1794" y="80073"/>
                    <a:pt x="81" y="81090"/>
                  </a:cubicBezTo>
                  <a:cubicBezTo>
                    <a:pt x="0" y="81117"/>
                    <a:pt x="0" y="81197"/>
                    <a:pt x="27" y="81251"/>
                  </a:cubicBezTo>
                  <a:cubicBezTo>
                    <a:pt x="47" y="81290"/>
                    <a:pt x="95" y="81315"/>
                    <a:pt x="140" y="81315"/>
                  </a:cubicBezTo>
                  <a:cubicBezTo>
                    <a:pt x="157" y="81315"/>
                    <a:pt x="173" y="81311"/>
                    <a:pt x="188" y="81304"/>
                  </a:cubicBezTo>
                  <a:cubicBezTo>
                    <a:pt x="1981" y="80260"/>
                    <a:pt x="3105" y="78413"/>
                    <a:pt x="3159" y="76352"/>
                  </a:cubicBezTo>
                  <a:cubicBezTo>
                    <a:pt x="5166" y="75309"/>
                    <a:pt x="6397" y="73301"/>
                    <a:pt x="6397" y="71053"/>
                  </a:cubicBezTo>
                  <a:cubicBezTo>
                    <a:pt x="6397" y="68805"/>
                    <a:pt x="5166" y="66797"/>
                    <a:pt x="3159" y="65753"/>
                  </a:cubicBezTo>
                  <a:cubicBezTo>
                    <a:pt x="3105" y="63773"/>
                    <a:pt x="2061" y="61979"/>
                    <a:pt x="375" y="60909"/>
                  </a:cubicBezTo>
                  <a:cubicBezTo>
                    <a:pt x="2061" y="59865"/>
                    <a:pt x="3105" y="58072"/>
                    <a:pt x="3159" y="56091"/>
                  </a:cubicBezTo>
                  <a:cubicBezTo>
                    <a:pt x="5166" y="55047"/>
                    <a:pt x="6397" y="53040"/>
                    <a:pt x="6397" y="50791"/>
                  </a:cubicBezTo>
                  <a:cubicBezTo>
                    <a:pt x="6397" y="48543"/>
                    <a:pt x="5166" y="46536"/>
                    <a:pt x="3159" y="45492"/>
                  </a:cubicBezTo>
                  <a:cubicBezTo>
                    <a:pt x="3159" y="43591"/>
                    <a:pt x="2061" y="41718"/>
                    <a:pt x="375" y="40647"/>
                  </a:cubicBezTo>
                  <a:cubicBezTo>
                    <a:pt x="1901" y="39710"/>
                    <a:pt x="3292" y="37890"/>
                    <a:pt x="3185" y="35829"/>
                  </a:cubicBezTo>
                  <a:cubicBezTo>
                    <a:pt x="5166" y="34785"/>
                    <a:pt x="6397" y="32751"/>
                    <a:pt x="6397" y="30530"/>
                  </a:cubicBezTo>
                  <a:cubicBezTo>
                    <a:pt x="6397" y="28281"/>
                    <a:pt x="5166" y="26247"/>
                    <a:pt x="3159" y="25230"/>
                  </a:cubicBezTo>
                  <a:cubicBezTo>
                    <a:pt x="3078" y="23223"/>
                    <a:pt x="2035" y="21429"/>
                    <a:pt x="375" y="20386"/>
                  </a:cubicBezTo>
                  <a:cubicBezTo>
                    <a:pt x="2061" y="19315"/>
                    <a:pt x="3159" y="17441"/>
                    <a:pt x="3159" y="15595"/>
                  </a:cubicBezTo>
                  <a:cubicBezTo>
                    <a:pt x="3159" y="15595"/>
                    <a:pt x="3159" y="15568"/>
                    <a:pt x="3159" y="15541"/>
                  </a:cubicBezTo>
                  <a:cubicBezTo>
                    <a:pt x="5166" y="14524"/>
                    <a:pt x="6397" y="12490"/>
                    <a:pt x="6397" y="10268"/>
                  </a:cubicBezTo>
                  <a:cubicBezTo>
                    <a:pt x="6397" y="8020"/>
                    <a:pt x="5166" y="5986"/>
                    <a:pt x="3159" y="4969"/>
                  </a:cubicBezTo>
                  <a:lnTo>
                    <a:pt x="3159" y="4942"/>
                  </a:lnTo>
                  <a:cubicBezTo>
                    <a:pt x="3159" y="3041"/>
                    <a:pt x="1981" y="1061"/>
                    <a:pt x="188" y="17"/>
                  </a:cubicBezTo>
                  <a:cubicBezTo>
                    <a:pt x="168" y="7"/>
                    <a:pt x="145" y="1"/>
                    <a:pt x="12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9" name="Google Shape;1799;p105"/>
            <p:cNvSpPr/>
            <p:nvPr/>
          </p:nvSpPr>
          <p:spPr>
            <a:xfrm>
              <a:off x="685775" y="566950"/>
              <a:ext cx="159950" cy="2033000"/>
            </a:xfrm>
            <a:custGeom>
              <a:avLst/>
              <a:gdLst/>
              <a:ahLst/>
              <a:cxnLst/>
              <a:rect l="l" t="t" r="r" b="b"/>
              <a:pathLst>
                <a:path w="6398" h="81320" extrusionOk="0">
                  <a:moveTo>
                    <a:pt x="119" y="1"/>
                  </a:moveTo>
                  <a:cubicBezTo>
                    <a:pt x="81" y="1"/>
                    <a:pt x="44" y="24"/>
                    <a:pt x="27" y="57"/>
                  </a:cubicBezTo>
                  <a:cubicBezTo>
                    <a:pt x="27" y="84"/>
                    <a:pt x="0" y="110"/>
                    <a:pt x="0" y="137"/>
                  </a:cubicBezTo>
                  <a:cubicBezTo>
                    <a:pt x="0" y="164"/>
                    <a:pt x="27" y="217"/>
                    <a:pt x="81" y="244"/>
                  </a:cubicBezTo>
                  <a:cubicBezTo>
                    <a:pt x="1820" y="1261"/>
                    <a:pt x="2944" y="3188"/>
                    <a:pt x="2918" y="5035"/>
                  </a:cubicBezTo>
                  <a:cubicBezTo>
                    <a:pt x="2918" y="5089"/>
                    <a:pt x="2944" y="5142"/>
                    <a:pt x="2998" y="5169"/>
                  </a:cubicBezTo>
                  <a:cubicBezTo>
                    <a:pt x="4952" y="6133"/>
                    <a:pt x="6156" y="8086"/>
                    <a:pt x="6156" y="10255"/>
                  </a:cubicBezTo>
                  <a:cubicBezTo>
                    <a:pt x="6156" y="12449"/>
                    <a:pt x="4952" y="14403"/>
                    <a:pt x="2998" y="15367"/>
                  </a:cubicBezTo>
                  <a:cubicBezTo>
                    <a:pt x="2944" y="15394"/>
                    <a:pt x="2918" y="15447"/>
                    <a:pt x="2918" y="15501"/>
                  </a:cubicBezTo>
                  <a:cubicBezTo>
                    <a:pt x="2998" y="17347"/>
                    <a:pt x="1847" y="19248"/>
                    <a:pt x="81" y="20292"/>
                  </a:cubicBezTo>
                  <a:cubicBezTo>
                    <a:pt x="54" y="20292"/>
                    <a:pt x="27" y="20318"/>
                    <a:pt x="27" y="20372"/>
                  </a:cubicBezTo>
                  <a:cubicBezTo>
                    <a:pt x="0" y="20425"/>
                    <a:pt x="27" y="20479"/>
                    <a:pt x="81" y="20506"/>
                  </a:cubicBezTo>
                  <a:cubicBezTo>
                    <a:pt x="1794" y="21496"/>
                    <a:pt x="2864" y="23316"/>
                    <a:pt x="2918" y="25324"/>
                  </a:cubicBezTo>
                  <a:cubicBezTo>
                    <a:pt x="2918" y="25350"/>
                    <a:pt x="2944" y="25404"/>
                    <a:pt x="2998" y="25431"/>
                  </a:cubicBezTo>
                  <a:cubicBezTo>
                    <a:pt x="4952" y="26394"/>
                    <a:pt x="6156" y="28348"/>
                    <a:pt x="6156" y="30543"/>
                  </a:cubicBezTo>
                  <a:cubicBezTo>
                    <a:pt x="6156" y="32711"/>
                    <a:pt x="4952" y="34665"/>
                    <a:pt x="2998" y="35628"/>
                  </a:cubicBezTo>
                  <a:cubicBezTo>
                    <a:pt x="2944" y="35655"/>
                    <a:pt x="2918" y="35709"/>
                    <a:pt x="2918" y="35762"/>
                  </a:cubicBezTo>
                  <a:cubicBezTo>
                    <a:pt x="3078" y="37823"/>
                    <a:pt x="1633" y="39643"/>
                    <a:pt x="81" y="40553"/>
                  </a:cubicBezTo>
                  <a:cubicBezTo>
                    <a:pt x="54" y="40553"/>
                    <a:pt x="27" y="40580"/>
                    <a:pt x="27" y="40633"/>
                  </a:cubicBezTo>
                  <a:cubicBezTo>
                    <a:pt x="0" y="40687"/>
                    <a:pt x="27" y="40741"/>
                    <a:pt x="81" y="40767"/>
                  </a:cubicBezTo>
                  <a:cubicBezTo>
                    <a:pt x="1820" y="41784"/>
                    <a:pt x="2918" y="43658"/>
                    <a:pt x="2918" y="45532"/>
                  </a:cubicBezTo>
                  <a:cubicBezTo>
                    <a:pt x="2918" y="45558"/>
                    <a:pt x="2918" y="45558"/>
                    <a:pt x="2918" y="45585"/>
                  </a:cubicBezTo>
                  <a:cubicBezTo>
                    <a:pt x="2918" y="45612"/>
                    <a:pt x="2944" y="45665"/>
                    <a:pt x="2998" y="45692"/>
                  </a:cubicBezTo>
                  <a:cubicBezTo>
                    <a:pt x="4952" y="46656"/>
                    <a:pt x="6156" y="48636"/>
                    <a:pt x="6156" y="50804"/>
                  </a:cubicBezTo>
                  <a:cubicBezTo>
                    <a:pt x="6156" y="52972"/>
                    <a:pt x="4952" y="54926"/>
                    <a:pt x="2998" y="55917"/>
                  </a:cubicBezTo>
                  <a:cubicBezTo>
                    <a:pt x="2944" y="55917"/>
                    <a:pt x="2918" y="55970"/>
                    <a:pt x="2918" y="56024"/>
                  </a:cubicBezTo>
                  <a:cubicBezTo>
                    <a:pt x="2891" y="58004"/>
                    <a:pt x="1820" y="59798"/>
                    <a:pt x="81" y="60815"/>
                  </a:cubicBezTo>
                  <a:cubicBezTo>
                    <a:pt x="54" y="60815"/>
                    <a:pt x="27" y="60868"/>
                    <a:pt x="27" y="60895"/>
                  </a:cubicBezTo>
                  <a:cubicBezTo>
                    <a:pt x="0" y="60949"/>
                    <a:pt x="27" y="61002"/>
                    <a:pt x="81" y="61029"/>
                  </a:cubicBezTo>
                  <a:cubicBezTo>
                    <a:pt x="1820" y="62046"/>
                    <a:pt x="2891" y="63839"/>
                    <a:pt x="2918" y="65847"/>
                  </a:cubicBezTo>
                  <a:cubicBezTo>
                    <a:pt x="2918" y="65900"/>
                    <a:pt x="2944" y="65927"/>
                    <a:pt x="2998" y="65954"/>
                  </a:cubicBezTo>
                  <a:cubicBezTo>
                    <a:pt x="4952" y="66944"/>
                    <a:pt x="6156" y="68898"/>
                    <a:pt x="6156" y="71066"/>
                  </a:cubicBezTo>
                  <a:cubicBezTo>
                    <a:pt x="6156" y="73234"/>
                    <a:pt x="4952" y="75188"/>
                    <a:pt x="2998" y="76178"/>
                  </a:cubicBezTo>
                  <a:cubicBezTo>
                    <a:pt x="2944" y="76178"/>
                    <a:pt x="2918" y="76232"/>
                    <a:pt x="2918" y="76285"/>
                  </a:cubicBezTo>
                  <a:cubicBezTo>
                    <a:pt x="2891" y="78293"/>
                    <a:pt x="1820" y="80086"/>
                    <a:pt x="81" y="81076"/>
                  </a:cubicBezTo>
                  <a:cubicBezTo>
                    <a:pt x="27" y="81130"/>
                    <a:pt x="0" y="81183"/>
                    <a:pt x="27" y="81264"/>
                  </a:cubicBezTo>
                  <a:cubicBezTo>
                    <a:pt x="60" y="81297"/>
                    <a:pt x="93" y="81320"/>
                    <a:pt x="133" y="81320"/>
                  </a:cubicBezTo>
                  <a:cubicBezTo>
                    <a:pt x="157" y="81320"/>
                    <a:pt x="184" y="81311"/>
                    <a:pt x="214" y="81290"/>
                  </a:cubicBezTo>
                  <a:cubicBezTo>
                    <a:pt x="2008" y="80273"/>
                    <a:pt x="3105" y="78427"/>
                    <a:pt x="3185" y="76366"/>
                  </a:cubicBezTo>
                  <a:cubicBezTo>
                    <a:pt x="5166" y="75322"/>
                    <a:pt x="6397" y="73314"/>
                    <a:pt x="6397" y="71066"/>
                  </a:cubicBezTo>
                  <a:cubicBezTo>
                    <a:pt x="6397" y="68818"/>
                    <a:pt x="5166" y="66784"/>
                    <a:pt x="3185" y="65766"/>
                  </a:cubicBezTo>
                  <a:cubicBezTo>
                    <a:pt x="3105" y="63786"/>
                    <a:pt x="2061" y="61992"/>
                    <a:pt x="375" y="60922"/>
                  </a:cubicBezTo>
                  <a:cubicBezTo>
                    <a:pt x="2061" y="59878"/>
                    <a:pt x="3105" y="58085"/>
                    <a:pt x="3185" y="56104"/>
                  </a:cubicBezTo>
                  <a:cubicBezTo>
                    <a:pt x="5166" y="55060"/>
                    <a:pt x="6397" y="53053"/>
                    <a:pt x="6397" y="50804"/>
                  </a:cubicBezTo>
                  <a:cubicBezTo>
                    <a:pt x="6397" y="48556"/>
                    <a:pt x="5166" y="46522"/>
                    <a:pt x="3185" y="45505"/>
                  </a:cubicBezTo>
                  <a:cubicBezTo>
                    <a:pt x="3159" y="43604"/>
                    <a:pt x="2088" y="41731"/>
                    <a:pt x="375" y="40660"/>
                  </a:cubicBezTo>
                  <a:cubicBezTo>
                    <a:pt x="1901" y="39723"/>
                    <a:pt x="3292" y="37903"/>
                    <a:pt x="3185" y="35816"/>
                  </a:cubicBezTo>
                  <a:cubicBezTo>
                    <a:pt x="5166" y="34799"/>
                    <a:pt x="6397" y="32764"/>
                    <a:pt x="6397" y="30543"/>
                  </a:cubicBezTo>
                  <a:cubicBezTo>
                    <a:pt x="6397" y="28295"/>
                    <a:pt x="5166" y="26260"/>
                    <a:pt x="3185" y="25243"/>
                  </a:cubicBezTo>
                  <a:cubicBezTo>
                    <a:pt x="3078" y="23236"/>
                    <a:pt x="2061" y="21443"/>
                    <a:pt x="375" y="20399"/>
                  </a:cubicBezTo>
                  <a:cubicBezTo>
                    <a:pt x="2088" y="19328"/>
                    <a:pt x="3185" y="17401"/>
                    <a:pt x="3185" y="15554"/>
                  </a:cubicBezTo>
                  <a:cubicBezTo>
                    <a:pt x="5166" y="14537"/>
                    <a:pt x="6397" y="12503"/>
                    <a:pt x="6397" y="10255"/>
                  </a:cubicBezTo>
                  <a:cubicBezTo>
                    <a:pt x="6397" y="8033"/>
                    <a:pt x="5166" y="5999"/>
                    <a:pt x="3185" y="4982"/>
                  </a:cubicBezTo>
                  <a:lnTo>
                    <a:pt x="3185" y="4955"/>
                  </a:lnTo>
                  <a:cubicBezTo>
                    <a:pt x="3185" y="3028"/>
                    <a:pt x="1981" y="1074"/>
                    <a:pt x="188" y="30"/>
                  </a:cubicBezTo>
                  <a:cubicBezTo>
                    <a:pt x="167" y="10"/>
                    <a:pt x="143" y="1"/>
                    <a:pt x="11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0" name="Google Shape;1800;p105"/>
            <p:cNvSpPr/>
            <p:nvPr/>
          </p:nvSpPr>
          <p:spPr>
            <a:xfrm>
              <a:off x="531875" y="818875"/>
              <a:ext cx="160600" cy="2032875"/>
            </a:xfrm>
            <a:custGeom>
              <a:avLst/>
              <a:gdLst/>
              <a:ahLst/>
              <a:cxnLst/>
              <a:rect l="l" t="t" r="r" b="b"/>
              <a:pathLst>
                <a:path w="6424" h="81315" extrusionOk="0">
                  <a:moveTo>
                    <a:pt x="147" y="1"/>
                  </a:moveTo>
                  <a:cubicBezTo>
                    <a:pt x="106" y="1"/>
                    <a:pt x="61" y="20"/>
                    <a:pt x="27" y="70"/>
                  </a:cubicBezTo>
                  <a:cubicBezTo>
                    <a:pt x="27" y="70"/>
                    <a:pt x="27" y="97"/>
                    <a:pt x="27" y="124"/>
                  </a:cubicBezTo>
                  <a:cubicBezTo>
                    <a:pt x="27" y="178"/>
                    <a:pt x="54" y="204"/>
                    <a:pt x="80" y="231"/>
                  </a:cubicBezTo>
                  <a:cubicBezTo>
                    <a:pt x="1820" y="1248"/>
                    <a:pt x="2971" y="3175"/>
                    <a:pt x="2944" y="5022"/>
                  </a:cubicBezTo>
                  <a:cubicBezTo>
                    <a:pt x="2944" y="5076"/>
                    <a:pt x="2971" y="5129"/>
                    <a:pt x="2998" y="5156"/>
                  </a:cubicBezTo>
                  <a:cubicBezTo>
                    <a:pt x="4952" y="6119"/>
                    <a:pt x="6156" y="8073"/>
                    <a:pt x="6156" y="10268"/>
                  </a:cubicBezTo>
                  <a:cubicBezTo>
                    <a:pt x="6156" y="12436"/>
                    <a:pt x="4952" y="14390"/>
                    <a:pt x="2998" y="15354"/>
                  </a:cubicBezTo>
                  <a:cubicBezTo>
                    <a:pt x="2971" y="15380"/>
                    <a:pt x="2944" y="15461"/>
                    <a:pt x="2944" y="15487"/>
                  </a:cubicBezTo>
                  <a:cubicBezTo>
                    <a:pt x="2998" y="17334"/>
                    <a:pt x="1847" y="19235"/>
                    <a:pt x="107" y="20278"/>
                  </a:cubicBezTo>
                  <a:cubicBezTo>
                    <a:pt x="54" y="20278"/>
                    <a:pt x="27" y="20305"/>
                    <a:pt x="27" y="20359"/>
                  </a:cubicBezTo>
                  <a:cubicBezTo>
                    <a:pt x="0" y="20412"/>
                    <a:pt x="27" y="20466"/>
                    <a:pt x="80" y="20493"/>
                  </a:cubicBezTo>
                  <a:cubicBezTo>
                    <a:pt x="1793" y="21510"/>
                    <a:pt x="2864" y="23303"/>
                    <a:pt x="2944" y="25310"/>
                  </a:cubicBezTo>
                  <a:cubicBezTo>
                    <a:pt x="2944" y="25364"/>
                    <a:pt x="2971" y="25391"/>
                    <a:pt x="2998" y="25417"/>
                  </a:cubicBezTo>
                  <a:cubicBezTo>
                    <a:pt x="4952" y="26381"/>
                    <a:pt x="6156" y="28362"/>
                    <a:pt x="6156" y="30530"/>
                  </a:cubicBezTo>
                  <a:cubicBezTo>
                    <a:pt x="6156" y="32698"/>
                    <a:pt x="4952" y="34652"/>
                    <a:pt x="2998" y="35642"/>
                  </a:cubicBezTo>
                  <a:cubicBezTo>
                    <a:pt x="2971" y="35642"/>
                    <a:pt x="2944" y="35695"/>
                    <a:pt x="2944" y="35749"/>
                  </a:cubicBezTo>
                  <a:cubicBezTo>
                    <a:pt x="3105" y="37837"/>
                    <a:pt x="1633" y="39630"/>
                    <a:pt x="107" y="40540"/>
                  </a:cubicBezTo>
                  <a:cubicBezTo>
                    <a:pt x="54" y="40540"/>
                    <a:pt x="27" y="40594"/>
                    <a:pt x="27" y="40620"/>
                  </a:cubicBezTo>
                  <a:cubicBezTo>
                    <a:pt x="0" y="40674"/>
                    <a:pt x="27" y="40727"/>
                    <a:pt x="80" y="40754"/>
                  </a:cubicBezTo>
                  <a:cubicBezTo>
                    <a:pt x="1820" y="41771"/>
                    <a:pt x="2944" y="43645"/>
                    <a:pt x="2944" y="45545"/>
                  </a:cubicBezTo>
                  <a:cubicBezTo>
                    <a:pt x="2944" y="45545"/>
                    <a:pt x="2944" y="45545"/>
                    <a:pt x="2944" y="45572"/>
                  </a:cubicBezTo>
                  <a:cubicBezTo>
                    <a:pt x="2944" y="45626"/>
                    <a:pt x="2971" y="45652"/>
                    <a:pt x="2998" y="45679"/>
                  </a:cubicBezTo>
                  <a:cubicBezTo>
                    <a:pt x="4952" y="46669"/>
                    <a:pt x="6156" y="48623"/>
                    <a:pt x="6156" y="50791"/>
                  </a:cubicBezTo>
                  <a:cubicBezTo>
                    <a:pt x="6156" y="52959"/>
                    <a:pt x="4952" y="54913"/>
                    <a:pt x="2998" y="55904"/>
                  </a:cubicBezTo>
                  <a:cubicBezTo>
                    <a:pt x="2971" y="55930"/>
                    <a:pt x="2944" y="55957"/>
                    <a:pt x="2944" y="56011"/>
                  </a:cubicBezTo>
                  <a:cubicBezTo>
                    <a:pt x="2891" y="57991"/>
                    <a:pt x="1820" y="59785"/>
                    <a:pt x="107" y="60802"/>
                  </a:cubicBezTo>
                  <a:cubicBezTo>
                    <a:pt x="54" y="60828"/>
                    <a:pt x="27" y="60855"/>
                    <a:pt x="27" y="60882"/>
                  </a:cubicBezTo>
                  <a:cubicBezTo>
                    <a:pt x="0" y="60935"/>
                    <a:pt x="27" y="60989"/>
                    <a:pt x="80" y="61016"/>
                  </a:cubicBezTo>
                  <a:cubicBezTo>
                    <a:pt x="1820" y="62033"/>
                    <a:pt x="2891" y="63826"/>
                    <a:pt x="2944" y="65834"/>
                  </a:cubicBezTo>
                  <a:cubicBezTo>
                    <a:pt x="2944" y="65887"/>
                    <a:pt x="2971" y="65914"/>
                    <a:pt x="2998" y="65941"/>
                  </a:cubicBezTo>
                  <a:cubicBezTo>
                    <a:pt x="4952" y="66931"/>
                    <a:pt x="6156" y="68885"/>
                    <a:pt x="6156" y="71053"/>
                  </a:cubicBezTo>
                  <a:cubicBezTo>
                    <a:pt x="6156" y="73221"/>
                    <a:pt x="4952" y="75175"/>
                    <a:pt x="2998" y="76165"/>
                  </a:cubicBezTo>
                  <a:cubicBezTo>
                    <a:pt x="2971" y="76192"/>
                    <a:pt x="2944" y="76219"/>
                    <a:pt x="2944" y="76272"/>
                  </a:cubicBezTo>
                  <a:cubicBezTo>
                    <a:pt x="2891" y="78280"/>
                    <a:pt x="1820" y="80073"/>
                    <a:pt x="80" y="81090"/>
                  </a:cubicBezTo>
                  <a:cubicBezTo>
                    <a:pt x="27" y="81117"/>
                    <a:pt x="0" y="81197"/>
                    <a:pt x="54" y="81251"/>
                  </a:cubicBezTo>
                  <a:cubicBezTo>
                    <a:pt x="73" y="81290"/>
                    <a:pt x="122" y="81315"/>
                    <a:pt x="167" y="81315"/>
                  </a:cubicBezTo>
                  <a:cubicBezTo>
                    <a:pt x="184" y="81315"/>
                    <a:pt x="200" y="81311"/>
                    <a:pt x="214" y="81304"/>
                  </a:cubicBezTo>
                  <a:cubicBezTo>
                    <a:pt x="2008" y="80260"/>
                    <a:pt x="3105" y="78413"/>
                    <a:pt x="3185" y="76352"/>
                  </a:cubicBezTo>
                  <a:cubicBezTo>
                    <a:pt x="5193" y="75309"/>
                    <a:pt x="6424" y="73301"/>
                    <a:pt x="6424" y="71053"/>
                  </a:cubicBezTo>
                  <a:cubicBezTo>
                    <a:pt x="6424" y="68805"/>
                    <a:pt x="5193" y="66797"/>
                    <a:pt x="3185" y="65753"/>
                  </a:cubicBezTo>
                  <a:cubicBezTo>
                    <a:pt x="3105" y="63773"/>
                    <a:pt x="2088" y="61979"/>
                    <a:pt x="402" y="60909"/>
                  </a:cubicBezTo>
                  <a:cubicBezTo>
                    <a:pt x="2088" y="59865"/>
                    <a:pt x="3105" y="58072"/>
                    <a:pt x="3185" y="56091"/>
                  </a:cubicBezTo>
                  <a:cubicBezTo>
                    <a:pt x="5193" y="55047"/>
                    <a:pt x="6424" y="53040"/>
                    <a:pt x="6424" y="50791"/>
                  </a:cubicBezTo>
                  <a:cubicBezTo>
                    <a:pt x="6424" y="48543"/>
                    <a:pt x="5193" y="46536"/>
                    <a:pt x="3185" y="45492"/>
                  </a:cubicBezTo>
                  <a:cubicBezTo>
                    <a:pt x="3185" y="43591"/>
                    <a:pt x="2088" y="41718"/>
                    <a:pt x="402" y="40647"/>
                  </a:cubicBezTo>
                  <a:cubicBezTo>
                    <a:pt x="1900" y="39710"/>
                    <a:pt x="3319" y="37890"/>
                    <a:pt x="3185" y="35829"/>
                  </a:cubicBezTo>
                  <a:cubicBezTo>
                    <a:pt x="5193" y="34785"/>
                    <a:pt x="6424" y="32751"/>
                    <a:pt x="6424" y="30530"/>
                  </a:cubicBezTo>
                  <a:cubicBezTo>
                    <a:pt x="6424" y="28281"/>
                    <a:pt x="5193" y="26247"/>
                    <a:pt x="3185" y="25230"/>
                  </a:cubicBezTo>
                  <a:cubicBezTo>
                    <a:pt x="3105" y="23223"/>
                    <a:pt x="2061" y="21429"/>
                    <a:pt x="402" y="20386"/>
                  </a:cubicBezTo>
                  <a:cubicBezTo>
                    <a:pt x="2088" y="19315"/>
                    <a:pt x="3185" y="17441"/>
                    <a:pt x="3185" y="15595"/>
                  </a:cubicBezTo>
                  <a:cubicBezTo>
                    <a:pt x="3185" y="15595"/>
                    <a:pt x="3185" y="15568"/>
                    <a:pt x="3185" y="15541"/>
                  </a:cubicBezTo>
                  <a:cubicBezTo>
                    <a:pt x="5193" y="14524"/>
                    <a:pt x="6424" y="12490"/>
                    <a:pt x="6424" y="10268"/>
                  </a:cubicBezTo>
                  <a:cubicBezTo>
                    <a:pt x="6424" y="8020"/>
                    <a:pt x="5193" y="5986"/>
                    <a:pt x="3185" y="4969"/>
                  </a:cubicBezTo>
                  <a:lnTo>
                    <a:pt x="3185" y="4942"/>
                  </a:lnTo>
                  <a:cubicBezTo>
                    <a:pt x="3185" y="3041"/>
                    <a:pt x="2008" y="1061"/>
                    <a:pt x="214" y="17"/>
                  </a:cubicBezTo>
                  <a:cubicBezTo>
                    <a:pt x="195" y="7"/>
                    <a:pt x="171" y="1"/>
                    <a:pt x="1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1" name="Google Shape;1801;p105"/>
            <p:cNvSpPr/>
            <p:nvPr/>
          </p:nvSpPr>
          <p:spPr>
            <a:xfrm>
              <a:off x="378625" y="566950"/>
              <a:ext cx="159950" cy="2033000"/>
            </a:xfrm>
            <a:custGeom>
              <a:avLst/>
              <a:gdLst/>
              <a:ahLst/>
              <a:cxnLst/>
              <a:rect l="l" t="t" r="r" b="b"/>
              <a:pathLst>
                <a:path w="6398" h="81320" extrusionOk="0">
                  <a:moveTo>
                    <a:pt x="120" y="1"/>
                  </a:moveTo>
                  <a:cubicBezTo>
                    <a:pt x="81" y="1"/>
                    <a:pt x="44" y="24"/>
                    <a:pt x="28" y="57"/>
                  </a:cubicBezTo>
                  <a:cubicBezTo>
                    <a:pt x="1" y="84"/>
                    <a:pt x="1" y="110"/>
                    <a:pt x="1" y="137"/>
                  </a:cubicBezTo>
                  <a:cubicBezTo>
                    <a:pt x="1" y="164"/>
                    <a:pt x="28" y="217"/>
                    <a:pt x="54" y="244"/>
                  </a:cubicBezTo>
                  <a:cubicBezTo>
                    <a:pt x="1821" y="1261"/>
                    <a:pt x="2972" y="3188"/>
                    <a:pt x="2918" y="5035"/>
                  </a:cubicBezTo>
                  <a:cubicBezTo>
                    <a:pt x="2918" y="5116"/>
                    <a:pt x="2945" y="5142"/>
                    <a:pt x="2999" y="5169"/>
                  </a:cubicBezTo>
                  <a:cubicBezTo>
                    <a:pt x="4952" y="6133"/>
                    <a:pt x="6157" y="8086"/>
                    <a:pt x="6157" y="10255"/>
                  </a:cubicBezTo>
                  <a:cubicBezTo>
                    <a:pt x="6157" y="12449"/>
                    <a:pt x="4952" y="14403"/>
                    <a:pt x="2999" y="15367"/>
                  </a:cubicBezTo>
                  <a:cubicBezTo>
                    <a:pt x="2945" y="15394"/>
                    <a:pt x="2918" y="15447"/>
                    <a:pt x="2918" y="15501"/>
                  </a:cubicBezTo>
                  <a:cubicBezTo>
                    <a:pt x="2972" y="17347"/>
                    <a:pt x="1848" y="19248"/>
                    <a:pt x="81" y="20292"/>
                  </a:cubicBezTo>
                  <a:cubicBezTo>
                    <a:pt x="54" y="20292"/>
                    <a:pt x="28" y="20318"/>
                    <a:pt x="1" y="20372"/>
                  </a:cubicBezTo>
                  <a:cubicBezTo>
                    <a:pt x="1" y="20425"/>
                    <a:pt x="28" y="20479"/>
                    <a:pt x="54" y="20506"/>
                  </a:cubicBezTo>
                  <a:cubicBezTo>
                    <a:pt x="1794" y="21496"/>
                    <a:pt x="2865" y="23316"/>
                    <a:pt x="2918" y="25324"/>
                  </a:cubicBezTo>
                  <a:cubicBezTo>
                    <a:pt x="2918" y="25350"/>
                    <a:pt x="2945" y="25404"/>
                    <a:pt x="2999" y="25431"/>
                  </a:cubicBezTo>
                  <a:cubicBezTo>
                    <a:pt x="4952" y="26394"/>
                    <a:pt x="6157" y="28348"/>
                    <a:pt x="6157" y="30543"/>
                  </a:cubicBezTo>
                  <a:cubicBezTo>
                    <a:pt x="6157" y="32711"/>
                    <a:pt x="4952" y="34665"/>
                    <a:pt x="2999" y="35628"/>
                  </a:cubicBezTo>
                  <a:cubicBezTo>
                    <a:pt x="2945" y="35655"/>
                    <a:pt x="2918" y="35709"/>
                    <a:pt x="2918" y="35762"/>
                  </a:cubicBezTo>
                  <a:cubicBezTo>
                    <a:pt x="3079" y="37823"/>
                    <a:pt x="1607" y="39643"/>
                    <a:pt x="81" y="40553"/>
                  </a:cubicBezTo>
                  <a:cubicBezTo>
                    <a:pt x="54" y="40553"/>
                    <a:pt x="28" y="40580"/>
                    <a:pt x="1" y="40633"/>
                  </a:cubicBezTo>
                  <a:cubicBezTo>
                    <a:pt x="1" y="40687"/>
                    <a:pt x="28" y="40741"/>
                    <a:pt x="54" y="40767"/>
                  </a:cubicBezTo>
                  <a:cubicBezTo>
                    <a:pt x="1794" y="41784"/>
                    <a:pt x="2918" y="43658"/>
                    <a:pt x="2918" y="45532"/>
                  </a:cubicBezTo>
                  <a:cubicBezTo>
                    <a:pt x="2918" y="45558"/>
                    <a:pt x="2918" y="45558"/>
                    <a:pt x="2918" y="45585"/>
                  </a:cubicBezTo>
                  <a:cubicBezTo>
                    <a:pt x="2918" y="45612"/>
                    <a:pt x="2945" y="45665"/>
                    <a:pt x="2999" y="45692"/>
                  </a:cubicBezTo>
                  <a:cubicBezTo>
                    <a:pt x="4952" y="46656"/>
                    <a:pt x="6157" y="48636"/>
                    <a:pt x="6157" y="50804"/>
                  </a:cubicBezTo>
                  <a:cubicBezTo>
                    <a:pt x="6157" y="52972"/>
                    <a:pt x="4952" y="54926"/>
                    <a:pt x="2999" y="55917"/>
                  </a:cubicBezTo>
                  <a:cubicBezTo>
                    <a:pt x="2945" y="55917"/>
                    <a:pt x="2918" y="55970"/>
                    <a:pt x="2918" y="56024"/>
                  </a:cubicBezTo>
                  <a:cubicBezTo>
                    <a:pt x="2865" y="58004"/>
                    <a:pt x="1821" y="59798"/>
                    <a:pt x="81" y="60815"/>
                  </a:cubicBezTo>
                  <a:cubicBezTo>
                    <a:pt x="54" y="60815"/>
                    <a:pt x="28" y="60868"/>
                    <a:pt x="1" y="60895"/>
                  </a:cubicBezTo>
                  <a:cubicBezTo>
                    <a:pt x="1" y="60949"/>
                    <a:pt x="28" y="61002"/>
                    <a:pt x="54" y="61029"/>
                  </a:cubicBezTo>
                  <a:cubicBezTo>
                    <a:pt x="1794" y="62046"/>
                    <a:pt x="2865" y="63839"/>
                    <a:pt x="2918" y="65847"/>
                  </a:cubicBezTo>
                  <a:cubicBezTo>
                    <a:pt x="2918" y="65900"/>
                    <a:pt x="2945" y="65927"/>
                    <a:pt x="2999" y="65954"/>
                  </a:cubicBezTo>
                  <a:cubicBezTo>
                    <a:pt x="4952" y="66944"/>
                    <a:pt x="6157" y="68898"/>
                    <a:pt x="6157" y="71066"/>
                  </a:cubicBezTo>
                  <a:cubicBezTo>
                    <a:pt x="6157" y="73234"/>
                    <a:pt x="4952" y="75188"/>
                    <a:pt x="2999" y="76178"/>
                  </a:cubicBezTo>
                  <a:cubicBezTo>
                    <a:pt x="2945" y="76178"/>
                    <a:pt x="2918" y="76232"/>
                    <a:pt x="2918" y="76285"/>
                  </a:cubicBezTo>
                  <a:cubicBezTo>
                    <a:pt x="2865" y="78293"/>
                    <a:pt x="1821" y="80086"/>
                    <a:pt x="81" y="81076"/>
                  </a:cubicBezTo>
                  <a:cubicBezTo>
                    <a:pt x="1" y="81130"/>
                    <a:pt x="1" y="81183"/>
                    <a:pt x="28" y="81264"/>
                  </a:cubicBezTo>
                  <a:cubicBezTo>
                    <a:pt x="44" y="81297"/>
                    <a:pt x="81" y="81320"/>
                    <a:pt x="120" y="81320"/>
                  </a:cubicBezTo>
                  <a:cubicBezTo>
                    <a:pt x="143" y="81320"/>
                    <a:pt x="168" y="81311"/>
                    <a:pt x="188" y="81290"/>
                  </a:cubicBezTo>
                  <a:cubicBezTo>
                    <a:pt x="1981" y="80273"/>
                    <a:pt x="3106" y="78427"/>
                    <a:pt x="3159" y="76366"/>
                  </a:cubicBezTo>
                  <a:cubicBezTo>
                    <a:pt x="5167" y="75322"/>
                    <a:pt x="6398" y="73314"/>
                    <a:pt x="6398" y="71066"/>
                  </a:cubicBezTo>
                  <a:cubicBezTo>
                    <a:pt x="6398" y="68818"/>
                    <a:pt x="5167" y="66784"/>
                    <a:pt x="3159" y="65766"/>
                  </a:cubicBezTo>
                  <a:cubicBezTo>
                    <a:pt x="3106" y="63786"/>
                    <a:pt x="2062" y="61992"/>
                    <a:pt x="376" y="60922"/>
                  </a:cubicBezTo>
                  <a:cubicBezTo>
                    <a:pt x="2062" y="59878"/>
                    <a:pt x="3106" y="58085"/>
                    <a:pt x="3159" y="56104"/>
                  </a:cubicBezTo>
                  <a:cubicBezTo>
                    <a:pt x="5167" y="55060"/>
                    <a:pt x="6398" y="53053"/>
                    <a:pt x="6398" y="50804"/>
                  </a:cubicBezTo>
                  <a:cubicBezTo>
                    <a:pt x="6398" y="48556"/>
                    <a:pt x="5167" y="46522"/>
                    <a:pt x="3159" y="45505"/>
                  </a:cubicBezTo>
                  <a:cubicBezTo>
                    <a:pt x="3159" y="43604"/>
                    <a:pt x="2062" y="41731"/>
                    <a:pt x="376" y="40660"/>
                  </a:cubicBezTo>
                  <a:cubicBezTo>
                    <a:pt x="1901" y="39723"/>
                    <a:pt x="3293" y="37903"/>
                    <a:pt x="3186" y="35816"/>
                  </a:cubicBezTo>
                  <a:cubicBezTo>
                    <a:pt x="5167" y="34799"/>
                    <a:pt x="6398" y="32764"/>
                    <a:pt x="6398" y="30543"/>
                  </a:cubicBezTo>
                  <a:cubicBezTo>
                    <a:pt x="6398" y="28295"/>
                    <a:pt x="5167" y="26260"/>
                    <a:pt x="3159" y="25243"/>
                  </a:cubicBezTo>
                  <a:cubicBezTo>
                    <a:pt x="3079" y="23236"/>
                    <a:pt x="2035" y="21443"/>
                    <a:pt x="376" y="20399"/>
                  </a:cubicBezTo>
                  <a:cubicBezTo>
                    <a:pt x="2089" y="19328"/>
                    <a:pt x="3186" y="17401"/>
                    <a:pt x="3186" y="15554"/>
                  </a:cubicBezTo>
                  <a:cubicBezTo>
                    <a:pt x="5167" y="14537"/>
                    <a:pt x="6398" y="12503"/>
                    <a:pt x="6398" y="10255"/>
                  </a:cubicBezTo>
                  <a:cubicBezTo>
                    <a:pt x="6398" y="8033"/>
                    <a:pt x="5167" y="5999"/>
                    <a:pt x="3186" y="4982"/>
                  </a:cubicBezTo>
                  <a:lnTo>
                    <a:pt x="3186" y="4955"/>
                  </a:lnTo>
                  <a:cubicBezTo>
                    <a:pt x="3186" y="3028"/>
                    <a:pt x="1981" y="1074"/>
                    <a:pt x="188" y="30"/>
                  </a:cubicBezTo>
                  <a:cubicBezTo>
                    <a:pt x="168" y="10"/>
                    <a:pt x="143" y="1"/>
                    <a:pt x="12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2" name="Google Shape;1802;p105"/>
            <p:cNvSpPr/>
            <p:nvPr/>
          </p:nvSpPr>
          <p:spPr>
            <a:xfrm>
              <a:off x="224725" y="818875"/>
              <a:ext cx="159950" cy="2032875"/>
            </a:xfrm>
            <a:custGeom>
              <a:avLst/>
              <a:gdLst/>
              <a:ahLst/>
              <a:cxnLst/>
              <a:rect l="l" t="t" r="r" b="b"/>
              <a:pathLst>
                <a:path w="6398" h="81315" extrusionOk="0">
                  <a:moveTo>
                    <a:pt x="129" y="1"/>
                  </a:moveTo>
                  <a:cubicBezTo>
                    <a:pt x="83" y="1"/>
                    <a:pt x="44" y="20"/>
                    <a:pt x="27" y="70"/>
                  </a:cubicBezTo>
                  <a:cubicBezTo>
                    <a:pt x="27" y="70"/>
                    <a:pt x="1" y="97"/>
                    <a:pt x="1" y="124"/>
                  </a:cubicBezTo>
                  <a:cubicBezTo>
                    <a:pt x="1" y="178"/>
                    <a:pt x="27" y="204"/>
                    <a:pt x="81" y="231"/>
                  </a:cubicBezTo>
                  <a:cubicBezTo>
                    <a:pt x="1821" y="1248"/>
                    <a:pt x="2972" y="3175"/>
                    <a:pt x="2918" y="5022"/>
                  </a:cubicBezTo>
                  <a:cubicBezTo>
                    <a:pt x="2945" y="5076"/>
                    <a:pt x="2945" y="5129"/>
                    <a:pt x="2998" y="5156"/>
                  </a:cubicBezTo>
                  <a:cubicBezTo>
                    <a:pt x="4952" y="6119"/>
                    <a:pt x="6157" y="8073"/>
                    <a:pt x="6157" y="10268"/>
                  </a:cubicBezTo>
                  <a:cubicBezTo>
                    <a:pt x="6157" y="12436"/>
                    <a:pt x="4952" y="14390"/>
                    <a:pt x="2998" y="15354"/>
                  </a:cubicBezTo>
                  <a:cubicBezTo>
                    <a:pt x="2945" y="15380"/>
                    <a:pt x="2918" y="15461"/>
                    <a:pt x="2918" y="15487"/>
                  </a:cubicBezTo>
                  <a:cubicBezTo>
                    <a:pt x="2998" y="17334"/>
                    <a:pt x="1848" y="19235"/>
                    <a:pt x="108" y="20278"/>
                  </a:cubicBezTo>
                  <a:cubicBezTo>
                    <a:pt x="54" y="20278"/>
                    <a:pt x="27" y="20305"/>
                    <a:pt x="27" y="20359"/>
                  </a:cubicBezTo>
                  <a:cubicBezTo>
                    <a:pt x="1" y="20412"/>
                    <a:pt x="27" y="20466"/>
                    <a:pt x="81" y="20493"/>
                  </a:cubicBezTo>
                  <a:cubicBezTo>
                    <a:pt x="1794" y="21510"/>
                    <a:pt x="2865" y="23303"/>
                    <a:pt x="2918" y="25310"/>
                  </a:cubicBezTo>
                  <a:cubicBezTo>
                    <a:pt x="2945" y="25364"/>
                    <a:pt x="2972" y="25391"/>
                    <a:pt x="2998" y="25417"/>
                  </a:cubicBezTo>
                  <a:cubicBezTo>
                    <a:pt x="4952" y="26381"/>
                    <a:pt x="6157" y="28362"/>
                    <a:pt x="6157" y="30530"/>
                  </a:cubicBezTo>
                  <a:cubicBezTo>
                    <a:pt x="6157" y="32698"/>
                    <a:pt x="4952" y="34652"/>
                    <a:pt x="2998" y="35642"/>
                  </a:cubicBezTo>
                  <a:cubicBezTo>
                    <a:pt x="2945" y="35642"/>
                    <a:pt x="2918" y="35695"/>
                    <a:pt x="2918" y="35749"/>
                  </a:cubicBezTo>
                  <a:cubicBezTo>
                    <a:pt x="3106" y="37837"/>
                    <a:pt x="1633" y="39630"/>
                    <a:pt x="108" y="40540"/>
                  </a:cubicBezTo>
                  <a:cubicBezTo>
                    <a:pt x="54" y="40540"/>
                    <a:pt x="27" y="40594"/>
                    <a:pt x="27" y="40620"/>
                  </a:cubicBezTo>
                  <a:cubicBezTo>
                    <a:pt x="1" y="40674"/>
                    <a:pt x="27" y="40727"/>
                    <a:pt x="81" y="40754"/>
                  </a:cubicBezTo>
                  <a:cubicBezTo>
                    <a:pt x="1821" y="41771"/>
                    <a:pt x="2918" y="43645"/>
                    <a:pt x="2918" y="45545"/>
                  </a:cubicBezTo>
                  <a:cubicBezTo>
                    <a:pt x="2918" y="45545"/>
                    <a:pt x="2918" y="45545"/>
                    <a:pt x="2918" y="45572"/>
                  </a:cubicBezTo>
                  <a:cubicBezTo>
                    <a:pt x="2918" y="45626"/>
                    <a:pt x="2945" y="45652"/>
                    <a:pt x="2998" y="45679"/>
                  </a:cubicBezTo>
                  <a:cubicBezTo>
                    <a:pt x="4952" y="46669"/>
                    <a:pt x="6157" y="48623"/>
                    <a:pt x="6157" y="50791"/>
                  </a:cubicBezTo>
                  <a:cubicBezTo>
                    <a:pt x="6157" y="52959"/>
                    <a:pt x="4952" y="54913"/>
                    <a:pt x="2998" y="55904"/>
                  </a:cubicBezTo>
                  <a:cubicBezTo>
                    <a:pt x="2945" y="55930"/>
                    <a:pt x="2918" y="55957"/>
                    <a:pt x="2918" y="56011"/>
                  </a:cubicBezTo>
                  <a:cubicBezTo>
                    <a:pt x="2891" y="57991"/>
                    <a:pt x="1821" y="59785"/>
                    <a:pt x="108" y="60802"/>
                  </a:cubicBezTo>
                  <a:cubicBezTo>
                    <a:pt x="54" y="60828"/>
                    <a:pt x="27" y="60855"/>
                    <a:pt x="27" y="60882"/>
                  </a:cubicBezTo>
                  <a:cubicBezTo>
                    <a:pt x="1" y="60935"/>
                    <a:pt x="27" y="60989"/>
                    <a:pt x="81" y="61016"/>
                  </a:cubicBezTo>
                  <a:cubicBezTo>
                    <a:pt x="1821" y="62033"/>
                    <a:pt x="2891" y="63826"/>
                    <a:pt x="2918" y="65834"/>
                  </a:cubicBezTo>
                  <a:cubicBezTo>
                    <a:pt x="2918" y="65887"/>
                    <a:pt x="2945" y="65914"/>
                    <a:pt x="2998" y="65941"/>
                  </a:cubicBezTo>
                  <a:cubicBezTo>
                    <a:pt x="4952" y="66931"/>
                    <a:pt x="6157" y="68885"/>
                    <a:pt x="6157" y="71053"/>
                  </a:cubicBezTo>
                  <a:cubicBezTo>
                    <a:pt x="6157" y="73221"/>
                    <a:pt x="4952" y="75175"/>
                    <a:pt x="2998" y="76165"/>
                  </a:cubicBezTo>
                  <a:cubicBezTo>
                    <a:pt x="2945" y="76192"/>
                    <a:pt x="2918" y="76219"/>
                    <a:pt x="2918" y="76272"/>
                  </a:cubicBezTo>
                  <a:cubicBezTo>
                    <a:pt x="2891" y="78280"/>
                    <a:pt x="1821" y="80073"/>
                    <a:pt x="81" y="81090"/>
                  </a:cubicBezTo>
                  <a:cubicBezTo>
                    <a:pt x="27" y="81117"/>
                    <a:pt x="1" y="81197"/>
                    <a:pt x="27" y="81251"/>
                  </a:cubicBezTo>
                  <a:cubicBezTo>
                    <a:pt x="67" y="81290"/>
                    <a:pt x="106" y="81315"/>
                    <a:pt x="156" y="81315"/>
                  </a:cubicBezTo>
                  <a:cubicBezTo>
                    <a:pt x="174" y="81315"/>
                    <a:pt x="193" y="81311"/>
                    <a:pt x="215" y="81304"/>
                  </a:cubicBezTo>
                  <a:cubicBezTo>
                    <a:pt x="2008" y="80260"/>
                    <a:pt x="3106" y="78413"/>
                    <a:pt x="3186" y="76352"/>
                  </a:cubicBezTo>
                  <a:cubicBezTo>
                    <a:pt x="5166" y="75309"/>
                    <a:pt x="6398" y="73301"/>
                    <a:pt x="6398" y="71053"/>
                  </a:cubicBezTo>
                  <a:cubicBezTo>
                    <a:pt x="6398" y="68805"/>
                    <a:pt x="5166" y="66797"/>
                    <a:pt x="3186" y="65753"/>
                  </a:cubicBezTo>
                  <a:cubicBezTo>
                    <a:pt x="3106" y="63773"/>
                    <a:pt x="2062" y="61979"/>
                    <a:pt x="375" y="60909"/>
                  </a:cubicBezTo>
                  <a:cubicBezTo>
                    <a:pt x="2062" y="59865"/>
                    <a:pt x="3106" y="58072"/>
                    <a:pt x="3186" y="56091"/>
                  </a:cubicBezTo>
                  <a:cubicBezTo>
                    <a:pt x="5166" y="55047"/>
                    <a:pt x="6398" y="53040"/>
                    <a:pt x="6398" y="50791"/>
                  </a:cubicBezTo>
                  <a:cubicBezTo>
                    <a:pt x="6398" y="48543"/>
                    <a:pt x="5166" y="46536"/>
                    <a:pt x="3186" y="45492"/>
                  </a:cubicBezTo>
                  <a:cubicBezTo>
                    <a:pt x="3159" y="43591"/>
                    <a:pt x="2088" y="41718"/>
                    <a:pt x="375" y="40647"/>
                  </a:cubicBezTo>
                  <a:cubicBezTo>
                    <a:pt x="1901" y="39710"/>
                    <a:pt x="3320" y="37890"/>
                    <a:pt x="3186" y="35829"/>
                  </a:cubicBezTo>
                  <a:cubicBezTo>
                    <a:pt x="5166" y="34785"/>
                    <a:pt x="6398" y="32751"/>
                    <a:pt x="6398" y="30530"/>
                  </a:cubicBezTo>
                  <a:cubicBezTo>
                    <a:pt x="6398" y="28281"/>
                    <a:pt x="5166" y="26247"/>
                    <a:pt x="3186" y="25230"/>
                  </a:cubicBezTo>
                  <a:cubicBezTo>
                    <a:pt x="3079" y="23223"/>
                    <a:pt x="2062" y="21429"/>
                    <a:pt x="375" y="20386"/>
                  </a:cubicBezTo>
                  <a:cubicBezTo>
                    <a:pt x="2088" y="19315"/>
                    <a:pt x="3186" y="17441"/>
                    <a:pt x="3186" y="15595"/>
                  </a:cubicBezTo>
                  <a:cubicBezTo>
                    <a:pt x="3186" y="15595"/>
                    <a:pt x="3186" y="15568"/>
                    <a:pt x="3186" y="15541"/>
                  </a:cubicBezTo>
                  <a:cubicBezTo>
                    <a:pt x="5166" y="14524"/>
                    <a:pt x="6398" y="12490"/>
                    <a:pt x="6398" y="10268"/>
                  </a:cubicBezTo>
                  <a:cubicBezTo>
                    <a:pt x="6398" y="8020"/>
                    <a:pt x="5166" y="5986"/>
                    <a:pt x="3186" y="4969"/>
                  </a:cubicBezTo>
                  <a:lnTo>
                    <a:pt x="3186" y="4942"/>
                  </a:lnTo>
                  <a:cubicBezTo>
                    <a:pt x="3186" y="3041"/>
                    <a:pt x="1981" y="1061"/>
                    <a:pt x="215" y="17"/>
                  </a:cubicBezTo>
                  <a:cubicBezTo>
                    <a:pt x="185" y="7"/>
                    <a:pt x="156" y="1"/>
                    <a:pt x="12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3" name="Google Shape;1803;p105"/>
            <p:cNvSpPr/>
            <p:nvPr/>
          </p:nvSpPr>
          <p:spPr>
            <a:xfrm>
              <a:off x="1914975" y="2593575"/>
              <a:ext cx="160625" cy="2032875"/>
            </a:xfrm>
            <a:custGeom>
              <a:avLst/>
              <a:gdLst/>
              <a:ahLst/>
              <a:cxnLst/>
              <a:rect l="l" t="t" r="r" b="b"/>
              <a:pathLst>
                <a:path w="6425" h="81315" extrusionOk="0">
                  <a:moveTo>
                    <a:pt x="151" y="1"/>
                  </a:moveTo>
                  <a:cubicBezTo>
                    <a:pt x="95" y="1"/>
                    <a:pt x="47" y="26"/>
                    <a:pt x="27" y="65"/>
                  </a:cubicBezTo>
                  <a:cubicBezTo>
                    <a:pt x="27" y="92"/>
                    <a:pt x="27" y="118"/>
                    <a:pt x="27" y="118"/>
                  </a:cubicBezTo>
                  <a:cubicBezTo>
                    <a:pt x="27" y="172"/>
                    <a:pt x="27" y="225"/>
                    <a:pt x="81" y="225"/>
                  </a:cubicBezTo>
                  <a:cubicBezTo>
                    <a:pt x="1821" y="1243"/>
                    <a:pt x="2972" y="3170"/>
                    <a:pt x="2945" y="5043"/>
                  </a:cubicBezTo>
                  <a:cubicBezTo>
                    <a:pt x="2945" y="5070"/>
                    <a:pt x="2972" y="5124"/>
                    <a:pt x="2998" y="5150"/>
                  </a:cubicBezTo>
                  <a:cubicBezTo>
                    <a:pt x="4952" y="6141"/>
                    <a:pt x="6157" y="8095"/>
                    <a:pt x="6157" y="10263"/>
                  </a:cubicBezTo>
                  <a:cubicBezTo>
                    <a:pt x="6157" y="12431"/>
                    <a:pt x="4952" y="14384"/>
                    <a:pt x="2998" y="15375"/>
                  </a:cubicBezTo>
                  <a:cubicBezTo>
                    <a:pt x="2945" y="15402"/>
                    <a:pt x="2945" y="15428"/>
                    <a:pt x="2945" y="15482"/>
                  </a:cubicBezTo>
                  <a:cubicBezTo>
                    <a:pt x="2998" y="17355"/>
                    <a:pt x="1848" y="19256"/>
                    <a:pt x="108" y="20273"/>
                  </a:cubicBezTo>
                  <a:cubicBezTo>
                    <a:pt x="54" y="20300"/>
                    <a:pt x="27" y="20326"/>
                    <a:pt x="27" y="20353"/>
                  </a:cubicBezTo>
                  <a:cubicBezTo>
                    <a:pt x="1" y="20407"/>
                    <a:pt x="27" y="20460"/>
                    <a:pt x="81" y="20514"/>
                  </a:cubicBezTo>
                  <a:cubicBezTo>
                    <a:pt x="1794" y="21504"/>
                    <a:pt x="2865" y="23297"/>
                    <a:pt x="2945" y="25305"/>
                  </a:cubicBezTo>
                  <a:cubicBezTo>
                    <a:pt x="2945" y="25358"/>
                    <a:pt x="2972" y="25385"/>
                    <a:pt x="2998" y="25412"/>
                  </a:cubicBezTo>
                  <a:cubicBezTo>
                    <a:pt x="4952" y="26402"/>
                    <a:pt x="6157" y="28356"/>
                    <a:pt x="6157" y="30524"/>
                  </a:cubicBezTo>
                  <a:cubicBezTo>
                    <a:pt x="6157" y="32692"/>
                    <a:pt x="4952" y="34646"/>
                    <a:pt x="2998" y="35636"/>
                  </a:cubicBezTo>
                  <a:cubicBezTo>
                    <a:pt x="2945" y="35663"/>
                    <a:pt x="2918" y="35717"/>
                    <a:pt x="2945" y="35770"/>
                  </a:cubicBezTo>
                  <a:cubicBezTo>
                    <a:pt x="3106" y="37831"/>
                    <a:pt x="1633" y="39651"/>
                    <a:pt x="108" y="40535"/>
                  </a:cubicBezTo>
                  <a:cubicBezTo>
                    <a:pt x="54" y="40561"/>
                    <a:pt x="27" y="40588"/>
                    <a:pt x="27" y="40615"/>
                  </a:cubicBezTo>
                  <a:cubicBezTo>
                    <a:pt x="1" y="40668"/>
                    <a:pt x="27" y="40749"/>
                    <a:pt x="81" y="40775"/>
                  </a:cubicBezTo>
                  <a:cubicBezTo>
                    <a:pt x="1821" y="41766"/>
                    <a:pt x="2945" y="43639"/>
                    <a:pt x="2945" y="45540"/>
                  </a:cubicBezTo>
                  <a:cubicBezTo>
                    <a:pt x="2945" y="45540"/>
                    <a:pt x="2945" y="45566"/>
                    <a:pt x="2945" y="45566"/>
                  </a:cubicBezTo>
                  <a:cubicBezTo>
                    <a:pt x="2945" y="45620"/>
                    <a:pt x="2972" y="45674"/>
                    <a:pt x="2998" y="45674"/>
                  </a:cubicBezTo>
                  <a:cubicBezTo>
                    <a:pt x="4952" y="46664"/>
                    <a:pt x="6157" y="48618"/>
                    <a:pt x="6157" y="50786"/>
                  </a:cubicBezTo>
                  <a:cubicBezTo>
                    <a:pt x="6157" y="52954"/>
                    <a:pt x="4952" y="54934"/>
                    <a:pt x="2998" y="55898"/>
                  </a:cubicBezTo>
                  <a:cubicBezTo>
                    <a:pt x="2972" y="55925"/>
                    <a:pt x="2945" y="55952"/>
                    <a:pt x="2945" y="56005"/>
                  </a:cubicBezTo>
                  <a:cubicBezTo>
                    <a:pt x="2891" y="58012"/>
                    <a:pt x="1821" y="59806"/>
                    <a:pt x="108" y="60796"/>
                  </a:cubicBezTo>
                  <a:cubicBezTo>
                    <a:pt x="54" y="60823"/>
                    <a:pt x="27" y="60850"/>
                    <a:pt x="27" y="60903"/>
                  </a:cubicBezTo>
                  <a:cubicBezTo>
                    <a:pt x="1" y="60957"/>
                    <a:pt x="27" y="61010"/>
                    <a:pt x="81" y="61037"/>
                  </a:cubicBezTo>
                  <a:cubicBezTo>
                    <a:pt x="1821" y="62054"/>
                    <a:pt x="2891" y="63847"/>
                    <a:pt x="2945" y="65828"/>
                  </a:cubicBezTo>
                  <a:cubicBezTo>
                    <a:pt x="2945" y="65882"/>
                    <a:pt x="2972" y="65935"/>
                    <a:pt x="2998" y="65962"/>
                  </a:cubicBezTo>
                  <a:cubicBezTo>
                    <a:pt x="4952" y="66925"/>
                    <a:pt x="6157" y="68879"/>
                    <a:pt x="6157" y="71047"/>
                  </a:cubicBezTo>
                  <a:cubicBezTo>
                    <a:pt x="6157" y="73242"/>
                    <a:pt x="4952" y="75196"/>
                    <a:pt x="2998" y="76160"/>
                  </a:cubicBezTo>
                  <a:cubicBezTo>
                    <a:pt x="2972" y="76186"/>
                    <a:pt x="2945" y="76240"/>
                    <a:pt x="2945" y="76267"/>
                  </a:cubicBezTo>
                  <a:cubicBezTo>
                    <a:pt x="2891" y="78274"/>
                    <a:pt x="1821" y="80067"/>
                    <a:pt x="81" y="81084"/>
                  </a:cubicBezTo>
                  <a:cubicBezTo>
                    <a:pt x="27" y="81111"/>
                    <a:pt x="1" y="81191"/>
                    <a:pt x="27" y="81245"/>
                  </a:cubicBezTo>
                  <a:cubicBezTo>
                    <a:pt x="61" y="81296"/>
                    <a:pt x="106" y="81315"/>
                    <a:pt x="148" y="81315"/>
                  </a:cubicBezTo>
                  <a:cubicBezTo>
                    <a:pt x="172" y="81315"/>
                    <a:pt x="195" y="81308"/>
                    <a:pt x="215" y="81299"/>
                  </a:cubicBezTo>
                  <a:cubicBezTo>
                    <a:pt x="2008" y="80255"/>
                    <a:pt x="3106" y="78408"/>
                    <a:pt x="3186" y="76347"/>
                  </a:cubicBezTo>
                  <a:cubicBezTo>
                    <a:pt x="5166" y="75330"/>
                    <a:pt x="6424" y="73296"/>
                    <a:pt x="6424" y="71047"/>
                  </a:cubicBezTo>
                  <a:cubicBezTo>
                    <a:pt x="6424" y="68826"/>
                    <a:pt x="5166" y="66792"/>
                    <a:pt x="3186" y="65748"/>
                  </a:cubicBezTo>
                  <a:cubicBezTo>
                    <a:pt x="3106" y="63767"/>
                    <a:pt x="2062" y="61974"/>
                    <a:pt x="375" y="60930"/>
                  </a:cubicBezTo>
                  <a:cubicBezTo>
                    <a:pt x="2062" y="59859"/>
                    <a:pt x="3106" y="58093"/>
                    <a:pt x="3186" y="56085"/>
                  </a:cubicBezTo>
                  <a:cubicBezTo>
                    <a:pt x="5166" y="55068"/>
                    <a:pt x="6424" y="53034"/>
                    <a:pt x="6424" y="50786"/>
                  </a:cubicBezTo>
                  <a:cubicBezTo>
                    <a:pt x="6424" y="48537"/>
                    <a:pt x="5166" y="46530"/>
                    <a:pt x="3186" y="45486"/>
                  </a:cubicBezTo>
                  <a:cubicBezTo>
                    <a:pt x="3159" y="43586"/>
                    <a:pt x="2088" y="41739"/>
                    <a:pt x="375" y="40668"/>
                  </a:cubicBezTo>
                  <a:cubicBezTo>
                    <a:pt x="1901" y="39705"/>
                    <a:pt x="3320" y="37885"/>
                    <a:pt x="3186" y="35824"/>
                  </a:cubicBezTo>
                  <a:cubicBezTo>
                    <a:pt x="5193" y="34780"/>
                    <a:pt x="6424" y="32772"/>
                    <a:pt x="6424" y="30524"/>
                  </a:cubicBezTo>
                  <a:cubicBezTo>
                    <a:pt x="6424" y="28276"/>
                    <a:pt x="5166" y="26268"/>
                    <a:pt x="3186" y="25225"/>
                  </a:cubicBezTo>
                  <a:cubicBezTo>
                    <a:pt x="3106" y="23244"/>
                    <a:pt x="2062" y="21451"/>
                    <a:pt x="375" y="20407"/>
                  </a:cubicBezTo>
                  <a:cubicBezTo>
                    <a:pt x="2088" y="19336"/>
                    <a:pt x="3186" y="17436"/>
                    <a:pt x="3186" y="15616"/>
                  </a:cubicBezTo>
                  <a:cubicBezTo>
                    <a:pt x="3186" y="15589"/>
                    <a:pt x="3186" y="15562"/>
                    <a:pt x="3186" y="15562"/>
                  </a:cubicBezTo>
                  <a:cubicBezTo>
                    <a:pt x="5166" y="14518"/>
                    <a:pt x="6424" y="12511"/>
                    <a:pt x="6424" y="10263"/>
                  </a:cubicBezTo>
                  <a:cubicBezTo>
                    <a:pt x="6424" y="8014"/>
                    <a:pt x="5166" y="6007"/>
                    <a:pt x="3186" y="4963"/>
                  </a:cubicBezTo>
                  <a:cubicBezTo>
                    <a:pt x="3186" y="3036"/>
                    <a:pt x="2008" y="1055"/>
                    <a:pt x="215" y="11"/>
                  </a:cubicBezTo>
                  <a:cubicBezTo>
                    <a:pt x="193" y="4"/>
                    <a:pt x="172" y="1"/>
                    <a:pt x="15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4" name="Google Shape;1804;p105"/>
            <p:cNvSpPr/>
            <p:nvPr/>
          </p:nvSpPr>
          <p:spPr>
            <a:xfrm>
              <a:off x="1761075" y="2845375"/>
              <a:ext cx="160625" cy="2032675"/>
            </a:xfrm>
            <a:custGeom>
              <a:avLst/>
              <a:gdLst/>
              <a:ahLst/>
              <a:cxnLst/>
              <a:rect l="l" t="t" r="r" b="b"/>
              <a:pathLst>
                <a:path w="6425" h="81307" extrusionOk="0">
                  <a:moveTo>
                    <a:pt x="146" y="1"/>
                  </a:moveTo>
                  <a:cubicBezTo>
                    <a:pt x="108" y="1"/>
                    <a:pt x="71" y="24"/>
                    <a:pt x="54" y="57"/>
                  </a:cubicBezTo>
                  <a:cubicBezTo>
                    <a:pt x="27" y="84"/>
                    <a:pt x="27" y="110"/>
                    <a:pt x="27" y="137"/>
                  </a:cubicBezTo>
                  <a:cubicBezTo>
                    <a:pt x="27" y="164"/>
                    <a:pt x="54" y="217"/>
                    <a:pt x="81" y="244"/>
                  </a:cubicBezTo>
                  <a:cubicBezTo>
                    <a:pt x="1821" y="1234"/>
                    <a:pt x="2972" y="3162"/>
                    <a:pt x="2945" y="5035"/>
                  </a:cubicBezTo>
                  <a:cubicBezTo>
                    <a:pt x="2945" y="5089"/>
                    <a:pt x="2972" y="5142"/>
                    <a:pt x="2998" y="5142"/>
                  </a:cubicBezTo>
                  <a:cubicBezTo>
                    <a:pt x="4952" y="6133"/>
                    <a:pt x="6183" y="8086"/>
                    <a:pt x="6183" y="10254"/>
                  </a:cubicBezTo>
                  <a:cubicBezTo>
                    <a:pt x="6183" y="12422"/>
                    <a:pt x="4952" y="14376"/>
                    <a:pt x="2998" y="15367"/>
                  </a:cubicBezTo>
                  <a:cubicBezTo>
                    <a:pt x="2972" y="15393"/>
                    <a:pt x="2945" y="15447"/>
                    <a:pt x="2945" y="15474"/>
                  </a:cubicBezTo>
                  <a:cubicBezTo>
                    <a:pt x="2998" y="17321"/>
                    <a:pt x="1847" y="19248"/>
                    <a:pt x="108" y="20265"/>
                  </a:cubicBezTo>
                  <a:cubicBezTo>
                    <a:pt x="81" y="20292"/>
                    <a:pt x="27" y="20318"/>
                    <a:pt x="27" y="20345"/>
                  </a:cubicBezTo>
                  <a:cubicBezTo>
                    <a:pt x="27" y="20425"/>
                    <a:pt x="27" y="20479"/>
                    <a:pt x="81" y="20506"/>
                  </a:cubicBezTo>
                  <a:cubicBezTo>
                    <a:pt x="1821" y="21496"/>
                    <a:pt x="2891" y="23289"/>
                    <a:pt x="2945" y="25297"/>
                  </a:cubicBezTo>
                  <a:cubicBezTo>
                    <a:pt x="2945" y="25350"/>
                    <a:pt x="2972" y="25404"/>
                    <a:pt x="2998" y="25404"/>
                  </a:cubicBezTo>
                  <a:cubicBezTo>
                    <a:pt x="4952" y="26394"/>
                    <a:pt x="6183" y="28348"/>
                    <a:pt x="6183" y="30516"/>
                  </a:cubicBezTo>
                  <a:cubicBezTo>
                    <a:pt x="6183" y="32684"/>
                    <a:pt x="4952" y="34665"/>
                    <a:pt x="2998" y="35628"/>
                  </a:cubicBezTo>
                  <a:cubicBezTo>
                    <a:pt x="2972" y="35655"/>
                    <a:pt x="2945" y="35709"/>
                    <a:pt x="2945" y="35762"/>
                  </a:cubicBezTo>
                  <a:cubicBezTo>
                    <a:pt x="3105" y="37823"/>
                    <a:pt x="1633" y="39643"/>
                    <a:pt x="108" y="40526"/>
                  </a:cubicBezTo>
                  <a:cubicBezTo>
                    <a:pt x="81" y="40553"/>
                    <a:pt x="27" y="40580"/>
                    <a:pt x="27" y="40633"/>
                  </a:cubicBezTo>
                  <a:cubicBezTo>
                    <a:pt x="27" y="40687"/>
                    <a:pt x="27" y="40741"/>
                    <a:pt x="81" y="40767"/>
                  </a:cubicBezTo>
                  <a:cubicBezTo>
                    <a:pt x="1821" y="41784"/>
                    <a:pt x="2945" y="43631"/>
                    <a:pt x="2945" y="45532"/>
                  </a:cubicBezTo>
                  <a:lnTo>
                    <a:pt x="2945" y="45558"/>
                  </a:lnTo>
                  <a:cubicBezTo>
                    <a:pt x="2945" y="45612"/>
                    <a:pt x="2972" y="45665"/>
                    <a:pt x="2998" y="45692"/>
                  </a:cubicBezTo>
                  <a:cubicBezTo>
                    <a:pt x="4952" y="46656"/>
                    <a:pt x="6183" y="48610"/>
                    <a:pt x="6183" y="50778"/>
                  </a:cubicBezTo>
                  <a:cubicBezTo>
                    <a:pt x="6183" y="52972"/>
                    <a:pt x="4952" y="54926"/>
                    <a:pt x="2998" y="55890"/>
                  </a:cubicBezTo>
                  <a:cubicBezTo>
                    <a:pt x="2972" y="55917"/>
                    <a:pt x="2945" y="55970"/>
                    <a:pt x="2945" y="55997"/>
                  </a:cubicBezTo>
                  <a:cubicBezTo>
                    <a:pt x="2891" y="58004"/>
                    <a:pt x="1847" y="59798"/>
                    <a:pt x="108" y="60815"/>
                  </a:cubicBezTo>
                  <a:cubicBezTo>
                    <a:pt x="81" y="60815"/>
                    <a:pt x="27" y="60841"/>
                    <a:pt x="27" y="60895"/>
                  </a:cubicBezTo>
                  <a:cubicBezTo>
                    <a:pt x="27" y="60949"/>
                    <a:pt x="27" y="61002"/>
                    <a:pt x="81" y="61029"/>
                  </a:cubicBezTo>
                  <a:cubicBezTo>
                    <a:pt x="1821" y="62046"/>
                    <a:pt x="2891" y="63839"/>
                    <a:pt x="2945" y="65847"/>
                  </a:cubicBezTo>
                  <a:cubicBezTo>
                    <a:pt x="2945" y="65873"/>
                    <a:pt x="2972" y="65927"/>
                    <a:pt x="2998" y="65954"/>
                  </a:cubicBezTo>
                  <a:cubicBezTo>
                    <a:pt x="4952" y="66917"/>
                    <a:pt x="6183" y="68871"/>
                    <a:pt x="6183" y="71066"/>
                  </a:cubicBezTo>
                  <a:cubicBezTo>
                    <a:pt x="6183" y="73234"/>
                    <a:pt x="4952" y="75188"/>
                    <a:pt x="2998" y="76151"/>
                  </a:cubicBezTo>
                  <a:cubicBezTo>
                    <a:pt x="2972" y="76178"/>
                    <a:pt x="2945" y="76232"/>
                    <a:pt x="2945" y="76285"/>
                  </a:cubicBezTo>
                  <a:cubicBezTo>
                    <a:pt x="2891" y="78266"/>
                    <a:pt x="1821" y="80059"/>
                    <a:pt x="81" y="81076"/>
                  </a:cubicBezTo>
                  <a:cubicBezTo>
                    <a:pt x="27" y="81103"/>
                    <a:pt x="1" y="81183"/>
                    <a:pt x="54" y="81237"/>
                  </a:cubicBezTo>
                  <a:cubicBezTo>
                    <a:pt x="71" y="81288"/>
                    <a:pt x="110" y="81306"/>
                    <a:pt x="149" y="81306"/>
                  </a:cubicBezTo>
                  <a:cubicBezTo>
                    <a:pt x="172" y="81306"/>
                    <a:pt x="195" y="81300"/>
                    <a:pt x="215" y="81290"/>
                  </a:cubicBezTo>
                  <a:cubicBezTo>
                    <a:pt x="2008" y="80247"/>
                    <a:pt x="3105" y="78400"/>
                    <a:pt x="3186" y="76366"/>
                  </a:cubicBezTo>
                  <a:cubicBezTo>
                    <a:pt x="5193" y="75322"/>
                    <a:pt x="6424" y="73288"/>
                    <a:pt x="6424" y="71066"/>
                  </a:cubicBezTo>
                  <a:cubicBezTo>
                    <a:pt x="6424" y="68818"/>
                    <a:pt x="5193" y="66783"/>
                    <a:pt x="3186" y="65766"/>
                  </a:cubicBezTo>
                  <a:cubicBezTo>
                    <a:pt x="3132" y="63759"/>
                    <a:pt x="2088" y="61992"/>
                    <a:pt x="402" y="60922"/>
                  </a:cubicBezTo>
                  <a:cubicBezTo>
                    <a:pt x="2088" y="59878"/>
                    <a:pt x="3132" y="58085"/>
                    <a:pt x="3186" y="56077"/>
                  </a:cubicBezTo>
                  <a:cubicBezTo>
                    <a:pt x="5193" y="55060"/>
                    <a:pt x="6424" y="53026"/>
                    <a:pt x="6424" y="50778"/>
                  </a:cubicBezTo>
                  <a:cubicBezTo>
                    <a:pt x="6424" y="48556"/>
                    <a:pt x="5193" y="46522"/>
                    <a:pt x="3186" y="45505"/>
                  </a:cubicBezTo>
                  <a:cubicBezTo>
                    <a:pt x="3186" y="43604"/>
                    <a:pt x="2088" y="41731"/>
                    <a:pt x="402" y="40660"/>
                  </a:cubicBezTo>
                  <a:cubicBezTo>
                    <a:pt x="1901" y="39697"/>
                    <a:pt x="3320" y="37877"/>
                    <a:pt x="3186" y="35816"/>
                  </a:cubicBezTo>
                  <a:cubicBezTo>
                    <a:pt x="5193" y="34799"/>
                    <a:pt x="6424" y="32764"/>
                    <a:pt x="6424" y="30516"/>
                  </a:cubicBezTo>
                  <a:cubicBezTo>
                    <a:pt x="6424" y="28268"/>
                    <a:pt x="5193" y="26260"/>
                    <a:pt x="3186" y="25216"/>
                  </a:cubicBezTo>
                  <a:cubicBezTo>
                    <a:pt x="3105" y="23236"/>
                    <a:pt x="2062" y="21442"/>
                    <a:pt x="402" y="20399"/>
                  </a:cubicBezTo>
                  <a:cubicBezTo>
                    <a:pt x="2115" y="19328"/>
                    <a:pt x="3212" y="17401"/>
                    <a:pt x="3186" y="15554"/>
                  </a:cubicBezTo>
                  <a:cubicBezTo>
                    <a:pt x="5193" y="14510"/>
                    <a:pt x="6424" y="12503"/>
                    <a:pt x="6424" y="10254"/>
                  </a:cubicBezTo>
                  <a:cubicBezTo>
                    <a:pt x="6424" y="8006"/>
                    <a:pt x="5193" y="5999"/>
                    <a:pt x="3186" y="4955"/>
                  </a:cubicBezTo>
                  <a:cubicBezTo>
                    <a:pt x="3186" y="3028"/>
                    <a:pt x="2008" y="1047"/>
                    <a:pt x="215" y="30"/>
                  </a:cubicBezTo>
                  <a:cubicBezTo>
                    <a:pt x="194" y="10"/>
                    <a:pt x="170" y="1"/>
                    <a:pt x="14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5" name="Google Shape;1805;p105"/>
            <p:cNvSpPr/>
            <p:nvPr/>
          </p:nvSpPr>
          <p:spPr>
            <a:xfrm>
              <a:off x="1607850" y="2593575"/>
              <a:ext cx="159950" cy="2032875"/>
            </a:xfrm>
            <a:custGeom>
              <a:avLst/>
              <a:gdLst/>
              <a:ahLst/>
              <a:cxnLst/>
              <a:rect l="l" t="t" r="r" b="b"/>
              <a:pathLst>
                <a:path w="6398" h="81315" extrusionOk="0">
                  <a:moveTo>
                    <a:pt x="140" y="1"/>
                  </a:moveTo>
                  <a:cubicBezTo>
                    <a:pt x="95" y="1"/>
                    <a:pt x="47" y="26"/>
                    <a:pt x="27" y="65"/>
                  </a:cubicBezTo>
                  <a:cubicBezTo>
                    <a:pt x="0" y="92"/>
                    <a:pt x="0" y="118"/>
                    <a:pt x="0" y="118"/>
                  </a:cubicBezTo>
                  <a:cubicBezTo>
                    <a:pt x="0" y="172"/>
                    <a:pt x="27" y="225"/>
                    <a:pt x="81" y="225"/>
                  </a:cubicBezTo>
                  <a:cubicBezTo>
                    <a:pt x="1820" y="1243"/>
                    <a:pt x="2944" y="3170"/>
                    <a:pt x="2918" y="5043"/>
                  </a:cubicBezTo>
                  <a:cubicBezTo>
                    <a:pt x="2918" y="5070"/>
                    <a:pt x="2944" y="5124"/>
                    <a:pt x="2998" y="5150"/>
                  </a:cubicBezTo>
                  <a:cubicBezTo>
                    <a:pt x="4952" y="6141"/>
                    <a:pt x="6156" y="8095"/>
                    <a:pt x="6156" y="10263"/>
                  </a:cubicBezTo>
                  <a:cubicBezTo>
                    <a:pt x="6156" y="12431"/>
                    <a:pt x="4952" y="14384"/>
                    <a:pt x="2998" y="15375"/>
                  </a:cubicBezTo>
                  <a:cubicBezTo>
                    <a:pt x="2944" y="15402"/>
                    <a:pt x="2918" y="15428"/>
                    <a:pt x="2918" y="15482"/>
                  </a:cubicBezTo>
                  <a:cubicBezTo>
                    <a:pt x="2971" y="17329"/>
                    <a:pt x="1847" y="19256"/>
                    <a:pt x="81" y="20273"/>
                  </a:cubicBezTo>
                  <a:cubicBezTo>
                    <a:pt x="54" y="20300"/>
                    <a:pt x="27" y="20326"/>
                    <a:pt x="0" y="20353"/>
                  </a:cubicBezTo>
                  <a:cubicBezTo>
                    <a:pt x="0" y="20407"/>
                    <a:pt x="27" y="20460"/>
                    <a:pt x="81" y="20514"/>
                  </a:cubicBezTo>
                  <a:cubicBezTo>
                    <a:pt x="1794" y="21504"/>
                    <a:pt x="2864" y="23297"/>
                    <a:pt x="2918" y="25305"/>
                  </a:cubicBezTo>
                  <a:cubicBezTo>
                    <a:pt x="2918" y="25358"/>
                    <a:pt x="2944" y="25385"/>
                    <a:pt x="2998" y="25412"/>
                  </a:cubicBezTo>
                  <a:cubicBezTo>
                    <a:pt x="4952" y="26402"/>
                    <a:pt x="6156" y="28356"/>
                    <a:pt x="6156" y="30524"/>
                  </a:cubicBezTo>
                  <a:cubicBezTo>
                    <a:pt x="6156" y="32692"/>
                    <a:pt x="4952" y="34646"/>
                    <a:pt x="2998" y="35636"/>
                  </a:cubicBezTo>
                  <a:cubicBezTo>
                    <a:pt x="2944" y="35663"/>
                    <a:pt x="2918" y="35717"/>
                    <a:pt x="2918" y="35770"/>
                  </a:cubicBezTo>
                  <a:cubicBezTo>
                    <a:pt x="3078" y="37831"/>
                    <a:pt x="1633" y="39651"/>
                    <a:pt x="81" y="40535"/>
                  </a:cubicBezTo>
                  <a:cubicBezTo>
                    <a:pt x="54" y="40561"/>
                    <a:pt x="27" y="40588"/>
                    <a:pt x="0" y="40615"/>
                  </a:cubicBezTo>
                  <a:cubicBezTo>
                    <a:pt x="0" y="40668"/>
                    <a:pt x="27" y="40749"/>
                    <a:pt x="81" y="40775"/>
                  </a:cubicBezTo>
                  <a:cubicBezTo>
                    <a:pt x="1820" y="41766"/>
                    <a:pt x="2918" y="43639"/>
                    <a:pt x="2918" y="45540"/>
                  </a:cubicBezTo>
                  <a:cubicBezTo>
                    <a:pt x="2918" y="45540"/>
                    <a:pt x="2918" y="45566"/>
                    <a:pt x="2918" y="45566"/>
                  </a:cubicBezTo>
                  <a:cubicBezTo>
                    <a:pt x="2918" y="45620"/>
                    <a:pt x="2944" y="45674"/>
                    <a:pt x="2998" y="45674"/>
                  </a:cubicBezTo>
                  <a:cubicBezTo>
                    <a:pt x="4952" y="46664"/>
                    <a:pt x="6156" y="48618"/>
                    <a:pt x="6156" y="50786"/>
                  </a:cubicBezTo>
                  <a:cubicBezTo>
                    <a:pt x="6156" y="52954"/>
                    <a:pt x="4952" y="54934"/>
                    <a:pt x="2998" y="55898"/>
                  </a:cubicBezTo>
                  <a:cubicBezTo>
                    <a:pt x="2944" y="55925"/>
                    <a:pt x="2918" y="55952"/>
                    <a:pt x="2918" y="56005"/>
                  </a:cubicBezTo>
                  <a:cubicBezTo>
                    <a:pt x="2864" y="58012"/>
                    <a:pt x="1820" y="59806"/>
                    <a:pt x="81" y="60796"/>
                  </a:cubicBezTo>
                  <a:cubicBezTo>
                    <a:pt x="54" y="60823"/>
                    <a:pt x="27" y="60850"/>
                    <a:pt x="0" y="60903"/>
                  </a:cubicBezTo>
                  <a:cubicBezTo>
                    <a:pt x="0" y="60957"/>
                    <a:pt x="27" y="61010"/>
                    <a:pt x="81" y="61037"/>
                  </a:cubicBezTo>
                  <a:cubicBezTo>
                    <a:pt x="1820" y="62054"/>
                    <a:pt x="2864" y="63847"/>
                    <a:pt x="2918" y="65828"/>
                  </a:cubicBezTo>
                  <a:cubicBezTo>
                    <a:pt x="2918" y="65882"/>
                    <a:pt x="2944" y="65935"/>
                    <a:pt x="2998" y="65962"/>
                  </a:cubicBezTo>
                  <a:cubicBezTo>
                    <a:pt x="4952" y="66925"/>
                    <a:pt x="6156" y="68879"/>
                    <a:pt x="6156" y="71047"/>
                  </a:cubicBezTo>
                  <a:cubicBezTo>
                    <a:pt x="6156" y="73242"/>
                    <a:pt x="4952" y="75196"/>
                    <a:pt x="2998" y="76160"/>
                  </a:cubicBezTo>
                  <a:cubicBezTo>
                    <a:pt x="2944" y="76186"/>
                    <a:pt x="2918" y="76240"/>
                    <a:pt x="2918" y="76267"/>
                  </a:cubicBezTo>
                  <a:cubicBezTo>
                    <a:pt x="2864" y="78274"/>
                    <a:pt x="1820" y="80067"/>
                    <a:pt x="81" y="81084"/>
                  </a:cubicBezTo>
                  <a:cubicBezTo>
                    <a:pt x="27" y="81111"/>
                    <a:pt x="0" y="81191"/>
                    <a:pt x="27" y="81245"/>
                  </a:cubicBezTo>
                  <a:cubicBezTo>
                    <a:pt x="44" y="81296"/>
                    <a:pt x="82" y="81315"/>
                    <a:pt x="122" y="81315"/>
                  </a:cubicBezTo>
                  <a:cubicBezTo>
                    <a:pt x="145" y="81315"/>
                    <a:pt x="168" y="81308"/>
                    <a:pt x="188" y="81299"/>
                  </a:cubicBezTo>
                  <a:cubicBezTo>
                    <a:pt x="1981" y="80255"/>
                    <a:pt x="3105" y="78408"/>
                    <a:pt x="3185" y="76347"/>
                  </a:cubicBezTo>
                  <a:cubicBezTo>
                    <a:pt x="5166" y="75330"/>
                    <a:pt x="6397" y="73296"/>
                    <a:pt x="6397" y="71047"/>
                  </a:cubicBezTo>
                  <a:cubicBezTo>
                    <a:pt x="6397" y="68826"/>
                    <a:pt x="5166" y="66792"/>
                    <a:pt x="3185" y="65748"/>
                  </a:cubicBezTo>
                  <a:cubicBezTo>
                    <a:pt x="3105" y="63767"/>
                    <a:pt x="2061" y="61974"/>
                    <a:pt x="375" y="60930"/>
                  </a:cubicBezTo>
                  <a:cubicBezTo>
                    <a:pt x="2061" y="59859"/>
                    <a:pt x="3105" y="58093"/>
                    <a:pt x="3185" y="56085"/>
                  </a:cubicBezTo>
                  <a:cubicBezTo>
                    <a:pt x="5166" y="55068"/>
                    <a:pt x="6397" y="53034"/>
                    <a:pt x="6397" y="50786"/>
                  </a:cubicBezTo>
                  <a:cubicBezTo>
                    <a:pt x="6397" y="48537"/>
                    <a:pt x="5166" y="46530"/>
                    <a:pt x="3185" y="45486"/>
                  </a:cubicBezTo>
                  <a:cubicBezTo>
                    <a:pt x="3159" y="43586"/>
                    <a:pt x="2061" y="41739"/>
                    <a:pt x="375" y="40668"/>
                  </a:cubicBezTo>
                  <a:cubicBezTo>
                    <a:pt x="1901" y="39705"/>
                    <a:pt x="3292" y="37885"/>
                    <a:pt x="3185" y="35824"/>
                  </a:cubicBezTo>
                  <a:cubicBezTo>
                    <a:pt x="5166" y="34780"/>
                    <a:pt x="6397" y="32772"/>
                    <a:pt x="6397" y="30524"/>
                  </a:cubicBezTo>
                  <a:cubicBezTo>
                    <a:pt x="6397" y="28276"/>
                    <a:pt x="5166" y="26268"/>
                    <a:pt x="3185" y="25225"/>
                  </a:cubicBezTo>
                  <a:cubicBezTo>
                    <a:pt x="3078" y="23244"/>
                    <a:pt x="2061" y="21451"/>
                    <a:pt x="375" y="20407"/>
                  </a:cubicBezTo>
                  <a:cubicBezTo>
                    <a:pt x="2061" y="19336"/>
                    <a:pt x="3185" y="17436"/>
                    <a:pt x="3185" y="15616"/>
                  </a:cubicBezTo>
                  <a:cubicBezTo>
                    <a:pt x="3185" y="15589"/>
                    <a:pt x="3185" y="15562"/>
                    <a:pt x="3185" y="15562"/>
                  </a:cubicBezTo>
                  <a:cubicBezTo>
                    <a:pt x="5166" y="14518"/>
                    <a:pt x="6397" y="12511"/>
                    <a:pt x="6397" y="10263"/>
                  </a:cubicBezTo>
                  <a:cubicBezTo>
                    <a:pt x="6397" y="8014"/>
                    <a:pt x="5166" y="6007"/>
                    <a:pt x="3185" y="4963"/>
                  </a:cubicBezTo>
                  <a:cubicBezTo>
                    <a:pt x="3185" y="3036"/>
                    <a:pt x="1981" y="1055"/>
                    <a:pt x="188" y="11"/>
                  </a:cubicBezTo>
                  <a:cubicBezTo>
                    <a:pt x="173" y="4"/>
                    <a:pt x="157" y="1"/>
                    <a:pt x="14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6" name="Google Shape;1806;p105"/>
            <p:cNvSpPr/>
            <p:nvPr/>
          </p:nvSpPr>
          <p:spPr>
            <a:xfrm>
              <a:off x="1453950" y="2845375"/>
              <a:ext cx="160600" cy="2032675"/>
            </a:xfrm>
            <a:custGeom>
              <a:avLst/>
              <a:gdLst/>
              <a:ahLst/>
              <a:cxnLst/>
              <a:rect l="l" t="t" r="r" b="b"/>
              <a:pathLst>
                <a:path w="6424" h="81307" extrusionOk="0">
                  <a:moveTo>
                    <a:pt x="133" y="1"/>
                  </a:moveTo>
                  <a:cubicBezTo>
                    <a:pt x="93" y="1"/>
                    <a:pt x="60" y="24"/>
                    <a:pt x="27" y="57"/>
                  </a:cubicBezTo>
                  <a:cubicBezTo>
                    <a:pt x="27" y="84"/>
                    <a:pt x="27" y="110"/>
                    <a:pt x="27" y="137"/>
                  </a:cubicBezTo>
                  <a:cubicBezTo>
                    <a:pt x="27" y="164"/>
                    <a:pt x="27" y="217"/>
                    <a:pt x="80" y="244"/>
                  </a:cubicBezTo>
                  <a:cubicBezTo>
                    <a:pt x="1820" y="1234"/>
                    <a:pt x="2971" y="3188"/>
                    <a:pt x="2944" y="5035"/>
                  </a:cubicBezTo>
                  <a:cubicBezTo>
                    <a:pt x="2944" y="5089"/>
                    <a:pt x="2971" y="5142"/>
                    <a:pt x="2998" y="5142"/>
                  </a:cubicBezTo>
                  <a:cubicBezTo>
                    <a:pt x="4952" y="6133"/>
                    <a:pt x="6156" y="8086"/>
                    <a:pt x="6156" y="10254"/>
                  </a:cubicBezTo>
                  <a:cubicBezTo>
                    <a:pt x="6156" y="12422"/>
                    <a:pt x="4952" y="14376"/>
                    <a:pt x="2998" y="15367"/>
                  </a:cubicBezTo>
                  <a:cubicBezTo>
                    <a:pt x="2971" y="15393"/>
                    <a:pt x="2944" y="15420"/>
                    <a:pt x="2944" y="15474"/>
                  </a:cubicBezTo>
                  <a:cubicBezTo>
                    <a:pt x="2998" y="17347"/>
                    <a:pt x="1847" y="19248"/>
                    <a:pt x="107" y="20265"/>
                  </a:cubicBezTo>
                  <a:cubicBezTo>
                    <a:pt x="54" y="20292"/>
                    <a:pt x="27" y="20318"/>
                    <a:pt x="27" y="20345"/>
                  </a:cubicBezTo>
                  <a:cubicBezTo>
                    <a:pt x="0" y="20425"/>
                    <a:pt x="27" y="20479"/>
                    <a:pt x="80" y="20506"/>
                  </a:cubicBezTo>
                  <a:cubicBezTo>
                    <a:pt x="1793" y="21496"/>
                    <a:pt x="2864" y="23289"/>
                    <a:pt x="2944" y="25297"/>
                  </a:cubicBezTo>
                  <a:cubicBezTo>
                    <a:pt x="2944" y="25350"/>
                    <a:pt x="2971" y="25404"/>
                    <a:pt x="2998" y="25404"/>
                  </a:cubicBezTo>
                  <a:cubicBezTo>
                    <a:pt x="4952" y="26394"/>
                    <a:pt x="6156" y="28348"/>
                    <a:pt x="6156" y="30516"/>
                  </a:cubicBezTo>
                  <a:cubicBezTo>
                    <a:pt x="6156" y="32684"/>
                    <a:pt x="4952" y="34665"/>
                    <a:pt x="2998" y="35628"/>
                  </a:cubicBezTo>
                  <a:cubicBezTo>
                    <a:pt x="2944" y="35655"/>
                    <a:pt x="2918" y="35709"/>
                    <a:pt x="2944" y="35762"/>
                  </a:cubicBezTo>
                  <a:cubicBezTo>
                    <a:pt x="3105" y="37823"/>
                    <a:pt x="1633" y="39643"/>
                    <a:pt x="107" y="40526"/>
                  </a:cubicBezTo>
                  <a:cubicBezTo>
                    <a:pt x="54" y="40553"/>
                    <a:pt x="27" y="40580"/>
                    <a:pt x="27" y="40633"/>
                  </a:cubicBezTo>
                  <a:cubicBezTo>
                    <a:pt x="0" y="40687"/>
                    <a:pt x="27" y="40741"/>
                    <a:pt x="80" y="40767"/>
                  </a:cubicBezTo>
                  <a:cubicBezTo>
                    <a:pt x="1820" y="41784"/>
                    <a:pt x="2944" y="43631"/>
                    <a:pt x="2944" y="45532"/>
                  </a:cubicBezTo>
                  <a:cubicBezTo>
                    <a:pt x="2944" y="45558"/>
                    <a:pt x="2944" y="45558"/>
                    <a:pt x="2944" y="45558"/>
                  </a:cubicBezTo>
                  <a:cubicBezTo>
                    <a:pt x="2918" y="45612"/>
                    <a:pt x="2971" y="45665"/>
                    <a:pt x="2998" y="45692"/>
                  </a:cubicBezTo>
                  <a:cubicBezTo>
                    <a:pt x="4952" y="46656"/>
                    <a:pt x="6156" y="48610"/>
                    <a:pt x="6156" y="50778"/>
                  </a:cubicBezTo>
                  <a:cubicBezTo>
                    <a:pt x="6156" y="52972"/>
                    <a:pt x="4952" y="54926"/>
                    <a:pt x="2998" y="55890"/>
                  </a:cubicBezTo>
                  <a:cubicBezTo>
                    <a:pt x="2971" y="55917"/>
                    <a:pt x="2944" y="55970"/>
                    <a:pt x="2944" y="55997"/>
                  </a:cubicBezTo>
                  <a:cubicBezTo>
                    <a:pt x="2891" y="58004"/>
                    <a:pt x="1820" y="59798"/>
                    <a:pt x="107" y="60815"/>
                  </a:cubicBezTo>
                  <a:cubicBezTo>
                    <a:pt x="54" y="60815"/>
                    <a:pt x="27" y="60841"/>
                    <a:pt x="27" y="60895"/>
                  </a:cubicBezTo>
                  <a:cubicBezTo>
                    <a:pt x="0" y="60949"/>
                    <a:pt x="27" y="61002"/>
                    <a:pt x="80" y="61029"/>
                  </a:cubicBezTo>
                  <a:cubicBezTo>
                    <a:pt x="1820" y="62046"/>
                    <a:pt x="2891" y="63839"/>
                    <a:pt x="2944" y="65847"/>
                  </a:cubicBezTo>
                  <a:cubicBezTo>
                    <a:pt x="2944" y="65873"/>
                    <a:pt x="2971" y="65927"/>
                    <a:pt x="2998" y="65954"/>
                  </a:cubicBezTo>
                  <a:cubicBezTo>
                    <a:pt x="4952" y="66917"/>
                    <a:pt x="6156" y="68871"/>
                    <a:pt x="6156" y="71066"/>
                  </a:cubicBezTo>
                  <a:cubicBezTo>
                    <a:pt x="6156" y="73234"/>
                    <a:pt x="4952" y="75188"/>
                    <a:pt x="2998" y="76151"/>
                  </a:cubicBezTo>
                  <a:cubicBezTo>
                    <a:pt x="2971" y="76178"/>
                    <a:pt x="2944" y="76232"/>
                    <a:pt x="2944" y="76285"/>
                  </a:cubicBezTo>
                  <a:cubicBezTo>
                    <a:pt x="2891" y="78266"/>
                    <a:pt x="1820" y="80059"/>
                    <a:pt x="80" y="81076"/>
                  </a:cubicBezTo>
                  <a:cubicBezTo>
                    <a:pt x="27" y="81103"/>
                    <a:pt x="0" y="81183"/>
                    <a:pt x="27" y="81237"/>
                  </a:cubicBezTo>
                  <a:cubicBezTo>
                    <a:pt x="61" y="81288"/>
                    <a:pt x="106" y="81306"/>
                    <a:pt x="147" y="81306"/>
                  </a:cubicBezTo>
                  <a:cubicBezTo>
                    <a:pt x="172" y="81306"/>
                    <a:pt x="195" y="81300"/>
                    <a:pt x="214" y="81290"/>
                  </a:cubicBezTo>
                  <a:cubicBezTo>
                    <a:pt x="2008" y="80247"/>
                    <a:pt x="3105" y="78400"/>
                    <a:pt x="3185" y="76366"/>
                  </a:cubicBezTo>
                  <a:cubicBezTo>
                    <a:pt x="5166" y="75322"/>
                    <a:pt x="6424" y="73288"/>
                    <a:pt x="6424" y="71066"/>
                  </a:cubicBezTo>
                  <a:cubicBezTo>
                    <a:pt x="6424" y="68818"/>
                    <a:pt x="5166" y="66783"/>
                    <a:pt x="3185" y="65766"/>
                  </a:cubicBezTo>
                  <a:cubicBezTo>
                    <a:pt x="3105" y="63759"/>
                    <a:pt x="2061" y="61992"/>
                    <a:pt x="375" y="60922"/>
                  </a:cubicBezTo>
                  <a:cubicBezTo>
                    <a:pt x="2061" y="59878"/>
                    <a:pt x="3105" y="58085"/>
                    <a:pt x="3185" y="56077"/>
                  </a:cubicBezTo>
                  <a:cubicBezTo>
                    <a:pt x="5166" y="55060"/>
                    <a:pt x="6424" y="53026"/>
                    <a:pt x="6424" y="50778"/>
                  </a:cubicBezTo>
                  <a:cubicBezTo>
                    <a:pt x="6424" y="48556"/>
                    <a:pt x="5193" y="46522"/>
                    <a:pt x="3185" y="45505"/>
                  </a:cubicBezTo>
                  <a:cubicBezTo>
                    <a:pt x="3159" y="43604"/>
                    <a:pt x="2088" y="41731"/>
                    <a:pt x="375" y="40660"/>
                  </a:cubicBezTo>
                  <a:cubicBezTo>
                    <a:pt x="1901" y="39697"/>
                    <a:pt x="3319" y="37877"/>
                    <a:pt x="3185" y="35816"/>
                  </a:cubicBezTo>
                  <a:cubicBezTo>
                    <a:pt x="5193" y="34799"/>
                    <a:pt x="6424" y="32764"/>
                    <a:pt x="6424" y="30516"/>
                  </a:cubicBezTo>
                  <a:cubicBezTo>
                    <a:pt x="6424" y="28268"/>
                    <a:pt x="5166" y="26260"/>
                    <a:pt x="3185" y="25216"/>
                  </a:cubicBezTo>
                  <a:cubicBezTo>
                    <a:pt x="3105" y="23236"/>
                    <a:pt x="2061" y="21442"/>
                    <a:pt x="375" y="20399"/>
                  </a:cubicBezTo>
                  <a:cubicBezTo>
                    <a:pt x="2088" y="19328"/>
                    <a:pt x="3185" y="17454"/>
                    <a:pt x="3185" y="15608"/>
                  </a:cubicBezTo>
                  <a:cubicBezTo>
                    <a:pt x="3185" y="15581"/>
                    <a:pt x="3185" y="15581"/>
                    <a:pt x="3185" y="15554"/>
                  </a:cubicBezTo>
                  <a:cubicBezTo>
                    <a:pt x="5193" y="14510"/>
                    <a:pt x="6424" y="12503"/>
                    <a:pt x="6424" y="10254"/>
                  </a:cubicBezTo>
                  <a:cubicBezTo>
                    <a:pt x="6424" y="8006"/>
                    <a:pt x="5193" y="5999"/>
                    <a:pt x="3185" y="4955"/>
                  </a:cubicBezTo>
                  <a:cubicBezTo>
                    <a:pt x="3185" y="3028"/>
                    <a:pt x="2008" y="1047"/>
                    <a:pt x="214" y="30"/>
                  </a:cubicBezTo>
                  <a:cubicBezTo>
                    <a:pt x="184" y="10"/>
                    <a:pt x="157" y="1"/>
                    <a:pt x="13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7" name="Google Shape;1807;p105"/>
            <p:cNvSpPr/>
            <p:nvPr/>
          </p:nvSpPr>
          <p:spPr>
            <a:xfrm>
              <a:off x="1300050" y="2593575"/>
              <a:ext cx="160600" cy="2032875"/>
            </a:xfrm>
            <a:custGeom>
              <a:avLst/>
              <a:gdLst/>
              <a:ahLst/>
              <a:cxnLst/>
              <a:rect l="l" t="t" r="r" b="b"/>
              <a:pathLst>
                <a:path w="6424" h="81315" extrusionOk="0">
                  <a:moveTo>
                    <a:pt x="167" y="1"/>
                  </a:moveTo>
                  <a:cubicBezTo>
                    <a:pt x="121" y="1"/>
                    <a:pt x="73" y="26"/>
                    <a:pt x="54" y="65"/>
                  </a:cubicBezTo>
                  <a:cubicBezTo>
                    <a:pt x="27" y="92"/>
                    <a:pt x="27" y="118"/>
                    <a:pt x="27" y="118"/>
                  </a:cubicBezTo>
                  <a:cubicBezTo>
                    <a:pt x="27" y="172"/>
                    <a:pt x="54" y="225"/>
                    <a:pt x="80" y="225"/>
                  </a:cubicBezTo>
                  <a:cubicBezTo>
                    <a:pt x="1820" y="1243"/>
                    <a:pt x="2971" y="3170"/>
                    <a:pt x="2944" y="5043"/>
                  </a:cubicBezTo>
                  <a:cubicBezTo>
                    <a:pt x="2944" y="5070"/>
                    <a:pt x="2971" y="5124"/>
                    <a:pt x="3025" y="5150"/>
                  </a:cubicBezTo>
                  <a:cubicBezTo>
                    <a:pt x="4952" y="6141"/>
                    <a:pt x="6183" y="8095"/>
                    <a:pt x="6183" y="10263"/>
                  </a:cubicBezTo>
                  <a:cubicBezTo>
                    <a:pt x="6183" y="12431"/>
                    <a:pt x="4952" y="14384"/>
                    <a:pt x="3025" y="15375"/>
                  </a:cubicBezTo>
                  <a:cubicBezTo>
                    <a:pt x="2971" y="15402"/>
                    <a:pt x="2944" y="15428"/>
                    <a:pt x="2944" y="15482"/>
                  </a:cubicBezTo>
                  <a:cubicBezTo>
                    <a:pt x="2998" y="17355"/>
                    <a:pt x="1847" y="19256"/>
                    <a:pt x="107" y="20273"/>
                  </a:cubicBezTo>
                  <a:cubicBezTo>
                    <a:pt x="80" y="20300"/>
                    <a:pt x="54" y="20326"/>
                    <a:pt x="27" y="20353"/>
                  </a:cubicBezTo>
                  <a:cubicBezTo>
                    <a:pt x="27" y="20407"/>
                    <a:pt x="27" y="20460"/>
                    <a:pt x="80" y="20514"/>
                  </a:cubicBezTo>
                  <a:cubicBezTo>
                    <a:pt x="1820" y="21504"/>
                    <a:pt x="2891" y="23297"/>
                    <a:pt x="2944" y="25305"/>
                  </a:cubicBezTo>
                  <a:cubicBezTo>
                    <a:pt x="2944" y="25358"/>
                    <a:pt x="2971" y="25385"/>
                    <a:pt x="3025" y="25412"/>
                  </a:cubicBezTo>
                  <a:cubicBezTo>
                    <a:pt x="4952" y="26402"/>
                    <a:pt x="6183" y="28356"/>
                    <a:pt x="6183" y="30524"/>
                  </a:cubicBezTo>
                  <a:cubicBezTo>
                    <a:pt x="6183" y="32692"/>
                    <a:pt x="4952" y="34646"/>
                    <a:pt x="3025" y="35636"/>
                  </a:cubicBezTo>
                  <a:cubicBezTo>
                    <a:pt x="2971" y="35663"/>
                    <a:pt x="2944" y="35717"/>
                    <a:pt x="2944" y="35770"/>
                  </a:cubicBezTo>
                  <a:cubicBezTo>
                    <a:pt x="3105" y="37831"/>
                    <a:pt x="1633" y="39651"/>
                    <a:pt x="107" y="40535"/>
                  </a:cubicBezTo>
                  <a:cubicBezTo>
                    <a:pt x="80" y="40561"/>
                    <a:pt x="54" y="40588"/>
                    <a:pt x="27" y="40615"/>
                  </a:cubicBezTo>
                  <a:cubicBezTo>
                    <a:pt x="27" y="40668"/>
                    <a:pt x="27" y="40749"/>
                    <a:pt x="80" y="40775"/>
                  </a:cubicBezTo>
                  <a:cubicBezTo>
                    <a:pt x="1820" y="41766"/>
                    <a:pt x="2944" y="43639"/>
                    <a:pt x="2944" y="45540"/>
                  </a:cubicBezTo>
                  <a:cubicBezTo>
                    <a:pt x="2944" y="45540"/>
                    <a:pt x="2944" y="45566"/>
                    <a:pt x="2944" y="45566"/>
                  </a:cubicBezTo>
                  <a:cubicBezTo>
                    <a:pt x="2944" y="45620"/>
                    <a:pt x="2971" y="45674"/>
                    <a:pt x="3025" y="45674"/>
                  </a:cubicBezTo>
                  <a:cubicBezTo>
                    <a:pt x="4952" y="46664"/>
                    <a:pt x="6183" y="48618"/>
                    <a:pt x="6183" y="50786"/>
                  </a:cubicBezTo>
                  <a:cubicBezTo>
                    <a:pt x="6183" y="52954"/>
                    <a:pt x="4952" y="54934"/>
                    <a:pt x="3025" y="55898"/>
                  </a:cubicBezTo>
                  <a:cubicBezTo>
                    <a:pt x="2971" y="55925"/>
                    <a:pt x="2944" y="55952"/>
                    <a:pt x="2944" y="56005"/>
                  </a:cubicBezTo>
                  <a:cubicBezTo>
                    <a:pt x="2891" y="58012"/>
                    <a:pt x="1847" y="59806"/>
                    <a:pt x="107" y="60796"/>
                  </a:cubicBezTo>
                  <a:cubicBezTo>
                    <a:pt x="80" y="60823"/>
                    <a:pt x="54" y="60850"/>
                    <a:pt x="27" y="60903"/>
                  </a:cubicBezTo>
                  <a:cubicBezTo>
                    <a:pt x="27" y="60957"/>
                    <a:pt x="27" y="61010"/>
                    <a:pt x="80" y="61037"/>
                  </a:cubicBezTo>
                  <a:cubicBezTo>
                    <a:pt x="1820" y="62054"/>
                    <a:pt x="2891" y="63847"/>
                    <a:pt x="2944" y="65828"/>
                  </a:cubicBezTo>
                  <a:cubicBezTo>
                    <a:pt x="2944" y="65882"/>
                    <a:pt x="2971" y="65935"/>
                    <a:pt x="3025" y="65962"/>
                  </a:cubicBezTo>
                  <a:cubicBezTo>
                    <a:pt x="4952" y="66925"/>
                    <a:pt x="6183" y="68879"/>
                    <a:pt x="6183" y="71047"/>
                  </a:cubicBezTo>
                  <a:cubicBezTo>
                    <a:pt x="6183" y="73242"/>
                    <a:pt x="4952" y="75196"/>
                    <a:pt x="3025" y="76160"/>
                  </a:cubicBezTo>
                  <a:cubicBezTo>
                    <a:pt x="2971" y="76186"/>
                    <a:pt x="2944" y="76240"/>
                    <a:pt x="2944" y="76267"/>
                  </a:cubicBezTo>
                  <a:cubicBezTo>
                    <a:pt x="2891" y="78274"/>
                    <a:pt x="1820" y="80067"/>
                    <a:pt x="80" y="81084"/>
                  </a:cubicBezTo>
                  <a:cubicBezTo>
                    <a:pt x="27" y="81111"/>
                    <a:pt x="0" y="81191"/>
                    <a:pt x="54" y="81245"/>
                  </a:cubicBezTo>
                  <a:cubicBezTo>
                    <a:pt x="71" y="81296"/>
                    <a:pt x="109" y="81315"/>
                    <a:pt x="149" y="81315"/>
                  </a:cubicBezTo>
                  <a:cubicBezTo>
                    <a:pt x="171" y="81315"/>
                    <a:pt x="195" y="81308"/>
                    <a:pt x="214" y="81299"/>
                  </a:cubicBezTo>
                  <a:cubicBezTo>
                    <a:pt x="2007" y="80255"/>
                    <a:pt x="3105" y="78408"/>
                    <a:pt x="3185" y="76347"/>
                  </a:cubicBezTo>
                  <a:cubicBezTo>
                    <a:pt x="5193" y="75330"/>
                    <a:pt x="6424" y="73296"/>
                    <a:pt x="6424" y="71047"/>
                  </a:cubicBezTo>
                  <a:cubicBezTo>
                    <a:pt x="6424" y="68826"/>
                    <a:pt x="5193" y="66792"/>
                    <a:pt x="3185" y="65748"/>
                  </a:cubicBezTo>
                  <a:cubicBezTo>
                    <a:pt x="3132" y="63767"/>
                    <a:pt x="2088" y="61974"/>
                    <a:pt x="402" y="60930"/>
                  </a:cubicBezTo>
                  <a:cubicBezTo>
                    <a:pt x="2088" y="59859"/>
                    <a:pt x="3132" y="58093"/>
                    <a:pt x="3185" y="56085"/>
                  </a:cubicBezTo>
                  <a:cubicBezTo>
                    <a:pt x="5193" y="55068"/>
                    <a:pt x="6424" y="53034"/>
                    <a:pt x="6424" y="50786"/>
                  </a:cubicBezTo>
                  <a:cubicBezTo>
                    <a:pt x="6424" y="48537"/>
                    <a:pt x="5193" y="46530"/>
                    <a:pt x="3185" y="45486"/>
                  </a:cubicBezTo>
                  <a:cubicBezTo>
                    <a:pt x="3185" y="43586"/>
                    <a:pt x="2088" y="41739"/>
                    <a:pt x="402" y="40668"/>
                  </a:cubicBezTo>
                  <a:cubicBezTo>
                    <a:pt x="1927" y="39705"/>
                    <a:pt x="3319" y="37885"/>
                    <a:pt x="3212" y="35824"/>
                  </a:cubicBezTo>
                  <a:cubicBezTo>
                    <a:pt x="5193" y="34780"/>
                    <a:pt x="6424" y="32772"/>
                    <a:pt x="6424" y="30524"/>
                  </a:cubicBezTo>
                  <a:cubicBezTo>
                    <a:pt x="6424" y="28276"/>
                    <a:pt x="5193" y="26268"/>
                    <a:pt x="3185" y="25225"/>
                  </a:cubicBezTo>
                  <a:cubicBezTo>
                    <a:pt x="3105" y="23244"/>
                    <a:pt x="2061" y="21451"/>
                    <a:pt x="402" y="20407"/>
                  </a:cubicBezTo>
                  <a:cubicBezTo>
                    <a:pt x="2088" y="19336"/>
                    <a:pt x="3185" y="17436"/>
                    <a:pt x="3185" y="15616"/>
                  </a:cubicBezTo>
                  <a:cubicBezTo>
                    <a:pt x="3185" y="15589"/>
                    <a:pt x="3185" y="15562"/>
                    <a:pt x="3185" y="15562"/>
                  </a:cubicBezTo>
                  <a:cubicBezTo>
                    <a:pt x="5193" y="14518"/>
                    <a:pt x="6424" y="12511"/>
                    <a:pt x="6424" y="10263"/>
                  </a:cubicBezTo>
                  <a:cubicBezTo>
                    <a:pt x="6424" y="8014"/>
                    <a:pt x="5193" y="6007"/>
                    <a:pt x="3185" y="4963"/>
                  </a:cubicBezTo>
                  <a:cubicBezTo>
                    <a:pt x="3185" y="3036"/>
                    <a:pt x="2007" y="1055"/>
                    <a:pt x="214" y="11"/>
                  </a:cubicBezTo>
                  <a:cubicBezTo>
                    <a:pt x="200" y="4"/>
                    <a:pt x="184" y="1"/>
                    <a:pt x="16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8" name="Google Shape;1808;p105"/>
            <p:cNvSpPr/>
            <p:nvPr/>
          </p:nvSpPr>
          <p:spPr>
            <a:xfrm>
              <a:off x="1146800" y="2845375"/>
              <a:ext cx="159950" cy="2032675"/>
            </a:xfrm>
            <a:custGeom>
              <a:avLst/>
              <a:gdLst/>
              <a:ahLst/>
              <a:cxnLst/>
              <a:rect l="l" t="t" r="r" b="b"/>
              <a:pathLst>
                <a:path w="6398" h="81307" extrusionOk="0">
                  <a:moveTo>
                    <a:pt x="120" y="1"/>
                  </a:moveTo>
                  <a:cubicBezTo>
                    <a:pt x="81" y="1"/>
                    <a:pt x="44" y="24"/>
                    <a:pt x="28" y="57"/>
                  </a:cubicBezTo>
                  <a:cubicBezTo>
                    <a:pt x="28" y="84"/>
                    <a:pt x="1" y="110"/>
                    <a:pt x="1" y="137"/>
                  </a:cubicBezTo>
                  <a:cubicBezTo>
                    <a:pt x="1" y="164"/>
                    <a:pt x="28" y="217"/>
                    <a:pt x="81" y="244"/>
                  </a:cubicBezTo>
                  <a:cubicBezTo>
                    <a:pt x="1821" y="1234"/>
                    <a:pt x="2972" y="3162"/>
                    <a:pt x="2918" y="5035"/>
                  </a:cubicBezTo>
                  <a:cubicBezTo>
                    <a:pt x="2918" y="5089"/>
                    <a:pt x="2945" y="5142"/>
                    <a:pt x="2998" y="5142"/>
                  </a:cubicBezTo>
                  <a:cubicBezTo>
                    <a:pt x="4952" y="6133"/>
                    <a:pt x="6157" y="8086"/>
                    <a:pt x="6157" y="10254"/>
                  </a:cubicBezTo>
                  <a:cubicBezTo>
                    <a:pt x="6157" y="12422"/>
                    <a:pt x="4952" y="14376"/>
                    <a:pt x="2998" y="15367"/>
                  </a:cubicBezTo>
                  <a:cubicBezTo>
                    <a:pt x="2945" y="15393"/>
                    <a:pt x="2918" y="15420"/>
                    <a:pt x="2918" y="15474"/>
                  </a:cubicBezTo>
                  <a:cubicBezTo>
                    <a:pt x="2972" y="17321"/>
                    <a:pt x="1848" y="19248"/>
                    <a:pt x="81" y="20265"/>
                  </a:cubicBezTo>
                  <a:cubicBezTo>
                    <a:pt x="54" y="20292"/>
                    <a:pt x="28" y="20318"/>
                    <a:pt x="1" y="20345"/>
                  </a:cubicBezTo>
                  <a:cubicBezTo>
                    <a:pt x="1" y="20425"/>
                    <a:pt x="28" y="20479"/>
                    <a:pt x="81" y="20506"/>
                  </a:cubicBezTo>
                  <a:cubicBezTo>
                    <a:pt x="1794" y="21496"/>
                    <a:pt x="2865" y="23289"/>
                    <a:pt x="2918" y="25297"/>
                  </a:cubicBezTo>
                  <a:cubicBezTo>
                    <a:pt x="2918" y="25350"/>
                    <a:pt x="2945" y="25404"/>
                    <a:pt x="2998" y="25404"/>
                  </a:cubicBezTo>
                  <a:cubicBezTo>
                    <a:pt x="4952" y="26394"/>
                    <a:pt x="6157" y="28348"/>
                    <a:pt x="6157" y="30516"/>
                  </a:cubicBezTo>
                  <a:cubicBezTo>
                    <a:pt x="6157" y="32684"/>
                    <a:pt x="4952" y="34665"/>
                    <a:pt x="2998" y="35628"/>
                  </a:cubicBezTo>
                  <a:cubicBezTo>
                    <a:pt x="2945" y="35655"/>
                    <a:pt x="2918" y="35709"/>
                    <a:pt x="2918" y="35762"/>
                  </a:cubicBezTo>
                  <a:cubicBezTo>
                    <a:pt x="3079" y="37823"/>
                    <a:pt x="1633" y="39643"/>
                    <a:pt x="81" y="40526"/>
                  </a:cubicBezTo>
                  <a:cubicBezTo>
                    <a:pt x="54" y="40553"/>
                    <a:pt x="28" y="40580"/>
                    <a:pt x="1" y="40633"/>
                  </a:cubicBezTo>
                  <a:cubicBezTo>
                    <a:pt x="1" y="40687"/>
                    <a:pt x="28" y="40741"/>
                    <a:pt x="81" y="40767"/>
                  </a:cubicBezTo>
                  <a:cubicBezTo>
                    <a:pt x="1821" y="41784"/>
                    <a:pt x="2918" y="43631"/>
                    <a:pt x="2918" y="45532"/>
                  </a:cubicBezTo>
                  <a:cubicBezTo>
                    <a:pt x="2918" y="45532"/>
                    <a:pt x="2918" y="45558"/>
                    <a:pt x="2918" y="45558"/>
                  </a:cubicBezTo>
                  <a:cubicBezTo>
                    <a:pt x="2918" y="45612"/>
                    <a:pt x="2945" y="45665"/>
                    <a:pt x="2998" y="45692"/>
                  </a:cubicBezTo>
                  <a:cubicBezTo>
                    <a:pt x="4952" y="46656"/>
                    <a:pt x="6157" y="48610"/>
                    <a:pt x="6157" y="50778"/>
                  </a:cubicBezTo>
                  <a:cubicBezTo>
                    <a:pt x="6157" y="52972"/>
                    <a:pt x="4952" y="54926"/>
                    <a:pt x="2998" y="55890"/>
                  </a:cubicBezTo>
                  <a:cubicBezTo>
                    <a:pt x="2945" y="55917"/>
                    <a:pt x="2918" y="55970"/>
                    <a:pt x="2918" y="55997"/>
                  </a:cubicBezTo>
                  <a:cubicBezTo>
                    <a:pt x="2891" y="58004"/>
                    <a:pt x="1821" y="59798"/>
                    <a:pt x="81" y="60815"/>
                  </a:cubicBezTo>
                  <a:cubicBezTo>
                    <a:pt x="54" y="60815"/>
                    <a:pt x="28" y="60841"/>
                    <a:pt x="1" y="60895"/>
                  </a:cubicBezTo>
                  <a:cubicBezTo>
                    <a:pt x="1" y="60949"/>
                    <a:pt x="28" y="61002"/>
                    <a:pt x="81" y="61029"/>
                  </a:cubicBezTo>
                  <a:cubicBezTo>
                    <a:pt x="1821" y="62046"/>
                    <a:pt x="2891" y="63839"/>
                    <a:pt x="2918" y="65847"/>
                  </a:cubicBezTo>
                  <a:cubicBezTo>
                    <a:pt x="2918" y="65873"/>
                    <a:pt x="2945" y="65927"/>
                    <a:pt x="2998" y="65954"/>
                  </a:cubicBezTo>
                  <a:cubicBezTo>
                    <a:pt x="4952" y="66917"/>
                    <a:pt x="6157" y="68871"/>
                    <a:pt x="6157" y="71066"/>
                  </a:cubicBezTo>
                  <a:cubicBezTo>
                    <a:pt x="6157" y="73234"/>
                    <a:pt x="4952" y="75188"/>
                    <a:pt x="2998" y="76151"/>
                  </a:cubicBezTo>
                  <a:cubicBezTo>
                    <a:pt x="2945" y="76178"/>
                    <a:pt x="2918" y="76232"/>
                    <a:pt x="2918" y="76285"/>
                  </a:cubicBezTo>
                  <a:cubicBezTo>
                    <a:pt x="2891" y="78266"/>
                    <a:pt x="1821" y="80059"/>
                    <a:pt x="81" y="81076"/>
                  </a:cubicBezTo>
                  <a:cubicBezTo>
                    <a:pt x="28" y="81103"/>
                    <a:pt x="1" y="81183"/>
                    <a:pt x="28" y="81237"/>
                  </a:cubicBezTo>
                  <a:cubicBezTo>
                    <a:pt x="44" y="81288"/>
                    <a:pt x="83" y="81306"/>
                    <a:pt x="129" y="81306"/>
                  </a:cubicBezTo>
                  <a:cubicBezTo>
                    <a:pt x="156" y="81306"/>
                    <a:pt x="185" y="81300"/>
                    <a:pt x="215" y="81290"/>
                  </a:cubicBezTo>
                  <a:cubicBezTo>
                    <a:pt x="1981" y="80247"/>
                    <a:pt x="3106" y="78400"/>
                    <a:pt x="3186" y="76366"/>
                  </a:cubicBezTo>
                  <a:cubicBezTo>
                    <a:pt x="5167" y="75322"/>
                    <a:pt x="6398" y="73288"/>
                    <a:pt x="6398" y="71066"/>
                  </a:cubicBezTo>
                  <a:cubicBezTo>
                    <a:pt x="6398" y="68818"/>
                    <a:pt x="5167" y="66783"/>
                    <a:pt x="3186" y="65766"/>
                  </a:cubicBezTo>
                  <a:cubicBezTo>
                    <a:pt x="3106" y="63759"/>
                    <a:pt x="2062" y="61992"/>
                    <a:pt x="375" y="60922"/>
                  </a:cubicBezTo>
                  <a:cubicBezTo>
                    <a:pt x="2062" y="59878"/>
                    <a:pt x="3106" y="58085"/>
                    <a:pt x="3186" y="56077"/>
                  </a:cubicBezTo>
                  <a:cubicBezTo>
                    <a:pt x="5167" y="55060"/>
                    <a:pt x="6398" y="53026"/>
                    <a:pt x="6398" y="50778"/>
                  </a:cubicBezTo>
                  <a:cubicBezTo>
                    <a:pt x="6398" y="48556"/>
                    <a:pt x="5167" y="46522"/>
                    <a:pt x="3186" y="45505"/>
                  </a:cubicBezTo>
                  <a:cubicBezTo>
                    <a:pt x="3159" y="43604"/>
                    <a:pt x="2088" y="41731"/>
                    <a:pt x="375" y="40660"/>
                  </a:cubicBezTo>
                  <a:cubicBezTo>
                    <a:pt x="1901" y="39697"/>
                    <a:pt x="3293" y="37877"/>
                    <a:pt x="3186" y="35816"/>
                  </a:cubicBezTo>
                  <a:cubicBezTo>
                    <a:pt x="5167" y="34799"/>
                    <a:pt x="6398" y="32764"/>
                    <a:pt x="6398" y="30516"/>
                  </a:cubicBezTo>
                  <a:cubicBezTo>
                    <a:pt x="6398" y="28268"/>
                    <a:pt x="5167" y="26260"/>
                    <a:pt x="3186" y="25216"/>
                  </a:cubicBezTo>
                  <a:cubicBezTo>
                    <a:pt x="3079" y="23236"/>
                    <a:pt x="2062" y="21442"/>
                    <a:pt x="375" y="20399"/>
                  </a:cubicBezTo>
                  <a:cubicBezTo>
                    <a:pt x="2088" y="19328"/>
                    <a:pt x="3186" y="17401"/>
                    <a:pt x="3186" y="15554"/>
                  </a:cubicBezTo>
                  <a:cubicBezTo>
                    <a:pt x="5167" y="14510"/>
                    <a:pt x="6398" y="12503"/>
                    <a:pt x="6398" y="10254"/>
                  </a:cubicBezTo>
                  <a:cubicBezTo>
                    <a:pt x="6398" y="8006"/>
                    <a:pt x="5167" y="5999"/>
                    <a:pt x="3186" y="4955"/>
                  </a:cubicBezTo>
                  <a:cubicBezTo>
                    <a:pt x="3186" y="3028"/>
                    <a:pt x="1981" y="1047"/>
                    <a:pt x="188" y="30"/>
                  </a:cubicBezTo>
                  <a:cubicBezTo>
                    <a:pt x="168" y="10"/>
                    <a:pt x="143" y="1"/>
                    <a:pt x="12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9" name="Google Shape;1809;p105"/>
            <p:cNvSpPr/>
            <p:nvPr/>
          </p:nvSpPr>
          <p:spPr>
            <a:xfrm>
              <a:off x="992900" y="2593575"/>
              <a:ext cx="160625" cy="2032875"/>
            </a:xfrm>
            <a:custGeom>
              <a:avLst/>
              <a:gdLst/>
              <a:ahLst/>
              <a:cxnLst/>
              <a:rect l="l" t="t" r="r" b="b"/>
              <a:pathLst>
                <a:path w="6425" h="81315" extrusionOk="0">
                  <a:moveTo>
                    <a:pt x="167" y="1"/>
                  </a:moveTo>
                  <a:cubicBezTo>
                    <a:pt x="120" y="1"/>
                    <a:pt x="67" y="26"/>
                    <a:pt x="27" y="65"/>
                  </a:cubicBezTo>
                  <a:cubicBezTo>
                    <a:pt x="27" y="92"/>
                    <a:pt x="27" y="118"/>
                    <a:pt x="27" y="118"/>
                  </a:cubicBezTo>
                  <a:cubicBezTo>
                    <a:pt x="27" y="172"/>
                    <a:pt x="54" y="225"/>
                    <a:pt x="81" y="225"/>
                  </a:cubicBezTo>
                  <a:cubicBezTo>
                    <a:pt x="1821" y="1243"/>
                    <a:pt x="2972" y="3170"/>
                    <a:pt x="2945" y="5043"/>
                  </a:cubicBezTo>
                  <a:cubicBezTo>
                    <a:pt x="2945" y="5070"/>
                    <a:pt x="2972" y="5124"/>
                    <a:pt x="2998" y="5150"/>
                  </a:cubicBezTo>
                  <a:cubicBezTo>
                    <a:pt x="4952" y="6141"/>
                    <a:pt x="6157" y="8095"/>
                    <a:pt x="6157" y="10263"/>
                  </a:cubicBezTo>
                  <a:cubicBezTo>
                    <a:pt x="6157" y="12431"/>
                    <a:pt x="4952" y="14384"/>
                    <a:pt x="2998" y="15375"/>
                  </a:cubicBezTo>
                  <a:cubicBezTo>
                    <a:pt x="2972" y="15402"/>
                    <a:pt x="2945" y="15428"/>
                    <a:pt x="2945" y="15482"/>
                  </a:cubicBezTo>
                  <a:cubicBezTo>
                    <a:pt x="2998" y="17329"/>
                    <a:pt x="1847" y="19256"/>
                    <a:pt x="108" y="20273"/>
                  </a:cubicBezTo>
                  <a:cubicBezTo>
                    <a:pt x="54" y="20300"/>
                    <a:pt x="27" y="20326"/>
                    <a:pt x="27" y="20353"/>
                  </a:cubicBezTo>
                  <a:cubicBezTo>
                    <a:pt x="1" y="20407"/>
                    <a:pt x="27" y="20460"/>
                    <a:pt x="81" y="20514"/>
                  </a:cubicBezTo>
                  <a:cubicBezTo>
                    <a:pt x="1794" y="21504"/>
                    <a:pt x="2865" y="23297"/>
                    <a:pt x="2945" y="25305"/>
                  </a:cubicBezTo>
                  <a:cubicBezTo>
                    <a:pt x="2945" y="25358"/>
                    <a:pt x="2972" y="25385"/>
                    <a:pt x="2998" y="25412"/>
                  </a:cubicBezTo>
                  <a:cubicBezTo>
                    <a:pt x="4952" y="26402"/>
                    <a:pt x="6157" y="28356"/>
                    <a:pt x="6157" y="30524"/>
                  </a:cubicBezTo>
                  <a:cubicBezTo>
                    <a:pt x="6157" y="32692"/>
                    <a:pt x="4952" y="34646"/>
                    <a:pt x="2998" y="35636"/>
                  </a:cubicBezTo>
                  <a:cubicBezTo>
                    <a:pt x="2972" y="35663"/>
                    <a:pt x="2945" y="35717"/>
                    <a:pt x="2945" y="35770"/>
                  </a:cubicBezTo>
                  <a:cubicBezTo>
                    <a:pt x="3105" y="37831"/>
                    <a:pt x="1633" y="39651"/>
                    <a:pt x="108" y="40535"/>
                  </a:cubicBezTo>
                  <a:cubicBezTo>
                    <a:pt x="54" y="40561"/>
                    <a:pt x="27" y="40588"/>
                    <a:pt x="27" y="40615"/>
                  </a:cubicBezTo>
                  <a:cubicBezTo>
                    <a:pt x="1" y="40668"/>
                    <a:pt x="27" y="40749"/>
                    <a:pt x="81" y="40775"/>
                  </a:cubicBezTo>
                  <a:cubicBezTo>
                    <a:pt x="1821" y="41766"/>
                    <a:pt x="2945" y="43639"/>
                    <a:pt x="2945" y="45540"/>
                  </a:cubicBezTo>
                  <a:cubicBezTo>
                    <a:pt x="2945" y="45540"/>
                    <a:pt x="2945" y="45566"/>
                    <a:pt x="2945" y="45566"/>
                  </a:cubicBezTo>
                  <a:cubicBezTo>
                    <a:pt x="2918" y="45620"/>
                    <a:pt x="2972" y="45674"/>
                    <a:pt x="2998" y="45674"/>
                  </a:cubicBezTo>
                  <a:cubicBezTo>
                    <a:pt x="4952" y="46664"/>
                    <a:pt x="6157" y="48618"/>
                    <a:pt x="6157" y="50786"/>
                  </a:cubicBezTo>
                  <a:cubicBezTo>
                    <a:pt x="6157" y="52954"/>
                    <a:pt x="4952" y="54934"/>
                    <a:pt x="2998" y="55898"/>
                  </a:cubicBezTo>
                  <a:cubicBezTo>
                    <a:pt x="2972" y="55925"/>
                    <a:pt x="2945" y="55952"/>
                    <a:pt x="2945" y="56005"/>
                  </a:cubicBezTo>
                  <a:cubicBezTo>
                    <a:pt x="2891" y="58012"/>
                    <a:pt x="1821" y="59806"/>
                    <a:pt x="108" y="60796"/>
                  </a:cubicBezTo>
                  <a:cubicBezTo>
                    <a:pt x="54" y="60823"/>
                    <a:pt x="27" y="60850"/>
                    <a:pt x="27" y="60903"/>
                  </a:cubicBezTo>
                  <a:cubicBezTo>
                    <a:pt x="1" y="60957"/>
                    <a:pt x="27" y="61010"/>
                    <a:pt x="81" y="61037"/>
                  </a:cubicBezTo>
                  <a:cubicBezTo>
                    <a:pt x="1821" y="62054"/>
                    <a:pt x="2891" y="63847"/>
                    <a:pt x="2945" y="65828"/>
                  </a:cubicBezTo>
                  <a:cubicBezTo>
                    <a:pt x="2945" y="65882"/>
                    <a:pt x="2972" y="65935"/>
                    <a:pt x="2998" y="65962"/>
                  </a:cubicBezTo>
                  <a:cubicBezTo>
                    <a:pt x="4952" y="66925"/>
                    <a:pt x="6157" y="68879"/>
                    <a:pt x="6157" y="71047"/>
                  </a:cubicBezTo>
                  <a:cubicBezTo>
                    <a:pt x="6157" y="73242"/>
                    <a:pt x="4952" y="75196"/>
                    <a:pt x="2998" y="76160"/>
                  </a:cubicBezTo>
                  <a:cubicBezTo>
                    <a:pt x="2972" y="76186"/>
                    <a:pt x="2945" y="76240"/>
                    <a:pt x="2945" y="76267"/>
                  </a:cubicBezTo>
                  <a:cubicBezTo>
                    <a:pt x="2891" y="78274"/>
                    <a:pt x="1821" y="80067"/>
                    <a:pt x="81" y="81084"/>
                  </a:cubicBezTo>
                  <a:cubicBezTo>
                    <a:pt x="27" y="81111"/>
                    <a:pt x="1" y="81191"/>
                    <a:pt x="27" y="81245"/>
                  </a:cubicBezTo>
                  <a:cubicBezTo>
                    <a:pt x="61" y="81296"/>
                    <a:pt x="106" y="81315"/>
                    <a:pt x="148" y="81315"/>
                  </a:cubicBezTo>
                  <a:cubicBezTo>
                    <a:pt x="172" y="81315"/>
                    <a:pt x="195" y="81308"/>
                    <a:pt x="215" y="81299"/>
                  </a:cubicBezTo>
                  <a:cubicBezTo>
                    <a:pt x="2008" y="80255"/>
                    <a:pt x="3105" y="78408"/>
                    <a:pt x="3186" y="76347"/>
                  </a:cubicBezTo>
                  <a:cubicBezTo>
                    <a:pt x="5193" y="75330"/>
                    <a:pt x="6424" y="73296"/>
                    <a:pt x="6424" y="71047"/>
                  </a:cubicBezTo>
                  <a:cubicBezTo>
                    <a:pt x="6424" y="68826"/>
                    <a:pt x="5193" y="66792"/>
                    <a:pt x="3186" y="65748"/>
                  </a:cubicBezTo>
                  <a:cubicBezTo>
                    <a:pt x="3105" y="63767"/>
                    <a:pt x="2088" y="61974"/>
                    <a:pt x="402" y="60930"/>
                  </a:cubicBezTo>
                  <a:cubicBezTo>
                    <a:pt x="2088" y="59859"/>
                    <a:pt x="3105" y="58093"/>
                    <a:pt x="3186" y="56085"/>
                  </a:cubicBezTo>
                  <a:cubicBezTo>
                    <a:pt x="5193" y="55068"/>
                    <a:pt x="6424" y="53034"/>
                    <a:pt x="6424" y="50786"/>
                  </a:cubicBezTo>
                  <a:cubicBezTo>
                    <a:pt x="6424" y="48537"/>
                    <a:pt x="5193" y="46530"/>
                    <a:pt x="3186" y="45486"/>
                  </a:cubicBezTo>
                  <a:cubicBezTo>
                    <a:pt x="3159" y="43586"/>
                    <a:pt x="2088" y="41739"/>
                    <a:pt x="402" y="40668"/>
                  </a:cubicBezTo>
                  <a:cubicBezTo>
                    <a:pt x="1901" y="39705"/>
                    <a:pt x="3320" y="37885"/>
                    <a:pt x="3186" y="35824"/>
                  </a:cubicBezTo>
                  <a:cubicBezTo>
                    <a:pt x="5193" y="34780"/>
                    <a:pt x="6424" y="32772"/>
                    <a:pt x="6424" y="30524"/>
                  </a:cubicBezTo>
                  <a:cubicBezTo>
                    <a:pt x="6424" y="28276"/>
                    <a:pt x="5193" y="26268"/>
                    <a:pt x="3186" y="25225"/>
                  </a:cubicBezTo>
                  <a:cubicBezTo>
                    <a:pt x="3105" y="23244"/>
                    <a:pt x="2062" y="21451"/>
                    <a:pt x="402" y="20407"/>
                  </a:cubicBezTo>
                  <a:cubicBezTo>
                    <a:pt x="2088" y="19336"/>
                    <a:pt x="3186" y="17436"/>
                    <a:pt x="3186" y="15616"/>
                  </a:cubicBezTo>
                  <a:cubicBezTo>
                    <a:pt x="3186" y="15589"/>
                    <a:pt x="3186" y="15562"/>
                    <a:pt x="3186" y="15562"/>
                  </a:cubicBezTo>
                  <a:cubicBezTo>
                    <a:pt x="5193" y="14518"/>
                    <a:pt x="6424" y="12511"/>
                    <a:pt x="6424" y="10263"/>
                  </a:cubicBezTo>
                  <a:cubicBezTo>
                    <a:pt x="6424" y="8014"/>
                    <a:pt x="5193" y="6007"/>
                    <a:pt x="3186" y="4963"/>
                  </a:cubicBezTo>
                  <a:cubicBezTo>
                    <a:pt x="3186" y="3036"/>
                    <a:pt x="2008" y="1055"/>
                    <a:pt x="215" y="11"/>
                  </a:cubicBezTo>
                  <a:cubicBezTo>
                    <a:pt x="200" y="4"/>
                    <a:pt x="184" y="1"/>
                    <a:pt x="16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0" name="Google Shape;1810;p105"/>
            <p:cNvSpPr/>
            <p:nvPr/>
          </p:nvSpPr>
          <p:spPr>
            <a:xfrm>
              <a:off x="839675" y="2845375"/>
              <a:ext cx="159950" cy="2032675"/>
            </a:xfrm>
            <a:custGeom>
              <a:avLst/>
              <a:gdLst/>
              <a:ahLst/>
              <a:cxnLst/>
              <a:rect l="l" t="t" r="r" b="b"/>
              <a:pathLst>
                <a:path w="6398" h="81307" extrusionOk="0">
                  <a:moveTo>
                    <a:pt x="119" y="1"/>
                  </a:moveTo>
                  <a:cubicBezTo>
                    <a:pt x="81" y="1"/>
                    <a:pt x="44" y="24"/>
                    <a:pt x="27" y="57"/>
                  </a:cubicBezTo>
                  <a:cubicBezTo>
                    <a:pt x="0" y="84"/>
                    <a:pt x="0" y="110"/>
                    <a:pt x="0" y="137"/>
                  </a:cubicBezTo>
                  <a:cubicBezTo>
                    <a:pt x="0" y="164"/>
                    <a:pt x="27" y="217"/>
                    <a:pt x="54" y="244"/>
                  </a:cubicBezTo>
                  <a:cubicBezTo>
                    <a:pt x="1794" y="1234"/>
                    <a:pt x="2971" y="3162"/>
                    <a:pt x="2918" y="5035"/>
                  </a:cubicBezTo>
                  <a:cubicBezTo>
                    <a:pt x="2918" y="5089"/>
                    <a:pt x="2945" y="5142"/>
                    <a:pt x="2998" y="5142"/>
                  </a:cubicBezTo>
                  <a:cubicBezTo>
                    <a:pt x="4925" y="6133"/>
                    <a:pt x="6156" y="8086"/>
                    <a:pt x="6156" y="10254"/>
                  </a:cubicBezTo>
                  <a:cubicBezTo>
                    <a:pt x="6156" y="12422"/>
                    <a:pt x="4925" y="14376"/>
                    <a:pt x="2998" y="15367"/>
                  </a:cubicBezTo>
                  <a:cubicBezTo>
                    <a:pt x="2945" y="15393"/>
                    <a:pt x="2918" y="15420"/>
                    <a:pt x="2918" y="15474"/>
                  </a:cubicBezTo>
                  <a:cubicBezTo>
                    <a:pt x="2971" y="17321"/>
                    <a:pt x="1847" y="19248"/>
                    <a:pt x="81" y="20265"/>
                  </a:cubicBezTo>
                  <a:cubicBezTo>
                    <a:pt x="54" y="20292"/>
                    <a:pt x="27" y="20318"/>
                    <a:pt x="0" y="20345"/>
                  </a:cubicBezTo>
                  <a:cubicBezTo>
                    <a:pt x="0" y="20425"/>
                    <a:pt x="27" y="20479"/>
                    <a:pt x="54" y="20506"/>
                  </a:cubicBezTo>
                  <a:cubicBezTo>
                    <a:pt x="1794" y="21496"/>
                    <a:pt x="2864" y="23289"/>
                    <a:pt x="2918" y="25297"/>
                  </a:cubicBezTo>
                  <a:cubicBezTo>
                    <a:pt x="2918" y="25350"/>
                    <a:pt x="2945" y="25404"/>
                    <a:pt x="2998" y="25404"/>
                  </a:cubicBezTo>
                  <a:cubicBezTo>
                    <a:pt x="4925" y="26394"/>
                    <a:pt x="6156" y="28348"/>
                    <a:pt x="6156" y="30516"/>
                  </a:cubicBezTo>
                  <a:cubicBezTo>
                    <a:pt x="6156" y="32684"/>
                    <a:pt x="4925" y="34665"/>
                    <a:pt x="2998" y="35628"/>
                  </a:cubicBezTo>
                  <a:cubicBezTo>
                    <a:pt x="2945" y="35655"/>
                    <a:pt x="2918" y="35709"/>
                    <a:pt x="2918" y="35762"/>
                  </a:cubicBezTo>
                  <a:cubicBezTo>
                    <a:pt x="3078" y="37823"/>
                    <a:pt x="1606" y="39643"/>
                    <a:pt x="81" y="40526"/>
                  </a:cubicBezTo>
                  <a:cubicBezTo>
                    <a:pt x="54" y="40553"/>
                    <a:pt x="27" y="40580"/>
                    <a:pt x="0" y="40633"/>
                  </a:cubicBezTo>
                  <a:cubicBezTo>
                    <a:pt x="0" y="40687"/>
                    <a:pt x="27" y="40741"/>
                    <a:pt x="54" y="40767"/>
                  </a:cubicBezTo>
                  <a:cubicBezTo>
                    <a:pt x="1794" y="41784"/>
                    <a:pt x="2918" y="43631"/>
                    <a:pt x="2918" y="45532"/>
                  </a:cubicBezTo>
                  <a:cubicBezTo>
                    <a:pt x="2918" y="45558"/>
                    <a:pt x="2918" y="45558"/>
                    <a:pt x="2918" y="45558"/>
                  </a:cubicBezTo>
                  <a:cubicBezTo>
                    <a:pt x="2918" y="45612"/>
                    <a:pt x="2945" y="45665"/>
                    <a:pt x="2998" y="45692"/>
                  </a:cubicBezTo>
                  <a:cubicBezTo>
                    <a:pt x="4925" y="46656"/>
                    <a:pt x="6156" y="48610"/>
                    <a:pt x="6156" y="50778"/>
                  </a:cubicBezTo>
                  <a:cubicBezTo>
                    <a:pt x="6156" y="52972"/>
                    <a:pt x="4925" y="54926"/>
                    <a:pt x="2998" y="55890"/>
                  </a:cubicBezTo>
                  <a:cubicBezTo>
                    <a:pt x="2945" y="55917"/>
                    <a:pt x="2918" y="55970"/>
                    <a:pt x="2918" y="55997"/>
                  </a:cubicBezTo>
                  <a:cubicBezTo>
                    <a:pt x="2864" y="58004"/>
                    <a:pt x="1820" y="59798"/>
                    <a:pt x="81" y="60815"/>
                  </a:cubicBezTo>
                  <a:cubicBezTo>
                    <a:pt x="54" y="60815"/>
                    <a:pt x="27" y="60841"/>
                    <a:pt x="0" y="60895"/>
                  </a:cubicBezTo>
                  <a:cubicBezTo>
                    <a:pt x="0" y="60949"/>
                    <a:pt x="27" y="61002"/>
                    <a:pt x="54" y="61029"/>
                  </a:cubicBezTo>
                  <a:cubicBezTo>
                    <a:pt x="1794" y="62046"/>
                    <a:pt x="2864" y="63839"/>
                    <a:pt x="2918" y="65847"/>
                  </a:cubicBezTo>
                  <a:cubicBezTo>
                    <a:pt x="2918" y="65873"/>
                    <a:pt x="2945" y="65927"/>
                    <a:pt x="2998" y="65954"/>
                  </a:cubicBezTo>
                  <a:cubicBezTo>
                    <a:pt x="4925" y="66917"/>
                    <a:pt x="6156" y="68871"/>
                    <a:pt x="6156" y="71066"/>
                  </a:cubicBezTo>
                  <a:cubicBezTo>
                    <a:pt x="6156" y="73234"/>
                    <a:pt x="4925" y="75188"/>
                    <a:pt x="2998" y="76151"/>
                  </a:cubicBezTo>
                  <a:cubicBezTo>
                    <a:pt x="2945" y="76178"/>
                    <a:pt x="2918" y="76232"/>
                    <a:pt x="2918" y="76285"/>
                  </a:cubicBezTo>
                  <a:cubicBezTo>
                    <a:pt x="2864" y="78266"/>
                    <a:pt x="1794" y="80059"/>
                    <a:pt x="81" y="81076"/>
                  </a:cubicBezTo>
                  <a:cubicBezTo>
                    <a:pt x="0" y="81103"/>
                    <a:pt x="0" y="81183"/>
                    <a:pt x="27" y="81237"/>
                  </a:cubicBezTo>
                  <a:cubicBezTo>
                    <a:pt x="44" y="81288"/>
                    <a:pt x="83" y="81306"/>
                    <a:pt x="122" y="81306"/>
                  </a:cubicBezTo>
                  <a:cubicBezTo>
                    <a:pt x="145" y="81306"/>
                    <a:pt x="168" y="81300"/>
                    <a:pt x="188" y="81290"/>
                  </a:cubicBezTo>
                  <a:cubicBezTo>
                    <a:pt x="1981" y="80247"/>
                    <a:pt x="3105" y="78400"/>
                    <a:pt x="3159" y="76366"/>
                  </a:cubicBezTo>
                  <a:cubicBezTo>
                    <a:pt x="5166" y="75322"/>
                    <a:pt x="6397" y="73288"/>
                    <a:pt x="6397" y="71066"/>
                  </a:cubicBezTo>
                  <a:cubicBezTo>
                    <a:pt x="6397" y="68818"/>
                    <a:pt x="5166" y="66783"/>
                    <a:pt x="3159" y="65766"/>
                  </a:cubicBezTo>
                  <a:cubicBezTo>
                    <a:pt x="3105" y="63759"/>
                    <a:pt x="2061" y="61992"/>
                    <a:pt x="375" y="60922"/>
                  </a:cubicBezTo>
                  <a:cubicBezTo>
                    <a:pt x="2061" y="59878"/>
                    <a:pt x="3105" y="58085"/>
                    <a:pt x="3159" y="56077"/>
                  </a:cubicBezTo>
                  <a:cubicBezTo>
                    <a:pt x="5166" y="55060"/>
                    <a:pt x="6397" y="53026"/>
                    <a:pt x="6397" y="50778"/>
                  </a:cubicBezTo>
                  <a:cubicBezTo>
                    <a:pt x="6397" y="48556"/>
                    <a:pt x="5166" y="46522"/>
                    <a:pt x="3159" y="45505"/>
                  </a:cubicBezTo>
                  <a:cubicBezTo>
                    <a:pt x="3159" y="43604"/>
                    <a:pt x="2061" y="41731"/>
                    <a:pt x="375" y="40660"/>
                  </a:cubicBezTo>
                  <a:cubicBezTo>
                    <a:pt x="1901" y="39697"/>
                    <a:pt x="3292" y="37877"/>
                    <a:pt x="3185" y="35816"/>
                  </a:cubicBezTo>
                  <a:cubicBezTo>
                    <a:pt x="5166" y="34799"/>
                    <a:pt x="6397" y="32764"/>
                    <a:pt x="6397" y="30516"/>
                  </a:cubicBezTo>
                  <a:cubicBezTo>
                    <a:pt x="6397" y="28268"/>
                    <a:pt x="5166" y="26260"/>
                    <a:pt x="3159" y="25216"/>
                  </a:cubicBezTo>
                  <a:cubicBezTo>
                    <a:pt x="3078" y="23236"/>
                    <a:pt x="2035" y="21442"/>
                    <a:pt x="375" y="20399"/>
                  </a:cubicBezTo>
                  <a:cubicBezTo>
                    <a:pt x="2061" y="19328"/>
                    <a:pt x="3159" y="17454"/>
                    <a:pt x="3159" y="15608"/>
                  </a:cubicBezTo>
                  <a:cubicBezTo>
                    <a:pt x="3159" y="15581"/>
                    <a:pt x="3159" y="15581"/>
                    <a:pt x="3159" y="15554"/>
                  </a:cubicBezTo>
                  <a:cubicBezTo>
                    <a:pt x="5166" y="14510"/>
                    <a:pt x="6397" y="12503"/>
                    <a:pt x="6397" y="10254"/>
                  </a:cubicBezTo>
                  <a:cubicBezTo>
                    <a:pt x="6397" y="8006"/>
                    <a:pt x="5166" y="5999"/>
                    <a:pt x="3159" y="4955"/>
                  </a:cubicBezTo>
                  <a:cubicBezTo>
                    <a:pt x="3159" y="3028"/>
                    <a:pt x="1981" y="1047"/>
                    <a:pt x="188" y="30"/>
                  </a:cubicBezTo>
                  <a:cubicBezTo>
                    <a:pt x="167" y="10"/>
                    <a:pt x="143" y="1"/>
                    <a:pt x="11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1" name="Google Shape;1811;p105"/>
            <p:cNvSpPr/>
            <p:nvPr/>
          </p:nvSpPr>
          <p:spPr>
            <a:xfrm>
              <a:off x="685775" y="2593575"/>
              <a:ext cx="159950" cy="2032875"/>
            </a:xfrm>
            <a:custGeom>
              <a:avLst/>
              <a:gdLst/>
              <a:ahLst/>
              <a:cxnLst/>
              <a:rect l="l" t="t" r="r" b="b"/>
              <a:pathLst>
                <a:path w="6398" h="81315" extrusionOk="0">
                  <a:moveTo>
                    <a:pt x="140" y="1"/>
                  </a:moveTo>
                  <a:cubicBezTo>
                    <a:pt x="95" y="1"/>
                    <a:pt x="47" y="26"/>
                    <a:pt x="27" y="65"/>
                  </a:cubicBezTo>
                  <a:cubicBezTo>
                    <a:pt x="27" y="92"/>
                    <a:pt x="0" y="118"/>
                    <a:pt x="0" y="118"/>
                  </a:cubicBezTo>
                  <a:cubicBezTo>
                    <a:pt x="0" y="172"/>
                    <a:pt x="27" y="225"/>
                    <a:pt x="81" y="225"/>
                  </a:cubicBezTo>
                  <a:cubicBezTo>
                    <a:pt x="1820" y="1243"/>
                    <a:pt x="2944" y="3170"/>
                    <a:pt x="2918" y="5043"/>
                  </a:cubicBezTo>
                  <a:cubicBezTo>
                    <a:pt x="2918" y="5070"/>
                    <a:pt x="2944" y="5124"/>
                    <a:pt x="2998" y="5150"/>
                  </a:cubicBezTo>
                  <a:cubicBezTo>
                    <a:pt x="4952" y="6141"/>
                    <a:pt x="6156" y="8095"/>
                    <a:pt x="6156" y="10263"/>
                  </a:cubicBezTo>
                  <a:cubicBezTo>
                    <a:pt x="6156" y="12431"/>
                    <a:pt x="4952" y="14384"/>
                    <a:pt x="2998" y="15375"/>
                  </a:cubicBezTo>
                  <a:cubicBezTo>
                    <a:pt x="2944" y="15402"/>
                    <a:pt x="2918" y="15428"/>
                    <a:pt x="2918" y="15482"/>
                  </a:cubicBezTo>
                  <a:cubicBezTo>
                    <a:pt x="2998" y="17329"/>
                    <a:pt x="1847" y="19256"/>
                    <a:pt x="81" y="20273"/>
                  </a:cubicBezTo>
                  <a:cubicBezTo>
                    <a:pt x="54" y="20300"/>
                    <a:pt x="27" y="20326"/>
                    <a:pt x="27" y="20353"/>
                  </a:cubicBezTo>
                  <a:cubicBezTo>
                    <a:pt x="0" y="20407"/>
                    <a:pt x="27" y="20460"/>
                    <a:pt x="81" y="20514"/>
                  </a:cubicBezTo>
                  <a:cubicBezTo>
                    <a:pt x="1794" y="21504"/>
                    <a:pt x="2864" y="23297"/>
                    <a:pt x="2918" y="25305"/>
                  </a:cubicBezTo>
                  <a:cubicBezTo>
                    <a:pt x="2918" y="25358"/>
                    <a:pt x="2944" y="25385"/>
                    <a:pt x="2998" y="25412"/>
                  </a:cubicBezTo>
                  <a:cubicBezTo>
                    <a:pt x="4952" y="26402"/>
                    <a:pt x="6156" y="28356"/>
                    <a:pt x="6156" y="30524"/>
                  </a:cubicBezTo>
                  <a:cubicBezTo>
                    <a:pt x="6156" y="32692"/>
                    <a:pt x="4952" y="34646"/>
                    <a:pt x="2998" y="35636"/>
                  </a:cubicBezTo>
                  <a:cubicBezTo>
                    <a:pt x="2944" y="35663"/>
                    <a:pt x="2918" y="35717"/>
                    <a:pt x="2918" y="35770"/>
                  </a:cubicBezTo>
                  <a:cubicBezTo>
                    <a:pt x="3078" y="37831"/>
                    <a:pt x="1633" y="39651"/>
                    <a:pt x="81" y="40535"/>
                  </a:cubicBezTo>
                  <a:cubicBezTo>
                    <a:pt x="54" y="40561"/>
                    <a:pt x="27" y="40588"/>
                    <a:pt x="27" y="40615"/>
                  </a:cubicBezTo>
                  <a:cubicBezTo>
                    <a:pt x="0" y="40668"/>
                    <a:pt x="27" y="40749"/>
                    <a:pt x="81" y="40775"/>
                  </a:cubicBezTo>
                  <a:cubicBezTo>
                    <a:pt x="1820" y="41766"/>
                    <a:pt x="2918" y="43639"/>
                    <a:pt x="2918" y="45540"/>
                  </a:cubicBezTo>
                  <a:lnTo>
                    <a:pt x="2918" y="45566"/>
                  </a:lnTo>
                  <a:cubicBezTo>
                    <a:pt x="2918" y="45620"/>
                    <a:pt x="2944" y="45674"/>
                    <a:pt x="2998" y="45674"/>
                  </a:cubicBezTo>
                  <a:cubicBezTo>
                    <a:pt x="4952" y="46664"/>
                    <a:pt x="6156" y="48618"/>
                    <a:pt x="6156" y="50786"/>
                  </a:cubicBezTo>
                  <a:cubicBezTo>
                    <a:pt x="6156" y="52954"/>
                    <a:pt x="4952" y="54934"/>
                    <a:pt x="2998" y="55898"/>
                  </a:cubicBezTo>
                  <a:cubicBezTo>
                    <a:pt x="2944" y="55925"/>
                    <a:pt x="2918" y="55952"/>
                    <a:pt x="2918" y="56005"/>
                  </a:cubicBezTo>
                  <a:cubicBezTo>
                    <a:pt x="2891" y="58012"/>
                    <a:pt x="1820" y="59806"/>
                    <a:pt x="81" y="60796"/>
                  </a:cubicBezTo>
                  <a:cubicBezTo>
                    <a:pt x="54" y="60823"/>
                    <a:pt x="27" y="60850"/>
                    <a:pt x="27" y="60903"/>
                  </a:cubicBezTo>
                  <a:cubicBezTo>
                    <a:pt x="0" y="60957"/>
                    <a:pt x="27" y="61010"/>
                    <a:pt x="81" y="61037"/>
                  </a:cubicBezTo>
                  <a:cubicBezTo>
                    <a:pt x="1820" y="62054"/>
                    <a:pt x="2891" y="63847"/>
                    <a:pt x="2918" y="65828"/>
                  </a:cubicBezTo>
                  <a:cubicBezTo>
                    <a:pt x="2918" y="65882"/>
                    <a:pt x="2944" y="65935"/>
                    <a:pt x="2998" y="65962"/>
                  </a:cubicBezTo>
                  <a:cubicBezTo>
                    <a:pt x="4952" y="66925"/>
                    <a:pt x="6156" y="68879"/>
                    <a:pt x="6156" y="71047"/>
                  </a:cubicBezTo>
                  <a:cubicBezTo>
                    <a:pt x="6156" y="73242"/>
                    <a:pt x="4952" y="75196"/>
                    <a:pt x="2998" y="76160"/>
                  </a:cubicBezTo>
                  <a:cubicBezTo>
                    <a:pt x="2944" y="76186"/>
                    <a:pt x="2918" y="76240"/>
                    <a:pt x="2918" y="76267"/>
                  </a:cubicBezTo>
                  <a:cubicBezTo>
                    <a:pt x="2891" y="78274"/>
                    <a:pt x="1820" y="80067"/>
                    <a:pt x="81" y="81084"/>
                  </a:cubicBezTo>
                  <a:cubicBezTo>
                    <a:pt x="27" y="81111"/>
                    <a:pt x="0" y="81191"/>
                    <a:pt x="27" y="81245"/>
                  </a:cubicBezTo>
                  <a:cubicBezTo>
                    <a:pt x="61" y="81296"/>
                    <a:pt x="95" y="81315"/>
                    <a:pt x="136" y="81315"/>
                  </a:cubicBezTo>
                  <a:cubicBezTo>
                    <a:pt x="159" y="81315"/>
                    <a:pt x="185" y="81308"/>
                    <a:pt x="214" y="81299"/>
                  </a:cubicBezTo>
                  <a:cubicBezTo>
                    <a:pt x="2008" y="80255"/>
                    <a:pt x="3105" y="78408"/>
                    <a:pt x="3185" y="76347"/>
                  </a:cubicBezTo>
                  <a:cubicBezTo>
                    <a:pt x="5166" y="75330"/>
                    <a:pt x="6397" y="73296"/>
                    <a:pt x="6397" y="71047"/>
                  </a:cubicBezTo>
                  <a:cubicBezTo>
                    <a:pt x="6397" y="68826"/>
                    <a:pt x="5166" y="66792"/>
                    <a:pt x="3185" y="65748"/>
                  </a:cubicBezTo>
                  <a:cubicBezTo>
                    <a:pt x="3105" y="63767"/>
                    <a:pt x="2061" y="61974"/>
                    <a:pt x="375" y="60930"/>
                  </a:cubicBezTo>
                  <a:cubicBezTo>
                    <a:pt x="2061" y="59859"/>
                    <a:pt x="3105" y="58093"/>
                    <a:pt x="3185" y="56085"/>
                  </a:cubicBezTo>
                  <a:cubicBezTo>
                    <a:pt x="5166" y="55068"/>
                    <a:pt x="6397" y="53034"/>
                    <a:pt x="6397" y="50786"/>
                  </a:cubicBezTo>
                  <a:cubicBezTo>
                    <a:pt x="6397" y="48537"/>
                    <a:pt x="5166" y="46530"/>
                    <a:pt x="3185" y="45486"/>
                  </a:cubicBezTo>
                  <a:cubicBezTo>
                    <a:pt x="3159" y="43586"/>
                    <a:pt x="2088" y="41739"/>
                    <a:pt x="375" y="40668"/>
                  </a:cubicBezTo>
                  <a:cubicBezTo>
                    <a:pt x="1901" y="39705"/>
                    <a:pt x="3292" y="37885"/>
                    <a:pt x="3185" y="35824"/>
                  </a:cubicBezTo>
                  <a:cubicBezTo>
                    <a:pt x="5166" y="34780"/>
                    <a:pt x="6397" y="32772"/>
                    <a:pt x="6397" y="30524"/>
                  </a:cubicBezTo>
                  <a:cubicBezTo>
                    <a:pt x="6397" y="28276"/>
                    <a:pt x="5166" y="26268"/>
                    <a:pt x="3185" y="25225"/>
                  </a:cubicBezTo>
                  <a:cubicBezTo>
                    <a:pt x="3078" y="23244"/>
                    <a:pt x="2061" y="21451"/>
                    <a:pt x="375" y="20407"/>
                  </a:cubicBezTo>
                  <a:cubicBezTo>
                    <a:pt x="2088" y="19336"/>
                    <a:pt x="3185" y="17436"/>
                    <a:pt x="3185" y="15616"/>
                  </a:cubicBezTo>
                  <a:cubicBezTo>
                    <a:pt x="3185" y="15589"/>
                    <a:pt x="3185" y="15589"/>
                    <a:pt x="3185" y="15562"/>
                  </a:cubicBezTo>
                  <a:cubicBezTo>
                    <a:pt x="5166" y="14518"/>
                    <a:pt x="6397" y="12511"/>
                    <a:pt x="6397" y="10263"/>
                  </a:cubicBezTo>
                  <a:cubicBezTo>
                    <a:pt x="6397" y="8014"/>
                    <a:pt x="5166" y="6007"/>
                    <a:pt x="3185" y="4963"/>
                  </a:cubicBezTo>
                  <a:cubicBezTo>
                    <a:pt x="3185" y="3036"/>
                    <a:pt x="1981" y="1055"/>
                    <a:pt x="188" y="11"/>
                  </a:cubicBezTo>
                  <a:cubicBezTo>
                    <a:pt x="173" y="4"/>
                    <a:pt x="157" y="1"/>
                    <a:pt x="14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2" name="Google Shape;1812;p105"/>
            <p:cNvSpPr/>
            <p:nvPr/>
          </p:nvSpPr>
          <p:spPr>
            <a:xfrm>
              <a:off x="531875" y="2845375"/>
              <a:ext cx="160600" cy="2032675"/>
            </a:xfrm>
            <a:custGeom>
              <a:avLst/>
              <a:gdLst/>
              <a:ahLst/>
              <a:cxnLst/>
              <a:rect l="l" t="t" r="r" b="b"/>
              <a:pathLst>
                <a:path w="6424" h="81307" extrusionOk="0">
                  <a:moveTo>
                    <a:pt x="144" y="1"/>
                  </a:moveTo>
                  <a:cubicBezTo>
                    <a:pt x="103" y="1"/>
                    <a:pt x="60" y="24"/>
                    <a:pt x="27" y="57"/>
                  </a:cubicBezTo>
                  <a:cubicBezTo>
                    <a:pt x="27" y="84"/>
                    <a:pt x="27" y="110"/>
                    <a:pt x="27" y="137"/>
                  </a:cubicBezTo>
                  <a:cubicBezTo>
                    <a:pt x="27" y="164"/>
                    <a:pt x="54" y="217"/>
                    <a:pt x="80" y="244"/>
                  </a:cubicBezTo>
                  <a:cubicBezTo>
                    <a:pt x="1820" y="1234"/>
                    <a:pt x="2971" y="3162"/>
                    <a:pt x="2944" y="5035"/>
                  </a:cubicBezTo>
                  <a:cubicBezTo>
                    <a:pt x="2944" y="5089"/>
                    <a:pt x="2971" y="5142"/>
                    <a:pt x="2998" y="5142"/>
                  </a:cubicBezTo>
                  <a:cubicBezTo>
                    <a:pt x="4952" y="6133"/>
                    <a:pt x="6156" y="8086"/>
                    <a:pt x="6156" y="10254"/>
                  </a:cubicBezTo>
                  <a:cubicBezTo>
                    <a:pt x="6156" y="12422"/>
                    <a:pt x="4952" y="14376"/>
                    <a:pt x="2998" y="15367"/>
                  </a:cubicBezTo>
                  <a:cubicBezTo>
                    <a:pt x="2971" y="15393"/>
                    <a:pt x="2944" y="15447"/>
                    <a:pt x="2944" y="15474"/>
                  </a:cubicBezTo>
                  <a:cubicBezTo>
                    <a:pt x="2998" y="17321"/>
                    <a:pt x="1847" y="19248"/>
                    <a:pt x="107" y="20265"/>
                  </a:cubicBezTo>
                  <a:cubicBezTo>
                    <a:pt x="54" y="20292"/>
                    <a:pt x="27" y="20318"/>
                    <a:pt x="27" y="20345"/>
                  </a:cubicBezTo>
                  <a:cubicBezTo>
                    <a:pt x="0" y="20425"/>
                    <a:pt x="27" y="20479"/>
                    <a:pt x="80" y="20506"/>
                  </a:cubicBezTo>
                  <a:cubicBezTo>
                    <a:pt x="1793" y="21496"/>
                    <a:pt x="2864" y="23289"/>
                    <a:pt x="2944" y="25297"/>
                  </a:cubicBezTo>
                  <a:cubicBezTo>
                    <a:pt x="2944" y="25350"/>
                    <a:pt x="2971" y="25404"/>
                    <a:pt x="2998" y="25404"/>
                  </a:cubicBezTo>
                  <a:cubicBezTo>
                    <a:pt x="4952" y="26394"/>
                    <a:pt x="6156" y="28348"/>
                    <a:pt x="6156" y="30516"/>
                  </a:cubicBezTo>
                  <a:cubicBezTo>
                    <a:pt x="6156" y="32684"/>
                    <a:pt x="4952" y="34665"/>
                    <a:pt x="2998" y="35628"/>
                  </a:cubicBezTo>
                  <a:cubicBezTo>
                    <a:pt x="2971" y="35655"/>
                    <a:pt x="2944" y="35709"/>
                    <a:pt x="2944" y="35762"/>
                  </a:cubicBezTo>
                  <a:cubicBezTo>
                    <a:pt x="3105" y="37823"/>
                    <a:pt x="1633" y="39643"/>
                    <a:pt x="107" y="40526"/>
                  </a:cubicBezTo>
                  <a:cubicBezTo>
                    <a:pt x="54" y="40553"/>
                    <a:pt x="27" y="40580"/>
                    <a:pt x="27" y="40633"/>
                  </a:cubicBezTo>
                  <a:cubicBezTo>
                    <a:pt x="0" y="40687"/>
                    <a:pt x="27" y="40741"/>
                    <a:pt x="80" y="40767"/>
                  </a:cubicBezTo>
                  <a:cubicBezTo>
                    <a:pt x="1820" y="41784"/>
                    <a:pt x="2944" y="43631"/>
                    <a:pt x="2944" y="45532"/>
                  </a:cubicBezTo>
                  <a:lnTo>
                    <a:pt x="2944" y="45558"/>
                  </a:lnTo>
                  <a:cubicBezTo>
                    <a:pt x="2918" y="45612"/>
                    <a:pt x="2971" y="45665"/>
                    <a:pt x="2998" y="45692"/>
                  </a:cubicBezTo>
                  <a:cubicBezTo>
                    <a:pt x="4952" y="46656"/>
                    <a:pt x="6156" y="48610"/>
                    <a:pt x="6156" y="50778"/>
                  </a:cubicBezTo>
                  <a:cubicBezTo>
                    <a:pt x="6156" y="52972"/>
                    <a:pt x="4952" y="54926"/>
                    <a:pt x="2998" y="55890"/>
                  </a:cubicBezTo>
                  <a:cubicBezTo>
                    <a:pt x="2971" y="55917"/>
                    <a:pt x="2944" y="55970"/>
                    <a:pt x="2944" y="55997"/>
                  </a:cubicBezTo>
                  <a:cubicBezTo>
                    <a:pt x="2891" y="58004"/>
                    <a:pt x="1820" y="59798"/>
                    <a:pt x="107" y="60815"/>
                  </a:cubicBezTo>
                  <a:cubicBezTo>
                    <a:pt x="54" y="60815"/>
                    <a:pt x="27" y="60841"/>
                    <a:pt x="27" y="60895"/>
                  </a:cubicBezTo>
                  <a:cubicBezTo>
                    <a:pt x="0" y="60949"/>
                    <a:pt x="27" y="61002"/>
                    <a:pt x="80" y="61029"/>
                  </a:cubicBezTo>
                  <a:cubicBezTo>
                    <a:pt x="1820" y="62046"/>
                    <a:pt x="2891" y="63839"/>
                    <a:pt x="2944" y="65847"/>
                  </a:cubicBezTo>
                  <a:cubicBezTo>
                    <a:pt x="2944" y="65873"/>
                    <a:pt x="2971" y="65927"/>
                    <a:pt x="2998" y="65954"/>
                  </a:cubicBezTo>
                  <a:cubicBezTo>
                    <a:pt x="4952" y="66917"/>
                    <a:pt x="6156" y="68871"/>
                    <a:pt x="6156" y="71066"/>
                  </a:cubicBezTo>
                  <a:cubicBezTo>
                    <a:pt x="6156" y="73234"/>
                    <a:pt x="4952" y="75188"/>
                    <a:pt x="2998" y="76151"/>
                  </a:cubicBezTo>
                  <a:cubicBezTo>
                    <a:pt x="2971" y="76178"/>
                    <a:pt x="2944" y="76232"/>
                    <a:pt x="2944" y="76285"/>
                  </a:cubicBezTo>
                  <a:cubicBezTo>
                    <a:pt x="2891" y="78266"/>
                    <a:pt x="1820" y="80059"/>
                    <a:pt x="80" y="81076"/>
                  </a:cubicBezTo>
                  <a:cubicBezTo>
                    <a:pt x="27" y="81103"/>
                    <a:pt x="0" y="81183"/>
                    <a:pt x="54" y="81237"/>
                  </a:cubicBezTo>
                  <a:cubicBezTo>
                    <a:pt x="71" y="81288"/>
                    <a:pt x="109" y="81306"/>
                    <a:pt x="149" y="81306"/>
                  </a:cubicBezTo>
                  <a:cubicBezTo>
                    <a:pt x="171" y="81306"/>
                    <a:pt x="195" y="81300"/>
                    <a:pt x="214" y="81290"/>
                  </a:cubicBezTo>
                  <a:cubicBezTo>
                    <a:pt x="2008" y="80247"/>
                    <a:pt x="3105" y="78400"/>
                    <a:pt x="3185" y="76366"/>
                  </a:cubicBezTo>
                  <a:cubicBezTo>
                    <a:pt x="5193" y="75322"/>
                    <a:pt x="6424" y="73288"/>
                    <a:pt x="6424" y="71066"/>
                  </a:cubicBezTo>
                  <a:cubicBezTo>
                    <a:pt x="6424" y="68818"/>
                    <a:pt x="5193" y="66783"/>
                    <a:pt x="3185" y="65766"/>
                  </a:cubicBezTo>
                  <a:cubicBezTo>
                    <a:pt x="3105" y="63759"/>
                    <a:pt x="2088" y="61992"/>
                    <a:pt x="402" y="60922"/>
                  </a:cubicBezTo>
                  <a:cubicBezTo>
                    <a:pt x="2088" y="59878"/>
                    <a:pt x="3105" y="58085"/>
                    <a:pt x="3185" y="56077"/>
                  </a:cubicBezTo>
                  <a:cubicBezTo>
                    <a:pt x="5193" y="55060"/>
                    <a:pt x="6424" y="53026"/>
                    <a:pt x="6424" y="50778"/>
                  </a:cubicBezTo>
                  <a:cubicBezTo>
                    <a:pt x="6424" y="48556"/>
                    <a:pt x="5193" y="46522"/>
                    <a:pt x="3185" y="45505"/>
                  </a:cubicBezTo>
                  <a:cubicBezTo>
                    <a:pt x="3185" y="43604"/>
                    <a:pt x="2088" y="41731"/>
                    <a:pt x="402" y="40660"/>
                  </a:cubicBezTo>
                  <a:cubicBezTo>
                    <a:pt x="1900" y="39697"/>
                    <a:pt x="3319" y="37877"/>
                    <a:pt x="3185" y="35816"/>
                  </a:cubicBezTo>
                  <a:cubicBezTo>
                    <a:pt x="5193" y="34799"/>
                    <a:pt x="6424" y="32764"/>
                    <a:pt x="6424" y="30516"/>
                  </a:cubicBezTo>
                  <a:cubicBezTo>
                    <a:pt x="6424" y="28268"/>
                    <a:pt x="5193" y="26260"/>
                    <a:pt x="3185" y="25216"/>
                  </a:cubicBezTo>
                  <a:cubicBezTo>
                    <a:pt x="3105" y="23236"/>
                    <a:pt x="2061" y="21442"/>
                    <a:pt x="402" y="20399"/>
                  </a:cubicBezTo>
                  <a:cubicBezTo>
                    <a:pt x="2088" y="19328"/>
                    <a:pt x="3185" y="17454"/>
                    <a:pt x="3185" y="15608"/>
                  </a:cubicBezTo>
                  <a:cubicBezTo>
                    <a:pt x="3185" y="15581"/>
                    <a:pt x="3185" y="15581"/>
                    <a:pt x="3185" y="15554"/>
                  </a:cubicBezTo>
                  <a:cubicBezTo>
                    <a:pt x="5193" y="14510"/>
                    <a:pt x="6424" y="12503"/>
                    <a:pt x="6424" y="10254"/>
                  </a:cubicBezTo>
                  <a:cubicBezTo>
                    <a:pt x="6424" y="8006"/>
                    <a:pt x="5193" y="5999"/>
                    <a:pt x="3185" y="4955"/>
                  </a:cubicBezTo>
                  <a:cubicBezTo>
                    <a:pt x="3185" y="3028"/>
                    <a:pt x="2008" y="1047"/>
                    <a:pt x="214" y="30"/>
                  </a:cubicBezTo>
                  <a:cubicBezTo>
                    <a:pt x="194" y="10"/>
                    <a:pt x="169" y="1"/>
                    <a:pt x="14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3" name="Google Shape;1813;p105"/>
            <p:cNvSpPr/>
            <p:nvPr/>
          </p:nvSpPr>
          <p:spPr>
            <a:xfrm>
              <a:off x="378625" y="2593575"/>
              <a:ext cx="159950" cy="2032875"/>
            </a:xfrm>
            <a:custGeom>
              <a:avLst/>
              <a:gdLst/>
              <a:ahLst/>
              <a:cxnLst/>
              <a:rect l="l" t="t" r="r" b="b"/>
              <a:pathLst>
                <a:path w="6398" h="81315" extrusionOk="0">
                  <a:moveTo>
                    <a:pt x="141" y="1"/>
                  </a:moveTo>
                  <a:cubicBezTo>
                    <a:pt x="95" y="1"/>
                    <a:pt x="47" y="26"/>
                    <a:pt x="28" y="65"/>
                  </a:cubicBezTo>
                  <a:cubicBezTo>
                    <a:pt x="1" y="92"/>
                    <a:pt x="1" y="118"/>
                    <a:pt x="1" y="118"/>
                  </a:cubicBezTo>
                  <a:cubicBezTo>
                    <a:pt x="1" y="172"/>
                    <a:pt x="28" y="225"/>
                    <a:pt x="54" y="225"/>
                  </a:cubicBezTo>
                  <a:cubicBezTo>
                    <a:pt x="1794" y="1243"/>
                    <a:pt x="2918" y="3116"/>
                    <a:pt x="2918" y="4963"/>
                  </a:cubicBezTo>
                  <a:cubicBezTo>
                    <a:pt x="2918" y="4990"/>
                    <a:pt x="2918" y="5017"/>
                    <a:pt x="2918" y="5043"/>
                  </a:cubicBezTo>
                  <a:cubicBezTo>
                    <a:pt x="2918" y="5070"/>
                    <a:pt x="2945" y="5124"/>
                    <a:pt x="2999" y="5150"/>
                  </a:cubicBezTo>
                  <a:cubicBezTo>
                    <a:pt x="4952" y="6141"/>
                    <a:pt x="6157" y="8095"/>
                    <a:pt x="6157" y="10263"/>
                  </a:cubicBezTo>
                  <a:cubicBezTo>
                    <a:pt x="6157" y="12431"/>
                    <a:pt x="4952" y="14384"/>
                    <a:pt x="2999" y="15375"/>
                  </a:cubicBezTo>
                  <a:cubicBezTo>
                    <a:pt x="2945" y="15402"/>
                    <a:pt x="2918" y="15428"/>
                    <a:pt x="2918" y="15482"/>
                  </a:cubicBezTo>
                  <a:cubicBezTo>
                    <a:pt x="2972" y="17329"/>
                    <a:pt x="1848" y="19256"/>
                    <a:pt x="81" y="20273"/>
                  </a:cubicBezTo>
                  <a:cubicBezTo>
                    <a:pt x="54" y="20300"/>
                    <a:pt x="28" y="20326"/>
                    <a:pt x="1" y="20353"/>
                  </a:cubicBezTo>
                  <a:cubicBezTo>
                    <a:pt x="1" y="20407"/>
                    <a:pt x="28" y="20487"/>
                    <a:pt x="54" y="20514"/>
                  </a:cubicBezTo>
                  <a:cubicBezTo>
                    <a:pt x="1794" y="21504"/>
                    <a:pt x="2865" y="23297"/>
                    <a:pt x="2918" y="25305"/>
                  </a:cubicBezTo>
                  <a:cubicBezTo>
                    <a:pt x="2918" y="25358"/>
                    <a:pt x="2945" y="25412"/>
                    <a:pt x="2999" y="25412"/>
                  </a:cubicBezTo>
                  <a:cubicBezTo>
                    <a:pt x="4952" y="26402"/>
                    <a:pt x="6157" y="28356"/>
                    <a:pt x="6157" y="30524"/>
                  </a:cubicBezTo>
                  <a:cubicBezTo>
                    <a:pt x="6157" y="32692"/>
                    <a:pt x="4952" y="34646"/>
                    <a:pt x="2999" y="35636"/>
                  </a:cubicBezTo>
                  <a:cubicBezTo>
                    <a:pt x="2945" y="35663"/>
                    <a:pt x="2918" y="35717"/>
                    <a:pt x="2918" y="35770"/>
                  </a:cubicBezTo>
                  <a:cubicBezTo>
                    <a:pt x="3079" y="37831"/>
                    <a:pt x="1607" y="39651"/>
                    <a:pt x="81" y="40535"/>
                  </a:cubicBezTo>
                  <a:cubicBezTo>
                    <a:pt x="54" y="40561"/>
                    <a:pt x="28" y="40588"/>
                    <a:pt x="1" y="40615"/>
                  </a:cubicBezTo>
                  <a:cubicBezTo>
                    <a:pt x="1" y="40668"/>
                    <a:pt x="28" y="40749"/>
                    <a:pt x="54" y="40775"/>
                  </a:cubicBezTo>
                  <a:cubicBezTo>
                    <a:pt x="1794" y="41766"/>
                    <a:pt x="2918" y="43639"/>
                    <a:pt x="2918" y="45540"/>
                  </a:cubicBezTo>
                  <a:cubicBezTo>
                    <a:pt x="2918" y="45540"/>
                    <a:pt x="2918" y="45566"/>
                    <a:pt x="2918" y="45566"/>
                  </a:cubicBezTo>
                  <a:cubicBezTo>
                    <a:pt x="2918" y="45620"/>
                    <a:pt x="2945" y="45674"/>
                    <a:pt x="2999" y="45674"/>
                  </a:cubicBezTo>
                  <a:cubicBezTo>
                    <a:pt x="4952" y="46664"/>
                    <a:pt x="6157" y="48618"/>
                    <a:pt x="6157" y="50786"/>
                  </a:cubicBezTo>
                  <a:cubicBezTo>
                    <a:pt x="6157" y="52954"/>
                    <a:pt x="4952" y="54934"/>
                    <a:pt x="2999" y="55898"/>
                  </a:cubicBezTo>
                  <a:cubicBezTo>
                    <a:pt x="2945" y="55925"/>
                    <a:pt x="2918" y="55952"/>
                    <a:pt x="2918" y="56005"/>
                  </a:cubicBezTo>
                  <a:cubicBezTo>
                    <a:pt x="2865" y="58012"/>
                    <a:pt x="1821" y="59806"/>
                    <a:pt x="81" y="60796"/>
                  </a:cubicBezTo>
                  <a:cubicBezTo>
                    <a:pt x="54" y="60823"/>
                    <a:pt x="28" y="60850"/>
                    <a:pt x="1" y="60903"/>
                  </a:cubicBezTo>
                  <a:cubicBezTo>
                    <a:pt x="1" y="60957"/>
                    <a:pt x="28" y="61010"/>
                    <a:pt x="54" y="61037"/>
                  </a:cubicBezTo>
                  <a:cubicBezTo>
                    <a:pt x="1794" y="62054"/>
                    <a:pt x="2865" y="63847"/>
                    <a:pt x="2918" y="65828"/>
                  </a:cubicBezTo>
                  <a:cubicBezTo>
                    <a:pt x="2918" y="65882"/>
                    <a:pt x="2945" y="65935"/>
                    <a:pt x="2999" y="65962"/>
                  </a:cubicBezTo>
                  <a:cubicBezTo>
                    <a:pt x="4952" y="66925"/>
                    <a:pt x="6157" y="68879"/>
                    <a:pt x="6157" y="71047"/>
                  </a:cubicBezTo>
                  <a:cubicBezTo>
                    <a:pt x="6157" y="73242"/>
                    <a:pt x="4952" y="75196"/>
                    <a:pt x="2999" y="76160"/>
                  </a:cubicBezTo>
                  <a:cubicBezTo>
                    <a:pt x="2945" y="76186"/>
                    <a:pt x="2918" y="76240"/>
                    <a:pt x="2918" y="76267"/>
                  </a:cubicBezTo>
                  <a:cubicBezTo>
                    <a:pt x="2865" y="78274"/>
                    <a:pt x="1821" y="80067"/>
                    <a:pt x="81" y="81084"/>
                  </a:cubicBezTo>
                  <a:cubicBezTo>
                    <a:pt x="1" y="81111"/>
                    <a:pt x="1" y="81191"/>
                    <a:pt x="28" y="81245"/>
                  </a:cubicBezTo>
                  <a:cubicBezTo>
                    <a:pt x="45" y="81296"/>
                    <a:pt x="83" y="81315"/>
                    <a:pt x="123" y="81315"/>
                  </a:cubicBezTo>
                  <a:cubicBezTo>
                    <a:pt x="145" y="81315"/>
                    <a:pt x="169" y="81308"/>
                    <a:pt x="188" y="81299"/>
                  </a:cubicBezTo>
                  <a:cubicBezTo>
                    <a:pt x="1981" y="80255"/>
                    <a:pt x="3106" y="78408"/>
                    <a:pt x="3159" y="76347"/>
                  </a:cubicBezTo>
                  <a:cubicBezTo>
                    <a:pt x="5167" y="75330"/>
                    <a:pt x="6398" y="73296"/>
                    <a:pt x="6398" y="71047"/>
                  </a:cubicBezTo>
                  <a:cubicBezTo>
                    <a:pt x="6398" y="68826"/>
                    <a:pt x="5167" y="66792"/>
                    <a:pt x="3159" y="65748"/>
                  </a:cubicBezTo>
                  <a:cubicBezTo>
                    <a:pt x="3106" y="63767"/>
                    <a:pt x="2062" y="61974"/>
                    <a:pt x="376" y="60930"/>
                  </a:cubicBezTo>
                  <a:cubicBezTo>
                    <a:pt x="2062" y="59859"/>
                    <a:pt x="3106" y="58093"/>
                    <a:pt x="3159" y="56085"/>
                  </a:cubicBezTo>
                  <a:cubicBezTo>
                    <a:pt x="5167" y="55068"/>
                    <a:pt x="6398" y="53034"/>
                    <a:pt x="6398" y="50786"/>
                  </a:cubicBezTo>
                  <a:cubicBezTo>
                    <a:pt x="6398" y="48537"/>
                    <a:pt x="5167" y="46530"/>
                    <a:pt x="3159" y="45486"/>
                  </a:cubicBezTo>
                  <a:cubicBezTo>
                    <a:pt x="3159" y="43586"/>
                    <a:pt x="2062" y="41739"/>
                    <a:pt x="376" y="40668"/>
                  </a:cubicBezTo>
                  <a:cubicBezTo>
                    <a:pt x="1901" y="39705"/>
                    <a:pt x="3293" y="37885"/>
                    <a:pt x="3186" y="35824"/>
                  </a:cubicBezTo>
                  <a:cubicBezTo>
                    <a:pt x="5167" y="34780"/>
                    <a:pt x="6398" y="32772"/>
                    <a:pt x="6398" y="30524"/>
                  </a:cubicBezTo>
                  <a:cubicBezTo>
                    <a:pt x="6398" y="28276"/>
                    <a:pt x="5167" y="26268"/>
                    <a:pt x="3159" y="25225"/>
                  </a:cubicBezTo>
                  <a:cubicBezTo>
                    <a:pt x="3079" y="23244"/>
                    <a:pt x="2035" y="21451"/>
                    <a:pt x="376" y="20407"/>
                  </a:cubicBezTo>
                  <a:cubicBezTo>
                    <a:pt x="2062" y="19336"/>
                    <a:pt x="3186" y="17436"/>
                    <a:pt x="3186" y="15616"/>
                  </a:cubicBezTo>
                  <a:cubicBezTo>
                    <a:pt x="3186" y="15589"/>
                    <a:pt x="3186" y="15589"/>
                    <a:pt x="3186" y="15562"/>
                  </a:cubicBezTo>
                  <a:cubicBezTo>
                    <a:pt x="5167" y="14518"/>
                    <a:pt x="6398" y="12511"/>
                    <a:pt x="6398" y="10263"/>
                  </a:cubicBezTo>
                  <a:cubicBezTo>
                    <a:pt x="6398" y="8014"/>
                    <a:pt x="5167" y="6007"/>
                    <a:pt x="3186" y="4963"/>
                  </a:cubicBezTo>
                  <a:cubicBezTo>
                    <a:pt x="3186" y="3036"/>
                    <a:pt x="1981" y="1055"/>
                    <a:pt x="188" y="11"/>
                  </a:cubicBezTo>
                  <a:cubicBezTo>
                    <a:pt x="174" y="4"/>
                    <a:pt x="158" y="1"/>
                    <a:pt x="14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4" name="Google Shape;1814;p105"/>
            <p:cNvSpPr/>
            <p:nvPr/>
          </p:nvSpPr>
          <p:spPr>
            <a:xfrm>
              <a:off x="224725" y="2845375"/>
              <a:ext cx="159950" cy="2032675"/>
            </a:xfrm>
            <a:custGeom>
              <a:avLst/>
              <a:gdLst/>
              <a:ahLst/>
              <a:cxnLst/>
              <a:rect l="l" t="t" r="r" b="b"/>
              <a:pathLst>
                <a:path w="6398" h="81307" extrusionOk="0">
                  <a:moveTo>
                    <a:pt x="126" y="1"/>
                  </a:moveTo>
                  <a:cubicBezTo>
                    <a:pt x="81" y="1"/>
                    <a:pt x="44" y="24"/>
                    <a:pt x="27" y="57"/>
                  </a:cubicBezTo>
                  <a:cubicBezTo>
                    <a:pt x="27" y="84"/>
                    <a:pt x="1" y="110"/>
                    <a:pt x="1" y="137"/>
                  </a:cubicBezTo>
                  <a:cubicBezTo>
                    <a:pt x="1" y="164"/>
                    <a:pt x="27" y="217"/>
                    <a:pt x="81" y="244"/>
                  </a:cubicBezTo>
                  <a:cubicBezTo>
                    <a:pt x="1821" y="1234"/>
                    <a:pt x="2972" y="3162"/>
                    <a:pt x="2918" y="5035"/>
                  </a:cubicBezTo>
                  <a:cubicBezTo>
                    <a:pt x="2945" y="5089"/>
                    <a:pt x="2945" y="5142"/>
                    <a:pt x="2998" y="5142"/>
                  </a:cubicBezTo>
                  <a:cubicBezTo>
                    <a:pt x="4952" y="6133"/>
                    <a:pt x="6157" y="8086"/>
                    <a:pt x="6157" y="10254"/>
                  </a:cubicBezTo>
                  <a:cubicBezTo>
                    <a:pt x="6157" y="12422"/>
                    <a:pt x="4952" y="14376"/>
                    <a:pt x="2998" y="15367"/>
                  </a:cubicBezTo>
                  <a:cubicBezTo>
                    <a:pt x="2945" y="15393"/>
                    <a:pt x="2918" y="15447"/>
                    <a:pt x="2918" y="15474"/>
                  </a:cubicBezTo>
                  <a:cubicBezTo>
                    <a:pt x="2972" y="17321"/>
                    <a:pt x="1848" y="19248"/>
                    <a:pt x="108" y="20265"/>
                  </a:cubicBezTo>
                  <a:cubicBezTo>
                    <a:pt x="54" y="20292"/>
                    <a:pt x="27" y="20318"/>
                    <a:pt x="27" y="20345"/>
                  </a:cubicBezTo>
                  <a:cubicBezTo>
                    <a:pt x="1" y="20425"/>
                    <a:pt x="27" y="20479"/>
                    <a:pt x="81" y="20506"/>
                  </a:cubicBezTo>
                  <a:cubicBezTo>
                    <a:pt x="1794" y="21496"/>
                    <a:pt x="2865" y="23289"/>
                    <a:pt x="2918" y="25297"/>
                  </a:cubicBezTo>
                  <a:cubicBezTo>
                    <a:pt x="2945" y="25350"/>
                    <a:pt x="2972" y="25404"/>
                    <a:pt x="2998" y="25404"/>
                  </a:cubicBezTo>
                  <a:cubicBezTo>
                    <a:pt x="4952" y="26394"/>
                    <a:pt x="6157" y="28348"/>
                    <a:pt x="6157" y="30516"/>
                  </a:cubicBezTo>
                  <a:cubicBezTo>
                    <a:pt x="6157" y="32684"/>
                    <a:pt x="4952" y="34665"/>
                    <a:pt x="2998" y="35628"/>
                  </a:cubicBezTo>
                  <a:cubicBezTo>
                    <a:pt x="2945" y="35655"/>
                    <a:pt x="2918" y="35709"/>
                    <a:pt x="2918" y="35762"/>
                  </a:cubicBezTo>
                  <a:cubicBezTo>
                    <a:pt x="3106" y="37823"/>
                    <a:pt x="1633" y="39643"/>
                    <a:pt x="108" y="40526"/>
                  </a:cubicBezTo>
                  <a:cubicBezTo>
                    <a:pt x="54" y="40553"/>
                    <a:pt x="27" y="40580"/>
                    <a:pt x="27" y="40633"/>
                  </a:cubicBezTo>
                  <a:cubicBezTo>
                    <a:pt x="1" y="40687"/>
                    <a:pt x="27" y="40741"/>
                    <a:pt x="81" y="40767"/>
                  </a:cubicBezTo>
                  <a:cubicBezTo>
                    <a:pt x="1821" y="41784"/>
                    <a:pt x="2918" y="43631"/>
                    <a:pt x="2918" y="45532"/>
                  </a:cubicBezTo>
                  <a:cubicBezTo>
                    <a:pt x="2918" y="45558"/>
                    <a:pt x="2918" y="45558"/>
                    <a:pt x="2918" y="45558"/>
                  </a:cubicBezTo>
                  <a:cubicBezTo>
                    <a:pt x="2918" y="45612"/>
                    <a:pt x="2945" y="45665"/>
                    <a:pt x="2998" y="45692"/>
                  </a:cubicBezTo>
                  <a:cubicBezTo>
                    <a:pt x="4952" y="46656"/>
                    <a:pt x="6157" y="48610"/>
                    <a:pt x="6157" y="50778"/>
                  </a:cubicBezTo>
                  <a:cubicBezTo>
                    <a:pt x="6157" y="52972"/>
                    <a:pt x="4952" y="54926"/>
                    <a:pt x="2998" y="55890"/>
                  </a:cubicBezTo>
                  <a:cubicBezTo>
                    <a:pt x="2945" y="55917"/>
                    <a:pt x="2918" y="55970"/>
                    <a:pt x="2918" y="55997"/>
                  </a:cubicBezTo>
                  <a:cubicBezTo>
                    <a:pt x="2891" y="58004"/>
                    <a:pt x="1821" y="59798"/>
                    <a:pt x="108" y="60815"/>
                  </a:cubicBezTo>
                  <a:cubicBezTo>
                    <a:pt x="54" y="60815"/>
                    <a:pt x="27" y="60841"/>
                    <a:pt x="27" y="60895"/>
                  </a:cubicBezTo>
                  <a:cubicBezTo>
                    <a:pt x="1" y="60949"/>
                    <a:pt x="27" y="61002"/>
                    <a:pt x="81" y="61029"/>
                  </a:cubicBezTo>
                  <a:cubicBezTo>
                    <a:pt x="1821" y="62046"/>
                    <a:pt x="2891" y="63839"/>
                    <a:pt x="2918" y="65847"/>
                  </a:cubicBezTo>
                  <a:cubicBezTo>
                    <a:pt x="2918" y="65873"/>
                    <a:pt x="2945" y="65927"/>
                    <a:pt x="2998" y="65954"/>
                  </a:cubicBezTo>
                  <a:cubicBezTo>
                    <a:pt x="4952" y="66917"/>
                    <a:pt x="6157" y="68871"/>
                    <a:pt x="6157" y="71066"/>
                  </a:cubicBezTo>
                  <a:cubicBezTo>
                    <a:pt x="6157" y="73234"/>
                    <a:pt x="4952" y="75188"/>
                    <a:pt x="2998" y="76151"/>
                  </a:cubicBezTo>
                  <a:cubicBezTo>
                    <a:pt x="2945" y="76178"/>
                    <a:pt x="2918" y="76232"/>
                    <a:pt x="2918" y="76285"/>
                  </a:cubicBezTo>
                  <a:cubicBezTo>
                    <a:pt x="2891" y="78266"/>
                    <a:pt x="1821" y="80059"/>
                    <a:pt x="81" y="81076"/>
                  </a:cubicBezTo>
                  <a:cubicBezTo>
                    <a:pt x="27" y="81103"/>
                    <a:pt x="1" y="81183"/>
                    <a:pt x="27" y="81237"/>
                  </a:cubicBezTo>
                  <a:cubicBezTo>
                    <a:pt x="61" y="81288"/>
                    <a:pt x="95" y="81306"/>
                    <a:pt x="136" y="81306"/>
                  </a:cubicBezTo>
                  <a:cubicBezTo>
                    <a:pt x="160" y="81306"/>
                    <a:pt x="185" y="81300"/>
                    <a:pt x="215" y="81290"/>
                  </a:cubicBezTo>
                  <a:cubicBezTo>
                    <a:pt x="2008" y="80247"/>
                    <a:pt x="3106" y="78400"/>
                    <a:pt x="3186" y="76366"/>
                  </a:cubicBezTo>
                  <a:cubicBezTo>
                    <a:pt x="5166" y="75322"/>
                    <a:pt x="6398" y="73288"/>
                    <a:pt x="6398" y="71066"/>
                  </a:cubicBezTo>
                  <a:cubicBezTo>
                    <a:pt x="6398" y="68818"/>
                    <a:pt x="5166" y="66783"/>
                    <a:pt x="3186" y="65766"/>
                  </a:cubicBezTo>
                  <a:cubicBezTo>
                    <a:pt x="3106" y="63759"/>
                    <a:pt x="2062" y="61992"/>
                    <a:pt x="375" y="60922"/>
                  </a:cubicBezTo>
                  <a:cubicBezTo>
                    <a:pt x="2062" y="59878"/>
                    <a:pt x="3106" y="58085"/>
                    <a:pt x="3186" y="56077"/>
                  </a:cubicBezTo>
                  <a:cubicBezTo>
                    <a:pt x="5166" y="55060"/>
                    <a:pt x="6398" y="53026"/>
                    <a:pt x="6398" y="50778"/>
                  </a:cubicBezTo>
                  <a:cubicBezTo>
                    <a:pt x="6398" y="48556"/>
                    <a:pt x="5166" y="46522"/>
                    <a:pt x="3186" y="45505"/>
                  </a:cubicBezTo>
                  <a:cubicBezTo>
                    <a:pt x="3159" y="43604"/>
                    <a:pt x="2088" y="41731"/>
                    <a:pt x="375" y="40660"/>
                  </a:cubicBezTo>
                  <a:cubicBezTo>
                    <a:pt x="1901" y="39697"/>
                    <a:pt x="3293" y="37877"/>
                    <a:pt x="3186" y="35816"/>
                  </a:cubicBezTo>
                  <a:cubicBezTo>
                    <a:pt x="5166" y="34799"/>
                    <a:pt x="6398" y="32764"/>
                    <a:pt x="6398" y="30516"/>
                  </a:cubicBezTo>
                  <a:cubicBezTo>
                    <a:pt x="6398" y="28268"/>
                    <a:pt x="5166" y="26260"/>
                    <a:pt x="3186" y="25216"/>
                  </a:cubicBezTo>
                  <a:cubicBezTo>
                    <a:pt x="3079" y="23236"/>
                    <a:pt x="2062" y="21442"/>
                    <a:pt x="375" y="20399"/>
                  </a:cubicBezTo>
                  <a:cubicBezTo>
                    <a:pt x="2088" y="19328"/>
                    <a:pt x="3186" y="17454"/>
                    <a:pt x="3186" y="15608"/>
                  </a:cubicBezTo>
                  <a:cubicBezTo>
                    <a:pt x="3186" y="15581"/>
                    <a:pt x="3186" y="15581"/>
                    <a:pt x="3186" y="15554"/>
                  </a:cubicBezTo>
                  <a:cubicBezTo>
                    <a:pt x="5166" y="14510"/>
                    <a:pt x="6398" y="12503"/>
                    <a:pt x="6398" y="10254"/>
                  </a:cubicBezTo>
                  <a:cubicBezTo>
                    <a:pt x="6398" y="8006"/>
                    <a:pt x="5166" y="5999"/>
                    <a:pt x="3186" y="4955"/>
                  </a:cubicBezTo>
                  <a:cubicBezTo>
                    <a:pt x="3186" y="3028"/>
                    <a:pt x="1981" y="1047"/>
                    <a:pt x="215" y="30"/>
                  </a:cubicBezTo>
                  <a:cubicBezTo>
                    <a:pt x="184" y="10"/>
                    <a:pt x="153" y="1"/>
                    <a:pt x="12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815" name="Google Shape;1815;p105"/>
          <p:cNvSpPr/>
          <p:nvPr/>
        </p:nvSpPr>
        <p:spPr>
          <a:xfrm rot="-3415034" flipH="1">
            <a:off x="5349941" y="647072"/>
            <a:ext cx="4814608" cy="4095305"/>
          </a:xfrm>
          <a:custGeom>
            <a:avLst/>
            <a:gdLst/>
            <a:ahLst/>
            <a:cxnLst/>
            <a:rect l="l" t="t" r="r" b="b"/>
            <a:pathLst>
              <a:path w="61178" h="52038" extrusionOk="0">
                <a:moveTo>
                  <a:pt x="4170" y="12043"/>
                </a:moveTo>
                <a:cubicBezTo>
                  <a:pt x="7339" y="7239"/>
                  <a:pt x="14177" y="1"/>
                  <a:pt x="24184" y="5571"/>
                </a:cubicBezTo>
                <a:cubicBezTo>
                  <a:pt x="34191" y="11142"/>
                  <a:pt x="29988" y="17146"/>
                  <a:pt x="34024" y="21249"/>
                </a:cubicBezTo>
                <a:cubicBezTo>
                  <a:pt x="38061" y="25319"/>
                  <a:pt x="43198" y="25586"/>
                  <a:pt x="51103" y="27253"/>
                </a:cubicBezTo>
                <a:cubicBezTo>
                  <a:pt x="58976" y="28921"/>
                  <a:pt x="61177" y="36093"/>
                  <a:pt x="54472" y="41664"/>
                </a:cubicBezTo>
                <a:cubicBezTo>
                  <a:pt x="47801" y="47268"/>
                  <a:pt x="33758" y="52038"/>
                  <a:pt x="26819" y="46467"/>
                </a:cubicBezTo>
                <a:cubicBezTo>
                  <a:pt x="19848" y="40930"/>
                  <a:pt x="11108" y="34826"/>
                  <a:pt x="5537" y="31590"/>
                </a:cubicBezTo>
                <a:cubicBezTo>
                  <a:pt x="0" y="28388"/>
                  <a:pt x="967" y="16879"/>
                  <a:pt x="4170" y="12043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16" name="Google Shape;1816;p105"/>
          <p:cNvSpPr/>
          <p:nvPr/>
        </p:nvSpPr>
        <p:spPr>
          <a:xfrm rot="1379372">
            <a:off x="5149944" y="2281365"/>
            <a:ext cx="1343009" cy="1754062"/>
          </a:xfrm>
          <a:custGeom>
            <a:avLst/>
            <a:gdLst/>
            <a:ahLst/>
            <a:cxnLst/>
            <a:rect l="l" t="t" r="r" b="b"/>
            <a:pathLst>
              <a:path w="17277" h="22564" extrusionOk="0">
                <a:moveTo>
                  <a:pt x="9074" y="0"/>
                </a:moveTo>
                <a:cubicBezTo>
                  <a:pt x="8555" y="0"/>
                  <a:pt x="8010" y="60"/>
                  <a:pt x="7441" y="188"/>
                </a:cubicBezTo>
                <a:cubicBezTo>
                  <a:pt x="2543" y="1285"/>
                  <a:pt x="1" y="6692"/>
                  <a:pt x="54" y="12607"/>
                </a:cubicBezTo>
                <a:cubicBezTo>
                  <a:pt x="134" y="18683"/>
                  <a:pt x="3989" y="22189"/>
                  <a:pt x="8592" y="22564"/>
                </a:cubicBezTo>
                <a:cubicBezTo>
                  <a:pt x="14641" y="22082"/>
                  <a:pt x="16354" y="18388"/>
                  <a:pt x="16836" y="12312"/>
                </a:cubicBezTo>
                <a:cubicBezTo>
                  <a:pt x="17276" y="6737"/>
                  <a:pt x="14567" y="0"/>
                  <a:pt x="9074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17" name="Google Shape;1817;p105"/>
          <p:cNvSpPr/>
          <p:nvPr/>
        </p:nvSpPr>
        <p:spPr>
          <a:xfrm>
            <a:off x="-767475" y="502200"/>
            <a:ext cx="2264661" cy="1997587"/>
          </a:xfrm>
          <a:custGeom>
            <a:avLst/>
            <a:gdLst/>
            <a:ahLst/>
            <a:cxnLst/>
            <a:rect l="l" t="t" r="r" b="b"/>
            <a:pathLst>
              <a:path w="13679" h="12066" extrusionOk="0">
                <a:moveTo>
                  <a:pt x="7541" y="1"/>
                </a:moveTo>
                <a:cubicBezTo>
                  <a:pt x="7109" y="1"/>
                  <a:pt x="6648" y="24"/>
                  <a:pt x="6157" y="68"/>
                </a:cubicBezTo>
                <a:cubicBezTo>
                  <a:pt x="1981" y="443"/>
                  <a:pt x="28" y="3173"/>
                  <a:pt x="1" y="6385"/>
                </a:cubicBezTo>
                <a:cubicBezTo>
                  <a:pt x="598" y="10109"/>
                  <a:pt x="2003" y="12066"/>
                  <a:pt x="5300" y="12066"/>
                </a:cubicBezTo>
                <a:cubicBezTo>
                  <a:pt x="5700" y="12066"/>
                  <a:pt x="6128" y="12037"/>
                  <a:pt x="6585" y="11979"/>
                </a:cubicBezTo>
                <a:cubicBezTo>
                  <a:pt x="10680" y="11470"/>
                  <a:pt x="13678" y="9516"/>
                  <a:pt x="12822" y="4297"/>
                </a:cubicBezTo>
                <a:cubicBezTo>
                  <a:pt x="12326" y="1256"/>
                  <a:pt x="10731" y="1"/>
                  <a:pt x="7541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2">
  <p:cSld name="CUSTOM_4">
    <p:spTree>
      <p:nvGrpSpPr>
        <p:cNvPr id="1" name="Shape 18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19" name="Google Shape;1819;p106"/>
          <p:cNvGrpSpPr/>
          <p:nvPr/>
        </p:nvGrpSpPr>
        <p:grpSpPr>
          <a:xfrm rot="-4412986">
            <a:off x="6233427" y="1978854"/>
            <a:ext cx="2523466" cy="2406919"/>
            <a:chOff x="616550" y="744600"/>
            <a:chExt cx="936200" cy="893025"/>
          </a:xfrm>
        </p:grpSpPr>
        <p:sp>
          <p:nvSpPr>
            <p:cNvPr id="1820" name="Google Shape;1820;p106"/>
            <p:cNvSpPr/>
            <p:nvPr/>
          </p:nvSpPr>
          <p:spPr>
            <a:xfrm>
              <a:off x="616550" y="744600"/>
              <a:ext cx="936200" cy="893025"/>
            </a:xfrm>
            <a:custGeom>
              <a:avLst/>
              <a:gdLst/>
              <a:ahLst/>
              <a:cxnLst/>
              <a:rect l="l" t="t" r="r" b="b"/>
              <a:pathLst>
                <a:path w="37448" h="35721" extrusionOk="0">
                  <a:moveTo>
                    <a:pt x="21003" y="1"/>
                  </a:moveTo>
                  <a:cubicBezTo>
                    <a:pt x="20950" y="1"/>
                    <a:pt x="20897" y="16"/>
                    <a:pt x="20852" y="46"/>
                  </a:cubicBezTo>
                  <a:lnTo>
                    <a:pt x="18177" y="2356"/>
                  </a:lnTo>
                  <a:cubicBezTo>
                    <a:pt x="18177" y="2356"/>
                    <a:pt x="18146" y="2387"/>
                    <a:pt x="18146" y="2387"/>
                  </a:cubicBezTo>
                  <a:lnTo>
                    <a:pt x="91" y="26946"/>
                  </a:lnTo>
                  <a:cubicBezTo>
                    <a:pt x="0" y="27068"/>
                    <a:pt x="61" y="27220"/>
                    <a:pt x="182" y="27281"/>
                  </a:cubicBezTo>
                  <a:lnTo>
                    <a:pt x="2523" y="28436"/>
                  </a:lnTo>
                  <a:lnTo>
                    <a:pt x="15654" y="35700"/>
                  </a:lnTo>
                  <a:cubicBezTo>
                    <a:pt x="15692" y="35713"/>
                    <a:pt x="15735" y="35720"/>
                    <a:pt x="15776" y="35720"/>
                  </a:cubicBezTo>
                  <a:cubicBezTo>
                    <a:pt x="15835" y="35720"/>
                    <a:pt x="15892" y="35705"/>
                    <a:pt x="15927" y="35670"/>
                  </a:cubicBezTo>
                  <a:cubicBezTo>
                    <a:pt x="16657" y="35092"/>
                    <a:pt x="20274" y="32083"/>
                    <a:pt x="25320" y="27433"/>
                  </a:cubicBezTo>
                  <a:cubicBezTo>
                    <a:pt x="30730" y="22417"/>
                    <a:pt x="37204" y="14666"/>
                    <a:pt x="37204" y="14666"/>
                  </a:cubicBezTo>
                  <a:cubicBezTo>
                    <a:pt x="37448" y="14454"/>
                    <a:pt x="37448" y="14089"/>
                    <a:pt x="37204" y="13876"/>
                  </a:cubicBezTo>
                  <a:cubicBezTo>
                    <a:pt x="36779" y="13451"/>
                    <a:pt x="35867" y="12600"/>
                    <a:pt x="34286" y="11171"/>
                  </a:cubicBezTo>
                  <a:cubicBezTo>
                    <a:pt x="31824" y="9013"/>
                    <a:pt x="22493" y="1171"/>
                    <a:pt x="21155" y="46"/>
                  </a:cubicBezTo>
                  <a:cubicBezTo>
                    <a:pt x="21110" y="16"/>
                    <a:pt x="21057" y="1"/>
                    <a:pt x="2100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1" name="Google Shape;1821;p106"/>
            <p:cNvSpPr/>
            <p:nvPr/>
          </p:nvSpPr>
          <p:spPr>
            <a:xfrm>
              <a:off x="1118825" y="951075"/>
              <a:ext cx="191525" cy="163425"/>
            </a:xfrm>
            <a:custGeom>
              <a:avLst/>
              <a:gdLst/>
              <a:ahLst/>
              <a:cxnLst/>
              <a:rect l="l" t="t" r="r" b="b"/>
              <a:pathLst>
                <a:path w="7661" h="6537" extrusionOk="0">
                  <a:moveTo>
                    <a:pt x="426" y="0"/>
                  </a:moveTo>
                  <a:cubicBezTo>
                    <a:pt x="317" y="0"/>
                    <a:pt x="206" y="46"/>
                    <a:pt x="122" y="146"/>
                  </a:cubicBezTo>
                  <a:cubicBezTo>
                    <a:pt x="1" y="298"/>
                    <a:pt x="31" y="541"/>
                    <a:pt x="183" y="663"/>
                  </a:cubicBezTo>
                  <a:lnTo>
                    <a:pt x="6992" y="6468"/>
                  </a:lnTo>
                  <a:cubicBezTo>
                    <a:pt x="7052" y="6499"/>
                    <a:pt x="7144" y="6529"/>
                    <a:pt x="7235" y="6529"/>
                  </a:cubicBezTo>
                  <a:cubicBezTo>
                    <a:pt x="7251" y="6534"/>
                    <a:pt x="7268" y="6537"/>
                    <a:pt x="7286" y="6537"/>
                  </a:cubicBezTo>
                  <a:cubicBezTo>
                    <a:pt x="7368" y="6537"/>
                    <a:pt x="7464" y="6483"/>
                    <a:pt x="7539" y="6407"/>
                  </a:cubicBezTo>
                  <a:cubicBezTo>
                    <a:pt x="7660" y="6255"/>
                    <a:pt x="7630" y="6012"/>
                    <a:pt x="7478" y="5860"/>
                  </a:cubicBezTo>
                  <a:lnTo>
                    <a:pt x="669" y="85"/>
                  </a:lnTo>
                  <a:cubicBezTo>
                    <a:pt x="601" y="31"/>
                    <a:pt x="514" y="0"/>
                    <a:pt x="42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2" name="Google Shape;1822;p106"/>
            <p:cNvSpPr/>
            <p:nvPr/>
          </p:nvSpPr>
          <p:spPr>
            <a:xfrm>
              <a:off x="1078550" y="994400"/>
              <a:ext cx="190750" cy="164750"/>
            </a:xfrm>
            <a:custGeom>
              <a:avLst/>
              <a:gdLst/>
              <a:ahLst/>
              <a:cxnLst/>
              <a:rect l="l" t="t" r="r" b="b"/>
              <a:pathLst>
                <a:path w="7630" h="6590" extrusionOk="0">
                  <a:moveTo>
                    <a:pt x="413" y="0"/>
                  </a:moveTo>
                  <a:cubicBezTo>
                    <a:pt x="308" y="0"/>
                    <a:pt x="206" y="45"/>
                    <a:pt x="122" y="146"/>
                  </a:cubicBezTo>
                  <a:cubicBezTo>
                    <a:pt x="1" y="298"/>
                    <a:pt x="1" y="541"/>
                    <a:pt x="153" y="662"/>
                  </a:cubicBezTo>
                  <a:lnTo>
                    <a:pt x="6931" y="6498"/>
                  </a:lnTo>
                  <a:cubicBezTo>
                    <a:pt x="7022" y="6559"/>
                    <a:pt x="7113" y="6589"/>
                    <a:pt x="7174" y="6589"/>
                  </a:cubicBezTo>
                  <a:cubicBezTo>
                    <a:pt x="7296" y="6589"/>
                    <a:pt x="7417" y="6529"/>
                    <a:pt x="7478" y="6437"/>
                  </a:cubicBezTo>
                  <a:cubicBezTo>
                    <a:pt x="7630" y="6285"/>
                    <a:pt x="7600" y="6042"/>
                    <a:pt x="7448" y="5921"/>
                  </a:cubicBezTo>
                  <a:lnTo>
                    <a:pt x="669" y="85"/>
                  </a:lnTo>
                  <a:cubicBezTo>
                    <a:pt x="587" y="30"/>
                    <a:pt x="499" y="0"/>
                    <a:pt x="41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3" name="Google Shape;1823;p106"/>
            <p:cNvSpPr/>
            <p:nvPr/>
          </p:nvSpPr>
          <p:spPr>
            <a:xfrm>
              <a:off x="1041325" y="1033375"/>
              <a:ext cx="196075" cy="159975"/>
            </a:xfrm>
            <a:custGeom>
              <a:avLst/>
              <a:gdLst/>
              <a:ahLst/>
              <a:cxnLst/>
              <a:rect l="l" t="t" r="r" b="b"/>
              <a:pathLst>
                <a:path w="7843" h="6399" extrusionOk="0">
                  <a:moveTo>
                    <a:pt x="446" y="1"/>
                  </a:moveTo>
                  <a:cubicBezTo>
                    <a:pt x="335" y="1"/>
                    <a:pt x="223" y="48"/>
                    <a:pt x="152" y="137"/>
                  </a:cubicBezTo>
                  <a:cubicBezTo>
                    <a:pt x="0" y="319"/>
                    <a:pt x="31" y="532"/>
                    <a:pt x="213" y="684"/>
                  </a:cubicBezTo>
                  <a:lnTo>
                    <a:pt x="7174" y="6307"/>
                  </a:lnTo>
                  <a:cubicBezTo>
                    <a:pt x="7234" y="6368"/>
                    <a:pt x="7326" y="6398"/>
                    <a:pt x="7386" y="6398"/>
                  </a:cubicBezTo>
                  <a:cubicBezTo>
                    <a:pt x="7508" y="6398"/>
                    <a:pt x="7630" y="6337"/>
                    <a:pt x="7690" y="6246"/>
                  </a:cubicBezTo>
                  <a:cubicBezTo>
                    <a:pt x="7842" y="6094"/>
                    <a:pt x="7812" y="5851"/>
                    <a:pt x="7630" y="5729"/>
                  </a:cubicBezTo>
                  <a:lnTo>
                    <a:pt x="669" y="76"/>
                  </a:lnTo>
                  <a:cubicBezTo>
                    <a:pt x="606" y="25"/>
                    <a:pt x="526" y="1"/>
                    <a:pt x="44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4" name="Google Shape;1824;p106"/>
            <p:cNvSpPr/>
            <p:nvPr/>
          </p:nvSpPr>
          <p:spPr>
            <a:xfrm>
              <a:off x="1007125" y="1070750"/>
              <a:ext cx="186950" cy="159825"/>
            </a:xfrm>
            <a:custGeom>
              <a:avLst/>
              <a:gdLst/>
              <a:ahLst/>
              <a:cxnLst/>
              <a:rect l="l" t="t" r="r" b="b"/>
              <a:pathLst>
                <a:path w="7478" h="6393" extrusionOk="0">
                  <a:moveTo>
                    <a:pt x="413" y="1"/>
                  </a:moveTo>
                  <a:cubicBezTo>
                    <a:pt x="307" y="1"/>
                    <a:pt x="206" y="48"/>
                    <a:pt x="122" y="131"/>
                  </a:cubicBezTo>
                  <a:cubicBezTo>
                    <a:pt x="0" y="283"/>
                    <a:pt x="0" y="526"/>
                    <a:pt x="183" y="678"/>
                  </a:cubicBezTo>
                  <a:lnTo>
                    <a:pt x="6809" y="6301"/>
                  </a:lnTo>
                  <a:cubicBezTo>
                    <a:pt x="6870" y="6362"/>
                    <a:pt x="6961" y="6393"/>
                    <a:pt x="7022" y="6393"/>
                  </a:cubicBezTo>
                  <a:cubicBezTo>
                    <a:pt x="7143" y="6393"/>
                    <a:pt x="7265" y="6362"/>
                    <a:pt x="7326" y="6271"/>
                  </a:cubicBezTo>
                  <a:cubicBezTo>
                    <a:pt x="7478" y="6119"/>
                    <a:pt x="7447" y="5876"/>
                    <a:pt x="7295" y="5724"/>
                  </a:cubicBezTo>
                  <a:lnTo>
                    <a:pt x="669" y="101"/>
                  </a:lnTo>
                  <a:cubicBezTo>
                    <a:pt x="587" y="32"/>
                    <a:pt x="499" y="1"/>
                    <a:pt x="41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825" name="Google Shape;1825;p106"/>
          <p:cNvGrpSpPr/>
          <p:nvPr/>
        </p:nvGrpSpPr>
        <p:grpSpPr>
          <a:xfrm>
            <a:off x="1326404" y="500540"/>
            <a:ext cx="1830972" cy="1822411"/>
            <a:chOff x="2414491" y="671177"/>
            <a:chExt cx="1830972" cy="1822411"/>
          </a:xfrm>
        </p:grpSpPr>
        <p:sp>
          <p:nvSpPr>
            <p:cNvPr id="1826" name="Google Shape;1826;p106"/>
            <p:cNvSpPr/>
            <p:nvPr/>
          </p:nvSpPr>
          <p:spPr>
            <a:xfrm>
              <a:off x="2414491" y="671177"/>
              <a:ext cx="1830972" cy="1822391"/>
            </a:xfrm>
            <a:custGeom>
              <a:avLst/>
              <a:gdLst/>
              <a:ahLst/>
              <a:cxnLst/>
              <a:rect l="l" t="t" r="r" b="b"/>
              <a:pathLst>
                <a:path w="45663" h="45449" extrusionOk="0">
                  <a:moveTo>
                    <a:pt x="10947" y="4979"/>
                  </a:moveTo>
                  <a:lnTo>
                    <a:pt x="15605" y="7656"/>
                  </a:lnTo>
                  <a:lnTo>
                    <a:pt x="15605" y="13062"/>
                  </a:lnTo>
                  <a:lnTo>
                    <a:pt x="10947" y="15766"/>
                  </a:lnTo>
                  <a:lnTo>
                    <a:pt x="6263" y="13062"/>
                  </a:lnTo>
                  <a:lnTo>
                    <a:pt x="6263" y="7656"/>
                  </a:lnTo>
                  <a:lnTo>
                    <a:pt x="10947" y="4979"/>
                  </a:lnTo>
                  <a:close/>
                  <a:moveTo>
                    <a:pt x="20449" y="4979"/>
                  </a:moveTo>
                  <a:lnTo>
                    <a:pt x="25133" y="7656"/>
                  </a:lnTo>
                  <a:lnTo>
                    <a:pt x="25133" y="13062"/>
                  </a:lnTo>
                  <a:lnTo>
                    <a:pt x="20449" y="15766"/>
                  </a:lnTo>
                  <a:lnTo>
                    <a:pt x="15792" y="13062"/>
                  </a:lnTo>
                  <a:lnTo>
                    <a:pt x="15792" y="7656"/>
                  </a:lnTo>
                  <a:lnTo>
                    <a:pt x="20449" y="4979"/>
                  </a:lnTo>
                  <a:close/>
                  <a:moveTo>
                    <a:pt x="29978" y="4979"/>
                  </a:moveTo>
                  <a:lnTo>
                    <a:pt x="34635" y="7656"/>
                  </a:lnTo>
                  <a:lnTo>
                    <a:pt x="34635" y="13062"/>
                  </a:lnTo>
                  <a:lnTo>
                    <a:pt x="29978" y="15766"/>
                  </a:lnTo>
                  <a:lnTo>
                    <a:pt x="25294" y="13062"/>
                  </a:lnTo>
                  <a:lnTo>
                    <a:pt x="25294" y="7656"/>
                  </a:lnTo>
                  <a:lnTo>
                    <a:pt x="29978" y="4979"/>
                  </a:lnTo>
                  <a:close/>
                  <a:moveTo>
                    <a:pt x="6183" y="13196"/>
                  </a:moveTo>
                  <a:lnTo>
                    <a:pt x="10867" y="15899"/>
                  </a:lnTo>
                  <a:lnTo>
                    <a:pt x="10867" y="21306"/>
                  </a:lnTo>
                  <a:lnTo>
                    <a:pt x="6183" y="23983"/>
                  </a:lnTo>
                  <a:lnTo>
                    <a:pt x="1526" y="21306"/>
                  </a:lnTo>
                  <a:lnTo>
                    <a:pt x="1526" y="15899"/>
                  </a:lnTo>
                  <a:lnTo>
                    <a:pt x="6183" y="13196"/>
                  </a:lnTo>
                  <a:close/>
                  <a:moveTo>
                    <a:pt x="15712" y="13196"/>
                  </a:moveTo>
                  <a:lnTo>
                    <a:pt x="20369" y="15899"/>
                  </a:lnTo>
                  <a:lnTo>
                    <a:pt x="20369" y="21306"/>
                  </a:lnTo>
                  <a:lnTo>
                    <a:pt x="15712" y="23983"/>
                  </a:lnTo>
                  <a:lnTo>
                    <a:pt x="11028" y="21306"/>
                  </a:lnTo>
                  <a:lnTo>
                    <a:pt x="11028" y="15899"/>
                  </a:lnTo>
                  <a:lnTo>
                    <a:pt x="15712" y="13196"/>
                  </a:lnTo>
                  <a:close/>
                  <a:moveTo>
                    <a:pt x="25213" y="13196"/>
                  </a:moveTo>
                  <a:lnTo>
                    <a:pt x="29871" y="15899"/>
                  </a:lnTo>
                  <a:lnTo>
                    <a:pt x="29871" y="21306"/>
                  </a:lnTo>
                  <a:lnTo>
                    <a:pt x="25213" y="23983"/>
                  </a:lnTo>
                  <a:lnTo>
                    <a:pt x="20529" y="21306"/>
                  </a:lnTo>
                  <a:lnTo>
                    <a:pt x="20529" y="15899"/>
                  </a:lnTo>
                  <a:lnTo>
                    <a:pt x="25213" y="13196"/>
                  </a:lnTo>
                  <a:close/>
                  <a:moveTo>
                    <a:pt x="34715" y="13196"/>
                  </a:moveTo>
                  <a:lnTo>
                    <a:pt x="39399" y="15899"/>
                  </a:lnTo>
                  <a:lnTo>
                    <a:pt x="39399" y="21306"/>
                  </a:lnTo>
                  <a:lnTo>
                    <a:pt x="34715" y="23983"/>
                  </a:lnTo>
                  <a:lnTo>
                    <a:pt x="30058" y="21306"/>
                  </a:lnTo>
                  <a:lnTo>
                    <a:pt x="30058" y="15899"/>
                  </a:lnTo>
                  <a:lnTo>
                    <a:pt x="34715" y="13196"/>
                  </a:lnTo>
                  <a:close/>
                  <a:moveTo>
                    <a:pt x="10947" y="21440"/>
                  </a:moveTo>
                  <a:lnTo>
                    <a:pt x="15605" y="24143"/>
                  </a:lnTo>
                  <a:lnTo>
                    <a:pt x="15605" y="29523"/>
                  </a:lnTo>
                  <a:lnTo>
                    <a:pt x="10947" y="32226"/>
                  </a:lnTo>
                  <a:lnTo>
                    <a:pt x="6263" y="29523"/>
                  </a:lnTo>
                  <a:lnTo>
                    <a:pt x="6263" y="24143"/>
                  </a:lnTo>
                  <a:lnTo>
                    <a:pt x="10947" y="21440"/>
                  </a:lnTo>
                  <a:close/>
                  <a:moveTo>
                    <a:pt x="20449" y="21440"/>
                  </a:moveTo>
                  <a:lnTo>
                    <a:pt x="25133" y="24143"/>
                  </a:lnTo>
                  <a:lnTo>
                    <a:pt x="25133" y="29523"/>
                  </a:lnTo>
                  <a:lnTo>
                    <a:pt x="20449" y="32226"/>
                  </a:lnTo>
                  <a:lnTo>
                    <a:pt x="15792" y="29523"/>
                  </a:lnTo>
                  <a:lnTo>
                    <a:pt x="15792" y="24143"/>
                  </a:lnTo>
                  <a:lnTo>
                    <a:pt x="20449" y="21440"/>
                  </a:lnTo>
                  <a:close/>
                  <a:moveTo>
                    <a:pt x="29978" y="21440"/>
                  </a:moveTo>
                  <a:lnTo>
                    <a:pt x="34635" y="24143"/>
                  </a:lnTo>
                  <a:lnTo>
                    <a:pt x="34635" y="29523"/>
                  </a:lnTo>
                  <a:lnTo>
                    <a:pt x="29978" y="32226"/>
                  </a:lnTo>
                  <a:lnTo>
                    <a:pt x="25294" y="29523"/>
                  </a:lnTo>
                  <a:lnTo>
                    <a:pt x="25294" y="24143"/>
                  </a:lnTo>
                  <a:lnTo>
                    <a:pt x="29978" y="21440"/>
                  </a:lnTo>
                  <a:close/>
                  <a:moveTo>
                    <a:pt x="39480" y="21440"/>
                  </a:moveTo>
                  <a:lnTo>
                    <a:pt x="44137" y="24143"/>
                  </a:lnTo>
                  <a:lnTo>
                    <a:pt x="44137" y="29523"/>
                  </a:lnTo>
                  <a:lnTo>
                    <a:pt x="39480" y="32226"/>
                  </a:lnTo>
                  <a:lnTo>
                    <a:pt x="34796" y="29523"/>
                  </a:lnTo>
                  <a:lnTo>
                    <a:pt x="34796" y="24143"/>
                  </a:lnTo>
                  <a:lnTo>
                    <a:pt x="39480" y="21440"/>
                  </a:lnTo>
                  <a:close/>
                  <a:moveTo>
                    <a:pt x="15712" y="29684"/>
                  </a:moveTo>
                  <a:lnTo>
                    <a:pt x="20369" y="32387"/>
                  </a:lnTo>
                  <a:lnTo>
                    <a:pt x="20369" y="37767"/>
                  </a:lnTo>
                  <a:lnTo>
                    <a:pt x="15712" y="40470"/>
                  </a:lnTo>
                  <a:lnTo>
                    <a:pt x="11028" y="37767"/>
                  </a:lnTo>
                  <a:lnTo>
                    <a:pt x="11028" y="32387"/>
                  </a:lnTo>
                  <a:lnTo>
                    <a:pt x="15712" y="29684"/>
                  </a:lnTo>
                  <a:close/>
                  <a:moveTo>
                    <a:pt x="25213" y="29684"/>
                  </a:moveTo>
                  <a:lnTo>
                    <a:pt x="29871" y="32387"/>
                  </a:lnTo>
                  <a:lnTo>
                    <a:pt x="29871" y="37767"/>
                  </a:lnTo>
                  <a:lnTo>
                    <a:pt x="25213" y="40470"/>
                  </a:lnTo>
                  <a:lnTo>
                    <a:pt x="20529" y="37767"/>
                  </a:lnTo>
                  <a:lnTo>
                    <a:pt x="20529" y="32387"/>
                  </a:lnTo>
                  <a:lnTo>
                    <a:pt x="25213" y="29684"/>
                  </a:lnTo>
                  <a:close/>
                  <a:moveTo>
                    <a:pt x="34715" y="29684"/>
                  </a:moveTo>
                  <a:lnTo>
                    <a:pt x="39399" y="32387"/>
                  </a:lnTo>
                  <a:lnTo>
                    <a:pt x="39399" y="37767"/>
                  </a:lnTo>
                  <a:lnTo>
                    <a:pt x="34715" y="40470"/>
                  </a:lnTo>
                  <a:lnTo>
                    <a:pt x="30058" y="37767"/>
                  </a:lnTo>
                  <a:lnTo>
                    <a:pt x="30058" y="32387"/>
                  </a:lnTo>
                  <a:lnTo>
                    <a:pt x="34715" y="29684"/>
                  </a:lnTo>
                  <a:close/>
                  <a:moveTo>
                    <a:pt x="20369" y="1"/>
                  </a:moveTo>
                  <a:lnTo>
                    <a:pt x="20369" y="4818"/>
                  </a:lnTo>
                  <a:lnTo>
                    <a:pt x="15712" y="7522"/>
                  </a:lnTo>
                  <a:lnTo>
                    <a:pt x="11028" y="4818"/>
                  </a:lnTo>
                  <a:lnTo>
                    <a:pt x="11028" y="3159"/>
                  </a:lnTo>
                  <a:cubicBezTo>
                    <a:pt x="10974" y="3186"/>
                    <a:pt x="10921" y="3239"/>
                    <a:pt x="10867" y="3266"/>
                  </a:cubicBezTo>
                  <a:lnTo>
                    <a:pt x="10867" y="4818"/>
                  </a:lnTo>
                  <a:lnTo>
                    <a:pt x="6183" y="7522"/>
                  </a:lnTo>
                  <a:lnTo>
                    <a:pt x="5915" y="7361"/>
                  </a:lnTo>
                  <a:cubicBezTo>
                    <a:pt x="5889" y="7415"/>
                    <a:pt x="5835" y="7442"/>
                    <a:pt x="5808" y="7495"/>
                  </a:cubicBezTo>
                  <a:lnTo>
                    <a:pt x="6103" y="7656"/>
                  </a:lnTo>
                  <a:lnTo>
                    <a:pt x="6103" y="13062"/>
                  </a:lnTo>
                  <a:lnTo>
                    <a:pt x="1419" y="15766"/>
                  </a:lnTo>
                  <a:lnTo>
                    <a:pt x="1124" y="15578"/>
                  </a:lnTo>
                  <a:cubicBezTo>
                    <a:pt x="1124" y="15632"/>
                    <a:pt x="1098" y="15685"/>
                    <a:pt x="1071" y="15739"/>
                  </a:cubicBezTo>
                  <a:lnTo>
                    <a:pt x="1338" y="15899"/>
                  </a:lnTo>
                  <a:lnTo>
                    <a:pt x="1338" y="21306"/>
                  </a:lnTo>
                  <a:lnTo>
                    <a:pt x="0" y="22082"/>
                  </a:lnTo>
                  <a:cubicBezTo>
                    <a:pt x="0" y="22136"/>
                    <a:pt x="0" y="22216"/>
                    <a:pt x="0" y="22270"/>
                  </a:cubicBezTo>
                  <a:lnTo>
                    <a:pt x="1419" y="21440"/>
                  </a:lnTo>
                  <a:lnTo>
                    <a:pt x="6103" y="24143"/>
                  </a:lnTo>
                  <a:lnTo>
                    <a:pt x="6103" y="29523"/>
                  </a:lnTo>
                  <a:lnTo>
                    <a:pt x="1927" y="31932"/>
                  </a:lnTo>
                  <a:cubicBezTo>
                    <a:pt x="1954" y="31986"/>
                    <a:pt x="1981" y="32039"/>
                    <a:pt x="2008" y="32093"/>
                  </a:cubicBezTo>
                  <a:lnTo>
                    <a:pt x="6183" y="29684"/>
                  </a:lnTo>
                  <a:lnTo>
                    <a:pt x="10867" y="32387"/>
                  </a:lnTo>
                  <a:lnTo>
                    <a:pt x="10867" y="37767"/>
                  </a:lnTo>
                  <a:lnTo>
                    <a:pt x="7548" y="39694"/>
                  </a:lnTo>
                  <a:cubicBezTo>
                    <a:pt x="7575" y="39721"/>
                    <a:pt x="7628" y="39774"/>
                    <a:pt x="7682" y="39801"/>
                  </a:cubicBezTo>
                  <a:lnTo>
                    <a:pt x="10947" y="37928"/>
                  </a:lnTo>
                  <a:lnTo>
                    <a:pt x="15605" y="40631"/>
                  </a:lnTo>
                  <a:lnTo>
                    <a:pt x="15605" y="44405"/>
                  </a:lnTo>
                  <a:cubicBezTo>
                    <a:pt x="15658" y="44405"/>
                    <a:pt x="15738" y="44432"/>
                    <a:pt x="15792" y="44458"/>
                  </a:cubicBezTo>
                  <a:lnTo>
                    <a:pt x="15792" y="40631"/>
                  </a:lnTo>
                  <a:lnTo>
                    <a:pt x="20449" y="37928"/>
                  </a:lnTo>
                  <a:lnTo>
                    <a:pt x="25133" y="40631"/>
                  </a:lnTo>
                  <a:lnTo>
                    <a:pt x="25133" y="45449"/>
                  </a:lnTo>
                  <a:cubicBezTo>
                    <a:pt x="25187" y="45449"/>
                    <a:pt x="25240" y="45449"/>
                    <a:pt x="25294" y="45422"/>
                  </a:cubicBezTo>
                  <a:lnTo>
                    <a:pt x="25294" y="40631"/>
                  </a:lnTo>
                  <a:lnTo>
                    <a:pt x="29978" y="37928"/>
                  </a:lnTo>
                  <a:lnTo>
                    <a:pt x="34635" y="40631"/>
                  </a:lnTo>
                  <a:lnTo>
                    <a:pt x="34635" y="42290"/>
                  </a:lnTo>
                  <a:cubicBezTo>
                    <a:pt x="34688" y="42237"/>
                    <a:pt x="34742" y="42210"/>
                    <a:pt x="34796" y="42183"/>
                  </a:cubicBezTo>
                  <a:lnTo>
                    <a:pt x="34796" y="40631"/>
                  </a:lnTo>
                  <a:lnTo>
                    <a:pt x="39480" y="37928"/>
                  </a:lnTo>
                  <a:lnTo>
                    <a:pt x="39747" y="38088"/>
                  </a:lnTo>
                  <a:cubicBezTo>
                    <a:pt x="39774" y="38035"/>
                    <a:pt x="39827" y="37981"/>
                    <a:pt x="39854" y="37954"/>
                  </a:cubicBezTo>
                  <a:lnTo>
                    <a:pt x="39560" y="37767"/>
                  </a:lnTo>
                  <a:lnTo>
                    <a:pt x="39560" y="32387"/>
                  </a:lnTo>
                  <a:lnTo>
                    <a:pt x="44244" y="29684"/>
                  </a:lnTo>
                  <a:lnTo>
                    <a:pt x="44538" y="29871"/>
                  </a:lnTo>
                  <a:cubicBezTo>
                    <a:pt x="44565" y="29791"/>
                    <a:pt x="44565" y="29737"/>
                    <a:pt x="44592" y="29684"/>
                  </a:cubicBezTo>
                  <a:lnTo>
                    <a:pt x="44324" y="29523"/>
                  </a:lnTo>
                  <a:lnTo>
                    <a:pt x="44324" y="24143"/>
                  </a:lnTo>
                  <a:lnTo>
                    <a:pt x="45662" y="23367"/>
                  </a:lnTo>
                  <a:cubicBezTo>
                    <a:pt x="45662" y="23314"/>
                    <a:pt x="45662" y="23233"/>
                    <a:pt x="45662" y="23153"/>
                  </a:cubicBezTo>
                  <a:lnTo>
                    <a:pt x="44244" y="23983"/>
                  </a:lnTo>
                  <a:lnTo>
                    <a:pt x="39560" y="21306"/>
                  </a:lnTo>
                  <a:lnTo>
                    <a:pt x="39560" y="15899"/>
                  </a:lnTo>
                  <a:lnTo>
                    <a:pt x="43735" y="13491"/>
                  </a:lnTo>
                  <a:cubicBezTo>
                    <a:pt x="43709" y="13437"/>
                    <a:pt x="43682" y="13383"/>
                    <a:pt x="43655" y="13330"/>
                  </a:cubicBezTo>
                  <a:lnTo>
                    <a:pt x="39480" y="15766"/>
                  </a:lnTo>
                  <a:lnTo>
                    <a:pt x="34796" y="13062"/>
                  </a:lnTo>
                  <a:lnTo>
                    <a:pt x="34796" y="7656"/>
                  </a:lnTo>
                  <a:lnTo>
                    <a:pt x="38114" y="5755"/>
                  </a:lnTo>
                  <a:cubicBezTo>
                    <a:pt x="38088" y="5702"/>
                    <a:pt x="38034" y="5675"/>
                    <a:pt x="37981" y="5621"/>
                  </a:cubicBezTo>
                  <a:lnTo>
                    <a:pt x="34715" y="7522"/>
                  </a:lnTo>
                  <a:lnTo>
                    <a:pt x="30058" y="4818"/>
                  </a:lnTo>
                  <a:lnTo>
                    <a:pt x="30058" y="1045"/>
                  </a:lnTo>
                  <a:cubicBezTo>
                    <a:pt x="30004" y="1018"/>
                    <a:pt x="29951" y="1018"/>
                    <a:pt x="29871" y="991"/>
                  </a:cubicBezTo>
                  <a:lnTo>
                    <a:pt x="29871" y="4818"/>
                  </a:lnTo>
                  <a:lnTo>
                    <a:pt x="25213" y="7522"/>
                  </a:lnTo>
                  <a:lnTo>
                    <a:pt x="20529" y="4818"/>
                  </a:lnTo>
                  <a:lnTo>
                    <a:pt x="2052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7" name="Google Shape;1827;p106"/>
            <p:cNvSpPr/>
            <p:nvPr/>
          </p:nvSpPr>
          <p:spPr>
            <a:xfrm>
              <a:off x="2796545" y="833253"/>
              <a:ext cx="9704" cy="7538"/>
            </a:xfrm>
            <a:custGeom>
              <a:avLst/>
              <a:gdLst/>
              <a:ahLst/>
              <a:cxnLst/>
              <a:rect l="l" t="t" r="r" b="b"/>
              <a:pathLst>
                <a:path w="242" h="188" extrusionOk="0">
                  <a:moveTo>
                    <a:pt x="161" y="0"/>
                  </a:moveTo>
                  <a:cubicBezTo>
                    <a:pt x="108" y="27"/>
                    <a:pt x="54" y="81"/>
                    <a:pt x="1" y="107"/>
                  </a:cubicBezTo>
                  <a:lnTo>
                    <a:pt x="161" y="188"/>
                  </a:lnTo>
                  <a:lnTo>
                    <a:pt x="242" y="54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8" name="Google Shape;1828;p106"/>
            <p:cNvSpPr/>
            <p:nvPr/>
          </p:nvSpPr>
          <p:spPr>
            <a:xfrm>
              <a:off x="2899597" y="677633"/>
              <a:ext cx="287659" cy="242590"/>
            </a:xfrm>
            <a:custGeom>
              <a:avLst/>
              <a:gdLst/>
              <a:ahLst/>
              <a:cxnLst/>
              <a:rect l="l" t="t" r="r" b="b"/>
              <a:pathLst>
                <a:path w="7174" h="6050" extrusionOk="0">
                  <a:moveTo>
                    <a:pt x="7173" y="0"/>
                  </a:moveTo>
                  <a:lnTo>
                    <a:pt x="7173" y="0"/>
                  </a:lnTo>
                  <a:cubicBezTo>
                    <a:pt x="7013" y="27"/>
                    <a:pt x="6852" y="54"/>
                    <a:pt x="6692" y="81"/>
                  </a:cubicBezTo>
                  <a:lnTo>
                    <a:pt x="3667" y="1794"/>
                  </a:lnTo>
                  <a:lnTo>
                    <a:pt x="3667" y="830"/>
                  </a:lnTo>
                  <a:cubicBezTo>
                    <a:pt x="3614" y="857"/>
                    <a:pt x="3560" y="857"/>
                    <a:pt x="3507" y="884"/>
                  </a:cubicBezTo>
                  <a:lnTo>
                    <a:pt x="3507" y="1794"/>
                  </a:lnTo>
                  <a:lnTo>
                    <a:pt x="2516" y="1231"/>
                  </a:lnTo>
                  <a:cubicBezTo>
                    <a:pt x="2463" y="1258"/>
                    <a:pt x="2382" y="1285"/>
                    <a:pt x="2329" y="1312"/>
                  </a:cubicBezTo>
                  <a:lnTo>
                    <a:pt x="3426" y="1954"/>
                  </a:lnTo>
                  <a:lnTo>
                    <a:pt x="0" y="3935"/>
                  </a:lnTo>
                  <a:lnTo>
                    <a:pt x="81" y="4069"/>
                  </a:lnTo>
                  <a:lnTo>
                    <a:pt x="3507" y="2115"/>
                  </a:lnTo>
                  <a:lnTo>
                    <a:pt x="3507" y="6049"/>
                  </a:lnTo>
                  <a:lnTo>
                    <a:pt x="3667" y="6049"/>
                  </a:lnTo>
                  <a:lnTo>
                    <a:pt x="3667" y="2115"/>
                  </a:lnTo>
                  <a:lnTo>
                    <a:pt x="7093" y="4069"/>
                  </a:lnTo>
                  <a:lnTo>
                    <a:pt x="7173" y="3935"/>
                  </a:lnTo>
                  <a:lnTo>
                    <a:pt x="3774" y="1954"/>
                  </a:lnTo>
                  <a:lnTo>
                    <a:pt x="717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9" name="Google Shape;1829;p106"/>
            <p:cNvSpPr/>
            <p:nvPr/>
          </p:nvSpPr>
          <p:spPr>
            <a:xfrm>
              <a:off x="3280608" y="671177"/>
              <a:ext cx="288742" cy="249046"/>
            </a:xfrm>
            <a:custGeom>
              <a:avLst/>
              <a:gdLst/>
              <a:ahLst/>
              <a:cxnLst/>
              <a:rect l="l" t="t" r="r" b="b"/>
              <a:pathLst>
                <a:path w="7201" h="6211" extrusionOk="0">
                  <a:moveTo>
                    <a:pt x="107" y="1"/>
                  </a:moveTo>
                  <a:lnTo>
                    <a:pt x="0" y="134"/>
                  </a:lnTo>
                  <a:lnTo>
                    <a:pt x="3426" y="2115"/>
                  </a:lnTo>
                  <a:lnTo>
                    <a:pt x="0" y="4096"/>
                  </a:lnTo>
                  <a:lnTo>
                    <a:pt x="107" y="4230"/>
                  </a:lnTo>
                  <a:lnTo>
                    <a:pt x="3506" y="2276"/>
                  </a:lnTo>
                  <a:lnTo>
                    <a:pt x="3506" y="6210"/>
                  </a:lnTo>
                  <a:lnTo>
                    <a:pt x="3694" y="6210"/>
                  </a:lnTo>
                  <a:lnTo>
                    <a:pt x="3694" y="2276"/>
                  </a:lnTo>
                  <a:lnTo>
                    <a:pt x="7093" y="4230"/>
                  </a:lnTo>
                  <a:lnTo>
                    <a:pt x="7200" y="4096"/>
                  </a:lnTo>
                  <a:lnTo>
                    <a:pt x="3774" y="2115"/>
                  </a:lnTo>
                  <a:lnTo>
                    <a:pt x="6558" y="509"/>
                  </a:lnTo>
                  <a:cubicBezTo>
                    <a:pt x="6477" y="482"/>
                    <a:pt x="6397" y="456"/>
                    <a:pt x="6317" y="456"/>
                  </a:cubicBezTo>
                  <a:lnTo>
                    <a:pt x="3694" y="1955"/>
                  </a:lnTo>
                  <a:lnTo>
                    <a:pt x="3694" y="1"/>
                  </a:lnTo>
                  <a:lnTo>
                    <a:pt x="3506" y="1"/>
                  </a:lnTo>
                  <a:lnTo>
                    <a:pt x="3506" y="1955"/>
                  </a:lnTo>
                  <a:lnTo>
                    <a:pt x="10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0" name="Google Shape;1830;p106"/>
            <p:cNvSpPr/>
            <p:nvPr/>
          </p:nvSpPr>
          <p:spPr>
            <a:xfrm>
              <a:off x="3662662" y="776354"/>
              <a:ext cx="109506" cy="64437"/>
            </a:xfrm>
            <a:custGeom>
              <a:avLst/>
              <a:gdLst/>
              <a:ahLst/>
              <a:cxnLst/>
              <a:rect l="l" t="t" r="r" b="b"/>
              <a:pathLst>
                <a:path w="2731" h="1607" extrusionOk="0">
                  <a:moveTo>
                    <a:pt x="2543" y="1"/>
                  </a:moveTo>
                  <a:lnTo>
                    <a:pt x="1" y="1473"/>
                  </a:lnTo>
                  <a:lnTo>
                    <a:pt x="81" y="1607"/>
                  </a:lnTo>
                  <a:lnTo>
                    <a:pt x="2731" y="81"/>
                  </a:lnTo>
                  <a:cubicBezTo>
                    <a:pt x="2677" y="54"/>
                    <a:pt x="2597" y="27"/>
                    <a:pt x="254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1" name="Google Shape;1831;p106"/>
            <p:cNvSpPr/>
            <p:nvPr/>
          </p:nvSpPr>
          <p:spPr>
            <a:xfrm>
              <a:off x="3803246" y="797847"/>
              <a:ext cx="6496" cy="122378"/>
            </a:xfrm>
            <a:custGeom>
              <a:avLst/>
              <a:gdLst/>
              <a:ahLst/>
              <a:cxnLst/>
              <a:rect l="l" t="t" r="r" b="b"/>
              <a:pathLst>
                <a:path w="162" h="3052" extrusionOk="0">
                  <a:moveTo>
                    <a:pt x="1" y="0"/>
                  </a:moveTo>
                  <a:lnTo>
                    <a:pt x="1" y="3051"/>
                  </a:lnTo>
                  <a:lnTo>
                    <a:pt x="162" y="3051"/>
                  </a:lnTo>
                  <a:lnTo>
                    <a:pt x="162" y="107"/>
                  </a:lnTo>
                  <a:cubicBezTo>
                    <a:pt x="108" y="54"/>
                    <a:pt x="54" y="27"/>
                    <a:pt x="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2" name="Google Shape;1832;p106"/>
            <p:cNvSpPr/>
            <p:nvPr/>
          </p:nvSpPr>
          <p:spPr>
            <a:xfrm>
              <a:off x="2475641" y="1246463"/>
              <a:ext cx="2205" cy="4331"/>
            </a:xfrm>
            <a:custGeom>
              <a:avLst/>
              <a:gdLst/>
              <a:ahLst/>
              <a:cxnLst/>
              <a:rect l="l" t="t" r="r" b="b"/>
              <a:pathLst>
                <a:path w="55" h="108" extrusionOk="0">
                  <a:moveTo>
                    <a:pt x="54" y="0"/>
                  </a:moveTo>
                  <a:cubicBezTo>
                    <a:pt x="28" y="27"/>
                    <a:pt x="28" y="54"/>
                    <a:pt x="1" y="107"/>
                  </a:cubicBezTo>
                  <a:lnTo>
                    <a:pt x="54" y="107"/>
                  </a:lnTo>
                  <a:lnTo>
                    <a:pt x="5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3" name="Google Shape;1833;p106"/>
            <p:cNvSpPr/>
            <p:nvPr/>
          </p:nvSpPr>
          <p:spPr>
            <a:xfrm>
              <a:off x="2616265" y="1006036"/>
              <a:ext cx="2165" cy="2205"/>
            </a:xfrm>
            <a:custGeom>
              <a:avLst/>
              <a:gdLst/>
              <a:ahLst/>
              <a:cxnLst/>
              <a:rect l="l" t="t" r="r" b="b"/>
              <a:pathLst>
                <a:path w="54" h="55" extrusionOk="0">
                  <a:moveTo>
                    <a:pt x="54" y="1"/>
                  </a:moveTo>
                  <a:cubicBezTo>
                    <a:pt x="27" y="27"/>
                    <a:pt x="27" y="27"/>
                    <a:pt x="0" y="54"/>
                  </a:cubicBezTo>
                  <a:lnTo>
                    <a:pt x="54" y="27"/>
                  </a:lnTo>
                  <a:lnTo>
                    <a:pt x="5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4" name="Google Shape;1834;p106"/>
            <p:cNvSpPr/>
            <p:nvPr/>
          </p:nvSpPr>
          <p:spPr>
            <a:xfrm>
              <a:off x="2535748" y="1119794"/>
              <a:ext cx="82681" cy="51565"/>
            </a:xfrm>
            <a:custGeom>
              <a:avLst/>
              <a:gdLst/>
              <a:ahLst/>
              <a:cxnLst/>
              <a:rect l="l" t="t" r="r" b="b"/>
              <a:pathLst>
                <a:path w="2062" h="1286" extrusionOk="0">
                  <a:moveTo>
                    <a:pt x="81" y="1"/>
                  </a:moveTo>
                  <a:cubicBezTo>
                    <a:pt x="54" y="54"/>
                    <a:pt x="27" y="108"/>
                    <a:pt x="1" y="135"/>
                  </a:cubicBezTo>
                  <a:lnTo>
                    <a:pt x="1981" y="1285"/>
                  </a:lnTo>
                  <a:lnTo>
                    <a:pt x="2062" y="1125"/>
                  </a:ln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5" name="Google Shape;1835;p106"/>
            <p:cNvSpPr/>
            <p:nvPr/>
          </p:nvSpPr>
          <p:spPr>
            <a:xfrm>
              <a:off x="2711778" y="921268"/>
              <a:ext cx="287659" cy="329521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217"/>
                  </a:lnTo>
                  <a:lnTo>
                    <a:pt x="3667" y="8217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6" name="Google Shape;1836;p106"/>
            <p:cNvSpPr/>
            <p:nvPr/>
          </p:nvSpPr>
          <p:spPr>
            <a:xfrm>
              <a:off x="3092789" y="921268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80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0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41"/>
                  </a:lnTo>
                  <a:lnTo>
                    <a:pt x="7093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7" name="Google Shape;1837;p106"/>
            <p:cNvSpPr/>
            <p:nvPr/>
          </p:nvSpPr>
          <p:spPr>
            <a:xfrm>
              <a:off x="3474843" y="92126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480" y="3961"/>
                  </a:lnTo>
                  <a:lnTo>
                    <a:pt x="81" y="1981"/>
                  </a:lnTo>
                  <a:lnTo>
                    <a:pt x="1" y="2141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36"/>
                  </a:lnTo>
                  <a:lnTo>
                    <a:pt x="3480" y="4256"/>
                  </a:lnTo>
                  <a:lnTo>
                    <a:pt x="3480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8" name="Google Shape;1838;p106"/>
            <p:cNvSpPr/>
            <p:nvPr/>
          </p:nvSpPr>
          <p:spPr>
            <a:xfrm>
              <a:off x="3855854" y="953467"/>
              <a:ext cx="287659" cy="296240"/>
            </a:xfrm>
            <a:custGeom>
              <a:avLst/>
              <a:gdLst/>
              <a:ahLst/>
              <a:cxnLst/>
              <a:rect l="l" t="t" r="r" b="b"/>
              <a:pathLst>
                <a:path w="7174" h="7388" extrusionOk="0">
                  <a:moveTo>
                    <a:pt x="3507" y="0"/>
                  </a:moveTo>
                  <a:lnTo>
                    <a:pt x="3507" y="3158"/>
                  </a:lnTo>
                  <a:lnTo>
                    <a:pt x="81" y="1178"/>
                  </a:lnTo>
                  <a:lnTo>
                    <a:pt x="0" y="1312"/>
                  </a:lnTo>
                  <a:lnTo>
                    <a:pt x="3426" y="3292"/>
                  </a:lnTo>
                  <a:lnTo>
                    <a:pt x="0" y="5273"/>
                  </a:lnTo>
                  <a:lnTo>
                    <a:pt x="81" y="5433"/>
                  </a:lnTo>
                  <a:lnTo>
                    <a:pt x="3507" y="3453"/>
                  </a:lnTo>
                  <a:lnTo>
                    <a:pt x="3507" y="7387"/>
                  </a:lnTo>
                  <a:lnTo>
                    <a:pt x="3667" y="7387"/>
                  </a:lnTo>
                  <a:lnTo>
                    <a:pt x="3667" y="3453"/>
                  </a:lnTo>
                  <a:lnTo>
                    <a:pt x="7093" y="5407"/>
                  </a:lnTo>
                  <a:lnTo>
                    <a:pt x="7174" y="5273"/>
                  </a:lnTo>
                  <a:lnTo>
                    <a:pt x="3748" y="3292"/>
                  </a:lnTo>
                  <a:lnTo>
                    <a:pt x="5434" y="2329"/>
                  </a:lnTo>
                  <a:cubicBezTo>
                    <a:pt x="5380" y="2302"/>
                    <a:pt x="5354" y="2248"/>
                    <a:pt x="5327" y="2195"/>
                  </a:cubicBezTo>
                  <a:lnTo>
                    <a:pt x="3667" y="3158"/>
                  </a:lnTo>
                  <a:lnTo>
                    <a:pt x="3667" y="187"/>
                  </a:lnTo>
                  <a:cubicBezTo>
                    <a:pt x="3614" y="134"/>
                    <a:pt x="3560" y="80"/>
                    <a:pt x="350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9" name="Google Shape;1839;p106"/>
            <p:cNvSpPr/>
            <p:nvPr/>
          </p:nvSpPr>
          <p:spPr>
            <a:xfrm>
              <a:off x="2417699" y="1498640"/>
              <a:ext cx="7538" cy="9704"/>
            </a:xfrm>
            <a:custGeom>
              <a:avLst/>
              <a:gdLst/>
              <a:ahLst/>
              <a:cxnLst/>
              <a:rect l="l" t="t" r="r" b="b"/>
              <a:pathLst>
                <a:path w="188" h="242" extrusionOk="0">
                  <a:moveTo>
                    <a:pt x="1" y="1"/>
                  </a:moveTo>
                  <a:cubicBezTo>
                    <a:pt x="1" y="54"/>
                    <a:pt x="1" y="135"/>
                    <a:pt x="1" y="188"/>
                  </a:cubicBezTo>
                  <a:lnTo>
                    <a:pt x="108" y="242"/>
                  </a:lnTo>
                  <a:lnTo>
                    <a:pt x="188" y="108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0" name="Google Shape;1840;p106"/>
            <p:cNvSpPr/>
            <p:nvPr/>
          </p:nvSpPr>
          <p:spPr>
            <a:xfrm>
              <a:off x="2518586" y="1259335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1" name="Google Shape;1841;p106"/>
            <p:cNvSpPr/>
            <p:nvPr/>
          </p:nvSpPr>
          <p:spPr>
            <a:xfrm>
              <a:off x="2899597" y="1259335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3" y="6049"/>
                  </a:lnTo>
                  <a:lnTo>
                    <a:pt x="3774" y="4095"/>
                  </a:lnTo>
                  <a:lnTo>
                    <a:pt x="7173" y="2115"/>
                  </a:lnTo>
                  <a:lnTo>
                    <a:pt x="7093" y="1954"/>
                  </a:lnTo>
                  <a:lnTo>
                    <a:pt x="3667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2" name="Google Shape;1842;p106"/>
            <p:cNvSpPr/>
            <p:nvPr/>
          </p:nvSpPr>
          <p:spPr>
            <a:xfrm>
              <a:off x="3280608" y="1259335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35"/>
                  </a:lnTo>
                  <a:lnTo>
                    <a:pt x="107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107" y="6210"/>
                  </a:lnTo>
                  <a:lnTo>
                    <a:pt x="3506" y="4229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29"/>
                  </a:lnTo>
                  <a:lnTo>
                    <a:pt x="7093" y="6210"/>
                  </a:lnTo>
                  <a:lnTo>
                    <a:pt x="7200" y="6049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54"/>
                  </a:lnTo>
                  <a:lnTo>
                    <a:pt x="3694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3" name="Google Shape;1843;p106"/>
            <p:cNvSpPr/>
            <p:nvPr/>
          </p:nvSpPr>
          <p:spPr>
            <a:xfrm>
              <a:off x="3662662" y="1258252"/>
              <a:ext cx="287659" cy="329521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122"/>
                  </a:lnTo>
                  <a:lnTo>
                    <a:pt x="1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8" y="8218"/>
                  </a:lnTo>
                  <a:lnTo>
                    <a:pt x="3668" y="4256"/>
                  </a:lnTo>
                  <a:lnTo>
                    <a:pt x="7094" y="6237"/>
                  </a:lnTo>
                  <a:lnTo>
                    <a:pt x="7174" y="6076"/>
                  </a:lnTo>
                  <a:lnTo>
                    <a:pt x="3748" y="4122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4" name="Google Shape;1844;p106"/>
            <p:cNvSpPr/>
            <p:nvPr/>
          </p:nvSpPr>
          <p:spPr>
            <a:xfrm>
              <a:off x="4043673" y="1258252"/>
              <a:ext cx="193230" cy="329521"/>
            </a:xfrm>
            <a:custGeom>
              <a:avLst/>
              <a:gdLst/>
              <a:ahLst/>
              <a:cxnLst/>
              <a:rect l="l" t="t" r="r" b="b"/>
              <a:pathLst>
                <a:path w="4819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7" y="8218"/>
                  </a:lnTo>
                  <a:lnTo>
                    <a:pt x="3667" y="4256"/>
                  </a:lnTo>
                  <a:lnTo>
                    <a:pt x="4818" y="4925"/>
                  </a:lnTo>
                  <a:cubicBezTo>
                    <a:pt x="4818" y="4845"/>
                    <a:pt x="4818" y="4765"/>
                    <a:pt x="4792" y="4711"/>
                  </a:cubicBezTo>
                  <a:lnTo>
                    <a:pt x="3774" y="4096"/>
                  </a:lnTo>
                  <a:lnTo>
                    <a:pt x="4604" y="3614"/>
                  </a:lnTo>
                  <a:cubicBezTo>
                    <a:pt x="4604" y="3560"/>
                    <a:pt x="4577" y="3507"/>
                    <a:pt x="4577" y="3453"/>
                  </a:cubicBezTo>
                  <a:lnTo>
                    <a:pt x="3667" y="3962"/>
                  </a:lnTo>
                  <a:lnTo>
                    <a:pt x="3667" y="295"/>
                  </a:lnTo>
                  <a:cubicBezTo>
                    <a:pt x="3641" y="188"/>
                    <a:pt x="3614" y="108"/>
                    <a:pt x="358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5" name="Google Shape;1845;p106"/>
            <p:cNvSpPr/>
            <p:nvPr/>
          </p:nvSpPr>
          <p:spPr>
            <a:xfrm>
              <a:off x="2423072" y="1578074"/>
              <a:ext cx="195355" cy="328439"/>
            </a:xfrm>
            <a:custGeom>
              <a:avLst/>
              <a:gdLst/>
              <a:ahLst/>
              <a:cxnLst/>
              <a:rect l="l" t="t" r="r" b="b"/>
              <a:pathLst>
                <a:path w="4872" h="8191" extrusionOk="0">
                  <a:moveTo>
                    <a:pt x="1205" y="1"/>
                  </a:moveTo>
                  <a:lnTo>
                    <a:pt x="1205" y="3935"/>
                  </a:lnTo>
                  <a:lnTo>
                    <a:pt x="0" y="3266"/>
                  </a:lnTo>
                  <a:lnTo>
                    <a:pt x="0" y="3266"/>
                  </a:lnTo>
                  <a:cubicBezTo>
                    <a:pt x="0" y="3320"/>
                    <a:pt x="27" y="3400"/>
                    <a:pt x="27" y="3480"/>
                  </a:cubicBezTo>
                  <a:lnTo>
                    <a:pt x="1098" y="4096"/>
                  </a:lnTo>
                  <a:lnTo>
                    <a:pt x="214" y="4604"/>
                  </a:lnTo>
                  <a:cubicBezTo>
                    <a:pt x="241" y="4658"/>
                    <a:pt x="241" y="4738"/>
                    <a:pt x="268" y="4792"/>
                  </a:cubicBezTo>
                  <a:lnTo>
                    <a:pt x="1205" y="4256"/>
                  </a:lnTo>
                  <a:lnTo>
                    <a:pt x="1205" y="8030"/>
                  </a:lnTo>
                  <a:cubicBezTo>
                    <a:pt x="1205" y="8084"/>
                    <a:pt x="1232" y="8137"/>
                    <a:pt x="1258" y="8191"/>
                  </a:cubicBezTo>
                  <a:lnTo>
                    <a:pt x="1365" y="8191"/>
                  </a:lnTo>
                  <a:lnTo>
                    <a:pt x="1365" y="4256"/>
                  </a:lnTo>
                  <a:lnTo>
                    <a:pt x="4791" y="6210"/>
                  </a:lnTo>
                  <a:lnTo>
                    <a:pt x="4872" y="6076"/>
                  </a:lnTo>
                  <a:lnTo>
                    <a:pt x="1446" y="4096"/>
                  </a:lnTo>
                  <a:lnTo>
                    <a:pt x="4872" y="2115"/>
                  </a:lnTo>
                  <a:lnTo>
                    <a:pt x="4791" y="1981"/>
                  </a:lnTo>
                  <a:lnTo>
                    <a:pt x="1365" y="3935"/>
                  </a:lnTo>
                  <a:lnTo>
                    <a:pt x="136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6" name="Google Shape;1846;p106"/>
            <p:cNvSpPr/>
            <p:nvPr/>
          </p:nvSpPr>
          <p:spPr>
            <a:xfrm>
              <a:off x="2711778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56"/>
                  </a:lnTo>
                  <a:lnTo>
                    <a:pt x="7093" y="6210"/>
                  </a:lnTo>
                  <a:lnTo>
                    <a:pt x="7173" y="6076"/>
                  </a:lnTo>
                  <a:lnTo>
                    <a:pt x="3774" y="4096"/>
                  </a:lnTo>
                  <a:lnTo>
                    <a:pt x="7173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7" name="Google Shape;1847;p106"/>
            <p:cNvSpPr/>
            <p:nvPr/>
          </p:nvSpPr>
          <p:spPr>
            <a:xfrm>
              <a:off x="3092789" y="1578074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1"/>
                  </a:moveTo>
                  <a:lnTo>
                    <a:pt x="3506" y="3935"/>
                  </a:lnTo>
                  <a:lnTo>
                    <a:pt x="80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0" y="6210"/>
                  </a:lnTo>
                  <a:lnTo>
                    <a:pt x="3506" y="4230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30"/>
                  </a:lnTo>
                  <a:lnTo>
                    <a:pt x="7093" y="6210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15"/>
                  </a:lnTo>
                  <a:lnTo>
                    <a:pt x="7093" y="1981"/>
                  </a:lnTo>
                  <a:lnTo>
                    <a:pt x="3694" y="3935"/>
                  </a:lnTo>
                  <a:lnTo>
                    <a:pt x="369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8" name="Google Shape;1848;p106"/>
            <p:cNvSpPr/>
            <p:nvPr/>
          </p:nvSpPr>
          <p:spPr>
            <a:xfrm>
              <a:off x="3474843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1" y="2115"/>
                  </a:lnTo>
                  <a:lnTo>
                    <a:pt x="3400" y="4096"/>
                  </a:lnTo>
                  <a:lnTo>
                    <a:pt x="1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480" y="8191"/>
                  </a:lnTo>
                  <a:lnTo>
                    <a:pt x="3668" y="8191"/>
                  </a:lnTo>
                  <a:lnTo>
                    <a:pt x="3668" y="4230"/>
                  </a:lnTo>
                  <a:lnTo>
                    <a:pt x="7094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4" y="1955"/>
                  </a:lnTo>
                  <a:lnTo>
                    <a:pt x="3668" y="3935"/>
                  </a:lnTo>
                  <a:lnTo>
                    <a:pt x="366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9" name="Google Shape;1849;p106"/>
            <p:cNvSpPr/>
            <p:nvPr/>
          </p:nvSpPr>
          <p:spPr>
            <a:xfrm>
              <a:off x="3855854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30"/>
                  </a:lnTo>
                  <a:lnTo>
                    <a:pt x="7093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3" y="1955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0" name="Google Shape;1850;p106"/>
            <p:cNvSpPr/>
            <p:nvPr/>
          </p:nvSpPr>
          <p:spPr>
            <a:xfrm>
              <a:off x="2518586" y="1919388"/>
              <a:ext cx="287659" cy="293033"/>
            </a:xfrm>
            <a:custGeom>
              <a:avLst/>
              <a:gdLst/>
              <a:ahLst/>
              <a:cxnLst/>
              <a:rect l="l" t="t" r="r" b="b"/>
              <a:pathLst>
                <a:path w="7174" h="730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1767" y="5059"/>
                  </a:lnTo>
                  <a:cubicBezTo>
                    <a:pt x="1821" y="5086"/>
                    <a:pt x="1847" y="5139"/>
                    <a:pt x="1874" y="5193"/>
                  </a:cubicBezTo>
                  <a:lnTo>
                    <a:pt x="3507" y="4256"/>
                  </a:lnTo>
                  <a:lnTo>
                    <a:pt x="3507" y="7120"/>
                  </a:lnTo>
                  <a:cubicBezTo>
                    <a:pt x="3560" y="7200"/>
                    <a:pt x="3614" y="7254"/>
                    <a:pt x="3667" y="7307"/>
                  </a:cubicBezTo>
                  <a:lnTo>
                    <a:pt x="3667" y="4256"/>
                  </a:lnTo>
                  <a:lnTo>
                    <a:pt x="7093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1" name="Google Shape;1851;p106"/>
            <p:cNvSpPr/>
            <p:nvPr/>
          </p:nvSpPr>
          <p:spPr>
            <a:xfrm>
              <a:off x="2899597" y="191938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7" y="8190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2" name="Google Shape;1852;p106"/>
            <p:cNvSpPr/>
            <p:nvPr/>
          </p:nvSpPr>
          <p:spPr>
            <a:xfrm>
              <a:off x="3280608" y="1919388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107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107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3" name="Google Shape;1853;p106"/>
            <p:cNvSpPr/>
            <p:nvPr/>
          </p:nvSpPr>
          <p:spPr>
            <a:xfrm>
              <a:off x="3662662" y="191938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1" y="2115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4" name="Google Shape;1854;p106"/>
            <p:cNvSpPr/>
            <p:nvPr/>
          </p:nvSpPr>
          <p:spPr>
            <a:xfrm>
              <a:off x="4043673" y="1998782"/>
              <a:ext cx="78391" cy="49400"/>
            </a:xfrm>
            <a:custGeom>
              <a:avLst/>
              <a:gdLst/>
              <a:ahLst/>
              <a:cxnLst/>
              <a:rect l="l" t="t" r="r" b="b"/>
              <a:pathLst>
                <a:path w="1955" h="1232" extrusionOk="0">
                  <a:moveTo>
                    <a:pt x="81" y="1"/>
                  </a:moveTo>
                  <a:lnTo>
                    <a:pt x="0" y="135"/>
                  </a:lnTo>
                  <a:lnTo>
                    <a:pt x="1874" y="1232"/>
                  </a:lnTo>
                  <a:cubicBezTo>
                    <a:pt x="1901" y="1178"/>
                    <a:pt x="1928" y="1125"/>
                    <a:pt x="1954" y="1071"/>
                  </a:cubicBez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5" name="Google Shape;1855;p106"/>
            <p:cNvSpPr/>
            <p:nvPr/>
          </p:nvSpPr>
          <p:spPr>
            <a:xfrm>
              <a:off x="2884560" y="2317561"/>
              <a:ext cx="114879" cy="68727"/>
            </a:xfrm>
            <a:custGeom>
              <a:avLst/>
              <a:gdLst/>
              <a:ahLst/>
              <a:cxnLst/>
              <a:rect l="l" t="t" r="r" b="b"/>
              <a:pathLst>
                <a:path w="2865" h="1714" extrusionOk="0">
                  <a:moveTo>
                    <a:pt x="2784" y="0"/>
                  </a:moveTo>
                  <a:lnTo>
                    <a:pt x="1" y="1606"/>
                  </a:lnTo>
                  <a:cubicBezTo>
                    <a:pt x="54" y="1660"/>
                    <a:pt x="108" y="1686"/>
                    <a:pt x="161" y="1713"/>
                  </a:cubicBezTo>
                  <a:lnTo>
                    <a:pt x="2864" y="161"/>
                  </a:lnTo>
                  <a:lnTo>
                    <a:pt x="278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6" name="Google Shape;1856;p106"/>
            <p:cNvSpPr/>
            <p:nvPr/>
          </p:nvSpPr>
          <p:spPr>
            <a:xfrm>
              <a:off x="2852362" y="2238127"/>
              <a:ext cx="6496" cy="129916"/>
            </a:xfrm>
            <a:custGeom>
              <a:avLst/>
              <a:gdLst/>
              <a:ahLst/>
              <a:cxnLst/>
              <a:rect l="l" t="t" r="r" b="b"/>
              <a:pathLst>
                <a:path w="162" h="3240" extrusionOk="0">
                  <a:moveTo>
                    <a:pt x="1" y="0"/>
                  </a:moveTo>
                  <a:lnTo>
                    <a:pt x="1" y="3132"/>
                  </a:lnTo>
                  <a:cubicBezTo>
                    <a:pt x="54" y="3159"/>
                    <a:pt x="108" y="3212"/>
                    <a:pt x="161" y="3239"/>
                  </a:cubicBez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7" name="Google Shape;1857;p106"/>
            <p:cNvSpPr/>
            <p:nvPr/>
          </p:nvSpPr>
          <p:spPr>
            <a:xfrm>
              <a:off x="3092789" y="2238127"/>
              <a:ext cx="288742" cy="255461"/>
            </a:xfrm>
            <a:custGeom>
              <a:avLst/>
              <a:gdLst/>
              <a:ahLst/>
              <a:cxnLst/>
              <a:rect l="l" t="t" r="r" b="b"/>
              <a:pathLst>
                <a:path w="7201" h="6371" extrusionOk="0">
                  <a:moveTo>
                    <a:pt x="3506" y="0"/>
                  </a:moveTo>
                  <a:lnTo>
                    <a:pt x="3506" y="3962"/>
                  </a:lnTo>
                  <a:lnTo>
                    <a:pt x="80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455" y="5835"/>
                  </a:lnTo>
                  <a:cubicBezTo>
                    <a:pt x="535" y="5835"/>
                    <a:pt x="616" y="5862"/>
                    <a:pt x="696" y="5889"/>
                  </a:cubicBezTo>
                  <a:lnTo>
                    <a:pt x="3506" y="4256"/>
                  </a:lnTo>
                  <a:lnTo>
                    <a:pt x="3506" y="6371"/>
                  </a:lnTo>
                  <a:lnTo>
                    <a:pt x="3694" y="6371"/>
                  </a:lnTo>
                  <a:lnTo>
                    <a:pt x="3694" y="4256"/>
                  </a:lnTo>
                  <a:lnTo>
                    <a:pt x="7093" y="6237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42"/>
                  </a:lnTo>
                  <a:lnTo>
                    <a:pt x="7093" y="1981"/>
                  </a:lnTo>
                  <a:lnTo>
                    <a:pt x="3694" y="3962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8" name="Google Shape;1858;p106"/>
            <p:cNvSpPr/>
            <p:nvPr/>
          </p:nvSpPr>
          <p:spPr>
            <a:xfrm>
              <a:off x="3474843" y="2238127"/>
              <a:ext cx="287659" cy="247963"/>
            </a:xfrm>
            <a:custGeom>
              <a:avLst/>
              <a:gdLst/>
              <a:ahLst/>
              <a:cxnLst/>
              <a:rect l="l" t="t" r="r" b="b"/>
              <a:pathLst>
                <a:path w="7174" h="6184" extrusionOk="0">
                  <a:moveTo>
                    <a:pt x="3507" y="0"/>
                  </a:moveTo>
                  <a:lnTo>
                    <a:pt x="3480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096"/>
                  </a:lnTo>
                  <a:lnTo>
                    <a:pt x="1" y="6076"/>
                  </a:lnTo>
                  <a:lnTo>
                    <a:pt x="54" y="6183"/>
                  </a:lnTo>
                  <a:lnTo>
                    <a:pt x="161" y="6183"/>
                  </a:lnTo>
                  <a:lnTo>
                    <a:pt x="3480" y="4256"/>
                  </a:lnTo>
                  <a:lnTo>
                    <a:pt x="3480" y="5354"/>
                  </a:lnTo>
                  <a:cubicBezTo>
                    <a:pt x="3560" y="5327"/>
                    <a:pt x="3614" y="5327"/>
                    <a:pt x="3668" y="5300"/>
                  </a:cubicBezTo>
                  <a:lnTo>
                    <a:pt x="3668" y="4256"/>
                  </a:lnTo>
                  <a:lnTo>
                    <a:pt x="4765" y="4899"/>
                  </a:lnTo>
                  <a:cubicBezTo>
                    <a:pt x="4845" y="4872"/>
                    <a:pt x="4899" y="4845"/>
                    <a:pt x="4979" y="4818"/>
                  </a:cubicBezTo>
                  <a:lnTo>
                    <a:pt x="3748" y="4096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9" name="Google Shape;1859;p106"/>
            <p:cNvSpPr/>
            <p:nvPr/>
          </p:nvSpPr>
          <p:spPr>
            <a:xfrm>
              <a:off x="3855854" y="2317561"/>
              <a:ext cx="12911" cy="9704"/>
            </a:xfrm>
            <a:custGeom>
              <a:avLst/>
              <a:gdLst/>
              <a:ahLst/>
              <a:cxnLst/>
              <a:rect l="l" t="t" r="r" b="b"/>
              <a:pathLst>
                <a:path w="322" h="242" extrusionOk="0">
                  <a:moveTo>
                    <a:pt x="81" y="0"/>
                  </a:moveTo>
                  <a:lnTo>
                    <a:pt x="0" y="134"/>
                  </a:lnTo>
                  <a:lnTo>
                    <a:pt x="161" y="241"/>
                  </a:lnTo>
                  <a:cubicBezTo>
                    <a:pt x="215" y="214"/>
                    <a:pt x="268" y="161"/>
                    <a:pt x="322" y="134"/>
                  </a:cubicBezTo>
                  <a:lnTo>
                    <a:pt x="8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860" name="Google Shape;1860;p106"/>
          <p:cNvGrpSpPr/>
          <p:nvPr/>
        </p:nvGrpSpPr>
        <p:grpSpPr>
          <a:xfrm rot="-969610">
            <a:off x="6880585" y="2461943"/>
            <a:ext cx="2217391" cy="2896369"/>
            <a:chOff x="6078061" y="1684347"/>
            <a:chExt cx="1743860" cy="2277840"/>
          </a:xfrm>
        </p:grpSpPr>
        <p:sp>
          <p:nvSpPr>
            <p:cNvPr id="1861" name="Google Shape;1861;p106"/>
            <p:cNvSpPr/>
            <p:nvPr/>
          </p:nvSpPr>
          <p:spPr>
            <a:xfrm>
              <a:off x="7384410" y="1684347"/>
              <a:ext cx="437511" cy="516459"/>
            </a:xfrm>
            <a:custGeom>
              <a:avLst/>
              <a:gdLst/>
              <a:ahLst/>
              <a:cxnLst/>
              <a:rect l="l" t="t" r="r" b="b"/>
              <a:pathLst>
                <a:path w="8490" h="10022" extrusionOk="0">
                  <a:moveTo>
                    <a:pt x="8405" y="0"/>
                  </a:moveTo>
                  <a:cubicBezTo>
                    <a:pt x="8396" y="0"/>
                    <a:pt x="8390" y="41"/>
                    <a:pt x="8390" y="41"/>
                  </a:cubicBezTo>
                  <a:cubicBezTo>
                    <a:pt x="8390" y="41"/>
                    <a:pt x="6535" y="1439"/>
                    <a:pt x="4043" y="1986"/>
                  </a:cubicBezTo>
                  <a:cubicBezTo>
                    <a:pt x="1551" y="2563"/>
                    <a:pt x="0" y="6636"/>
                    <a:pt x="487" y="8430"/>
                  </a:cubicBezTo>
                  <a:cubicBezTo>
                    <a:pt x="895" y="9870"/>
                    <a:pt x="1871" y="10021"/>
                    <a:pt x="2264" y="10021"/>
                  </a:cubicBezTo>
                  <a:cubicBezTo>
                    <a:pt x="2369" y="10021"/>
                    <a:pt x="2432" y="10010"/>
                    <a:pt x="2432" y="10010"/>
                  </a:cubicBezTo>
                  <a:cubicBezTo>
                    <a:pt x="2432" y="10010"/>
                    <a:pt x="8298" y="8794"/>
                    <a:pt x="8420" y="4053"/>
                  </a:cubicBezTo>
                  <a:cubicBezTo>
                    <a:pt x="8490" y="427"/>
                    <a:pt x="8435" y="0"/>
                    <a:pt x="840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2" name="Google Shape;1862;p106"/>
            <p:cNvSpPr/>
            <p:nvPr/>
          </p:nvSpPr>
          <p:spPr>
            <a:xfrm>
              <a:off x="6078061" y="2151644"/>
              <a:ext cx="1448939" cy="1810543"/>
            </a:xfrm>
            <a:custGeom>
              <a:avLst/>
              <a:gdLst/>
              <a:ahLst/>
              <a:cxnLst/>
              <a:rect l="l" t="t" r="r" b="b"/>
              <a:pathLst>
                <a:path w="28117" h="35134" extrusionOk="0">
                  <a:moveTo>
                    <a:pt x="26110" y="0"/>
                  </a:moveTo>
                  <a:cubicBezTo>
                    <a:pt x="26110" y="0"/>
                    <a:pt x="21247" y="3587"/>
                    <a:pt x="16353" y="10213"/>
                  </a:cubicBezTo>
                  <a:cubicBezTo>
                    <a:pt x="11429" y="16839"/>
                    <a:pt x="0" y="34256"/>
                    <a:pt x="1186" y="35107"/>
                  </a:cubicBezTo>
                  <a:cubicBezTo>
                    <a:pt x="1210" y="35125"/>
                    <a:pt x="1241" y="35134"/>
                    <a:pt x="1279" y="35134"/>
                  </a:cubicBezTo>
                  <a:cubicBezTo>
                    <a:pt x="3097" y="35134"/>
                    <a:pt x="20354" y="14791"/>
                    <a:pt x="24195" y="8420"/>
                  </a:cubicBezTo>
                  <a:cubicBezTo>
                    <a:pt x="28116" y="1915"/>
                    <a:pt x="27782" y="942"/>
                    <a:pt x="27782" y="942"/>
                  </a:cubicBezTo>
                  <a:lnTo>
                    <a:pt x="2611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863" name="Google Shape;1863;p106"/>
          <p:cNvSpPr/>
          <p:nvPr/>
        </p:nvSpPr>
        <p:spPr>
          <a:xfrm rot="5400000">
            <a:off x="-1836150" y="1175258"/>
            <a:ext cx="4913539" cy="3022943"/>
          </a:xfrm>
          <a:custGeom>
            <a:avLst/>
            <a:gdLst/>
            <a:ahLst/>
            <a:cxnLst/>
            <a:rect l="l" t="t" r="r" b="b"/>
            <a:pathLst>
              <a:path w="59643" h="36694" extrusionOk="0">
                <a:moveTo>
                  <a:pt x="6271" y="15779"/>
                </a:moveTo>
                <a:cubicBezTo>
                  <a:pt x="9374" y="14178"/>
                  <a:pt x="17513" y="18347"/>
                  <a:pt x="23150" y="11676"/>
                </a:cubicBezTo>
                <a:cubicBezTo>
                  <a:pt x="28787" y="5004"/>
                  <a:pt x="30455" y="1"/>
                  <a:pt x="37327" y="2302"/>
                </a:cubicBezTo>
                <a:cubicBezTo>
                  <a:pt x="44198" y="4571"/>
                  <a:pt x="43064" y="13410"/>
                  <a:pt x="47601" y="15779"/>
                </a:cubicBezTo>
                <a:cubicBezTo>
                  <a:pt x="52104" y="18147"/>
                  <a:pt x="59643" y="31690"/>
                  <a:pt x="43364" y="34192"/>
                </a:cubicBezTo>
                <a:cubicBezTo>
                  <a:pt x="27120" y="36694"/>
                  <a:pt x="10441" y="33158"/>
                  <a:pt x="5204" y="27520"/>
                </a:cubicBezTo>
                <a:cubicBezTo>
                  <a:pt x="0" y="21883"/>
                  <a:pt x="3136" y="17380"/>
                  <a:pt x="6271" y="15779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64" name="Google Shape;1864;p106"/>
          <p:cNvSpPr/>
          <p:nvPr/>
        </p:nvSpPr>
        <p:spPr>
          <a:xfrm rot="-7977683">
            <a:off x="2160949" y="3164250"/>
            <a:ext cx="1554661" cy="1491741"/>
          </a:xfrm>
          <a:custGeom>
            <a:avLst/>
            <a:gdLst/>
            <a:ahLst/>
            <a:cxnLst/>
            <a:rect l="l" t="t" r="r" b="b"/>
            <a:pathLst>
              <a:path w="20582" h="19749" extrusionOk="0">
                <a:moveTo>
                  <a:pt x="15178" y="401"/>
                </a:moveTo>
                <a:cubicBezTo>
                  <a:pt x="11542" y="1"/>
                  <a:pt x="4470" y="1235"/>
                  <a:pt x="2235" y="7773"/>
                </a:cubicBezTo>
                <a:cubicBezTo>
                  <a:pt x="0" y="14311"/>
                  <a:pt x="7939" y="17947"/>
                  <a:pt x="11675" y="18848"/>
                </a:cubicBezTo>
                <a:cubicBezTo>
                  <a:pt x="15445" y="19748"/>
                  <a:pt x="20315" y="19448"/>
                  <a:pt x="20448" y="13477"/>
                </a:cubicBezTo>
                <a:cubicBezTo>
                  <a:pt x="20582" y="7506"/>
                  <a:pt x="18780" y="835"/>
                  <a:pt x="15178" y="40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65" name="Google Shape;1865;p106"/>
          <p:cNvSpPr/>
          <p:nvPr/>
        </p:nvSpPr>
        <p:spPr>
          <a:xfrm rot="4742319" flipH="1">
            <a:off x="6790763" y="-645967"/>
            <a:ext cx="3210858" cy="3197544"/>
          </a:xfrm>
          <a:custGeom>
            <a:avLst/>
            <a:gdLst/>
            <a:ahLst/>
            <a:cxnLst/>
            <a:rect l="l" t="t" r="r" b="b"/>
            <a:pathLst>
              <a:path w="48235" h="48035" extrusionOk="0">
                <a:moveTo>
                  <a:pt x="3770" y="17379"/>
                </a:moveTo>
                <a:cubicBezTo>
                  <a:pt x="7573" y="20948"/>
                  <a:pt x="10108" y="20948"/>
                  <a:pt x="20515" y="21349"/>
                </a:cubicBezTo>
                <a:cubicBezTo>
                  <a:pt x="30956" y="21782"/>
                  <a:pt x="19314" y="35525"/>
                  <a:pt x="27520" y="41797"/>
                </a:cubicBezTo>
                <a:cubicBezTo>
                  <a:pt x="35726" y="48034"/>
                  <a:pt x="48235" y="37827"/>
                  <a:pt x="48235" y="26986"/>
                </a:cubicBezTo>
                <a:cubicBezTo>
                  <a:pt x="48235" y="16145"/>
                  <a:pt x="35026" y="0"/>
                  <a:pt x="18080" y="867"/>
                </a:cubicBezTo>
                <a:cubicBezTo>
                  <a:pt x="1135" y="1768"/>
                  <a:pt x="1" y="13843"/>
                  <a:pt x="3770" y="17379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3">
  <p:cSld name="CUSTOM_5">
    <p:spTree>
      <p:nvGrpSpPr>
        <p:cNvPr id="1" name="Shape 18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7" name="Google Shape;1867;p107"/>
          <p:cNvSpPr/>
          <p:nvPr/>
        </p:nvSpPr>
        <p:spPr>
          <a:xfrm rot="288619" flipH="1">
            <a:off x="-1653681" y="1325314"/>
            <a:ext cx="4829256" cy="4097619"/>
          </a:xfrm>
          <a:custGeom>
            <a:avLst/>
            <a:gdLst/>
            <a:ahLst/>
            <a:cxnLst/>
            <a:rect l="l" t="t" r="r" b="b"/>
            <a:pathLst>
              <a:path w="142469" h="136664" extrusionOk="0">
                <a:moveTo>
                  <a:pt x="97052" y="0"/>
                </a:moveTo>
                <a:cubicBezTo>
                  <a:pt x="94985" y="0"/>
                  <a:pt x="92658" y="685"/>
                  <a:pt x="89955" y="2065"/>
                </a:cubicBezTo>
                <a:cubicBezTo>
                  <a:pt x="76197" y="9104"/>
                  <a:pt x="81149" y="14564"/>
                  <a:pt x="82755" y="40634"/>
                </a:cubicBezTo>
                <a:cubicBezTo>
                  <a:pt x="85458" y="83646"/>
                  <a:pt x="12896" y="58112"/>
                  <a:pt x="4519" y="103881"/>
                </a:cubicBezTo>
                <a:cubicBezTo>
                  <a:pt x="0" y="128495"/>
                  <a:pt x="10558" y="136664"/>
                  <a:pt x="39417" y="136664"/>
                </a:cubicBezTo>
                <a:cubicBezTo>
                  <a:pt x="47997" y="136664"/>
                  <a:pt x="58195" y="135942"/>
                  <a:pt x="70095" y="134715"/>
                </a:cubicBezTo>
                <a:cubicBezTo>
                  <a:pt x="122047" y="129389"/>
                  <a:pt x="142469" y="101392"/>
                  <a:pt x="125767" y="56907"/>
                </a:cubicBezTo>
                <a:cubicBezTo>
                  <a:pt x="111706" y="19432"/>
                  <a:pt x="108060" y="0"/>
                  <a:pt x="97052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68" name="Google Shape;1868;p107"/>
          <p:cNvSpPr/>
          <p:nvPr/>
        </p:nvSpPr>
        <p:spPr>
          <a:xfrm>
            <a:off x="7777725" y="671438"/>
            <a:ext cx="2264661" cy="1997587"/>
          </a:xfrm>
          <a:custGeom>
            <a:avLst/>
            <a:gdLst/>
            <a:ahLst/>
            <a:cxnLst/>
            <a:rect l="l" t="t" r="r" b="b"/>
            <a:pathLst>
              <a:path w="13679" h="12066" extrusionOk="0">
                <a:moveTo>
                  <a:pt x="7541" y="1"/>
                </a:moveTo>
                <a:cubicBezTo>
                  <a:pt x="7109" y="1"/>
                  <a:pt x="6648" y="24"/>
                  <a:pt x="6157" y="68"/>
                </a:cubicBezTo>
                <a:cubicBezTo>
                  <a:pt x="1981" y="443"/>
                  <a:pt x="28" y="3173"/>
                  <a:pt x="1" y="6385"/>
                </a:cubicBezTo>
                <a:cubicBezTo>
                  <a:pt x="598" y="10109"/>
                  <a:pt x="2003" y="12066"/>
                  <a:pt x="5300" y="12066"/>
                </a:cubicBezTo>
                <a:cubicBezTo>
                  <a:pt x="5700" y="12066"/>
                  <a:pt x="6128" y="12037"/>
                  <a:pt x="6585" y="11979"/>
                </a:cubicBezTo>
                <a:cubicBezTo>
                  <a:pt x="10680" y="11470"/>
                  <a:pt x="13678" y="9516"/>
                  <a:pt x="12822" y="4297"/>
                </a:cubicBezTo>
                <a:cubicBezTo>
                  <a:pt x="12326" y="1256"/>
                  <a:pt x="10731" y="1"/>
                  <a:pt x="7541" y="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69" name="Google Shape;1869;p107"/>
          <p:cNvSpPr/>
          <p:nvPr/>
        </p:nvSpPr>
        <p:spPr>
          <a:xfrm rot="8226410">
            <a:off x="757957" y="-908700"/>
            <a:ext cx="1938898" cy="3305715"/>
          </a:xfrm>
          <a:custGeom>
            <a:avLst/>
            <a:gdLst/>
            <a:ahLst/>
            <a:cxnLst/>
            <a:rect l="l" t="t" r="r" b="b"/>
            <a:pathLst>
              <a:path w="19210" h="32752" extrusionOk="0">
                <a:moveTo>
                  <a:pt x="14053" y="490"/>
                </a:moveTo>
                <a:lnTo>
                  <a:pt x="14053" y="490"/>
                </a:lnTo>
                <a:cubicBezTo>
                  <a:pt x="14026" y="597"/>
                  <a:pt x="13999" y="758"/>
                  <a:pt x="13972" y="918"/>
                </a:cubicBezTo>
                <a:cubicBezTo>
                  <a:pt x="13972" y="865"/>
                  <a:pt x="13972" y="838"/>
                  <a:pt x="13946" y="838"/>
                </a:cubicBezTo>
                <a:cubicBezTo>
                  <a:pt x="13972" y="731"/>
                  <a:pt x="14026" y="597"/>
                  <a:pt x="14053" y="490"/>
                </a:cubicBezTo>
                <a:close/>
                <a:moveTo>
                  <a:pt x="13651" y="1560"/>
                </a:moveTo>
                <a:lnTo>
                  <a:pt x="13651" y="1560"/>
                </a:lnTo>
                <a:cubicBezTo>
                  <a:pt x="13276" y="3862"/>
                  <a:pt x="12045" y="5923"/>
                  <a:pt x="11189" y="8038"/>
                </a:cubicBezTo>
                <a:cubicBezTo>
                  <a:pt x="10522" y="9665"/>
                  <a:pt x="10466" y="11531"/>
                  <a:pt x="10493" y="13318"/>
                </a:cubicBezTo>
                <a:lnTo>
                  <a:pt x="10493" y="13318"/>
                </a:lnTo>
                <a:cubicBezTo>
                  <a:pt x="10490" y="13217"/>
                  <a:pt x="10464" y="13118"/>
                  <a:pt x="10439" y="13043"/>
                </a:cubicBezTo>
                <a:cubicBezTo>
                  <a:pt x="10091" y="10634"/>
                  <a:pt x="9904" y="8412"/>
                  <a:pt x="11001" y="6191"/>
                </a:cubicBezTo>
                <a:cubicBezTo>
                  <a:pt x="11724" y="4772"/>
                  <a:pt x="12714" y="3541"/>
                  <a:pt x="13410" y="2123"/>
                </a:cubicBezTo>
                <a:cubicBezTo>
                  <a:pt x="13491" y="1935"/>
                  <a:pt x="13571" y="1748"/>
                  <a:pt x="13651" y="1560"/>
                </a:cubicBezTo>
                <a:close/>
                <a:moveTo>
                  <a:pt x="13972" y="945"/>
                </a:moveTo>
                <a:lnTo>
                  <a:pt x="13972" y="945"/>
                </a:lnTo>
                <a:cubicBezTo>
                  <a:pt x="13972" y="1079"/>
                  <a:pt x="13946" y="1212"/>
                  <a:pt x="13946" y="1346"/>
                </a:cubicBezTo>
                <a:cubicBezTo>
                  <a:pt x="13946" y="2524"/>
                  <a:pt x="13758" y="3702"/>
                  <a:pt x="13517" y="4853"/>
                </a:cubicBezTo>
                <a:cubicBezTo>
                  <a:pt x="12821" y="7877"/>
                  <a:pt x="11376" y="10580"/>
                  <a:pt x="10760" y="13605"/>
                </a:cubicBezTo>
                <a:cubicBezTo>
                  <a:pt x="10787" y="11357"/>
                  <a:pt x="10921" y="9189"/>
                  <a:pt x="11858" y="7074"/>
                </a:cubicBezTo>
                <a:cubicBezTo>
                  <a:pt x="12741" y="5094"/>
                  <a:pt x="13785" y="3140"/>
                  <a:pt x="13972" y="945"/>
                </a:cubicBezTo>
                <a:close/>
                <a:moveTo>
                  <a:pt x="5002" y="14350"/>
                </a:moveTo>
                <a:cubicBezTo>
                  <a:pt x="5585" y="14350"/>
                  <a:pt x="6085" y="14646"/>
                  <a:pt x="6746" y="15104"/>
                </a:cubicBezTo>
                <a:cubicBezTo>
                  <a:pt x="6879" y="15184"/>
                  <a:pt x="7013" y="15264"/>
                  <a:pt x="7147" y="15372"/>
                </a:cubicBezTo>
                <a:cubicBezTo>
                  <a:pt x="6694" y="15252"/>
                  <a:pt x="6232" y="15200"/>
                  <a:pt x="5767" y="15200"/>
                </a:cubicBezTo>
                <a:cubicBezTo>
                  <a:pt x="4364" y="15200"/>
                  <a:pt x="2927" y="15672"/>
                  <a:pt x="1580" y="16174"/>
                </a:cubicBezTo>
                <a:cubicBezTo>
                  <a:pt x="2329" y="15666"/>
                  <a:pt x="3025" y="15077"/>
                  <a:pt x="3855" y="14676"/>
                </a:cubicBezTo>
                <a:cubicBezTo>
                  <a:pt x="4297" y="14450"/>
                  <a:pt x="4663" y="14350"/>
                  <a:pt x="5002" y="14350"/>
                </a:cubicBezTo>
                <a:close/>
                <a:moveTo>
                  <a:pt x="5753" y="15432"/>
                </a:moveTo>
                <a:cubicBezTo>
                  <a:pt x="6514" y="15432"/>
                  <a:pt x="7262" y="15581"/>
                  <a:pt x="7977" y="15960"/>
                </a:cubicBezTo>
                <a:cubicBezTo>
                  <a:pt x="8619" y="16389"/>
                  <a:pt x="9208" y="16870"/>
                  <a:pt x="9743" y="17406"/>
                </a:cubicBezTo>
                <a:cubicBezTo>
                  <a:pt x="8352" y="16737"/>
                  <a:pt x="6906" y="16389"/>
                  <a:pt x="5381" y="16335"/>
                </a:cubicBezTo>
                <a:lnTo>
                  <a:pt x="4765" y="16335"/>
                </a:lnTo>
                <a:cubicBezTo>
                  <a:pt x="3828" y="16335"/>
                  <a:pt x="2918" y="16469"/>
                  <a:pt x="1981" y="16576"/>
                </a:cubicBezTo>
                <a:cubicBezTo>
                  <a:pt x="1633" y="16603"/>
                  <a:pt x="1312" y="16629"/>
                  <a:pt x="964" y="16656"/>
                </a:cubicBezTo>
                <a:cubicBezTo>
                  <a:pt x="2489" y="16094"/>
                  <a:pt x="4149" y="15432"/>
                  <a:pt x="5753" y="15432"/>
                </a:cubicBezTo>
                <a:close/>
                <a:moveTo>
                  <a:pt x="18748" y="11060"/>
                </a:moveTo>
                <a:cubicBezTo>
                  <a:pt x="18737" y="11089"/>
                  <a:pt x="18737" y="11129"/>
                  <a:pt x="18737" y="11169"/>
                </a:cubicBezTo>
                <a:cubicBezTo>
                  <a:pt x="18603" y="11892"/>
                  <a:pt x="18442" y="12588"/>
                  <a:pt x="18282" y="13284"/>
                </a:cubicBezTo>
                <a:cubicBezTo>
                  <a:pt x="17907" y="14729"/>
                  <a:pt x="17291" y="16255"/>
                  <a:pt x="16087" y="17165"/>
                </a:cubicBezTo>
                <a:cubicBezTo>
                  <a:pt x="14963" y="17995"/>
                  <a:pt x="13223" y="18289"/>
                  <a:pt x="12045" y="19119"/>
                </a:cubicBezTo>
                <a:cubicBezTo>
                  <a:pt x="12473" y="18342"/>
                  <a:pt x="12955" y="17700"/>
                  <a:pt x="13785" y="17218"/>
                </a:cubicBezTo>
                <a:cubicBezTo>
                  <a:pt x="14508" y="16790"/>
                  <a:pt x="15257" y="16469"/>
                  <a:pt x="15873" y="15907"/>
                </a:cubicBezTo>
                <a:cubicBezTo>
                  <a:pt x="16542" y="15291"/>
                  <a:pt x="17077" y="14408"/>
                  <a:pt x="17532" y="13659"/>
                </a:cubicBezTo>
                <a:cubicBezTo>
                  <a:pt x="18036" y="12864"/>
                  <a:pt x="18250" y="11859"/>
                  <a:pt x="18748" y="11060"/>
                </a:cubicBezTo>
                <a:close/>
                <a:moveTo>
                  <a:pt x="18549" y="10928"/>
                </a:moveTo>
                <a:lnTo>
                  <a:pt x="18549" y="10928"/>
                </a:lnTo>
                <a:cubicBezTo>
                  <a:pt x="18201" y="11517"/>
                  <a:pt x="18014" y="12213"/>
                  <a:pt x="17693" y="12856"/>
                </a:cubicBezTo>
                <a:cubicBezTo>
                  <a:pt x="17184" y="13899"/>
                  <a:pt x="16488" y="14863"/>
                  <a:pt x="15712" y="15719"/>
                </a:cubicBezTo>
                <a:cubicBezTo>
                  <a:pt x="15016" y="16469"/>
                  <a:pt x="13919" y="16844"/>
                  <a:pt x="13062" y="17379"/>
                </a:cubicBezTo>
                <a:cubicBezTo>
                  <a:pt x="12313" y="17861"/>
                  <a:pt x="11911" y="18798"/>
                  <a:pt x="11510" y="19547"/>
                </a:cubicBezTo>
                <a:cubicBezTo>
                  <a:pt x="11485" y="19571"/>
                  <a:pt x="11461" y="19573"/>
                  <a:pt x="11457" y="19594"/>
                </a:cubicBezTo>
                <a:lnTo>
                  <a:pt x="11457" y="19594"/>
                </a:lnTo>
                <a:cubicBezTo>
                  <a:pt x="11836" y="15557"/>
                  <a:pt x="16249" y="13818"/>
                  <a:pt x="18549" y="10928"/>
                </a:cubicBezTo>
                <a:close/>
                <a:moveTo>
                  <a:pt x="6505" y="16683"/>
                </a:moveTo>
                <a:lnTo>
                  <a:pt x="6505" y="16683"/>
                </a:lnTo>
                <a:cubicBezTo>
                  <a:pt x="7763" y="16844"/>
                  <a:pt x="8994" y="17245"/>
                  <a:pt x="10145" y="17914"/>
                </a:cubicBezTo>
                <a:cubicBezTo>
                  <a:pt x="10573" y="18450"/>
                  <a:pt x="10921" y="19065"/>
                  <a:pt x="11135" y="19788"/>
                </a:cubicBezTo>
                <a:cubicBezTo>
                  <a:pt x="9315" y="19172"/>
                  <a:pt x="8191" y="17432"/>
                  <a:pt x="6505" y="16683"/>
                </a:cubicBezTo>
                <a:close/>
                <a:moveTo>
                  <a:pt x="6772" y="20270"/>
                </a:moveTo>
                <a:cubicBezTo>
                  <a:pt x="7736" y="21581"/>
                  <a:pt x="9342" y="22384"/>
                  <a:pt x="10466" y="23535"/>
                </a:cubicBezTo>
                <a:cubicBezTo>
                  <a:pt x="9074" y="22598"/>
                  <a:pt x="7120" y="22331"/>
                  <a:pt x="6826" y="20350"/>
                </a:cubicBezTo>
                <a:cubicBezTo>
                  <a:pt x="6799" y="20323"/>
                  <a:pt x="6772" y="20296"/>
                  <a:pt x="6746" y="20270"/>
                </a:cubicBezTo>
                <a:close/>
                <a:moveTo>
                  <a:pt x="16221" y="20698"/>
                </a:moveTo>
                <a:cubicBezTo>
                  <a:pt x="15685" y="21635"/>
                  <a:pt x="14267" y="22304"/>
                  <a:pt x="13464" y="22812"/>
                </a:cubicBezTo>
                <a:cubicBezTo>
                  <a:pt x="12955" y="23187"/>
                  <a:pt x="12233" y="23615"/>
                  <a:pt x="11831" y="24177"/>
                </a:cubicBezTo>
                <a:cubicBezTo>
                  <a:pt x="12286" y="22357"/>
                  <a:pt x="14722" y="21768"/>
                  <a:pt x="16221" y="20698"/>
                </a:cubicBezTo>
                <a:close/>
                <a:moveTo>
                  <a:pt x="6692" y="20939"/>
                </a:moveTo>
                <a:cubicBezTo>
                  <a:pt x="7388" y="22893"/>
                  <a:pt x="9957" y="22866"/>
                  <a:pt x="11135" y="24445"/>
                </a:cubicBezTo>
                <a:cubicBezTo>
                  <a:pt x="9395" y="23481"/>
                  <a:pt x="6772" y="23080"/>
                  <a:pt x="6692" y="20939"/>
                </a:cubicBezTo>
                <a:close/>
                <a:moveTo>
                  <a:pt x="16194" y="21126"/>
                </a:moveTo>
                <a:cubicBezTo>
                  <a:pt x="15766" y="22304"/>
                  <a:pt x="14749" y="22919"/>
                  <a:pt x="13571" y="23455"/>
                </a:cubicBezTo>
                <a:cubicBezTo>
                  <a:pt x="12982" y="23722"/>
                  <a:pt x="12393" y="24017"/>
                  <a:pt x="11938" y="24445"/>
                </a:cubicBezTo>
                <a:cubicBezTo>
                  <a:pt x="12447" y="23562"/>
                  <a:pt x="13785" y="22919"/>
                  <a:pt x="14534" y="22411"/>
                </a:cubicBezTo>
                <a:cubicBezTo>
                  <a:pt x="15070" y="22063"/>
                  <a:pt x="15739" y="21661"/>
                  <a:pt x="16194" y="21126"/>
                </a:cubicBezTo>
                <a:close/>
                <a:moveTo>
                  <a:pt x="14048" y="0"/>
                </a:moveTo>
                <a:cubicBezTo>
                  <a:pt x="14002" y="0"/>
                  <a:pt x="13958" y="28"/>
                  <a:pt x="13946" y="88"/>
                </a:cubicBezTo>
                <a:cubicBezTo>
                  <a:pt x="13196" y="2390"/>
                  <a:pt x="11751" y="4183"/>
                  <a:pt x="10680" y="6298"/>
                </a:cubicBezTo>
                <a:cubicBezTo>
                  <a:pt x="9610" y="8466"/>
                  <a:pt x="9877" y="10795"/>
                  <a:pt x="10225" y="13096"/>
                </a:cubicBezTo>
                <a:cubicBezTo>
                  <a:pt x="10305" y="13766"/>
                  <a:pt x="10413" y="14435"/>
                  <a:pt x="10520" y="15104"/>
                </a:cubicBezTo>
                <a:cubicBezTo>
                  <a:pt x="10520" y="15131"/>
                  <a:pt x="10520" y="15157"/>
                  <a:pt x="10520" y="15157"/>
                </a:cubicBezTo>
                <a:cubicBezTo>
                  <a:pt x="10520" y="15184"/>
                  <a:pt x="10520" y="15211"/>
                  <a:pt x="10546" y="15211"/>
                </a:cubicBezTo>
                <a:cubicBezTo>
                  <a:pt x="10734" y="16469"/>
                  <a:pt x="10921" y="17727"/>
                  <a:pt x="11082" y="18985"/>
                </a:cubicBezTo>
                <a:cubicBezTo>
                  <a:pt x="10520" y="17700"/>
                  <a:pt x="9502" y="16737"/>
                  <a:pt x="8352" y="15907"/>
                </a:cubicBezTo>
                <a:cubicBezTo>
                  <a:pt x="8352" y="15880"/>
                  <a:pt x="8352" y="15853"/>
                  <a:pt x="8325" y="15853"/>
                </a:cubicBezTo>
                <a:cubicBezTo>
                  <a:pt x="8298" y="15853"/>
                  <a:pt x="8271" y="15827"/>
                  <a:pt x="8271" y="15827"/>
                </a:cubicBezTo>
                <a:cubicBezTo>
                  <a:pt x="7602" y="15345"/>
                  <a:pt x="6906" y="14890"/>
                  <a:pt x="6237" y="14461"/>
                </a:cubicBezTo>
                <a:cubicBezTo>
                  <a:pt x="5829" y="14193"/>
                  <a:pt x="5417" y="14081"/>
                  <a:pt x="5004" y="14081"/>
                </a:cubicBezTo>
                <a:cubicBezTo>
                  <a:pt x="3280" y="14081"/>
                  <a:pt x="1550" y="16040"/>
                  <a:pt x="81" y="16710"/>
                </a:cubicBezTo>
                <a:cubicBezTo>
                  <a:pt x="27" y="16737"/>
                  <a:pt x="1" y="16790"/>
                  <a:pt x="27" y="16844"/>
                </a:cubicBezTo>
                <a:cubicBezTo>
                  <a:pt x="27" y="16870"/>
                  <a:pt x="54" y="16870"/>
                  <a:pt x="54" y="16870"/>
                </a:cubicBezTo>
                <a:cubicBezTo>
                  <a:pt x="54" y="16870"/>
                  <a:pt x="54" y="16897"/>
                  <a:pt x="81" y="16897"/>
                </a:cubicBezTo>
                <a:cubicBezTo>
                  <a:pt x="81" y="16924"/>
                  <a:pt x="108" y="16924"/>
                  <a:pt x="108" y="16924"/>
                </a:cubicBezTo>
                <a:lnTo>
                  <a:pt x="135" y="16924"/>
                </a:lnTo>
                <a:cubicBezTo>
                  <a:pt x="1580" y="16924"/>
                  <a:pt x="2972" y="16656"/>
                  <a:pt x="4390" y="16576"/>
                </a:cubicBezTo>
                <a:lnTo>
                  <a:pt x="5354" y="16576"/>
                </a:lnTo>
                <a:cubicBezTo>
                  <a:pt x="7736" y="16870"/>
                  <a:pt x="8967" y="19413"/>
                  <a:pt x="11242" y="20082"/>
                </a:cubicBezTo>
                <a:cubicBezTo>
                  <a:pt x="11376" y="21367"/>
                  <a:pt x="11483" y="22679"/>
                  <a:pt x="11483" y="23990"/>
                </a:cubicBezTo>
                <a:cubicBezTo>
                  <a:pt x="11483" y="24124"/>
                  <a:pt x="11483" y="24284"/>
                  <a:pt x="11483" y="24445"/>
                </a:cubicBezTo>
                <a:cubicBezTo>
                  <a:pt x="10413" y="22545"/>
                  <a:pt x="7977" y="21715"/>
                  <a:pt x="6799" y="19895"/>
                </a:cubicBezTo>
                <a:cubicBezTo>
                  <a:pt x="6778" y="19863"/>
                  <a:pt x="6740" y="19848"/>
                  <a:pt x="6701" y="19848"/>
                </a:cubicBezTo>
                <a:cubicBezTo>
                  <a:pt x="6640" y="19848"/>
                  <a:pt x="6574" y="19884"/>
                  <a:pt x="6558" y="19948"/>
                </a:cubicBezTo>
                <a:cubicBezTo>
                  <a:pt x="6237" y="21340"/>
                  <a:pt x="6719" y="22411"/>
                  <a:pt x="7897" y="23241"/>
                </a:cubicBezTo>
                <a:cubicBezTo>
                  <a:pt x="8967" y="23990"/>
                  <a:pt x="10386" y="24177"/>
                  <a:pt x="11456" y="24954"/>
                </a:cubicBezTo>
                <a:cubicBezTo>
                  <a:pt x="11349" y="27523"/>
                  <a:pt x="10734" y="30093"/>
                  <a:pt x="10145" y="32609"/>
                </a:cubicBezTo>
                <a:cubicBezTo>
                  <a:pt x="10112" y="32690"/>
                  <a:pt x="10188" y="32751"/>
                  <a:pt x="10265" y="32751"/>
                </a:cubicBezTo>
                <a:cubicBezTo>
                  <a:pt x="10315" y="32751"/>
                  <a:pt x="10365" y="32725"/>
                  <a:pt x="10386" y="32662"/>
                </a:cubicBezTo>
                <a:cubicBezTo>
                  <a:pt x="10760" y="31003"/>
                  <a:pt x="11108" y="29343"/>
                  <a:pt x="11430" y="27684"/>
                </a:cubicBezTo>
                <a:cubicBezTo>
                  <a:pt x="11563" y="26854"/>
                  <a:pt x="11670" y="26024"/>
                  <a:pt x="11697" y="25194"/>
                </a:cubicBezTo>
                <a:cubicBezTo>
                  <a:pt x="12179" y="24017"/>
                  <a:pt x="13839" y="23669"/>
                  <a:pt x="14829" y="23080"/>
                </a:cubicBezTo>
                <a:cubicBezTo>
                  <a:pt x="15899" y="22491"/>
                  <a:pt x="16488" y="21581"/>
                  <a:pt x="16595" y="20377"/>
                </a:cubicBezTo>
                <a:cubicBezTo>
                  <a:pt x="16595" y="20350"/>
                  <a:pt x="16595" y="20350"/>
                  <a:pt x="16595" y="20323"/>
                </a:cubicBezTo>
                <a:cubicBezTo>
                  <a:pt x="16622" y="20270"/>
                  <a:pt x="16569" y="20243"/>
                  <a:pt x="16515" y="20216"/>
                </a:cubicBezTo>
                <a:lnTo>
                  <a:pt x="16462" y="20216"/>
                </a:lnTo>
                <a:cubicBezTo>
                  <a:pt x="16435" y="20216"/>
                  <a:pt x="16435" y="20243"/>
                  <a:pt x="16408" y="20243"/>
                </a:cubicBezTo>
                <a:cubicBezTo>
                  <a:pt x="15043" y="21474"/>
                  <a:pt x="12473" y="21983"/>
                  <a:pt x="11724" y="23722"/>
                </a:cubicBezTo>
                <a:cubicBezTo>
                  <a:pt x="11724" y="22571"/>
                  <a:pt x="11644" y="21447"/>
                  <a:pt x="11510" y="20323"/>
                </a:cubicBezTo>
                <a:cubicBezTo>
                  <a:pt x="11510" y="20189"/>
                  <a:pt x="11483" y="20082"/>
                  <a:pt x="11483" y="19948"/>
                </a:cubicBezTo>
                <a:cubicBezTo>
                  <a:pt x="12072" y="19172"/>
                  <a:pt x="13250" y="18824"/>
                  <a:pt x="14106" y="18450"/>
                </a:cubicBezTo>
                <a:cubicBezTo>
                  <a:pt x="15070" y="18021"/>
                  <a:pt x="16060" y="17593"/>
                  <a:pt x="16809" y="16844"/>
                </a:cubicBezTo>
                <a:cubicBezTo>
                  <a:pt x="18522" y="15157"/>
                  <a:pt x="18790" y="12160"/>
                  <a:pt x="19192" y="9938"/>
                </a:cubicBezTo>
                <a:cubicBezTo>
                  <a:pt x="19210" y="9848"/>
                  <a:pt x="19130" y="9770"/>
                  <a:pt x="19060" y="9770"/>
                </a:cubicBezTo>
                <a:cubicBezTo>
                  <a:pt x="19026" y="9770"/>
                  <a:pt x="18995" y="9788"/>
                  <a:pt x="18978" y="9831"/>
                </a:cubicBezTo>
                <a:cubicBezTo>
                  <a:pt x="18014" y="11758"/>
                  <a:pt x="15846" y="13070"/>
                  <a:pt x="14294" y="14488"/>
                </a:cubicBezTo>
                <a:cubicBezTo>
                  <a:pt x="12982" y="15693"/>
                  <a:pt x="11751" y="17138"/>
                  <a:pt x="11349" y="18851"/>
                </a:cubicBezTo>
                <a:cubicBezTo>
                  <a:pt x="11162" y="17593"/>
                  <a:pt x="10975" y="16335"/>
                  <a:pt x="10760" y="15104"/>
                </a:cubicBezTo>
                <a:cubicBezTo>
                  <a:pt x="11028" y="12534"/>
                  <a:pt x="11911" y="10233"/>
                  <a:pt x="12821" y="7877"/>
                </a:cubicBezTo>
                <a:cubicBezTo>
                  <a:pt x="13758" y="5334"/>
                  <a:pt x="14267" y="2818"/>
                  <a:pt x="14160" y="115"/>
                </a:cubicBezTo>
                <a:cubicBezTo>
                  <a:pt x="14160" y="42"/>
                  <a:pt x="14103" y="0"/>
                  <a:pt x="14048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870" name="Google Shape;1870;p107"/>
          <p:cNvGrpSpPr/>
          <p:nvPr/>
        </p:nvGrpSpPr>
        <p:grpSpPr>
          <a:xfrm rot="-3861937">
            <a:off x="6523183" y="1380139"/>
            <a:ext cx="2023570" cy="3313878"/>
            <a:chOff x="5754175" y="3922575"/>
            <a:chExt cx="682400" cy="1117525"/>
          </a:xfrm>
        </p:grpSpPr>
        <p:sp>
          <p:nvSpPr>
            <p:cNvPr id="1871" name="Google Shape;1871;p107"/>
            <p:cNvSpPr/>
            <p:nvPr/>
          </p:nvSpPr>
          <p:spPr>
            <a:xfrm>
              <a:off x="5754175" y="4953250"/>
              <a:ext cx="70700" cy="86850"/>
            </a:xfrm>
            <a:custGeom>
              <a:avLst/>
              <a:gdLst/>
              <a:ahLst/>
              <a:cxnLst/>
              <a:rect l="l" t="t" r="r" b="b"/>
              <a:pathLst>
                <a:path w="2828" h="3474" extrusionOk="0">
                  <a:moveTo>
                    <a:pt x="1855" y="1"/>
                  </a:moveTo>
                  <a:cubicBezTo>
                    <a:pt x="1855" y="1"/>
                    <a:pt x="0" y="3283"/>
                    <a:pt x="973" y="3466"/>
                  </a:cubicBezTo>
                  <a:cubicBezTo>
                    <a:pt x="1000" y="3471"/>
                    <a:pt x="1027" y="3473"/>
                    <a:pt x="1054" y="3473"/>
                  </a:cubicBezTo>
                  <a:cubicBezTo>
                    <a:pt x="1994" y="3473"/>
                    <a:pt x="2827" y="456"/>
                    <a:pt x="2827" y="456"/>
                  </a:cubicBezTo>
                  <a:lnTo>
                    <a:pt x="185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2" name="Google Shape;1872;p107"/>
            <p:cNvSpPr/>
            <p:nvPr/>
          </p:nvSpPr>
          <p:spPr>
            <a:xfrm>
              <a:off x="5768600" y="4780750"/>
              <a:ext cx="193050" cy="209925"/>
            </a:xfrm>
            <a:custGeom>
              <a:avLst/>
              <a:gdLst/>
              <a:ahLst/>
              <a:cxnLst/>
              <a:rect l="l" t="t" r="r" b="b"/>
              <a:pathLst>
                <a:path w="7722" h="8397" extrusionOk="0">
                  <a:moveTo>
                    <a:pt x="1065" y="1"/>
                  </a:moveTo>
                  <a:cubicBezTo>
                    <a:pt x="1065" y="1"/>
                    <a:pt x="1" y="7812"/>
                    <a:pt x="1156" y="8359"/>
                  </a:cubicBezTo>
                  <a:cubicBezTo>
                    <a:pt x="1208" y="8384"/>
                    <a:pt x="1269" y="8396"/>
                    <a:pt x="1338" y="8396"/>
                  </a:cubicBezTo>
                  <a:cubicBezTo>
                    <a:pt x="2789" y="8396"/>
                    <a:pt x="7721" y="3131"/>
                    <a:pt x="7721" y="3131"/>
                  </a:cubicBezTo>
                  <a:lnTo>
                    <a:pt x="1065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3" name="Google Shape;1873;p107"/>
            <p:cNvSpPr/>
            <p:nvPr/>
          </p:nvSpPr>
          <p:spPr>
            <a:xfrm>
              <a:off x="5795200" y="4343050"/>
              <a:ext cx="389100" cy="516000"/>
            </a:xfrm>
            <a:custGeom>
              <a:avLst/>
              <a:gdLst/>
              <a:ahLst/>
              <a:cxnLst/>
              <a:rect l="l" t="t" r="r" b="b"/>
              <a:pathLst>
                <a:path w="15564" h="20640" extrusionOk="0">
                  <a:moveTo>
                    <a:pt x="8329" y="1"/>
                  </a:moveTo>
                  <a:cubicBezTo>
                    <a:pt x="8329" y="1"/>
                    <a:pt x="7296" y="1399"/>
                    <a:pt x="5715" y="5047"/>
                  </a:cubicBezTo>
                  <a:cubicBezTo>
                    <a:pt x="4104" y="8694"/>
                    <a:pt x="1" y="17509"/>
                    <a:pt x="1" y="17509"/>
                  </a:cubicBezTo>
                  <a:lnTo>
                    <a:pt x="6657" y="20639"/>
                  </a:lnTo>
                  <a:cubicBezTo>
                    <a:pt x="6657" y="20639"/>
                    <a:pt x="7387" y="19728"/>
                    <a:pt x="9636" y="15381"/>
                  </a:cubicBezTo>
                  <a:cubicBezTo>
                    <a:pt x="12281" y="10305"/>
                    <a:pt x="15563" y="3010"/>
                    <a:pt x="15563" y="3010"/>
                  </a:cubicBezTo>
                  <a:lnTo>
                    <a:pt x="8329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4" name="Google Shape;1874;p107"/>
            <p:cNvSpPr/>
            <p:nvPr/>
          </p:nvSpPr>
          <p:spPr>
            <a:xfrm>
              <a:off x="6003425" y="3922575"/>
              <a:ext cx="433150" cy="579525"/>
            </a:xfrm>
            <a:custGeom>
              <a:avLst/>
              <a:gdLst/>
              <a:ahLst/>
              <a:cxnLst/>
              <a:rect l="l" t="t" r="r" b="b"/>
              <a:pathLst>
                <a:path w="17326" h="23181" extrusionOk="0">
                  <a:moveTo>
                    <a:pt x="11816" y="1"/>
                  </a:moveTo>
                  <a:cubicBezTo>
                    <a:pt x="10345" y="1"/>
                    <a:pt x="8903" y="821"/>
                    <a:pt x="8085" y="2200"/>
                  </a:cubicBezTo>
                  <a:cubicBezTo>
                    <a:pt x="6535" y="4814"/>
                    <a:pt x="0" y="16820"/>
                    <a:pt x="0" y="16820"/>
                  </a:cubicBezTo>
                  <a:lnTo>
                    <a:pt x="7234" y="19829"/>
                  </a:lnTo>
                  <a:cubicBezTo>
                    <a:pt x="7234" y="19829"/>
                    <a:pt x="13515" y="6181"/>
                    <a:pt x="13978" y="6181"/>
                  </a:cubicBezTo>
                  <a:cubicBezTo>
                    <a:pt x="13979" y="6181"/>
                    <a:pt x="13981" y="6181"/>
                    <a:pt x="13982" y="6181"/>
                  </a:cubicBezTo>
                  <a:cubicBezTo>
                    <a:pt x="14469" y="6273"/>
                    <a:pt x="8237" y="17276"/>
                    <a:pt x="8481" y="20619"/>
                  </a:cubicBezTo>
                  <a:cubicBezTo>
                    <a:pt x="8589" y="22468"/>
                    <a:pt x="9616" y="23180"/>
                    <a:pt x="10214" y="23180"/>
                  </a:cubicBezTo>
                  <a:cubicBezTo>
                    <a:pt x="10451" y="23180"/>
                    <a:pt x="10621" y="23068"/>
                    <a:pt x="10639" y="22869"/>
                  </a:cubicBezTo>
                  <a:cubicBezTo>
                    <a:pt x="10730" y="22109"/>
                    <a:pt x="8845" y="21835"/>
                    <a:pt x="9757" y="19130"/>
                  </a:cubicBezTo>
                  <a:cubicBezTo>
                    <a:pt x="12493" y="10802"/>
                    <a:pt x="17326" y="5300"/>
                    <a:pt x="15411" y="2169"/>
                  </a:cubicBezTo>
                  <a:cubicBezTo>
                    <a:pt x="14477" y="660"/>
                    <a:pt x="13135" y="1"/>
                    <a:pt x="1181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4">
  <p:cSld name="CUSTOM_39">
    <p:spTree>
      <p:nvGrpSpPr>
        <p:cNvPr id="1" name="Shape 18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6" name="Google Shape;1876;p108"/>
          <p:cNvSpPr/>
          <p:nvPr/>
        </p:nvSpPr>
        <p:spPr>
          <a:xfrm rot="10511381">
            <a:off x="-1265831" y="-734711"/>
            <a:ext cx="4829256" cy="4097619"/>
          </a:xfrm>
          <a:custGeom>
            <a:avLst/>
            <a:gdLst/>
            <a:ahLst/>
            <a:cxnLst/>
            <a:rect l="l" t="t" r="r" b="b"/>
            <a:pathLst>
              <a:path w="142469" h="136664" extrusionOk="0">
                <a:moveTo>
                  <a:pt x="97052" y="0"/>
                </a:moveTo>
                <a:cubicBezTo>
                  <a:pt x="94985" y="0"/>
                  <a:pt x="92658" y="685"/>
                  <a:pt x="89955" y="2065"/>
                </a:cubicBezTo>
                <a:cubicBezTo>
                  <a:pt x="76197" y="9104"/>
                  <a:pt x="81149" y="14564"/>
                  <a:pt x="82755" y="40634"/>
                </a:cubicBezTo>
                <a:cubicBezTo>
                  <a:pt x="85458" y="83646"/>
                  <a:pt x="12896" y="58112"/>
                  <a:pt x="4519" y="103881"/>
                </a:cubicBezTo>
                <a:cubicBezTo>
                  <a:pt x="0" y="128495"/>
                  <a:pt x="10558" y="136664"/>
                  <a:pt x="39417" y="136664"/>
                </a:cubicBezTo>
                <a:cubicBezTo>
                  <a:pt x="47997" y="136664"/>
                  <a:pt x="58195" y="135942"/>
                  <a:pt x="70095" y="134715"/>
                </a:cubicBezTo>
                <a:cubicBezTo>
                  <a:pt x="122047" y="129389"/>
                  <a:pt x="142469" y="101392"/>
                  <a:pt x="125767" y="56907"/>
                </a:cubicBezTo>
                <a:cubicBezTo>
                  <a:pt x="111706" y="19432"/>
                  <a:pt x="108060" y="0"/>
                  <a:pt x="97052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77" name="Google Shape;1877;p108"/>
          <p:cNvSpPr/>
          <p:nvPr/>
        </p:nvSpPr>
        <p:spPr>
          <a:xfrm rot="-10501983">
            <a:off x="1509091" y="1907610"/>
            <a:ext cx="1554685" cy="1491763"/>
          </a:xfrm>
          <a:custGeom>
            <a:avLst/>
            <a:gdLst/>
            <a:ahLst/>
            <a:cxnLst/>
            <a:rect l="l" t="t" r="r" b="b"/>
            <a:pathLst>
              <a:path w="20582" h="19749" extrusionOk="0">
                <a:moveTo>
                  <a:pt x="15178" y="401"/>
                </a:moveTo>
                <a:cubicBezTo>
                  <a:pt x="11542" y="1"/>
                  <a:pt x="4470" y="1235"/>
                  <a:pt x="2235" y="7773"/>
                </a:cubicBezTo>
                <a:cubicBezTo>
                  <a:pt x="0" y="14311"/>
                  <a:pt x="7939" y="17947"/>
                  <a:pt x="11675" y="18848"/>
                </a:cubicBezTo>
                <a:cubicBezTo>
                  <a:pt x="15445" y="19748"/>
                  <a:pt x="20315" y="19448"/>
                  <a:pt x="20448" y="13477"/>
                </a:cubicBezTo>
                <a:cubicBezTo>
                  <a:pt x="20582" y="7506"/>
                  <a:pt x="18780" y="835"/>
                  <a:pt x="15178" y="40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78" name="Google Shape;1878;p108"/>
          <p:cNvSpPr/>
          <p:nvPr/>
        </p:nvSpPr>
        <p:spPr>
          <a:xfrm rot="-8951944">
            <a:off x="6375575" y="-475064"/>
            <a:ext cx="1938888" cy="3305698"/>
          </a:xfrm>
          <a:custGeom>
            <a:avLst/>
            <a:gdLst/>
            <a:ahLst/>
            <a:cxnLst/>
            <a:rect l="l" t="t" r="r" b="b"/>
            <a:pathLst>
              <a:path w="19210" h="32752" extrusionOk="0">
                <a:moveTo>
                  <a:pt x="14053" y="490"/>
                </a:moveTo>
                <a:lnTo>
                  <a:pt x="14053" y="490"/>
                </a:lnTo>
                <a:cubicBezTo>
                  <a:pt x="14026" y="597"/>
                  <a:pt x="13999" y="758"/>
                  <a:pt x="13972" y="918"/>
                </a:cubicBezTo>
                <a:cubicBezTo>
                  <a:pt x="13972" y="865"/>
                  <a:pt x="13972" y="838"/>
                  <a:pt x="13946" y="838"/>
                </a:cubicBezTo>
                <a:cubicBezTo>
                  <a:pt x="13972" y="731"/>
                  <a:pt x="14026" y="597"/>
                  <a:pt x="14053" y="490"/>
                </a:cubicBezTo>
                <a:close/>
                <a:moveTo>
                  <a:pt x="13651" y="1560"/>
                </a:moveTo>
                <a:lnTo>
                  <a:pt x="13651" y="1560"/>
                </a:lnTo>
                <a:cubicBezTo>
                  <a:pt x="13276" y="3862"/>
                  <a:pt x="12045" y="5923"/>
                  <a:pt x="11189" y="8038"/>
                </a:cubicBezTo>
                <a:cubicBezTo>
                  <a:pt x="10522" y="9665"/>
                  <a:pt x="10466" y="11531"/>
                  <a:pt x="10493" y="13318"/>
                </a:cubicBezTo>
                <a:lnTo>
                  <a:pt x="10493" y="13318"/>
                </a:lnTo>
                <a:cubicBezTo>
                  <a:pt x="10490" y="13217"/>
                  <a:pt x="10464" y="13118"/>
                  <a:pt x="10439" y="13043"/>
                </a:cubicBezTo>
                <a:cubicBezTo>
                  <a:pt x="10091" y="10634"/>
                  <a:pt x="9904" y="8412"/>
                  <a:pt x="11001" y="6191"/>
                </a:cubicBezTo>
                <a:cubicBezTo>
                  <a:pt x="11724" y="4772"/>
                  <a:pt x="12714" y="3541"/>
                  <a:pt x="13410" y="2123"/>
                </a:cubicBezTo>
                <a:cubicBezTo>
                  <a:pt x="13491" y="1935"/>
                  <a:pt x="13571" y="1748"/>
                  <a:pt x="13651" y="1560"/>
                </a:cubicBezTo>
                <a:close/>
                <a:moveTo>
                  <a:pt x="13972" y="945"/>
                </a:moveTo>
                <a:lnTo>
                  <a:pt x="13972" y="945"/>
                </a:lnTo>
                <a:cubicBezTo>
                  <a:pt x="13972" y="1079"/>
                  <a:pt x="13946" y="1212"/>
                  <a:pt x="13946" y="1346"/>
                </a:cubicBezTo>
                <a:cubicBezTo>
                  <a:pt x="13946" y="2524"/>
                  <a:pt x="13758" y="3702"/>
                  <a:pt x="13517" y="4853"/>
                </a:cubicBezTo>
                <a:cubicBezTo>
                  <a:pt x="12821" y="7877"/>
                  <a:pt x="11376" y="10580"/>
                  <a:pt x="10760" y="13605"/>
                </a:cubicBezTo>
                <a:cubicBezTo>
                  <a:pt x="10787" y="11357"/>
                  <a:pt x="10921" y="9189"/>
                  <a:pt x="11858" y="7074"/>
                </a:cubicBezTo>
                <a:cubicBezTo>
                  <a:pt x="12741" y="5094"/>
                  <a:pt x="13785" y="3140"/>
                  <a:pt x="13972" y="945"/>
                </a:cubicBezTo>
                <a:close/>
                <a:moveTo>
                  <a:pt x="5002" y="14350"/>
                </a:moveTo>
                <a:cubicBezTo>
                  <a:pt x="5585" y="14350"/>
                  <a:pt x="6085" y="14646"/>
                  <a:pt x="6746" y="15104"/>
                </a:cubicBezTo>
                <a:cubicBezTo>
                  <a:pt x="6879" y="15184"/>
                  <a:pt x="7013" y="15264"/>
                  <a:pt x="7147" y="15372"/>
                </a:cubicBezTo>
                <a:cubicBezTo>
                  <a:pt x="6694" y="15252"/>
                  <a:pt x="6232" y="15200"/>
                  <a:pt x="5767" y="15200"/>
                </a:cubicBezTo>
                <a:cubicBezTo>
                  <a:pt x="4364" y="15200"/>
                  <a:pt x="2927" y="15672"/>
                  <a:pt x="1580" y="16174"/>
                </a:cubicBezTo>
                <a:cubicBezTo>
                  <a:pt x="2329" y="15666"/>
                  <a:pt x="3025" y="15077"/>
                  <a:pt x="3855" y="14676"/>
                </a:cubicBezTo>
                <a:cubicBezTo>
                  <a:pt x="4297" y="14450"/>
                  <a:pt x="4663" y="14350"/>
                  <a:pt x="5002" y="14350"/>
                </a:cubicBezTo>
                <a:close/>
                <a:moveTo>
                  <a:pt x="5753" y="15432"/>
                </a:moveTo>
                <a:cubicBezTo>
                  <a:pt x="6514" y="15432"/>
                  <a:pt x="7262" y="15581"/>
                  <a:pt x="7977" y="15960"/>
                </a:cubicBezTo>
                <a:cubicBezTo>
                  <a:pt x="8619" y="16389"/>
                  <a:pt x="9208" y="16870"/>
                  <a:pt x="9743" y="17406"/>
                </a:cubicBezTo>
                <a:cubicBezTo>
                  <a:pt x="8352" y="16737"/>
                  <a:pt x="6906" y="16389"/>
                  <a:pt x="5381" y="16335"/>
                </a:cubicBezTo>
                <a:lnTo>
                  <a:pt x="4765" y="16335"/>
                </a:lnTo>
                <a:cubicBezTo>
                  <a:pt x="3828" y="16335"/>
                  <a:pt x="2918" y="16469"/>
                  <a:pt x="1981" y="16576"/>
                </a:cubicBezTo>
                <a:cubicBezTo>
                  <a:pt x="1633" y="16603"/>
                  <a:pt x="1312" y="16629"/>
                  <a:pt x="964" y="16656"/>
                </a:cubicBezTo>
                <a:cubicBezTo>
                  <a:pt x="2489" y="16094"/>
                  <a:pt x="4149" y="15432"/>
                  <a:pt x="5753" y="15432"/>
                </a:cubicBezTo>
                <a:close/>
                <a:moveTo>
                  <a:pt x="18748" y="11060"/>
                </a:moveTo>
                <a:cubicBezTo>
                  <a:pt x="18737" y="11089"/>
                  <a:pt x="18737" y="11129"/>
                  <a:pt x="18737" y="11169"/>
                </a:cubicBezTo>
                <a:cubicBezTo>
                  <a:pt x="18603" y="11892"/>
                  <a:pt x="18442" y="12588"/>
                  <a:pt x="18282" y="13284"/>
                </a:cubicBezTo>
                <a:cubicBezTo>
                  <a:pt x="17907" y="14729"/>
                  <a:pt x="17291" y="16255"/>
                  <a:pt x="16087" y="17165"/>
                </a:cubicBezTo>
                <a:cubicBezTo>
                  <a:pt x="14963" y="17995"/>
                  <a:pt x="13223" y="18289"/>
                  <a:pt x="12045" y="19119"/>
                </a:cubicBezTo>
                <a:cubicBezTo>
                  <a:pt x="12473" y="18342"/>
                  <a:pt x="12955" y="17700"/>
                  <a:pt x="13785" y="17218"/>
                </a:cubicBezTo>
                <a:cubicBezTo>
                  <a:pt x="14508" y="16790"/>
                  <a:pt x="15257" y="16469"/>
                  <a:pt x="15873" y="15907"/>
                </a:cubicBezTo>
                <a:cubicBezTo>
                  <a:pt x="16542" y="15291"/>
                  <a:pt x="17077" y="14408"/>
                  <a:pt x="17532" y="13659"/>
                </a:cubicBezTo>
                <a:cubicBezTo>
                  <a:pt x="18036" y="12864"/>
                  <a:pt x="18250" y="11859"/>
                  <a:pt x="18748" y="11060"/>
                </a:cubicBezTo>
                <a:close/>
                <a:moveTo>
                  <a:pt x="18549" y="10928"/>
                </a:moveTo>
                <a:lnTo>
                  <a:pt x="18549" y="10928"/>
                </a:lnTo>
                <a:cubicBezTo>
                  <a:pt x="18201" y="11517"/>
                  <a:pt x="18014" y="12213"/>
                  <a:pt x="17693" y="12856"/>
                </a:cubicBezTo>
                <a:cubicBezTo>
                  <a:pt x="17184" y="13899"/>
                  <a:pt x="16488" y="14863"/>
                  <a:pt x="15712" y="15719"/>
                </a:cubicBezTo>
                <a:cubicBezTo>
                  <a:pt x="15016" y="16469"/>
                  <a:pt x="13919" y="16844"/>
                  <a:pt x="13062" y="17379"/>
                </a:cubicBezTo>
                <a:cubicBezTo>
                  <a:pt x="12313" y="17861"/>
                  <a:pt x="11911" y="18798"/>
                  <a:pt x="11510" y="19547"/>
                </a:cubicBezTo>
                <a:cubicBezTo>
                  <a:pt x="11485" y="19571"/>
                  <a:pt x="11461" y="19573"/>
                  <a:pt x="11457" y="19594"/>
                </a:cubicBezTo>
                <a:lnTo>
                  <a:pt x="11457" y="19594"/>
                </a:lnTo>
                <a:cubicBezTo>
                  <a:pt x="11836" y="15557"/>
                  <a:pt x="16249" y="13818"/>
                  <a:pt x="18549" y="10928"/>
                </a:cubicBezTo>
                <a:close/>
                <a:moveTo>
                  <a:pt x="6505" y="16683"/>
                </a:moveTo>
                <a:lnTo>
                  <a:pt x="6505" y="16683"/>
                </a:lnTo>
                <a:cubicBezTo>
                  <a:pt x="7763" y="16844"/>
                  <a:pt x="8994" y="17245"/>
                  <a:pt x="10145" y="17914"/>
                </a:cubicBezTo>
                <a:cubicBezTo>
                  <a:pt x="10573" y="18450"/>
                  <a:pt x="10921" y="19065"/>
                  <a:pt x="11135" y="19788"/>
                </a:cubicBezTo>
                <a:cubicBezTo>
                  <a:pt x="9315" y="19172"/>
                  <a:pt x="8191" y="17432"/>
                  <a:pt x="6505" y="16683"/>
                </a:cubicBezTo>
                <a:close/>
                <a:moveTo>
                  <a:pt x="6772" y="20270"/>
                </a:moveTo>
                <a:cubicBezTo>
                  <a:pt x="7736" y="21581"/>
                  <a:pt x="9342" y="22384"/>
                  <a:pt x="10466" y="23535"/>
                </a:cubicBezTo>
                <a:cubicBezTo>
                  <a:pt x="9074" y="22598"/>
                  <a:pt x="7120" y="22331"/>
                  <a:pt x="6826" y="20350"/>
                </a:cubicBezTo>
                <a:cubicBezTo>
                  <a:pt x="6799" y="20323"/>
                  <a:pt x="6772" y="20296"/>
                  <a:pt x="6746" y="20270"/>
                </a:cubicBezTo>
                <a:close/>
                <a:moveTo>
                  <a:pt x="16221" y="20698"/>
                </a:moveTo>
                <a:cubicBezTo>
                  <a:pt x="15685" y="21635"/>
                  <a:pt x="14267" y="22304"/>
                  <a:pt x="13464" y="22812"/>
                </a:cubicBezTo>
                <a:cubicBezTo>
                  <a:pt x="12955" y="23187"/>
                  <a:pt x="12233" y="23615"/>
                  <a:pt x="11831" y="24177"/>
                </a:cubicBezTo>
                <a:cubicBezTo>
                  <a:pt x="12286" y="22357"/>
                  <a:pt x="14722" y="21768"/>
                  <a:pt x="16221" y="20698"/>
                </a:cubicBezTo>
                <a:close/>
                <a:moveTo>
                  <a:pt x="6692" y="20939"/>
                </a:moveTo>
                <a:cubicBezTo>
                  <a:pt x="7388" y="22893"/>
                  <a:pt x="9957" y="22866"/>
                  <a:pt x="11135" y="24445"/>
                </a:cubicBezTo>
                <a:cubicBezTo>
                  <a:pt x="9395" y="23481"/>
                  <a:pt x="6772" y="23080"/>
                  <a:pt x="6692" y="20939"/>
                </a:cubicBezTo>
                <a:close/>
                <a:moveTo>
                  <a:pt x="16194" y="21126"/>
                </a:moveTo>
                <a:cubicBezTo>
                  <a:pt x="15766" y="22304"/>
                  <a:pt x="14749" y="22919"/>
                  <a:pt x="13571" y="23455"/>
                </a:cubicBezTo>
                <a:cubicBezTo>
                  <a:pt x="12982" y="23722"/>
                  <a:pt x="12393" y="24017"/>
                  <a:pt x="11938" y="24445"/>
                </a:cubicBezTo>
                <a:cubicBezTo>
                  <a:pt x="12447" y="23562"/>
                  <a:pt x="13785" y="22919"/>
                  <a:pt x="14534" y="22411"/>
                </a:cubicBezTo>
                <a:cubicBezTo>
                  <a:pt x="15070" y="22063"/>
                  <a:pt x="15739" y="21661"/>
                  <a:pt x="16194" y="21126"/>
                </a:cubicBezTo>
                <a:close/>
                <a:moveTo>
                  <a:pt x="14048" y="0"/>
                </a:moveTo>
                <a:cubicBezTo>
                  <a:pt x="14002" y="0"/>
                  <a:pt x="13958" y="28"/>
                  <a:pt x="13946" y="88"/>
                </a:cubicBezTo>
                <a:cubicBezTo>
                  <a:pt x="13196" y="2390"/>
                  <a:pt x="11751" y="4183"/>
                  <a:pt x="10680" y="6298"/>
                </a:cubicBezTo>
                <a:cubicBezTo>
                  <a:pt x="9610" y="8466"/>
                  <a:pt x="9877" y="10795"/>
                  <a:pt x="10225" y="13096"/>
                </a:cubicBezTo>
                <a:cubicBezTo>
                  <a:pt x="10305" y="13766"/>
                  <a:pt x="10413" y="14435"/>
                  <a:pt x="10520" y="15104"/>
                </a:cubicBezTo>
                <a:cubicBezTo>
                  <a:pt x="10520" y="15131"/>
                  <a:pt x="10520" y="15157"/>
                  <a:pt x="10520" y="15157"/>
                </a:cubicBezTo>
                <a:cubicBezTo>
                  <a:pt x="10520" y="15184"/>
                  <a:pt x="10520" y="15211"/>
                  <a:pt x="10546" y="15211"/>
                </a:cubicBezTo>
                <a:cubicBezTo>
                  <a:pt x="10734" y="16469"/>
                  <a:pt x="10921" y="17727"/>
                  <a:pt x="11082" y="18985"/>
                </a:cubicBezTo>
                <a:cubicBezTo>
                  <a:pt x="10520" y="17700"/>
                  <a:pt x="9502" y="16737"/>
                  <a:pt x="8352" y="15907"/>
                </a:cubicBezTo>
                <a:cubicBezTo>
                  <a:pt x="8352" y="15880"/>
                  <a:pt x="8352" y="15853"/>
                  <a:pt x="8325" y="15853"/>
                </a:cubicBezTo>
                <a:cubicBezTo>
                  <a:pt x="8298" y="15853"/>
                  <a:pt x="8271" y="15827"/>
                  <a:pt x="8271" y="15827"/>
                </a:cubicBezTo>
                <a:cubicBezTo>
                  <a:pt x="7602" y="15345"/>
                  <a:pt x="6906" y="14890"/>
                  <a:pt x="6237" y="14461"/>
                </a:cubicBezTo>
                <a:cubicBezTo>
                  <a:pt x="5829" y="14193"/>
                  <a:pt x="5417" y="14081"/>
                  <a:pt x="5004" y="14081"/>
                </a:cubicBezTo>
                <a:cubicBezTo>
                  <a:pt x="3280" y="14081"/>
                  <a:pt x="1550" y="16040"/>
                  <a:pt x="81" y="16710"/>
                </a:cubicBezTo>
                <a:cubicBezTo>
                  <a:pt x="27" y="16737"/>
                  <a:pt x="1" y="16790"/>
                  <a:pt x="27" y="16844"/>
                </a:cubicBezTo>
                <a:cubicBezTo>
                  <a:pt x="27" y="16870"/>
                  <a:pt x="54" y="16870"/>
                  <a:pt x="54" y="16870"/>
                </a:cubicBezTo>
                <a:cubicBezTo>
                  <a:pt x="54" y="16870"/>
                  <a:pt x="54" y="16897"/>
                  <a:pt x="81" y="16897"/>
                </a:cubicBezTo>
                <a:cubicBezTo>
                  <a:pt x="81" y="16924"/>
                  <a:pt x="108" y="16924"/>
                  <a:pt x="108" y="16924"/>
                </a:cubicBezTo>
                <a:lnTo>
                  <a:pt x="135" y="16924"/>
                </a:lnTo>
                <a:cubicBezTo>
                  <a:pt x="1580" y="16924"/>
                  <a:pt x="2972" y="16656"/>
                  <a:pt x="4390" y="16576"/>
                </a:cubicBezTo>
                <a:lnTo>
                  <a:pt x="5354" y="16576"/>
                </a:lnTo>
                <a:cubicBezTo>
                  <a:pt x="7736" y="16870"/>
                  <a:pt x="8967" y="19413"/>
                  <a:pt x="11242" y="20082"/>
                </a:cubicBezTo>
                <a:cubicBezTo>
                  <a:pt x="11376" y="21367"/>
                  <a:pt x="11483" y="22679"/>
                  <a:pt x="11483" y="23990"/>
                </a:cubicBezTo>
                <a:cubicBezTo>
                  <a:pt x="11483" y="24124"/>
                  <a:pt x="11483" y="24284"/>
                  <a:pt x="11483" y="24445"/>
                </a:cubicBezTo>
                <a:cubicBezTo>
                  <a:pt x="10413" y="22545"/>
                  <a:pt x="7977" y="21715"/>
                  <a:pt x="6799" y="19895"/>
                </a:cubicBezTo>
                <a:cubicBezTo>
                  <a:pt x="6778" y="19863"/>
                  <a:pt x="6740" y="19848"/>
                  <a:pt x="6701" y="19848"/>
                </a:cubicBezTo>
                <a:cubicBezTo>
                  <a:pt x="6640" y="19848"/>
                  <a:pt x="6574" y="19884"/>
                  <a:pt x="6558" y="19948"/>
                </a:cubicBezTo>
                <a:cubicBezTo>
                  <a:pt x="6237" y="21340"/>
                  <a:pt x="6719" y="22411"/>
                  <a:pt x="7897" y="23241"/>
                </a:cubicBezTo>
                <a:cubicBezTo>
                  <a:pt x="8967" y="23990"/>
                  <a:pt x="10386" y="24177"/>
                  <a:pt x="11456" y="24954"/>
                </a:cubicBezTo>
                <a:cubicBezTo>
                  <a:pt x="11349" y="27523"/>
                  <a:pt x="10734" y="30093"/>
                  <a:pt x="10145" y="32609"/>
                </a:cubicBezTo>
                <a:cubicBezTo>
                  <a:pt x="10112" y="32690"/>
                  <a:pt x="10188" y="32751"/>
                  <a:pt x="10265" y="32751"/>
                </a:cubicBezTo>
                <a:cubicBezTo>
                  <a:pt x="10315" y="32751"/>
                  <a:pt x="10365" y="32725"/>
                  <a:pt x="10386" y="32662"/>
                </a:cubicBezTo>
                <a:cubicBezTo>
                  <a:pt x="10760" y="31003"/>
                  <a:pt x="11108" y="29343"/>
                  <a:pt x="11430" y="27684"/>
                </a:cubicBezTo>
                <a:cubicBezTo>
                  <a:pt x="11563" y="26854"/>
                  <a:pt x="11670" y="26024"/>
                  <a:pt x="11697" y="25194"/>
                </a:cubicBezTo>
                <a:cubicBezTo>
                  <a:pt x="12179" y="24017"/>
                  <a:pt x="13839" y="23669"/>
                  <a:pt x="14829" y="23080"/>
                </a:cubicBezTo>
                <a:cubicBezTo>
                  <a:pt x="15899" y="22491"/>
                  <a:pt x="16488" y="21581"/>
                  <a:pt x="16595" y="20377"/>
                </a:cubicBezTo>
                <a:cubicBezTo>
                  <a:pt x="16595" y="20350"/>
                  <a:pt x="16595" y="20350"/>
                  <a:pt x="16595" y="20323"/>
                </a:cubicBezTo>
                <a:cubicBezTo>
                  <a:pt x="16622" y="20270"/>
                  <a:pt x="16569" y="20243"/>
                  <a:pt x="16515" y="20216"/>
                </a:cubicBezTo>
                <a:lnTo>
                  <a:pt x="16462" y="20216"/>
                </a:lnTo>
                <a:cubicBezTo>
                  <a:pt x="16435" y="20216"/>
                  <a:pt x="16435" y="20243"/>
                  <a:pt x="16408" y="20243"/>
                </a:cubicBezTo>
                <a:cubicBezTo>
                  <a:pt x="15043" y="21474"/>
                  <a:pt x="12473" y="21983"/>
                  <a:pt x="11724" y="23722"/>
                </a:cubicBezTo>
                <a:cubicBezTo>
                  <a:pt x="11724" y="22571"/>
                  <a:pt x="11644" y="21447"/>
                  <a:pt x="11510" y="20323"/>
                </a:cubicBezTo>
                <a:cubicBezTo>
                  <a:pt x="11510" y="20189"/>
                  <a:pt x="11483" y="20082"/>
                  <a:pt x="11483" y="19948"/>
                </a:cubicBezTo>
                <a:cubicBezTo>
                  <a:pt x="12072" y="19172"/>
                  <a:pt x="13250" y="18824"/>
                  <a:pt x="14106" y="18450"/>
                </a:cubicBezTo>
                <a:cubicBezTo>
                  <a:pt x="15070" y="18021"/>
                  <a:pt x="16060" y="17593"/>
                  <a:pt x="16809" y="16844"/>
                </a:cubicBezTo>
                <a:cubicBezTo>
                  <a:pt x="18522" y="15157"/>
                  <a:pt x="18790" y="12160"/>
                  <a:pt x="19192" y="9938"/>
                </a:cubicBezTo>
                <a:cubicBezTo>
                  <a:pt x="19210" y="9848"/>
                  <a:pt x="19130" y="9770"/>
                  <a:pt x="19060" y="9770"/>
                </a:cubicBezTo>
                <a:cubicBezTo>
                  <a:pt x="19026" y="9770"/>
                  <a:pt x="18995" y="9788"/>
                  <a:pt x="18978" y="9831"/>
                </a:cubicBezTo>
                <a:cubicBezTo>
                  <a:pt x="18014" y="11758"/>
                  <a:pt x="15846" y="13070"/>
                  <a:pt x="14294" y="14488"/>
                </a:cubicBezTo>
                <a:cubicBezTo>
                  <a:pt x="12982" y="15693"/>
                  <a:pt x="11751" y="17138"/>
                  <a:pt x="11349" y="18851"/>
                </a:cubicBezTo>
                <a:cubicBezTo>
                  <a:pt x="11162" y="17593"/>
                  <a:pt x="10975" y="16335"/>
                  <a:pt x="10760" y="15104"/>
                </a:cubicBezTo>
                <a:cubicBezTo>
                  <a:pt x="11028" y="12534"/>
                  <a:pt x="11911" y="10233"/>
                  <a:pt x="12821" y="7877"/>
                </a:cubicBezTo>
                <a:cubicBezTo>
                  <a:pt x="13758" y="5334"/>
                  <a:pt x="14267" y="2818"/>
                  <a:pt x="14160" y="115"/>
                </a:cubicBezTo>
                <a:cubicBezTo>
                  <a:pt x="14160" y="42"/>
                  <a:pt x="14103" y="0"/>
                  <a:pt x="14048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79" name="Google Shape;1879;p108"/>
          <p:cNvSpPr/>
          <p:nvPr/>
        </p:nvSpPr>
        <p:spPr>
          <a:xfrm rot="9803796" flipH="1">
            <a:off x="6385819" y="2177042"/>
            <a:ext cx="3403937" cy="3389824"/>
          </a:xfrm>
          <a:custGeom>
            <a:avLst/>
            <a:gdLst/>
            <a:ahLst/>
            <a:cxnLst/>
            <a:rect l="l" t="t" r="r" b="b"/>
            <a:pathLst>
              <a:path w="48235" h="48035" extrusionOk="0">
                <a:moveTo>
                  <a:pt x="3770" y="17379"/>
                </a:moveTo>
                <a:cubicBezTo>
                  <a:pt x="7573" y="20948"/>
                  <a:pt x="10108" y="20948"/>
                  <a:pt x="20515" y="21349"/>
                </a:cubicBezTo>
                <a:cubicBezTo>
                  <a:pt x="30956" y="21782"/>
                  <a:pt x="19314" y="35525"/>
                  <a:pt x="27520" y="41797"/>
                </a:cubicBezTo>
                <a:cubicBezTo>
                  <a:pt x="35726" y="48034"/>
                  <a:pt x="48235" y="37827"/>
                  <a:pt x="48235" y="26986"/>
                </a:cubicBezTo>
                <a:cubicBezTo>
                  <a:pt x="48235" y="16145"/>
                  <a:pt x="35026" y="0"/>
                  <a:pt x="18080" y="867"/>
                </a:cubicBezTo>
                <a:cubicBezTo>
                  <a:pt x="1135" y="1768"/>
                  <a:pt x="1" y="13843"/>
                  <a:pt x="3770" y="17379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880" name="Google Shape;1880;p108"/>
          <p:cNvGrpSpPr/>
          <p:nvPr/>
        </p:nvGrpSpPr>
        <p:grpSpPr>
          <a:xfrm rot="10800000" flipH="1">
            <a:off x="2190691" y="1431495"/>
            <a:ext cx="1696762" cy="1688828"/>
            <a:chOff x="2414491" y="671177"/>
            <a:chExt cx="1830972" cy="1822411"/>
          </a:xfrm>
        </p:grpSpPr>
        <p:sp>
          <p:nvSpPr>
            <p:cNvPr id="1881" name="Google Shape;1881;p108"/>
            <p:cNvSpPr/>
            <p:nvPr/>
          </p:nvSpPr>
          <p:spPr>
            <a:xfrm>
              <a:off x="2414491" y="671177"/>
              <a:ext cx="1830972" cy="1822391"/>
            </a:xfrm>
            <a:custGeom>
              <a:avLst/>
              <a:gdLst/>
              <a:ahLst/>
              <a:cxnLst/>
              <a:rect l="l" t="t" r="r" b="b"/>
              <a:pathLst>
                <a:path w="45663" h="45449" extrusionOk="0">
                  <a:moveTo>
                    <a:pt x="10947" y="4979"/>
                  </a:moveTo>
                  <a:lnTo>
                    <a:pt x="15605" y="7656"/>
                  </a:lnTo>
                  <a:lnTo>
                    <a:pt x="15605" y="13062"/>
                  </a:lnTo>
                  <a:lnTo>
                    <a:pt x="10947" y="15766"/>
                  </a:lnTo>
                  <a:lnTo>
                    <a:pt x="6263" y="13062"/>
                  </a:lnTo>
                  <a:lnTo>
                    <a:pt x="6263" y="7656"/>
                  </a:lnTo>
                  <a:lnTo>
                    <a:pt x="10947" y="4979"/>
                  </a:lnTo>
                  <a:close/>
                  <a:moveTo>
                    <a:pt x="20449" y="4979"/>
                  </a:moveTo>
                  <a:lnTo>
                    <a:pt x="25133" y="7656"/>
                  </a:lnTo>
                  <a:lnTo>
                    <a:pt x="25133" y="13062"/>
                  </a:lnTo>
                  <a:lnTo>
                    <a:pt x="20449" y="15766"/>
                  </a:lnTo>
                  <a:lnTo>
                    <a:pt x="15792" y="13062"/>
                  </a:lnTo>
                  <a:lnTo>
                    <a:pt x="15792" y="7656"/>
                  </a:lnTo>
                  <a:lnTo>
                    <a:pt x="20449" y="4979"/>
                  </a:lnTo>
                  <a:close/>
                  <a:moveTo>
                    <a:pt x="29978" y="4979"/>
                  </a:moveTo>
                  <a:lnTo>
                    <a:pt x="34635" y="7656"/>
                  </a:lnTo>
                  <a:lnTo>
                    <a:pt x="34635" y="13062"/>
                  </a:lnTo>
                  <a:lnTo>
                    <a:pt x="29978" y="15766"/>
                  </a:lnTo>
                  <a:lnTo>
                    <a:pt x="25294" y="13062"/>
                  </a:lnTo>
                  <a:lnTo>
                    <a:pt x="25294" y="7656"/>
                  </a:lnTo>
                  <a:lnTo>
                    <a:pt x="29978" y="4979"/>
                  </a:lnTo>
                  <a:close/>
                  <a:moveTo>
                    <a:pt x="6183" y="13196"/>
                  </a:moveTo>
                  <a:lnTo>
                    <a:pt x="10867" y="15899"/>
                  </a:lnTo>
                  <a:lnTo>
                    <a:pt x="10867" y="21306"/>
                  </a:lnTo>
                  <a:lnTo>
                    <a:pt x="6183" y="23983"/>
                  </a:lnTo>
                  <a:lnTo>
                    <a:pt x="1526" y="21306"/>
                  </a:lnTo>
                  <a:lnTo>
                    <a:pt x="1526" y="15899"/>
                  </a:lnTo>
                  <a:lnTo>
                    <a:pt x="6183" y="13196"/>
                  </a:lnTo>
                  <a:close/>
                  <a:moveTo>
                    <a:pt x="15712" y="13196"/>
                  </a:moveTo>
                  <a:lnTo>
                    <a:pt x="20369" y="15899"/>
                  </a:lnTo>
                  <a:lnTo>
                    <a:pt x="20369" y="21306"/>
                  </a:lnTo>
                  <a:lnTo>
                    <a:pt x="15712" y="23983"/>
                  </a:lnTo>
                  <a:lnTo>
                    <a:pt x="11028" y="21306"/>
                  </a:lnTo>
                  <a:lnTo>
                    <a:pt x="11028" y="15899"/>
                  </a:lnTo>
                  <a:lnTo>
                    <a:pt x="15712" y="13196"/>
                  </a:lnTo>
                  <a:close/>
                  <a:moveTo>
                    <a:pt x="25213" y="13196"/>
                  </a:moveTo>
                  <a:lnTo>
                    <a:pt x="29871" y="15899"/>
                  </a:lnTo>
                  <a:lnTo>
                    <a:pt x="29871" y="21306"/>
                  </a:lnTo>
                  <a:lnTo>
                    <a:pt x="25213" y="23983"/>
                  </a:lnTo>
                  <a:lnTo>
                    <a:pt x="20529" y="21306"/>
                  </a:lnTo>
                  <a:lnTo>
                    <a:pt x="20529" y="15899"/>
                  </a:lnTo>
                  <a:lnTo>
                    <a:pt x="25213" y="13196"/>
                  </a:lnTo>
                  <a:close/>
                  <a:moveTo>
                    <a:pt x="34715" y="13196"/>
                  </a:moveTo>
                  <a:lnTo>
                    <a:pt x="39399" y="15899"/>
                  </a:lnTo>
                  <a:lnTo>
                    <a:pt x="39399" y="21306"/>
                  </a:lnTo>
                  <a:lnTo>
                    <a:pt x="34715" y="23983"/>
                  </a:lnTo>
                  <a:lnTo>
                    <a:pt x="30058" y="21306"/>
                  </a:lnTo>
                  <a:lnTo>
                    <a:pt x="30058" y="15899"/>
                  </a:lnTo>
                  <a:lnTo>
                    <a:pt x="34715" y="13196"/>
                  </a:lnTo>
                  <a:close/>
                  <a:moveTo>
                    <a:pt x="10947" y="21440"/>
                  </a:moveTo>
                  <a:lnTo>
                    <a:pt x="15605" y="24143"/>
                  </a:lnTo>
                  <a:lnTo>
                    <a:pt x="15605" y="29523"/>
                  </a:lnTo>
                  <a:lnTo>
                    <a:pt x="10947" y="32226"/>
                  </a:lnTo>
                  <a:lnTo>
                    <a:pt x="6263" y="29523"/>
                  </a:lnTo>
                  <a:lnTo>
                    <a:pt x="6263" y="24143"/>
                  </a:lnTo>
                  <a:lnTo>
                    <a:pt x="10947" y="21440"/>
                  </a:lnTo>
                  <a:close/>
                  <a:moveTo>
                    <a:pt x="20449" y="21440"/>
                  </a:moveTo>
                  <a:lnTo>
                    <a:pt x="25133" y="24143"/>
                  </a:lnTo>
                  <a:lnTo>
                    <a:pt x="25133" y="29523"/>
                  </a:lnTo>
                  <a:lnTo>
                    <a:pt x="20449" y="32226"/>
                  </a:lnTo>
                  <a:lnTo>
                    <a:pt x="15792" y="29523"/>
                  </a:lnTo>
                  <a:lnTo>
                    <a:pt x="15792" y="24143"/>
                  </a:lnTo>
                  <a:lnTo>
                    <a:pt x="20449" y="21440"/>
                  </a:lnTo>
                  <a:close/>
                  <a:moveTo>
                    <a:pt x="29978" y="21440"/>
                  </a:moveTo>
                  <a:lnTo>
                    <a:pt x="34635" y="24143"/>
                  </a:lnTo>
                  <a:lnTo>
                    <a:pt x="34635" y="29523"/>
                  </a:lnTo>
                  <a:lnTo>
                    <a:pt x="29978" y="32226"/>
                  </a:lnTo>
                  <a:lnTo>
                    <a:pt x="25294" y="29523"/>
                  </a:lnTo>
                  <a:lnTo>
                    <a:pt x="25294" y="24143"/>
                  </a:lnTo>
                  <a:lnTo>
                    <a:pt x="29978" y="21440"/>
                  </a:lnTo>
                  <a:close/>
                  <a:moveTo>
                    <a:pt x="39480" y="21440"/>
                  </a:moveTo>
                  <a:lnTo>
                    <a:pt x="44137" y="24143"/>
                  </a:lnTo>
                  <a:lnTo>
                    <a:pt x="44137" y="29523"/>
                  </a:lnTo>
                  <a:lnTo>
                    <a:pt x="39480" y="32226"/>
                  </a:lnTo>
                  <a:lnTo>
                    <a:pt x="34796" y="29523"/>
                  </a:lnTo>
                  <a:lnTo>
                    <a:pt x="34796" y="24143"/>
                  </a:lnTo>
                  <a:lnTo>
                    <a:pt x="39480" y="21440"/>
                  </a:lnTo>
                  <a:close/>
                  <a:moveTo>
                    <a:pt x="15712" y="29684"/>
                  </a:moveTo>
                  <a:lnTo>
                    <a:pt x="20369" y="32387"/>
                  </a:lnTo>
                  <a:lnTo>
                    <a:pt x="20369" y="37767"/>
                  </a:lnTo>
                  <a:lnTo>
                    <a:pt x="15712" y="40470"/>
                  </a:lnTo>
                  <a:lnTo>
                    <a:pt x="11028" y="37767"/>
                  </a:lnTo>
                  <a:lnTo>
                    <a:pt x="11028" y="32387"/>
                  </a:lnTo>
                  <a:lnTo>
                    <a:pt x="15712" y="29684"/>
                  </a:lnTo>
                  <a:close/>
                  <a:moveTo>
                    <a:pt x="25213" y="29684"/>
                  </a:moveTo>
                  <a:lnTo>
                    <a:pt x="29871" y="32387"/>
                  </a:lnTo>
                  <a:lnTo>
                    <a:pt x="29871" y="37767"/>
                  </a:lnTo>
                  <a:lnTo>
                    <a:pt x="25213" y="40470"/>
                  </a:lnTo>
                  <a:lnTo>
                    <a:pt x="20529" y="37767"/>
                  </a:lnTo>
                  <a:lnTo>
                    <a:pt x="20529" y="32387"/>
                  </a:lnTo>
                  <a:lnTo>
                    <a:pt x="25213" y="29684"/>
                  </a:lnTo>
                  <a:close/>
                  <a:moveTo>
                    <a:pt x="34715" y="29684"/>
                  </a:moveTo>
                  <a:lnTo>
                    <a:pt x="39399" y="32387"/>
                  </a:lnTo>
                  <a:lnTo>
                    <a:pt x="39399" y="37767"/>
                  </a:lnTo>
                  <a:lnTo>
                    <a:pt x="34715" y="40470"/>
                  </a:lnTo>
                  <a:lnTo>
                    <a:pt x="30058" y="37767"/>
                  </a:lnTo>
                  <a:lnTo>
                    <a:pt x="30058" y="32387"/>
                  </a:lnTo>
                  <a:lnTo>
                    <a:pt x="34715" y="29684"/>
                  </a:lnTo>
                  <a:close/>
                  <a:moveTo>
                    <a:pt x="20369" y="1"/>
                  </a:moveTo>
                  <a:lnTo>
                    <a:pt x="20369" y="4818"/>
                  </a:lnTo>
                  <a:lnTo>
                    <a:pt x="15712" y="7522"/>
                  </a:lnTo>
                  <a:lnTo>
                    <a:pt x="11028" y="4818"/>
                  </a:lnTo>
                  <a:lnTo>
                    <a:pt x="11028" y="3159"/>
                  </a:lnTo>
                  <a:cubicBezTo>
                    <a:pt x="10974" y="3186"/>
                    <a:pt x="10921" y="3239"/>
                    <a:pt x="10867" y="3266"/>
                  </a:cubicBezTo>
                  <a:lnTo>
                    <a:pt x="10867" y="4818"/>
                  </a:lnTo>
                  <a:lnTo>
                    <a:pt x="6183" y="7522"/>
                  </a:lnTo>
                  <a:lnTo>
                    <a:pt x="5915" y="7361"/>
                  </a:lnTo>
                  <a:cubicBezTo>
                    <a:pt x="5889" y="7415"/>
                    <a:pt x="5835" y="7442"/>
                    <a:pt x="5808" y="7495"/>
                  </a:cubicBezTo>
                  <a:lnTo>
                    <a:pt x="6103" y="7656"/>
                  </a:lnTo>
                  <a:lnTo>
                    <a:pt x="6103" y="13062"/>
                  </a:lnTo>
                  <a:lnTo>
                    <a:pt x="1419" y="15766"/>
                  </a:lnTo>
                  <a:lnTo>
                    <a:pt x="1124" y="15578"/>
                  </a:lnTo>
                  <a:cubicBezTo>
                    <a:pt x="1124" y="15632"/>
                    <a:pt x="1098" y="15685"/>
                    <a:pt x="1071" y="15739"/>
                  </a:cubicBezTo>
                  <a:lnTo>
                    <a:pt x="1338" y="15899"/>
                  </a:lnTo>
                  <a:lnTo>
                    <a:pt x="1338" y="21306"/>
                  </a:lnTo>
                  <a:lnTo>
                    <a:pt x="0" y="22082"/>
                  </a:lnTo>
                  <a:cubicBezTo>
                    <a:pt x="0" y="22136"/>
                    <a:pt x="0" y="22216"/>
                    <a:pt x="0" y="22270"/>
                  </a:cubicBezTo>
                  <a:lnTo>
                    <a:pt x="1419" y="21440"/>
                  </a:lnTo>
                  <a:lnTo>
                    <a:pt x="6103" y="24143"/>
                  </a:lnTo>
                  <a:lnTo>
                    <a:pt x="6103" y="29523"/>
                  </a:lnTo>
                  <a:lnTo>
                    <a:pt x="1927" y="31932"/>
                  </a:lnTo>
                  <a:cubicBezTo>
                    <a:pt x="1954" y="31986"/>
                    <a:pt x="1981" y="32039"/>
                    <a:pt x="2008" y="32093"/>
                  </a:cubicBezTo>
                  <a:lnTo>
                    <a:pt x="6183" y="29684"/>
                  </a:lnTo>
                  <a:lnTo>
                    <a:pt x="10867" y="32387"/>
                  </a:lnTo>
                  <a:lnTo>
                    <a:pt x="10867" y="37767"/>
                  </a:lnTo>
                  <a:lnTo>
                    <a:pt x="7548" y="39694"/>
                  </a:lnTo>
                  <a:cubicBezTo>
                    <a:pt x="7575" y="39721"/>
                    <a:pt x="7628" y="39774"/>
                    <a:pt x="7682" y="39801"/>
                  </a:cubicBezTo>
                  <a:lnTo>
                    <a:pt x="10947" y="37928"/>
                  </a:lnTo>
                  <a:lnTo>
                    <a:pt x="15605" y="40631"/>
                  </a:lnTo>
                  <a:lnTo>
                    <a:pt x="15605" y="44405"/>
                  </a:lnTo>
                  <a:cubicBezTo>
                    <a:pt x="15658" y="44405"/>
                    <a:pt x="15738" y="44432"/>
                    <a:pt x="15792" y="44458"/>
                  </a:cubicBezTo>
                  <a:lnTo>
                    <a:pt x="15792" y="40631"/>
                  </a:lnTo>
                  <a:lnTo>
                    <a:pt x="20449" y="37928"/>
                  </a:lnTo>
                  <a:lnTo>
                    <a:pt x="25133" y="40631"/>
                  </a:lnTo>
                  <a:lnTo>
                    <a:pt x="25133" y="45449"/>
                  </a:lnTo>
                  <a:cubicBezTo>
                    <a:pt x="25187" y="45449"/>
                    <a:pt x="25240" y="45449"/>
                    <a:pt x="25294" y="45422"/>
                  </a:cubicBezTo>
                  <a:lnTo>
                    <a:pt x="25294" y="40631"/>
                  </a:lnTo>
                  <a:lnTo>
                    <a:pt x="29978" y="37928"/>
                  </a:lnTo>
                  <a:lnTo>
                    <a:pt x="34635" y="40631"/>
                  </a:lnTo>
                  <a:lnTo>
                    <a:pt x="34635" y="42290"/>
                  </a:lnTo>
                  <a:cubicBezTo>
                    <a:pt x="34688" y="42237"/>
                    <a:pt x="34742" y="42210"/>
                    <a:pt x="34796" y="42183"/>
                  </a:cubicBezTo>
                  <a:lnTo>
                    <a:pt x="34796" y="40631"/>
                  </a:lnTo>
                  <a:lnTo>
                    <a:pt x="39480" y="37928"/>
                  </a:lnTo>
                  <a:lnTo>
                    <a:pt x="39747" y="38088"/>
                  </a:lnTo>
                  <a:cubicBezTo>
                    <a:pt x="39774" y="38035"/>
                    <a:pt x="39827" y="37981"/>
                    <a:pt x="39854" y="37954"/>
                  </a:cubicBezTo>
                  <a:lnTo>
                    <a:pt x="39560" y="37767"/>
                  </a:lnTo>
                  <a:lnTo>
                    <a:pt x="39560" y="32387"/>
                  </a:lnTo>
                  <a:lnTo>
                    <a:pt x="44244" y="29684"/>
                  </a:lnTo>
                  <a:lnTo>
                    <a:pt x="44538" y="29871"/>
                  </a:lnTo>
                  <a:cubicBezTo>
                    <a:pt x="44565" y="29791"/>
                    <a:pt x="44565" y="29737"/>
                    <a:pt x="44592" y="29684"/>
                  </a:cubicBezTo>
                  <a:lnTo>
                    <a:pt x="44324" y="29523"/>
                  </a:lnTo>
                  <a:lnTo>
                    <a:pt x="44324" y="24143"/>
                  </a:lnTo>
                  <a:lnTo>
                    <a:pt x="45662" y="23367"/>
                  </a:lnTo>
                  <a:cubicBezTo>
                    <a:pt x="45662" y="23314"/>
                    <a:pt x="45662" y="23233"/>
                    <a:pt x="45662" y="23153"/>
                  </a:cubicBezTo>
                  <a:lnTo>
                    <a:pt x="44244" y="23983"/>
                  </a:lnTo>
                  <a:lnTo>
                    <a:pt x="39560" y="21306"/>
                  </a:lnTo>
                  <a:lnTo>
                    <a:pt x="39560" y="15899"/>
                  </a:lnTo>
                  <a:lnTo>
                    <a:pt x="43735" y="13491"/>
                  </a:lnTo>
                  <a:cubicBezTo>
                    <a:pt x="43709" y="13437"/>
                    <a:pt x="43682" y="13383"/>
                    <a:pt x="43655" y="13330"/>
                  </a:cubicBezTo>
                  <a:lnTo>
                    <a:pt x="39480" y="15766"/>
                  </a:lnTo>
                  <a:lnTo>
                    <a:pt x="34796" y="13062"/>
                  </a:lnTo>
                  <a:lnTo>
                    <a:pt x="34796" y="7656"/>
                  </a:lnTo>
                  <a:lnTo>
                    <a:pt x="38114" y="5755"/>
                  </a:lnTo>
                  <a:cubicBezTo>
                    <a:pt x="38088" y="5702"/>
                    <a:pt x="38034" y="5675"/>
                    <a:pt x="37981" y="5621"/>
                  </a:cubicBezTo>
                  <a:lnTo>
                    <a:pt x="34715" y="7522"/>
                  </a:lnTo>
                  <a:lnTo>
                    <a:pt x="30058" y="4818"/>
                  </a:lnTo>
                  <a:lnTo>
                    <a:pt x="30058" y="1045"/>
                  </a:lnTo>
                  <a:cubicBezTo>
                    <a:pt x="30004" y="1018"/>
                    <a:pt x="29951" y="1018"/>
                    <a:pt x="29871" y="991"/>
                  </a:cubicBezTo>
                  <a:lnTo>
                    <a:pt x="29871" y="4818"/>
                  </a:lnTo>
                  <a:lnTo>
                    <a:pt x="25213" y="7522"/>
                  </a:lnTo>
                  <a:lnTo>
                    <a:pt x="20529" y="4818"/>
                  </a:lnTo>
                  <a:lnTo>
                    <a:pt x="2052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2" name="Google Shape;1882;p108"/>
            <p:cNvSpPr/>
            <p:nvPr/>
          </p:nvSpPr>
          <p:spPr>
            <a:xfrm>
              <a:off x="2796545" y="833253"/>
              <a:ext cx="9704" cy="7538"/>
            </a:xfrm>
            <a:custGeom>
              <a:avLst/>
              <a:gdLst/>
              <a:ahLst/>
              <a:cxnLst/>
              <a:rect l="l" t="t" r="r" b="b"/>
              <a:pathLst>
                <a:path w="242" h="188" extrusionOk="0">
                  <a:moveTo>
                    <a:pt x="161" y="0"/>
                  </a:moveTo>
                  <a:cubicBezTo>
                    <a:pt x="108" y="27"/>
                    <a:pt x="54" y="81"/>
                    <a:pt x="1" y="107"/>
                  </a:cubicBezTo>
                  <a:lnTo>
                    <a:pt x="161" y="188"/>
                  </a:lnTo>
                  <a:lnTo>
                    <a:pt x="242" y="54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3" name="Google Shape;1883;p108"/>
            <p:cNvSpPr/>
            <p:nvPr/>
          </p:nvSpPr>
          <p:spPr>
            <a:xfrm>
              <a:off x="2899597" y="677633"/>
              <a:ext cx="287659" cy="242590"/>
            </a:xfrm>
            <a:custGeom>
              <a:avLst/>
              <a:gdLst/>
              <a:ahLst/>
              <a:cxnLst/>
              <a:rect l="l" t="t" r="r" b="b"/>
              <a:pathLst>
                <a:path w="7174" h="6050" extrusionOk="0">
                  <a:moveTo>
                    <a:pt x="7173" y="0"/>
                  </a:moveTo>
                  <a:lnTo>
                    <a:pt x="7173" y="0"/>
                  </a:lnTo>
                  <a:cubicBezTo>
                    <a:pt x="7013" y="27"/>
                    <a:pt x="6852" y="54"/>
                    <a:pt x="6692" y="81"/>
                  </a:cubicBezTo>
                  <a:lnTo>
                    <a:pt x="3667" y="1794"/>
                  </a:lnTo>
                  <a:lnTo>
                    <a:pt x="3667" y="830"/>
                  </a:lnTo>
                  <a:cubicBezTo>
                    <a:pt x="3614" y="857"/>
                    <a:pt x="3560" y="857"/>
                    <a:pt x="3507" y="884"/>
                  </a:cubicBezTo>
                  <a:lnTo>
                    <a:pt x="3507" y="1794"/>
                  </a:lnTo>
                  <a:lnTo>
                    <a:pt x="2516" y="1231"/>
                  </a:lnTo>
                  <a:cubicBezTo>
                    <a:pt x="2463" y="1258"/>
                    <a:pt x="2382" y="1285"/>
                    <a:pt x="2329" y="1312"/>
                  </a:cubicBezTo>
                  <a:lnTo>
                    <a:pt x="3426" y="1954"/>
                  </a:lnTo>
                  <a:lnTo>
                    <a:pt x="0" y="3935"/>
                  </a:lnTo>
                  <a:lnTo>
                    <a:pt x="81" y="4069"/>
                  </a:lnTo>
                  <a:lnTo>
                    <a:pt x="3507" y="2115"/>
                  </a:lnTo>
                  <a:lnTo>
                    <a:pt x="3507" y="6049"/>
                  </a:lnTo>
                  <a:lnTo>
                    <a:pt x="3667" y="6049"/>
                  </a:lnTo>
                  <a:lnTo>
                    <a:pt x="3667" y="2115"/>
                  </a:lnTo>
                  <a:lnTo>
                    <a:pt x="7093" y="4069"/>
                  </a:lnTo>
                  <a:lnTo>
                    <a:pt x="7173" y="3935"/>
                  </a:lnTo>
                  <a:lnTo>
                    <a:pt x="3774" y="1954"/>
                  </a:lnTo>
                  <a:lnTo>
                    <a:pt x="717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4" name="Google Shape;1884;p108"/>
            <p:cNvSpPr/>
            <p:nvPr/>
          </p:nvSpPr>
          <p:spPr>
            <a:xfrm>
              <a:off x="3280608" y="671177"/>
              <a:ext cx="288742" cy="249046"/>
            </a:xfrm>
            <a:custGeom>
              <a:avLst/>
              <a:gdLst/>
              <a:ahLst/>
              <a:cxnLst/>
              <a:rect l="l" t="t" r="r" b="b"/>
              <a:pathLst>
                <a:path w="7201" h="6211" extrusionOk="0">
                  <a:moveTo>
                    <a:pt x="107" y="1"/>
                  </a:moveTo>
                  <a:lnTo>
                    <a:pt x="0" y="134"/>
                  </a:lnTo>
                  <a:lnTo>
                    <a:pt x="3426" y="2115"/>
                  </a:lnTo>
                  <a:lnTo>
                    <a:pt x="0" y="4096"/>
                  </a:lnTo>
                  <a:lnTo>
                    <a:pt x="107" y="4230"/>
                  </a:lnTo>
                  <a:lnTo>
                    <a:pt x="3506" y="2276"/>
                  </a:lnTo>
                  <a:lnTo>
                    <a:pt x="3506" y="6210"/>
                  </a:lnTo>
                  <a:lnTo>
                    <a:pt x="3694" y="6210"/>
                  </a:lnTo>
                  <a:lnTo>
                    <a:pt x="3694" y="2276"/>
                  </a:lnTo>
                  <a:lnTo>
                    <a:pt x="7093" y="4230"/>
                  </a:lnTo>
                  <a:lnTo>
                    <a:pt x="7200" y="4096"/>
                  </a:lnTo>
                  <a:lnTo>
                    <a:pt x="3774" y="2115"/>
                  </a:lnTo>
                  <a:lnTo>
                    <a:pt x="6558" y="509"/>
                  </a:lnTo>
                  <a:cubicBezTo>
                    <a:pt x="6477" y="482"/>
                    <a:pt x="6397" y="456"/>
                    <a:pt x="6317" y="456"/>
                  </a:cubicBezTo>
                  <a:lnTo>
                    <a:pt x="3694" y="1955"/>
                  </a:lnTo>
                  <a:lnTo>
                    <a:pt x="3694" y="1"/>
                  </a:lnTo>
                  <a:lnTo>
                    <a:pt x="3506" y="1"/>
                  </a:lnTo>
                  <a:lnTo>
                    <a:pt x="3506" y="1955"/>
                  </a:lnTo>
                  <a:lnTo>
                    <a:pt x="10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5" name="Google Shape;1885;p108"/>
            <p:cNvSpPr/>
            <p:nvPr/>
          </p:nvSpPr>
          <p:spPr>
            <a:xfrm>
              <a:off x="3662662" y="776354"/>
              <a:ext cx="109506" cy="64437"/>
            </a:xfrm>
            <a:custGeom>
              <a:avLst/>
              <a:gdLst/>
              <a:ahLst/>
              <a:cxnLst/>
              <a:rect l="l" t="t" r="r" b="b"/>
              <a:pathLst>
                <a:path w="2731" h="1607" extrusionOk="0">
                  <a:moveTo>
                    <a:pt x="2543" y="1"/>
                  </a:moveTo>
                  <a:lnTo>
                    <a:pt x="1" y="1473"/>
                  </a:lnTo>
                  <a:lnTo>
                    <a:pt x="81" y="1607"/>
                  </a:lnTo>
                  <a:lnTo>
                    <a:pt x="2731" y="81"/>
                  </a:lnTo>
                  <a:cubicBezTo>
                    <a:pt x="2677" y="54"/>
                    <a:pt x="2597" y="27"/>
                    <a:pt x="254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6" name="Google Shape;1886;p108"/>
            <p:cNvSpPr/>
            <p:nvPr/>
          </p:nvSpPr>
          <p:spPr>
            <a:xfrm>
              <a:off x="3803246" y="797847"/>
              <a:ext cx="6496" cy="122378"/>
            </a:xfrm>
            <a:custGeom>
              <a:avLst/>
              <a:gdLst/>
              <a:ahLst/>
              <a:cxnLst/>
              <a:rect l="l" t="t" r="r" b="b"/>
              <a:pathLst>
                <a:path w="162" h="3052" extrusionOk="0">
                  <a:moveTo>
                    <a:pt x="1" y="0"/>
                  </a:moveTo>
                  <a:lnTo>
                    <a:pt x="1" y="3051"/>
                  </a:lnTo>
                  <a:lnTo>
                    <a:pt x="162" y="3051"/>
                  </a:lnTo>
                  <a:lnTo>
                    <a:pt x="162" y="107"/>
                  </a:lnTo>
                  <a:cubicBezTo>
                    <a:pt x="108" y="54"/>
                    <a:pt x="54" y="27"/>
                    <a:pt x="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7" name="Google Shape;1887;p108"/>
            <p:cNvSpPr/>
            <p:nvPr/>
          </p:nvSpPr>
          <p:spPr>
            <a:xfrm>
              <a:off x="2475641" y="1246463"/>
              <a:ext cx="2205" cy="4331"/>
            </a:xfrm>
            <a:custGeom>
              <a:avLst/>
              <a:gdLst/>
              <a:ahLst/>
              <a:cxnLst/>
              <a:rect l="l" t="t" r="r" b="b"/>
              <a:pathLst>
                <a:path w="55" h="108" extrusionOk="0">
                  <a:moveTo>
                    <a:pt x="54" y="0"/>
                  </a:moveTo>
                  <a:cubicBezTo>
                    <a:pt x="28" y="27"/>
                    <a:pt x="28" y="54"/>
                    <a:pt x="1" y="107"/>
                  </a:cubicBezTo>
                  <a:lnTo>
                    <a:pt x="54" y="107"/>
                  </a:lnTo>
                  <a:lnTo>
                    <a:pt x="5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8" name="Google Shape;1888;p108"/>
            <p:cNvSpPr/>
            <p:nvPr/>
          </p:nvSpPr>
          <p:spPr>
            <a:xfrm>
              <a:off x="2616265" y="1006036"/>
              <a:ext cx="2165" cy="2205"/>
            </a:xfrm>
            <a:custGeom>
              <a:avLst/>
              <a:gdLst/>
              <a:ahLst/>
              <a:cxnLst/>
              <a:rect l="l" t="t" r="r" b="b"/>
              <a:pathLst>
                <a:path w="54" h="55" extrusionOk="0">
                  <a:moveTo>
                    <a:pt x="54" y="1"/>
                  </a:moveTo>
                  <a:cubicBezTo>
                    <a:pt x="27" y="27"/>
                    <a:pt x="27" y="27"/>
                    <a:pt x="0" y="54"/>
                  </a:cubicBezTo>
                  <a:lnTo>
                    <a:pt x="54" y="27"/>
                  </a:lnTo>
                  <a:lnTo>
                    <a:pt x="5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9" name="Google Shape;1889;p108"/>
            <p:cNvSpPr/>
            <p:nvPr/>
          </p:nvSpPr>
          <p:spPr>
            <a:xfrm>
              <a:off x="2535748" y="1119794"/>
              <a:ext cx="82681" cy="51565"/>
            </a:xfrm>
            <a:custGeom>
              <a:avLst/>
              <a:gdLst/>
              <a:ahLst/>
              <a:cxnLst/>
              <a:rect l="l" t="t" r="r" b="b"/>
              <a:pathLst>
                <a:path w="2062" h="1286" extrusionOk="0">
                  <a:moveTo>
                    <a:pt x="81" y="1"/>
                  </a:moveTo>
                  <a:cubicBezTo>
                    <a:pt x="54" y="54"/>
                    <a:pt x="27" y="108"/>
                    <a:pt x="1" y="135"/>
                  </a:cubicBezTo>
                  <a:lnTo>
                    <a:pt x="1981" y="1285"/>
                  </a:lnTo>
                  <a:lnTo>
                    <a:pt x="2062" y="1125"/>
                  </a:ln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0" name="Google Shape;1890;p108"/>
            <p:cNvSpPr/>
            <p:nvPr/>
          </p:nvSpPr>
          <p:spPr>
            <a:xfrm>
              <a:off x="2711778" y="921268"/>
              <a:ext cx="287659" cy="329521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217"/>
                  </a:lnTo>
                  <a:lnTo>
                    <a:pt x="3667" y="8217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1" name="Google Shape;1891;p108"/>
            <p:cNvSpPr/>
            <p:nvPr/>
          </p:nvSpPr>
          <p:spPr>
            <a:xfrm>
              <a:off x="3092789" y="921268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80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0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41"/>
                  </a:lnTo>
                  <a:lnTo>
                    <a:pt x="7093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2" name="Google Shape;1892;p108"/>
            <p:cNvSpPr/>
            <p:nvPr/>
          </p:nvSpPr>
          <p:spPr>
            <a:xfrm>
              <a:off x="3474843" y="92126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480" y="3961"/>
                  </a:lnTo>
                  <a:lnTo>
                    <a:pt x="81" y="1981"/>
                  </a:lnTo>
                  <a:lnTo>
                    <a:pt x="1" y="2141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36"/>
                  </a:lnTo>
                  <a:lnTo>
                    <a:pt x="3480" y="4256"/>
                  </a:lnTo>
                  <a:lnTo>
                    <a:pt x="3480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3" name="Google Shape;1893;p108"/>
            <p:cNvSpPr/>
            <p:nvPr/>
          </p:nvSpPr>
          <p:spPr>
            <a:xfrm>
              <a:off x="3855854" y="953467"/>
              <a:ext cx="287659" cy="296240"/>
            </a:xfrm>
            <a:custGeom>
              <a:avLst/>
              <a:gdLst/>
              <a:ahLst/>
              <a:cxnLst/>
              <a:rect l="l" t="t" r="r" b="b"/>
              <a:pathLst>
                <a:path w="7174" h="7388" extrusionOk="0">
                  <a:moveTo>
                    <a:pt x="3507" y="0"/>
                  </a:moveTo>
                  <a:lnTo>
                    <a:pt x="3507" y="3158"/>
                  </a:lnTo>
                  <a:lnTo>
                    <a:pt x="81" y="1178"/>
                  </a:lnTo>
                  <a:lnTo>
                    <a:pt x="0" y="1312"/>
                  </a:lnTo>
                  <a:lnTo>
                    <a:pt x="3426" y="3292"/>
                  </a:lnTo>
                  <a:lnTo>
                    <a:pt x="0" y="5273"/>
                  </a:lnTo>
                  <a:lnTo>
                    <a:pt x="81" y="5433"/>
                  </a:lnTo>
                  <a:lnTo>
                    <a:pt x="3507" y="3453"/>
                  </a:lnTo>
                  <a:lnTo>
                    <a:pt x="3507" y="7387"/>
                  </a:lnTo>
                  <a:lnTo>
                    <a:pt x="3667" y="7387"/>
                  </a:lnTo>
                  <a:lnTo>
                    <a:pt x="3667" y="3453"/>
                  </a:lnTo>
                  <a:lnTo>
                    <a:pt x="7093" y="5407"/>
                  </a:lnTo>
                  <a:lnTo>
                    <a:pt x="7174" y="5273"/>
                  </a:lnTo>
                  <a:lnTo>
                    <a:pt x="3748" y="3292"/>
                  </a:lnTo>
                  <a:lnTo>
                    <a:pt x="5434" y="2329"/>
                  </a:lnTo>
                  <a:cubicBezTo>
                    <a:pt x="5380" y="2302"/>
                    <a:pt x="5354" y="2248"/>
                    <a:pt x="5327" y="2195"/>
                  </a:cubicBezTo>
                  <a:lnTo>
                    <a:pt x="3667" y="3158"/>
                  </a:lnTo>
                  <a:lnTo>
                    <a:pt x="3667" y="187"/>
                  </a:lnTo>
                  <a:cubicBezTo>
                    <a:pt x="3614" y="134"/>
                    <a:pt x="3560" y="80"/>
                    <a:pt x="350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4" name="Google Shape;1894;p108"/>
            <p:cNvSpPr/>
            <p:nvPr/>
          </p:nvSpPr>
          <p:spPr>
            <a:xfrm>
              <a:off x="2417699" y="1498640"/>
              <a:ext cx="7538" cy="9704"/>
            </a:xfrm>
            <a:custGeom>
              <a:avLst/>
              <a:gdLst/>
              <a:ahLst/>
              <a:cxnLst/>
              <a:rect l="l" t="t" r="r" b="b"/>
              <a:pathLst>
                <a:path w="188" h="242" extrusionOk="0">
                  <a:moveTo>
                    <a:pt x="1" y="1"/>
                  </a:moveTo>
                  <a:cubicBezTo>
                    <a:pt x="1" y="54"/>
                    <a:pt x="1" y="135"/>
                    <a:pt x="1" y="188"/>
                  </a:cubicBezTo>
                  <a:lnTo>
                    <a:pt x="108" y="242"/>
                  </a:lnTo>
                  <a:lnTo>
                    <a:pt x="188" y="108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5" name="Google Shape;1895;p108"/>
            <p:cNvSpPr/>
            <p:nvPr/>
          </p:nvSpPr>
          <p:spPr>
            <a:xfrm>
              <a:off x="2518586" y="1259335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6" name="Google Shape;1896;p108"/>
            <p:cNvSpPr/>
            <p:nvPr/>
          </p:nvSpPr>
          <p:spPr>
            <a:xfrm>
              <a:off x="2899597" y="1259335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3" y="6049"/>
                  </a:lnTo>
                  <a:lnTo>
                    <a:pt x="3774" y="4095"/>
                  </a:lnTo>
                  <a:lnTo>
                    <a:pt x="7173" y="2115"/>
                  </a:lnTo>
                  <a:lnTo>
                    <a:pt x="7093" y="1954"/>
                  </a:lnTo>
                  <a:lnTo>
                    <a:pt x="3667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7" name="Google Shape;1897;p108"/>
            <p:cNvSpPr/>
            <p:nvPr/>
          </p:nvSpPr>
          <p:spPr>
            <a:xfrm>
              <a:off x="3280608" y="1259335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35"/>
                  </a:lnTo>
                  <a:lnTo>
                    <a:pt x="107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107" y="6210"/>
                  </a:lnTo>
                  <a:lnTo>
                    <a:pt x="3506" y="4229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29"/>
                  </a:lnTo>
                  <a:lnTo>
                    <a:pt x="7093" y="6210"/>
                  </a:lnTo>
                  <a:lnTo>
                    <a:pt x="7200" y="6049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54"/>
                  </a:lnTo>
                  <a:lnTo>
                    <a:pt x="3694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8" name="Google Shape;1898;p108"/>
            <p:cNvSpPr/>
            <p:nvPr/>
          </p:nvSpPr>
          <p:spPr>
            <a:xfrm>
              <a:off x="3662662" y="1258252"/>
              <a:ext cx="287659" cy="329521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122"/>
                  </a:lnTo>
                  <a:lnTo>
                    <a:pt x="1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8" y="8218"/>
                  </a:lnTo>
                  <a:lnTo>
                    <a:pt x="3668" y="4256"/>
                  </a:lnTo>
                  <a:lnTo>
                    <a:pt x="7094" y="6237"/>
                  </a:lnTo>
                  <a:lnTo>
                    <a:pt x="7174" y="6076"/>
                  </a:lnTo>
                  <a:lnTo>
                    <a:pt x="3748" y="4122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9" name="Google Shape;1899;p108"/>
            <p:cNvSpPr/>
            <p:nvPr/>
          </p:nvSpPr>
          <p:spPr>
            <a:xfrm>
              <a:off x="4043673" y="1258252"/>
              <a:ext cx="193230" cy="329521"/>
            </a:xfrm>
            <a:custGeom>
              <a:avLst/>
              <a:gdLst/>
              <a:ahLst/>
              <a:cxnLst/>
              <a:rect l="l" t="t" r="r" b="b"/>
              <a:pathLst>
                <a:path w="4819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7" y="8218"/>
                  </a:lnTo>
                  <a:lnTo>
                    <a:pt x="3667" y="4256"/>
                  </a:lnTo>
                  <a:lnTo>
                    <a:pt x="4818" y="4925"/>
                  </a:lnTo>
                  <a:cubicBezTo>
                    <a:pt x="4818" y="4845"/>
                    <a:pt x="4818" y="4765"/>
                    <a:pt x="4792" y="4711"/>
                  </a:cubicBezTo>
                  <a:lnTo>
                    <a:pt x="3774" y="4096"/>
                  </a:lnTo>
                  <a:lnTo>
                    <a:pt x="4604" y="3614"/>
                  </a:lnTo>
                  <a:cubicBezTo>
                    <a:pt x="4604" y="3560"/>
                    <a:pt x="4577" y="3507"/>
                    <a:pt x="4577" y="3453"/>
                  </a:cubicBezTo>
                  <a:lnTo>
                    <a:pt x="3667" y="3962"/>
                  </a:lnTo>
                  <a:lnTo>
                    <a:pt x="3667" y="295"/>
                  </a:lnTo>
                  <a:cubicBezTo>
                    <a:pt x="3641" y="188"/>
                    <a:pt x="3614" y="108"/>
                    <a:pt x="358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0" name="Google Shape;1900;p108"/>
            <p:cNvSpPr/>
            <p:nvPr/>
          </p:nvSpPr>
          <p:spPr>
            <a:xfrm>
              <a:off x="2423072" y="1578074"/>
              <a:ext cx="195355" cy="328439"/>
            </a:xfrm>
            <a:custGeom>
              <a:avLst/>
              <a:gdLst/>
              <a:ahLst/>
              <a:cxnLst/>
              <a:rect l="l" t="t" r="r" b="b"/>
              <a:pathLst>
                <a:path w="4872" h="8191" extrusionOk="0">
                  <a:moveTo>
                    <a:pt x="1205" y="1"/>
                  </a:moveTo>
                  <a:lnTo>
                    <a:pt x="1205" y="3935"/>
                  </a:lnTo>
                  <a:lnTo>
                    <a:pt x="0" y="3266"/>
                  </a:lnTo>
                  <a:lnTo>
                    <a:pt x="0" y="3266"/>
                  </a:lnTo>
                  <a:cubicBezTo>
                    <a:pt x="0" y="3320"/>
                    <a:pt x="27" y="3400"/>
                    <a:pt x="27" y="3480"/>
                  </a:cubicBezTo>
                  <a:lnTo>
                    <a:pt x="1098" y="4096"/>
                  </a:lnTo>
                  <a:lnTo>
                    <a:pt x="214" y="4604"/>
                  </a:lnTo>
                  <a:cubicBezTo>
                    <a:pt x="241" y="4658"/>
                    <a:pt x="241" y="4738"/>
                    <a:pt x="268" y="4792"/>
                  </a:cubicBezTo>
                  <a:lnTo>
                    <a:pt x="1205" y="4256"/>
                  </a:lnTo>
                  <a:lnTo>
                    <a:pt x="1205" y="8030"/>
                  </a:lnTo>
                  <a:cubicBezTo>
                    <a:pt x="1205" y="8084"/>
                    <a:pt x="1232" y="8137"/>
                    <a:pt x="1258" y="8191"/>
                  </a:cubicBezTo>
                  <a:lnTo>
                    <a:pt x="1365" y="8191"/>
                  </a:lnTo>
                  <a:lnTo>
                    <a:pt x="1365" y="4256"/>
                  </a:lnTo>
                  <a:lnTo>
                    <a:pt x="4791" y="6210"/>
                  </a:lnTo>
                  <a:lnTo>
                    <a:pt x="4872" y="6076"/>
                  </a:lnTo>
                  <a:lnTo>
                    <a:pt x="1446" y="4096"/>
                  </a:lnTo>
                  <a:lnTo>
                    <a:pt x="4872" y="2115"/>
                  </a:lnTo>
                  <a:lnTo>
                    <a:pt x="4791" y="1981"/>
                  </a:lnTo>
                  <a:lnTo>
                    <a:pt x="1365" y="3935"/>
                  </a:lnTo>
                  <a:lnTo>
                    <a:pt x="136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1" name="Google Shape;1901;p108"/>
            <p:cNvSpPr/>
            <p:nvPr/>
          </p:nvSpPr>
          <p:spPr>
            <a:xfrm>
              <a:off x="2711778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56"/>
                  </a:lnTo>
                  <a:lnTo>
                    <a:pt x="7093" y="6210"/>
                  </a:lnTo>
                  <a:lnTo>
                    <a:pt x="7173" y="6076"/>
                  </a:lnTo>
                  <a:lnTo>
                    <a:pt x="3774" y="4096"/>
                  </a:lnTo>
                  <a:lnTo>
                    <a:pt x="7173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2" name="Google Shape;1902;p108"/>
            <p:cNvSpPr/>
            <p:nvPr/>
          </p:nvSpPr>
          <p:spPr>
            <a:xfrm>
              <a:off x="3092789" y="1578074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1"/>
                  </a:moveTo>
                  <a:lnTo>
                    <a:pt x="3506" y="3935"/>
                  </a:lnTo>
                  <a:lnTo>
                    <a:pt x="80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0" y="6210"/>
                  </a:lnTo>
                  <a:lnTo>
                    <a:pt x="3506" y="4230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30"/>
                  </a:lnTo>
                  <a:lnTo>
                    <a:pt x="7093" y="6210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15"/>
                  </a:lnTo>
                  <a:lnTo>
                    <a:pt x="7093" y="1981"/>
                  </a:lnTo>
                  <a:lnTo>
                    <a:pt x="3694" y="3935"/>
                  </a:lnTo>
                  <a:lnTo>
                    <a:pt x="369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3" name="Google Shape;1903;p108"/>
            <p:cNvSpPr/>
            <p:nvPr/>
          </p:nvSpPr>
          <p:spPr>
            <a:xfrm>
              <a:off x="3474843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1" y="2115"/>
                  </a:lnTo>
                  <a:lnTo>
                    <a:pt x="3400" y="4096"/>
                  </a:lnTo>
                  <a:lnTo>
                    <a:pt x="1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480" y="8191"/>
                  </a:lnTo>
                  <a:lnTo>
                    <a:pt x="3668" y="8191"/>
                  </a:lnTo>
                  <a:lnTo>
                    <a:pt x="3668" y="4230"/>
                  </a:lnTo>
                  <a:lnTo>
                    <a:pt x="7094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4" y="1955"/>
                  </a:lnTo>
                  <a:lnTo>
                    <a:pt x="3668" y="3935"/>
                  </a:lnTo>
                  <a:lnTo>
                    <a:pt x="366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4" name="Google Shape;1904;p108"/>
            <p:cNvSpPr/>
            <p:nvPr/>
          </p:nvSpPr>
          <p:spPr>
            <a:xfrm>
              <a:off x="3855854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30"/>
                  </a:lnTo>
                  <a:lnTo>
                    <a:pt x="7093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3" y="1955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5" name="Google Shape;1905;p108"/>
            <p:cNvSpPr/>
            <p:nvPr/>
          </p:nvSpPr>
          <p:spPr>
            <a:xfrm>
              <a:off x="2518586" y="1919388"/>
              <a:ext cx="287659" cy="293033"/>
            </a:xfrm>
            <a:custGeom>
              <a:avLst/>
              <a:gdLst/>
              <a:ahLst/>
              <a:cxnLst/>
              <a:rect l="l" t="t" r="r" b="b"/>
              <a:pathLst>
                <a:path w="7174" h="730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1767" y="5059"/>
                  </a:lnTo>
                  <a:cubicBezTo>
                    <a:pt x="1821" y="5086"/>
                    <a:pt x="1847" y="5139"/>
                    <a:pt x="1874" y="5193"/>
                  </a:cubicBezTo>
                  <a:lnTo>
                    <a:pt x="3507" y="4256"/>
                  </a:lnTo>
                  <a:lnTo>
                    <a:pt x="3507" y="7120"/>
                  </a:lnTo>
                  <a:cubicBezTo>
                    <a:pt x="3560" y="7200"/>
                    <a:pt x="3614" y="7254"/>
                    <a:pt x="3667" y="7307"/>
                  </a:cubicBezTo>
                  <a:lnTo>
                    <a:pt x="3667" y="4256"/>
                  </a:lnTo>
                  <a:lnTo>
                    <a:pt x="7093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6" name="Google Shape;1906;p108"/>
            <p:cNvSpPr/>
            <p:nvPr/>
          </p:nvSpPr>
          <p:spPr>
            <a:xfrm>
              <a:off x="2899597" y="191938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7" y="8190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7" name="Google Shape;1907;p108"/>
            <p:cNvSpPr/>
            <p:nvPr/>
          </p:nvSpPr>
          <p:spPr>
            <a:xfrm>
              <a:off x="3280608" y="1919388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107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107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8" name="Google Shape;1908;p108"/>
            <p:cNvSpPr/>
            <p:nvPr/>
          </p:nvSpPr>
          <p:spPr>
            <a:xfrm>
              <a:off x="3662662" y="191938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1" y="2115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9" name="Google Shape;1909;p108"/>
            <p:cNvSpPr/>
            <p:nvPr/>
          </p:nvSpPr>
          <p:spPr>
            <a:xfrm>
              <a:off x="4043673" y="1998782"/>
              <a:ext cx="78391" cy="49400"/>
            </a:xfrm>
            <a:custGeom>
              <a:avLst/>
              <a:gdLst/>
              <a:ahLst/>
              <a:cxnLst/>
              <a:rect l="l" t="t" r="r" b="b"/>
              <a:pathLst>
                <a:path w="1955" h="1232" extrusionOk="0">
                  <a:moveTo>
                    <a:pt x="81" y="1"/>
                  </a:moveTo>
                  <a:lnTo>
                    <a:pt x="0" y="135"/>
                  </a:lnTo>
                  <a:lnTo>
                    <a:pt x="1874" y="1232"/>
                  </a:lnTo>
                  <a:cubicBezTo>
                    <a:pt x="1901" y="1178"/>
                    <a:pt x="1928" y="1125"/>
                    <a:pt x="1954" y="1071"/>
                  </a:cubicBez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0" name="Google Shape;1910;p108"/>
            <p:cNvSpPr/>
            <p:nvPr/>
          </p:nvSpPr>
          <p:spPr>
            <a:xfrm>
              <a:off x="2884560" y="2317561"/>
              <a:ext cx="114879" cy="68727"/>
            </a:xfrm>
            <a:custGeom>
              <a:avLst/>
              <a:gdLst/>
              <a:ahLst/>
              <a:cxnLst/>
              <a:rect l="l" t="t" r="r" b="b"/>
              <a:pathLst>
                <a:path w="2865" h="1714" extrusionOk="0">
                  <a:moveTo>
                    <a:pt x="2784" y="0"/>
                  </a:moveTo>
                  <a:lnTo>
                    <a:pt x="1" y="1606"/>
                  </a:lnTo>
                  <a:cubicBezTo>
                    <a:pt x="54" y="1660"/>
                    <a:pt x="108" y="1686"/>
                    <a:pt x="161" y="1713"/>
                  </a:cubicBezTo>
                  <a:lnTo>
                    <a:pt x="2864" y="161"/>
                  </a:lnTo>
                  <a:lnTo>
                    <a:pt x="278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1" name="Google Shape;1911;p108"/>
            <p:cNvSpPr/>
            <p:nvPr/>
          </p:nvSpPr>
          <p:spPr>
            <a:xfrm>
              <a:off x="2852362" y="2238127"/>
              <a:ext cx="6496" cy="129916"/>
            </a:xfrm>
            <a:custGeom>
              <a:avLst/>
              <a:gdLst/>
              <a:ahLst/>
              <a:cxnLst/>
              <a:rect l="l" t="t" r="r" b="b"/>
              <a:pathLst>
                <a:path w="162" h="3240" extrusionOk="0">
                  <a:moveTo>
                    <a:pt x="1" y="0"/>
                  </a:moveTo>
                  <a:lnTo>
                    <a:pt x="1" y="3132"/>
                  </a:lnTo>
                  <a:cubicBezTo>
                    <a:pt x="54" y="3159"/>
                    <a:pt x="108" y="3212"/>
                    <a:pt x="161" y="3239"/>
                  </a:cubicBez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2" name="Google Shape;1912;p108"/>
            <p:cNvSpPr/>
            <p:nvPr/>
          </p:nvSpPr>
          <p:spPr>
            <a:xfrm>
              <a:off x="3092789" y="2238127"/>
              <a:ext cx="288742" cy="255461"/>
            </a:xfrm>
            <a:custGeom>
              <a:avLst/>
              <a:gdLst/>
              <a:ahLst/>
              <a:cxnLst/>
              <a:rect l="l" t="t" r="r" b="b"/>
              <a:pathLst>
                <a:path w="7201" h="6371" extrusionOk="0">
                  <a:moveTo>
                    <a:pt x="3506" y="0"/>
                  </a:moveTo>
                  <a:lnTo>
                    <a:pt x="3506" y="3962"/>
                  </a:lnTo>
                  <a:lnTo>
                    <a:pt x="80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455" y="5835"/>
                  </a:lnTo>
                  <a:cubicBezTo>
                    <a:pt x="535" y="5835"/>
                    <a:pt x="616" y="5862"/>
                    <a:pt x="696" y="5889"/>
                  </a:cubicBezTo>
                  <a:lnTo>
                    <a:pt x="3506" y="4256"/>
                  </a:lnTo>
                  <a:lnTo>
                    <a:pt x="3506" y="6371"/>
                  </a:lnTo>
                  <a:lnTo>
                    <a:pt x="3694" y="6371"/>
                  </a:lnTo>
                  <a:lnTo>
                    <a:pt x="3694" y="4256"/>
                  </a:lnTo>
                  <a:lnTo>
                    <a:pt x="7093" y="6237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42"/>
                  </a:lnTo>
                  <a:lnTo>
                    <a:pt x="7093" y="1981"/>
                  </a:lnTo>
                  <a:lnTo>
                    <a:pt x="3694" y="3962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3" name="Google Shape;1913;p108"/>
            <p:cNvSpPr/>
            <p:nvPr/>
          </p:nvSpPr>
          <p:spPr>
            <a:xfrm>
              <a:off x="3474843" y="2238127"/>
              <a:ext cx="287659" cy="247963"/>
            </a:xfrm>
            <a:custGeom>
              <a:avLst/>
              <a:gdLst/>
              <a:ahLst/>
              <a:cxnLst/>
              <a:rect l="l" t="t" r="r" b="b"/>
              <a:pathLst>
                <a:path w="7174" h="6184" extrusionOk="0">
                  <a:moveTo>
                    <a:pt x="3507" y="0"/>
                  </a:moveTo>
                  <a:lnTo>
                    <a:pt x="3480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096"/>
                  </a:lnTo>
                  <a:lnTo>
                    <a:pt x="1" y="6076"/>
                  </a:lnTo>
                  <a:lnTo>
                    <a:pt x="54" y="6183"/>
                  </a:lnTo>
                  <a:lnTo>
                    <a:pt x="161" y="6183"/>
                  </a:lnTo>
                  <a:lnTo>
                    <a:pt x="3480" y="4256"/>
                  </a:lnTo>
                  <a:lnTo>
                    <a:pt x="3480" y="5354"/>
                  </a:lnTo>
                  <a:cubicBezTo>
                    <a:pt x="3560" y="5327"/>
                    <a:pt x="3614" y="5327"/>
                    <a:pt x="3668" y="5300"/>
                  </a:cubicBezTo>
                  <a:lnTo>
                    <a:pt x="3668" y="4256"/>
                  </a:lnTo>
                  <a:lnTo>
                    <a:pt x="4765" y="4899"/>
                  </a:lnTo>
                  <a:cubicBezTo>
                    <a:pt x="4845" y="4872"/>
                    <a:pt x="4899" y="4845"/>
                    <a:pt x="4979" y="4818"/>
                  </a:cubicBezTo>
                  <a:lnTo>
                    <a:pt x="3748" y="4096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4" name="Google Shape;1914;p108"/>
            <p:cNvSpPr/>
            <p:nvPr/>
          </p:nvSpPr>
          <p:spPr>
            <a:xfrm>
              <a:off x="3855854" y="2317561"/>
              <a:ext cx="12911" cy="9704"/>
            </a:xfrm>
            <a:custGeom>
              <a:avLst/>
              <a:gdLst/>
              <a:ahLst/>
              <a:cxnLst/>
              <a:rect l="l" t="t" r="r" b="b"/>
              <a:pathLst>
                <a:path w="322" h="242" extrusionOk="0">
                  <a:moveTo>
                    <a:pt x="81" y="0"/>
                  </a:moveTo>
                  <a:lnTo>
                    <a:pt x="0" y="134"/>
                  </a:lnTo>
                  <a:lnTo>
                    <a:pt x="161" y="241"/>
                  </a:lnTo>
                  <a:cubicBezTo>
                    <a:pt x="215" y="214"/>
                    <a:pt x="268" y="161"/>
                    <a:pt x="322" y="134"/>
                  </a:cubicBezTo>
                  <a:lnTo>
                    <a:pt x="8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5 ">
  <p:cSld name="CUSTOM_40">
    <p:spTree>
      <p:nvGrpSpPr>
        <p:cNvPr id="1" name="Shape 19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6" name="Google Shape;1916;p109"/>
          <p:cNvSpPr/>
          <p:nvPr/>
        </p:nvSpPr>
        <p:spPr>
          <a:xfrm rot="3415018">
            <a:off x="-1245884" y="420313"/>
            <a:ext cx="4147993" cy="3528173"/>
          </a:xfrm>
          <a:custGeom>
            <a:avLst/>
            <a:gdLst/>
            <a:ahLst/>
            <a:cxnLst/>
            <a:rect l="l" t="t" r="r" b="b"/>
            <a:pathLst>
              <a:path w="61178" h="52038" extrusionOk="0">
                <a:moveTo>
                  <a:pt x="4170" y="12043"/>
                </a:moveTo>
                <a:cubicBezTo>
                  <a:pt x="7339" y="7239"/>
                  <a:pt x="14177" y="1"/>
                  <a:pt x="24184" y="5571"/>
                </a:cubicBezTo>
                <a:cubicBezTo>
                  <a:pt x="34191" y="11142"/>
                  <a:pt x="29988" y="17146"/>
                  <a:pt x="34024" y="21249"/>
                </a:cubicBezTo>
                <a:cubicBezTo>
                  <a:pt x="38061" y="25319"/>
                  <a:pt x="43198" y="25586"/>
                  <a:pt x="51103" y="27253"/>
                </a:cubicBezTo>
                <a:cubicBezTo>
                  <a:pt x="58976" y="28921"/>
                  <a:pt x="61177" y="36093"/>
                  <a:pt x="54472" y="41664"/>
                </a:cubicBezTo>
                <a:cubicBezTo>
                  <a:pt x="47801" y="47268"/>
                  <a:pt x="33758" y="52038"/>
                  <a:pt x="26819" y="46467"/>
                </a:cubicBezTo>
                <a:cubicBezTo>
                  <a:pt x="19848" y="40930"/>
                  <a:pt x="11108" y="34826"/>
                  <a:pt x="5537" y="31590"/>
                </a:cubicBezTo>
                <a:cubicBezTo>
                  <a:pt x="0" y="28388"/>
                  <a:pt x="967" y="16879"/>
                  <a:pt x="4170" y="12043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17" name="Google Shape;1917;p109"/>
          <p:cNvSpPr/>
          <p:nvPr/>
        </p:nvSpPr>
        <p:spPr>
          <a:xfrm>
            <a:off x="2871010" y="-1030982"/>
            <a:ext cx="2615835" cy="2307411"/>
          </a:xfrm>
          <a:custGeom>
            <a:avLst/>
            <a:gdLst/>
            <a:ahLst/>
            <a:cxnLst/>
            <a:rect l="l" t="t" r="r" b="b"/>
            <a:pathLst>
              <a:path w="13679" h="12066" extrusionOk="0">
                <a:moveTo>
                  <a:pt x="7541" y="1"/>
                </a:moveTo>
                <a:cubicBezTo>
                  <a:pt x="7109" y="1"/>
                  <a:pt x="6648" y="24"/>
                  <a:pt x="6157" y="68"/>
                </a:cubicBezTo>
                <a:cubicBezTo>
                  <a:pt x="1981" y="443"/>
                  <a:pt x="28" y="3173"/>
                  <a:pt x="1" y="6385"/>
                </a:cubicBezTo>
                <a:cubicBezTo>
                  <a:pt x="598" y="10109"/>
                  <a:pt x="2003" y="12066"/>
                  <a:pt x="5300" y="12066"/>
                </a:cubicBezTo>
                <a:cubicBezTo>
                  <a:pt x="5700" y="12066"/>
                  <a:pt x="6128" y="12037"/>
                  <a:pt x="6585" y="11979"/>
                </a:cubicBezTo>
                <a:cubicBezTo>
                  <a:pt x="10680" y="11470"/>
                  <a:pt x="13678" y="9516"/>
                  <a:pt x="12822" y="4297"/>
                </a:cubicBezTo>
                <a:cubicBezTo>
                  <a:pt x="12326" y="1256"/>
                  <a:pt x="10731" y="1"/>
                  <a:pt x="7541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918" name="Google Shape;1918;p109"/>
          <p:cNvGrpSpPr/>
          <p:nvPr/>
        </p:nvGrpSpPr>
        <p:grpSpPr>
          <a:xfrm rot="10800000" flipH="1">
            <a:off x="1647754" y="1740930"/>
            <a:ext cx="1873085" cy="1864327"/>
            <a:chOff x="2414491" y="671177"/>
            <a:chExt cx="1830972" cy="1822411"/>
          </a:xfrm>
        </p:grpSpPr>
        <p:sp>
          <p:nvSpPr>
            <p:cNvPr id="1919" name="Google Shape;1919;p109"/>
            <p:cNvSpPr/>
            <p:nvPr/>
          </p:nvSpPr>
          <p:spPr>
            <a:xfrm>
              <a:off x="2414491" y="671177"/>
              <a:ext cx="1830972" cy="1822391"/>
            </a:xfrm>
            <a:custGeom>
              <a:avLst/>
              <a:gdLst/>
              <a:ahLst/>
              <a:cxnLst/>
              <a:rect l="l" t="t" r="r" b="b"/>
              <a:pathLst>
                <a:path w="45663" h="45449" extrusionOk="0">
                  <a:moveTo>
                    <a:pt x="10947" y="4979"/>
                  </a:moveTo>
                  <a:lnTo>
                    <a:pt x="15605" y="7656"/>
                  </a:lnTo>
                  <a:lnTo>
                    <a:pt x="15605" y="13062"/>
                  </a:lnTo>
                  <a:lnTo>
                    <a:pt x="10947" y="15766"/>
                  </a:lnTo>
                  <a:lnTo>
                    <a:pt x="6263" y="13062"/>
                  </a:lnTo>
                  <a:lnTo>
                    <a:pt x="6263" y="7656"/>
                  </a:lnTo>
                  <a:lnTo>
                    <a:pt x="10947" y="4979"/>
                  </a:lnTo>
                  <a:close/>
                  <a:moveTo>
                    <a:pt x="20449" y="4979"/>
                  </a:moveTo>
                  <a:lnTo>
                    <a:pt x="25133" y="7656"/>
                  </a:lnTo>
                  <a:lnTo>
                    <a:pt x="25133" y="13062"/>
                  </a:lnTo>
                  <a:lnTo>
                    <a:pt x="20449" y="15766"/>
                  </a:lnTo>
                  <a:lnTo>
                    <a:pt x="15792" y="13062"/>
                  </a:lnTo>
                  <a:lnTo>
                    <a:pt x="15792" y="7656"/>
                  </a:lnTo>
                  <a:lnTo>
                    <a:pt x="20449" y="4979"/>
                  </a:lnTo>
                  <a:close/>
                  <a:moveTo>
                    <a:pt x="29978" y="4979"/>
                  </a:moveTo>
                  <a:lnTo>
                    <a:pt x="34635" y="7656"/>
                  </a:lnTo>
                  <a:lnTo>
                    <a:pt x="34635" y="13062"/>
                  </a:lnTo>
                  <a:lnTo>
                    <a:pt x="29978" y="15766"/>
                  </a:lnTo>
                  <a:lnTo>
                    <a:pt x="25294" y="13062"/>
                  </a:lnTo>
                  <a:lnTo>
                    <a:pt x="25294" y="7656"/>
                  </a:lnTo>
                  <a:lnTo>
                    <a:pt x="29978" y="4979"/>
                  </a:lnTo>
                  <a:close/>
                  <a:moveTo>
                    <a:pt x="6183" y="13196"/>
                  </a:moveTo>
                  <a:lnTo>
                    <a:pt x="10867" y="15899"/>
                  </a:lnTo>
                  <a:lnTo>
                    <a:pt x="10867" y="21306"/>
                  </a:lnTo>
                  <a:lnTo>
                    <a:pt x="6183" y="23983"/>
                  </a:lnTo>
                  <a:lnTo>
                    <a:pt x="1526" y="21306"/>
                  </a:lnTo>
                  <a:lnTo>
                    <a:pt x="1526" y="15899"/>
                  </a:lnTo>
                  <a:lnTo>
                    <a:pt x="6183" y="13196"/>
                  </a:lnTo>
                  <a:close/>
                  <a:moveTo>
                    <a:pt x="15712" y="13196"/>
                  </a:moveTo>
                  <a:lnTo>
                    <a:pt x="20369" y="15899"/>
                  </a:lnTo>
                  <a:lnTo>
                    <a:pt x="20369" y="21306"/>
                  </a:lnTo>
                  <a:lnTo>
                    <a:pt x="15712" y="23983"/>
                  </a:lnTo>
                  <a:lnTo>
                    <a:pt x="11028" y="21306"/>
                  </a:lnTo>
                  <a:lnTo>
                    <a:pt x="11028" y="15899"/>
                  </a:lnTo>
                  <a:lnTo>
                    <a:pt x="15712" y="13196"/>
                  </a:lnTo>
                  <a:close/>
                  <a:moveTo>
                    <a:pt x="25213" y="13196"/>
                  </a:moveTo>
                  <a:lnTo>
                    <a:pt x="29871" y="15899"/>
                  </a:lnTo>
                  <a:lnTo>
                    <a:pt x="29871" y="21306"/>
                  </a:lnTo>
                  <a:lnTo>
                    <a:pt x="25213" y="23983"/>
                  </a:lnTo>
                  <a:lnTo>
                    <a:pt x="20529" y="21306"/>
                  </a:lnTo>
                  <a:lnTo>
                    <a:pt x="20529" y="15899"/>
                  </a:lnTo>
                  <a:lnTo>
                    <a:pt x="25213" y="13196"/>
                  </a:lnTo>
                  <a:close/>
                  <a:moveTo>
                    <a:pt x="34715" y="13196"/>
                  </a:moveTo>
                  <a:lnTo>
                    <a:pt x="39399" y="15899"/>
                  </a:lnTo>
                  <a:lnTo>
                    <a:pt x="39399" y="21306"/>
                  </a:lnTo>
                  <a:lnTo>
                    <a:pt x="34715" y="23983"/>
                  </a:lnTo>
                  <a:lnTo>
                    <a:pt x="30058" y="21306"/>
                  </a:lnTo>
                  <a:lnTo>
                    <a:pt x="30058" y="15899"/>
                  </a:lnTo>
                  <a:lnTo>
                    <a:pt x="34715" y="13196"/>
                  </a:lnTo>
                  <a:close/>
                  <a:moveTo>
                    <a:pt x="10947" y="21440"/>
                  </a:moveTo>
                  <a:lnTo>
                    <a:pt x="15605" y="24143"/>
                  </a:lnTo>
                  <a:lnTo>
                    <a:pt x="15605" y="29523"/>
                  </a:lnTo>
                  <a:lnTo>
                    <a:pt x="10947" y="32226"/>
                  </a:lnTo>
                  <a:lnTo>
                    <a:pt x="6263" y="29523"/>
                  </a:lnTo>
                  <a:lnTo>
                    <a:pt x="6263" y="24143"/>
                  </a:lnTo>
                  <a:lnTo>
                    <a:pt x="10947" y="21440"/>
                  </a:lnTo>
                  <a:close/>
                  <a:moveTo>
                    <a:pt x="20449" y="21440"/>
                  </a:moveTo>
                  <a:lnTo>
                    <a:pt x="25133" y="24143"/>
                  </a:lnTo>
                  <a:lnTo>
                    <a:pt x="25133" y="29523"/>
                  </a:lnTo>
                  <a:lnTo>
                    <a:pt x="20449" y="32226"/>
                  </a:lnTo>
                  <a:lnTo>
                    <a:pt x="15792" y="29523"/>
                  </a:lnTo>
                  <a:lnTo>
                    <a:pt x="15792" y="24143"/>
                  </a:lnTo>
                  <a:lnTo>
                    <a:pt x="20449" y="21440"/>
                  </a:lnTo>
                  <a:close/>
                  <a:moveTo>
                    <a:pt x="29978" y="21440"/>
                  </a:moveTo>
                  <a:lnTo>
                    <a:pt x="34635" y="24143"/>
                  </a:lnTo>
                  <a:lnTo>
                    <a:pt x="34635" y="29523"/>
                  </a:lnTo>
                  <a:lnTo>
                    <a:pt x="29978" y="32226"/>
                  </a:lnTo>
                  <a:lnTo>
                    <a:pt x="25294" y="29523"/>
                  </a:lnTo>
                  <a:lnTo>
                    <a:pt x="25294" y="24143"/>
                  </a:lnTo>
                  <a:lnTo>
                    <a:pt x="29978" y="21440"/>
                  </a:lnTo>
                  <a:close/>
                  <a:moveTo>
                    <a:pt x="39480" y="21440"/>
                  </a:moveTo>
                  <a:lnTo>
                    <a:pt x="44137" y="24143"/>
                  </a:lnTo>
                  <a:lnTo>
                    <a:pt x="44137" y="29523"/>
                  </a:lnTo>
                  <a:lnTo>
                    <a:pt x="39480" y="32226"/>
                  </a:lnTo>
                  <a:lnTo>
                    <a:pt x="34796" y="29523"/>
                  </a:lnTo>
                  <a:lnTo>
                    <a:pt x="34796" y="24143"/>
                  </a:lnTo>
                  <a:lnTo>
                    <a:pt x="39480" y="21440"/>
                  </a:lnTo>
                  <a:close/>
                  <a:moveTo>
                    <a:pt x="15712" y="29684"/>
                  </a:moveTo>
                  <a:lnTo>
                    <a:pt x="20369" y="32387"/>
                  </a:lnTo>
                  <a:lnTo>
                    <a:pt x="20369" y="37767"/>
                  </a:lnTo>
                  <a:lnTo>
                    <a:pt x="15712" y="40470"/>
                  </a:lnTo>
                  <a:lnTo>
                    <a:pt x="11028" y="37767"/>
                  </a:lnTo>
                  <a:lnTo>
                    <a:pt x="11028" y="32387"/>
                  </a:lnTo>
                  <a:lnTo>
                    <a:pt x="15712" y="29684"/>
                  </a:lnTo>
                  <a:close/>
                  <a:moveTo>
                    <a:pt x="25213" y="29684"/>
                  </a:moveTo>
                  <a:lnTo>
                    <a:pt x="29871" y="32387"/>
                  </a:lnTo>
                  <a:lnTo>
                    <a:pt x="29871" y="37767"/>
                  </a:lnTo>
                  <a:lnTo>
                    <a:pt x="25213" y="40470"/>
                  </a:lnTo>
                  <a:lnTo>
                    <a:pt x="20529" y="37767"/>
                  </a:lnTo>
                  <a:lnTo>
                    <a:pt x="20529" y="32387"/>
                  </a:lnTo>
                  <a:lnTo>
                    <a:pt x="25213" y="29684"/>
                  </a:lnTo>
                  <a:close/>
                  <a:moveTo>
                    <a:pt x="34715" y="29684"/>
                  </a:moveTo>
                  <a:lnTo>
                    <a:pt x="39399" y="32387"/>
                  </a:lnTo>
                  <a:lnTo>
                    <a:pt x="39399" y="37767"/>
                  </a:lnTo>
                  <a:lnTo>
                    <a:pt x="34715" y="40470"/>
                  </a:lnTo>
                  <a:lnTo>
                    <a:pt x="30058" y="37767"/>
                  </a:lnTo>
                  <a:lnTo>
                    <a:pt x="30058" y="32387"/>
                  </a:lnTo>
                  <a:lnTo>
                    <a:pt x="34715" y="29684"/>
                  </a:lnTo>
                  <a:close/>
                  <a:moveTo>
                    <a:pt x="20369" y="1"/>
                  </a:moveTo>
                  <a:lnTo>
                    <a:pt x="20369" y="4818"/>
                  </a:lnTo>
                  <a:lnTo>
                    <a:pt x="15712" y="7522"/>
                  </a:lnTo>
                  <a:lnTo>
                    <a:pt x="11028" y="4818"/>
                  </a:lnTo>
                  <a:lnTo>
                    <a:pt x="11028" y="3159"/>
                  </a:lnTo>
                  <a:cubicBezTo>
                    <a:pt x="10974" y="3186"/>
                    <a:pt x="10921" y="3239"/>
                    <a:pt x="10867" y="3266"/>
                  </a:cubicBezTo>
                  <a:lnTo>
                    <a:pt x="10867" y="4818"/>
                  </a:lnTo>
                  <a:lnTo>
                    <a:pt x="6183" y="7522"/>
                  </a:lnTo>
                  <a:lnTo>
                    <a:pt x="5915" y="7361"/>
                  </a:lnTo>
                  <a:cubicBezTo>
                    <a:pt x="5889" y="7415"/>
                    <a:pt x="5835" y="7442"/>
                    <a:pt x="5808" y="7495"/>
                  </a:cubicBezTo>
                  <a:lnTo>
                    <a:pt x="6103" y="7656"/>
                  </a:lnTo>
                  <a:lnTo>
                    <a:pt x="6103" y="13062"/>
                  </a:lnTo>
                  <a:lnTo>
                    <a:pt x="1419" y="15766"/>
                  </a:lnTo>
                  <a:lnTo>
                    <a:pt x="1124" y="15578"/>
                  </a:lnTo>
                  <a:cubicBezTo>
                    <a:pt x="1124" y="15632"/>
                    <a:pt x="1098" y="15685"/>
                    <a:pt x="1071" y="15739"/>
                  </a:cubicBezTo>
                  <a:lnTo>
                    <a:pt x="1338" y="15899"/>
                  </a:lnTo>
                  <a:lnTo>
                    <a:pt x="1338" y="21306"/>
                  </a:lnTo>
                  <a:lnTo>
                    <a:pt x="0" y="22082"/>
                  </a:lnTo>
                  <a:cubicBezTo>
                    <a:pt x="0" y="22136"/>
                    <a:pt x="0" y="22216"/>
                    <a:pt x="0" y="22270"/>
                  </a:cubicBezTo>
                  <a:lnTo>
                    <a:pt x="1419" y="21440"/>
                  </a:lnTo>
                  <a:lnTo>
                    <a:pt x="6103" y="24143"/>
                  </a:lnTo>
                  <a:lnTo>
                    <a:pt x="6103" y="29523"/>
                  </a:lnTo>
                  <a:lnTo>
                    <a:pt x="1927" y="31932"/>
                  </a:lnTo>
                  <a:cubicBezTo>
                    <a:pt x="1954" y="31986"/>
                    <a:pt x="1981" y="32039"/>
                    <a:pt x="2008" y="32093"/>
                  </a:cubicBezTo>
                  <a:lnTo>
                    <a:pt x="6183" y="29684"/>
                  </a:lnTo>
                  <a:lnTo>
                    <a:pt x="10867" y="32387"/>
                  </a:lnTo>
                  <a:lnTo>
                    <a:pt x="10867" y="37767"/>
                  </a:lnTo>
                  <a:lnTo>
                    <a:pt x="7548" y="39694"/>
                  </a:lnTo>
                  <a:cubicBezTo>
                    <a:pt x="7575" y="39721"/>
                    <a:pt x="7628" y="39774"/>
                    <a:pt x="7682" y="39801"/>
                  </a:cubicBezTo>
                  <a:lnTo>
                    <a:pt x="10947" y="37928"/>
                  </a:lnTo>
                  <a:lnTo>
                    <a:pt x="15605" y="40631"/>
                  </a:lnTo>
                  <a:lnTo>
                    <a:pt x="15605" y="44405"/>
                  </a:lnTo>
                  <a:cubicBezTo>
                    <a:pt x="15658" y="44405"/>
                    <a:pt x="15738" y="44432"/>
                    <a:pt x="15792" y="44458"/>
                  </a:cubicBezTo>
                  <a:lnTo>
                    <a:pt x="15792" y="40631"/>
                  </a:lnTo>
                  <a:lnTo>
                    <a:pt x="20449" y="37928"/>
                  </a:lnTo>
                  <a:lnTo>
                    <a:pt x="25133" y="40631"/>
                  </a:lnTo>
                  <a:lnTo>
                    <a:pt x="25133" y="45449"/>
                  </a:lnTo>
                  <a:cubicBezTo>
                    <a:pt x="25187" y="45449"/>
                    <a:pt x="25240" y="45449"/>
                    <a:pt x="25294" y="45422"/>
                  </a:cubicBezTo>
                  <a:lnTo>
                    <a:pt x="25294" y="40631"/>
                  </a:lnTo>
                  <a:lnTo>
                    <a:pt x="29978" y="37928"/>
                  </a:lnTo>
                  <a:lnTo>
                    <a:pt x="34635" y="40631"/>
                  </a:lnTo>
                  <a:lnTo>
                    <a:pt x="34635" y="42290"/>
                  </a:lnTo>
                  <a:cubicBezTo>
                    <a:pt x="34688" y="42237"/>
                    <a:pt x="34742" y="42210"/>
                    <a:pt x="34796" y="42183"/>
                  </a:cubicBezTo>
                  <a:lnTo>
                    <a:pt x="34796" y="40631"/>
                  </a:lnTo>
                  <a:lnTo>
                    <a:pt x="39480" y="37928"/>
                  </a:lnTo>
                  <a:lnTo>
                    <a:pt x="39747" y="38088"/>
                  </a:lnTo>
                  <a:cubicBezTo>
                    <a:pt x="39774" y="38035"/>
                    <a:pt x="39827" y="37981"/>
                    <a:pt x="39854" y="37954"/>
                  </a:cubicBezTo>
                  <a:lnTo>
                    <a:pt x="39560" y="37767"/>
                  </a:lnTo>
                  <a:lnTo>
                    <a:pt x="39560" y="32387"/>
                  </a:lnTo>
                  <a:lnTo>
                    <a:pt x="44244" y="29684"/>
                  </a:lnTo>
                  <a:lnTo>
                    <a:pt x="44538" y="29871"/>
                  </a:lnTo>
                  <a:cubicBezTo>
                    <a:pt x="44565" y="29791"/>
                    <a:pt x="44565" y="29737"/>
                    <a:pt x="44592" y="29684"/>
                  </a:cubicBezTo>
                  <a:lnTo>
                    <a:pt x="44324" y="29523"/>
                  </a:lnTo>
                  <a:lnTo>
                    <a:pt x="44324" y="24143"/>
                  </a:lnTo>
                  <a:lnTo>
                    <a:pt x="45662" y="23367"/>
                  </a:lnTo>
                  <a:cubicBezTo>
                    <a:pt x="45662" y="23314"/>
                    <a:pt x="45662" y="23233"/>
                    <a:pt x="45662" y="23153"/>
                  </a:cubicBezTo>
                  <a:lnTo>
                    <a:pt x="44244" y="23983"/>
                  </a:lnTo>
                  <a:lnTo>
                    <a:pt x="39560" y="21306"/>
                  </a:lnTo>
                  <a:lnTo>
                    <a:pt x="39560" y="15899"/>
                  </a:lnTo>
                  <a:lnTo>
                    <a:pt x="43735" y="13491"/>
                  </a:lnTo>
                  <a:cubicBezTo>
                    <a:pt x="43709" y="13437"/>
                    <a:pt x="43682" y="13383"/>
                    <a:pt x="43655" y="13330"/>
                  </a:cubicBezTo>
                  <a:lnTo>
                    <a:pt x="39480" y="15766"/>
                  </a:lnTo>
                  <a:lnTo>
                    <a:pt x="34796" y="13062"/>
                  </a:lnTo>
                  <a:lnTo>
                    <a:pt x="34796" y="7656"/>
                  </a:lnTo>
                  <a:lnTo>
                    <a:pt x="38114" y="5755"/>
                  </a:lnTo>
                  <a:cubicBezTo>
                    <a:pt x="38088" y="5702"/>
                    <a:pt x="38034" y="5675"/>
                    <a:pt x="37981" y="5621"/>
                  </a:cubicBezTo>
                  <a:lnTo>
                    <a:pt x="34715" y="7522"/>
                  </a:lnTo>
                  <a:lnTo>
                    <a:pt x="30058" y="4818"/>
                  </a:lnTo>
                  <a:lnTo>
                    <a:pt x="30058" y="1045"/>
                  </a:lnTo>
                  <a:cubicBezTo>
                    <a:pt x="30004" y="1018"/>
                    <a:pt x="29951" y="1018"/>
                    <a:pt x="29871" y="991"/>
                  </a:cubicBezTo>
                  <a:lnTo>
                    <a:pt x="29871" y="4818"/>
                  </a:lnTo>
                  <a:lnTo>
                    <a:pt x="25213" y="7522"/>
                  </a:lnTo>
                  <a:lnTo>
                    <a:pt x="20529" y="4818"/>
                  </a:lnTo>
                  <a:lnTo>
                    <a:pt x="2052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0" name="Google Shape;1920;p109"/>
            <p:cNvSpPr/>
            <p:nvPr/>
          </p:nvSpPr>
          <p:spPr>
            <a:xfrm>
              <a:off x="2796545" y="833253"/>
              <a:ext cx="9704" cy="7538"/>
            </a:xfrm>
            <a:custGeom>
              <a:avLst/>
              <a:gdLst/>
              <a:ahLst/>
              <a:cxnLst/>
              <a:rect l="l" t="t" r="r" b="b"/>
              <a:pathLst>
                <a:path w="242" h="188" extrusionOk="0">
                  <a:moveTo>
                    <a:pt x="161" y="0"/>
                  </a:moveTo>
                  <a:cubicBezTo>
                    <a:pt x="108" y="27"/>
                    <a:pt x="54" y="81"/>
                    <a:pt x="1" y="107"/>
                  </a:cubicBezTo>
                  <a:lnTo>
                    <a:pt x="161" y="188"/>
                  </a:lnTo>
                  <a:lnTo>
                    <a:pt x="242" y="54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1" name="Google Shape;1921;p109"/>
            <p:cNvSpPr/>
            <p:nvPr/>
          </p:nvSpPr>
          <p:spPr>
            <a:xfrm>
              <a:off x="2899597" y="677633"/>
              <a:ext cx="287659" cy="242590"/>
            </a:xfrm>
            <a:custGeom>
              <a:avLst/>
              <a:gdLst/>
              <a:ahLst/>
              <a:cxnLst/>
              <a:rect l="l" t="t" r="r" b="b"/>
              <a:pathLst>
                <a:path w="7174" h="6050" extrusionOk="0">
                  <a:moveTo>
                    <a:pt x="7173" y="0"/>
                  </a:moveTo>
                  <a:lnTo>
                    <a:pt x="7173" y="0"/>
                  </a:lnTo>
                  <a:cubicBezTo>
                    <a:pt x="7013" y="27"/>
                    <a:pt x="6852" y="54"/>
                    <a:pt x="6692" y="81"/>
                  </a:cubicBezTo>
                  <a:lnTo>
                    <a:pt x="3667" y="1794"/>
                  </a:lnTo>
                  <a:lnTo>
                    <a:pt x="3667" y="830"/>
                  </a:lnTo>
                  <a:cubicBezTo>
                    <a:pt x="3614" y="857"/>
                    <a:pt x="3560" y="857"/>
                    <a:pt x="3507" y="884"/>
                  </a:cubicBezTo>
                  <a:lnTo>
                    <a:pt x="3507" y="1794"/>
                  </a:lnTo>
                  <a:lnTo>
                    <a:pt x="2516" y="1231"/>
                  </a:lnTo>
                  <a:cubicBezTo>
                    <a:pt x="2463" y="1258"/>
                    <a:pt x="2382" y="1285"/>
                    <a:pt x="2329" y="1312"/>
                  </a:cubicBezTo>
                  <a:lnTo>
                    <a:pt x="3426" y="1954"/>
                  </a:lnTo>
                  <a:lnTo>
                    <a:pt x="0" y="3935"/>
                  </a:lnTo>
                  <a:lnTo>
                    <a:pt x="81" y="4069"/>
                  </a:lnTo>
                  <a:lnTo>
                    <a:pt x="3507" y="2115"/>
                  </a:lnTo>
                  <a:lnTo>
                    <a:pt x="3507" y="6049"/>
                  </a:lnTo>
                  <a:lnTo>
                    <a:pt x="3667" y="6049"/>
                  </a:lnTo>
                  <a:lnTo>
                    <a:pt x="3667" y="2115"/>
                  </a:lnTo>
                  <a:lnTo>
                    <a:pt x="7093" y="4069"/>
                  </a:lnTo>
                  <a:lnTo>
                    <a:pt x="7173" y="3935"/>
                  </a:lnTo>
                  <a:lnTo>
                    <a:pt x="3774" y="1954"/>
                  </a:lnTo>
                  <a:lnTo>
                    <a:pt x="717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2" name="Google Shape;1922;p109"/>
            <p:cNvSpPr/>
            <p:nvPr/>
          </p:nvSpPr>
          <p:spPr>
            <a:xfrm>
              <a:off x="3280608" y="671177"/>
              <a:ext cx="288742" cy="249046"/>
            </a:xfrm>
            <a:custGeom>
              <a:avLst/>
              <a:gdLst/>
              <a:ahLst/>
              <a:cxnLst/>
              <a:rect l="l" t="t" r="r" b="b"/>
              <a:pathLst>
                <a:path w="7201" h="6211" extrusionOk="0">
                  <a:moveTo>
                    <a:pt x="107" y="1"/>
                  </a:moveTo>
                  <a:lnTo>
                    <a:pt x="0" y="134"/>
                  </a:lnTo>
                  <a:lnTo>
                    <a:pt x="3426" y="2115"/>
                  </a:lnTo>
                  <a:lnTo>
                    <a:pt x="0" y="4096"/>
                  </a:lnTo>
                  <a:lnTo>
                    <a:pt x="107" y="4230"/>
                  </a:lnTo>
                  <a:lnTo>
                    <a:pt x="3506" y="2276"/>
                  </a:lnTo>
                  <a:lnTo>
                    <a:pt x="3506" y="6210"/>
                  </a:lnTo>
                  <a:lnTo>
                    <a:pt x="3694" y="6210"/>
                  </a:lnTo>
                  <a:lnTo>
                    <a:pt x="3694" y="2276"/>
                  </a:lnTo>
                  <a:lnTo>
                    <a:pt x="7093" y="4230"/>
                  </a:lnTo>
                  <a:lnTo>
                    <a:pt x="7200" y="4096"/>
                  </a:lnTo>
                  <a:lnTo>
                    <a:pt x="3774" y="2115"/>
                  </a:lnTo>
                  <a:lnTo>
                    <a:pt x="6558" y="509"/>
                  </a:lnTo>
                  <a:cubicBezTo>
                    <a:pt x="6477" y="482"/>
                    <a:pt x="6397" y="456"/>
                    <a:pt x="6317" y="456"/>
                  </a:cubicBezTo>
                  <a:lnTo>
                    <a:pt x="3694" y="1955"/>
                  </a:lnTo>
                  <a:lnTo>
                    <a:pt x="3694" y="1"/>
                  </a:lnTo>
                  <a:lnTo>
                    <a:pt x="3506" y="1"/>
                  </a:lnTo>
                  <a:lnTo>
                    <a:pt x="3506" y="1955"/>
                  </a:lnTo>
                  <a:lnTo>
                    <a:pt x="10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3" name="Google Shape;1923;p109"/>
            <p:cNvSpPr/>
            <p:nvPr/>
          </p:nvSpPr>
          <p:spPr>
            <a:xfrm>
              <a:off x="3662662" y="776354"/>
              <a:ext cx="109506" cy="64437"/>
            </a:xfrm>
            <a:custGeom>
              <a:avLst/>
              <a:gdLst/>
              <a:ahLst/>
              <a:cxnLst/>
              <a:rect l="l" t="t" r="r" b="b"/>
              <a:pathLst>
                <a:path w="2731" h="1607" extrusionOk="0">
                  <a:moveTo>
                    <a:pt x="2543" y="1"/>
                  </a:moveTo>
                  <a:lnTo>
                    <a:pt x="1" y="1473"/>
                  </a:lnTo>
                  <a:lnTo>
                    <a:pt x="81" y="1607"/>
                  </a:lnTo>
                  <a:lnTo>
                    <a:pt x="2731" y="81"/>
                  </a:lnTo>
                  <a:cubicBezTo>
                    <a:pt x="2677" y="54"/>
                    <a:pt x="2597" y="27"/>
                    <a:pt x="254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4" name="Google Shape;1924;p109"/>
            <p:cNvSpPr/>
            <p:nvPr/>
          </p:nvSpPr>
          <p:spPr>
            <a:xfrm>
              <a:off x="3803246" y="797847"/>
              <a:ext cx="6496" cy="122378"/>
            </a:xfrm>
            <a:custGeom>
              <a:avLst/>
              <a:gdLst/>
              <a:ahLst/>
              <a:cxnLst/>
              <a:rect l="l" t="t" r="r" b="b"/>
              <a:pathLst>
                <a:path w="162" h="3052" extrusionOk="0">
                  <a:moveTo>
                    <a:pt x="1" y="0"/>
                  </a:moveTo>
                  <a:lnTo>
                    <a:pt x="1" y="3051"/>
                  </a:lnTo>
                  <a:lnTo>
                    <a:pt x="162" y="3051"/>
                  </a:lnTo>
                  <a:lnTo>
                    <a:pt x="162" y="107"/>
                  </a:lnTo>
                  <a:cubicBezTo>
                    <a:pt x="108" y="54"/>
                    <a:pt x="54" y="27"/>
                    <a:pt x="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5" name="Google Shape;1925;p109"/>
            <p:cNvSpPr/>
            <p:nvPr/>
          </p:nvSpPr>
          <p:spPr>
            <a:xfrm>
              <a:off x="2475641" y="1246463"/>
              <a:ext cx="2205" cy="4331"/>
            </a:xfrm>
            <a:custGeom>
              <a:avLst/>
              <a:gdLst/>
              <a:ahLst/>
              <a:cxnLst/>
              <a:rect l="l" t="t" r="r" b="b"/>
              <a:pathLst>
                <a:path w="55" h="108" extrusionOk="0">
                  <a:moveTo>
                    <a:pt x="54" y="0"/>
                  </a:moveTo>
                  <a:cubicBezTo>
                    <a:pt x="28" y="27"/>
                    <a:pt x="28" y="54"/>
                    <a:pt x="1" y="107"/>
                  </a:cubicBezTo>
                  <a:lnTo>
                    <a:pt x="54" y="107"/>
                  </a:lnTo>
                  <a:lnTo>
                    <a:pt x="5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6" name="Google Shape;1926;p109"/>
            <p:cNvSpPr/>
            <p:nvPr/>
          </p:nvSpPr>
          <p:spPr>
            <a:xfrm>
              <a:off x="2616265" y="1006036"/>
              <a:ext cx="2165" cy="2205"/>
            </a:xfrm>
            <a:custGeom>
              <a:avLst/>
              <a:gdLst/>
              <a:ahLst/>
              <a:cxnLst/>
              <a:rect l="l" t="t" r="r" b="b"/>
              <a:pathLst>
                <a:path w="54" h="55" extrusionOk="0">
                  <a:moveTo>
                    <a:pt x="54" y="1"/>
                  </a:moveTo>
                  <a:cubicBezTo>
                    <a:pt x="27" y="27"/>
                    <a:pt x="27" y="27"/>
                    <a:pt x="0" y="54"/>
                  </a:cubicBezTo>
                  <a:lnTo>
                    <a:pt x="54" y="27"/>
                  </a:lnTo>
                  <a:lnTo>
                    <a:pt x="5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7" name="Google Shape;1927;p109"/>
            <p:cNvSpPr/>
            <p:nvPr/>
          </p:nvSpPr>
          <p:spPr>
            <a:xfrm>
              <a:off x="2535748" y="1119794"/>
              <a:ext cx="82681" cy="51565"/>
            </a:xfrm>
            <a:custGeom>
              <a:avLst/>
              <a:gdLst/>
              <a:ahLst/>
              <a:cxnLst/>
              <a:rect l="l" t="t" r="r" b="b"/>
              <a:pathLst>
                <a:path w="2062" h="1286" extrusionOk="0">
                  <a:moveTo>
                    <a:pt x="81" y="1"/>
                  </a:moveTo>
                  <a:cubicBezTo>
                    <a:pt x="54" y="54"/>
                    <a:pt x="27" y="108"/>
                    <a:pt x="1" y="135"/>
                  </a:cubicBezTo>
                  <a:lnTo>
                    <a:pt x="1981" y="1285"/>
                  </a:lnTo>
                  <a:lnTo>
                    <a:pt x="2062" y="1125"/>
                  </a:ln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8" name="Google Shape;1928;p109"/>
            <p:cNvSpPr/>
            <p:nvPr/>
          </p:nvSpPr>
          <p:spPr>
            <a:xfrm>
              <a:off x="2711778" y="921268"/>
              <a:ext cx="287659" cy="329521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217"/>
                  </a:lnTo>
                  <a:lnTo>
                    <a:pt x="3667" y="8217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9" name="Google Shape;1929;p109"/>
            <p:cNvSpPr/>
            <p:nvPr/>
          </p:nvSpPr>
          <p:spPr>
            <a:xfrm>
              <a:off x="3092789" y="921268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80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0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41"/>
                  </a:lnTo>
                  <a:lnTo>
                    <a:pt x="7093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0" name="Google Shape;1930;p109"/>
            <p:cNvSpPr/>
            <p:nvPr/>
          </p:nvSpPr>
          <p:spPr>
            <a:xfrm>
              <a:off x="3474843" y="92126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480" y="3961"/>
                  </a:lnTo>
                  <a:lnTo>
                    <a:pt x="81" y="1981"/>
                  </a:lnTo>
                  <a:lnTo>
                    <a:pt x="1" y="2141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36"/>
                  </a:lnTo>
                  <a:lnTo>
                    <a:pt x="3480" y="4256"/>
                  </a:lnTo>
                  <a:lnTo>
                    <a:pt x="3480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1" name="Google Shape;1931;p109"/>
            <p:cNvSpPr/>
            <p:nvPr/>
          </p:nvSpPr>
          <p:spPr>
            <a:xfrm>
              <a:off x="3855854" y="953467"/>
              <a:ext cx="287659" cy="296240"/>
            </a:xfrm>
            <a:custGeom>
              <a:avLst/>
              <a:gdLst/>
              <a:ahLst/>
              <a:cxnLst/>
              <a:rect l="l" t="t" r="r" b="b"/>
              <a:pathLst>
                <a:path w="7174" h="7388" extrusionOk="0">
                  <a:moveTo>
                    <a:pt x="3507" y="0"/>
                  </a:moveTo>
                  <a:lnTo>
                    <a:pt x="3507" y="3158"/>
                  </a:lnTo>
                  <a:lnTo>
                    <a:pt x="81" y="1178"/>
                  </a:lnTo>
                  <a:lnTo>
                    <a:pt x="0" y="1312"/>
                  </a:lnTo>
                  <a:lnTo>
                    <a:pt x="3426" y="3292"/>
                  </a:lnTo>
                  <a:lnTo>
                    <a:pt x="0" y="5273"/>
                  </a:lnTo>
                  <a:lnTo>
                    <a:pt x="81" y="5433"/>
                  </a:lnTo>
                  <a:lnTo>
                    <a:pt x="3507" y="3453"/>
                  </a:lnTo>
                  <a:lnTo>
                    <a:pt x="3507" y="7387"/>
                  </a:lnTo>
                  <a:lnTo>
                    <a:pt x="3667" y="7387"/>
                  </a:lnTo>
                  <a:lnTo>
                    <a:pt x="3667" y="3453"/>
                  </a:lnTo>
                  <a:lnTo>
                    <a:pt x="7093" y="5407"/>
                  </a:lnTo>
                  <a:lnTo>
                    <a:pt x="7174" y="5273"/>
                  </a:lnTo>
                  <a:lnTo>
                    <a:pt x="3748" y="3292"/>
                  </a:lnTo>
                  <a:lnTo>
                    <a:pt x="5434" y="2329"/>
                  </a:lnTo>
                  <a:cubicBezTo>
                    <a:pt x="5380" y="2302"/>
                    <a:pt x="5354" y="2248"/>
                    <a:pt x="5327" y="2195"/>
                  </a:cubicBezTo>
                  <a:lnTo>
                    <a:pt x="3667" y="3158"/>
                  </a:lnTo>
                  <a:lnTo>
                    <a:pt x="3667" y="187"/>
                  </a:lnTo>
                  <a:cubicBezTo>
                    <a:pt x="3614" y="134"/>
                    <a:pt x="3560" y="80"/>
                    <a:pt x="350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2" name="Google Shape;1932;p109"/>
            <p:cNvSpPr/>
            <p:nvPr/>
          </p:nvSpPr>
          <p:spPr>
            <a:xfrm>
              <a:off x="2417699" y="1498640"/>
              <a:ext cx="7538" cy="9704"/>
            </a:xfrm>
            <a:custGeom>
              <a:avLst/>
              <a:gdLst/>
              <a:ahLst/>
              <a:cxnLst/>
              <a:rect l="l" t="t" r="r" b="b"/>
              <a:pathLst>
                <a:path w="188" h="242" extrusionOk="0">
                  <a:moveTo>
                    <a:pt x="1" y="1"/>
                  </a:moveTo>
                  <a:cubicBezTo>
                    <a:pt x="1" y="54"/>
                    <a:pt x="1" y="135"/>
                    <a:pt x="1" y="188"/>
                  </a:cubicBezTo>
                  <a:lnTo>
                    <a:pt x="108" y="242"/>
                  </a:lnTo>
                  <a:lnTo>
                    <a:pt x="188" y="108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3" name="Google Shape;1933;p109"/>
            <p:cNvSpPr/>
            <p:nvPr/>
          </p:nvSpPr>
          <p:spPr>
            <a:xfrm>
              <a:off x="2518586" y="1259335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4" name="Google Shape;1934;p109"/>
            <p:cNvSpPr/>
            <p:nvPr/>
          </p:nvSpPr>
          <p:spPr>
            <a:xfrm>
              <a:off x="2899597" y="1259335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3" y="6049"/>
                  </a:lnTo>
                  <a:lnTo>
                    <a:pt x="3774" y="4095"/>
                  </a:lnTo>
                  <a:lnTo>
                    <a:pt x="7173" y="2115"/>
                  </a:lnTo>
                  <a:lnTo>
                    <a:pt x="7093" y="1954"/>
                  </a:lnTo>
                  <a:lnTo>
                    <a:pt x="3667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5" name="Google Shape;1935;p109"/>
            <p:cNvSpPr/>
            <p:nvPr/>
          </p:nvSpPr>
          <p:spPr>
            <a:xfrm>
              <a:off x="3280608" y="1259335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35"/>
                  </a:lnTo>
                  <a:lnTo>
                    <a:pt x="107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107" y="6210"/>
                  </a:lnTo>
                  <a:lnTo>
                    <a:pt x="3506" y="4229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29"/>
                  </a:lnTo>
                  <a:lnTo>
                    <a:pt x="7093" y="6210"/>
                  </a:lnTo>
                  <a:lnTo>
                    <a:pt x="7200" y="6049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54"/>
                  </a:lnTo>
                  <a:lnTo>
                    <a:pt x="3694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6" name="Google Shape;1936;p109"/>
            <p:cNvSpPr/>
            <p:nvPr/>
          </p:nvSpPr>
          <p:spPr>
            <a:xfrm>
              <a:off x="3662662" y="1258252"/>
              <a:ext cx="287659" cy="329521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122"/>
                  </a:lnTo>
                  <a:lnTo>
                    <a:pt x="1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8" y="8218"/>
                  </a:lnTo>
                  <a:lnTo>
                    <a:pt x="3668" y="4256"/>
                  </a:lnTo>
                  <a:lnTo>
                    <a:pt x="7094" y="6237"/>
                  </a:lnTo>
                  <a:lnTo>
                    <a:pt x="7174" y="6076"/>
                  </a:lnTo>
                  <a:lnTo>
                    <a:pt x="3748" y="4122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7" name="Google Shape;1937;p109"/>
            <p:cNvSpPr/>
            <p:nvPr/>
          </p:nvSpPr>
          <p:spPr>
            <a:xfrm>
              <a:off x="4043673" y="1258252"/>
              <a:ext cx="193230" cy="329521"/>
            </a:xfrm>
            <a:custGeom>
              <a:avLst/>
              <a:gdLst/>
              <a:ahLst/>
              <a:cxnLst/>
              <a:rect l="l" t="t" r="r" b="b"/>
              <a:pathLst>
                <a:path w="4819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7" y="8218"/>
                  </a:lnTo>
                  <a:lnTo>
                    <a:pt x="3667" y="4256"/>
                  </a:lnTo>
                  <a:lnTo>
                    <a:pt x="4818" y="4925"/>
                  </a:lnTo>
                  <a:cubicBezTo>
                    <a:pt x="4818" y="4845"/>
                    <a:pt x="4818" y="4765"/>
                    <a:pt x="4792" y="4711"/>
                  </a:cubicBezTo>
                  <a:lnTo>
                    <a:pt x="3774" y="4096"/>
                  </a:lnTo>
                  <a:lnTo>
                    <a:pt x="4604" y="3614"/>
                  </a:lnTo>
                  <a:cubicBezTo>
                    <a:pt x="4604" y="3560"/>
                    <a:pt x="4577" y="3507"/>
                    <a:pt x="4577" y="3453"/>
                  </a:cubicBezTo>
                  <a:lnTo>
                    <a:pt x="3667" y="3962"/>
                  </a:lnTo>
                  <a:lnTo>
                    <a:pt x="3667" y="295"/>
                  </a:lnTo>
                  <a:cubicBezTo>
                    <a:pt x="3641" y="188"/>
                    <a:pt x="3614" y="108"/>
                    <a:pt x="358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8" name="Google Shape;1938;p109"/>
            <p:cNvSpPr/>
            <p:nvPr/>
          </p:nvSpPr>
          <p:spPr>
            <a:xfrm>
              <a:off x="2423072" y="1578074"/>
              <a:ext cx="195355" cy="328439"/>
            </a:xfrm>
            <a:custGeom>
              <a:avLst/>
              <a:gdLst/>
              <a:ahLst/>
              <a:cxnLst/>
              <a:rect l="l" t="t" r="r" b="b"/>
              <a:pathLst>
                <a:path w="4872" h="8191" extrusionOk="0">
                  <a:moveTo>
                    <a:pt x="1205" y="1"/>
                  </a:moveTo>
                  <a:lnTo>
                    <a:pt x="1205" y="3935"/>
                  </a:lnTo>
                  <a:lnTo>
                    <a:pt x="0" y="3266"/>
                  </a:lnTo>
                  <a:lnTo>
                    <a:pt x="0" y="3266"/>
                  </a:lnTo>
                  <a:cubicBezTo>
                    <a:pt x="0" y="3320"/>
                    <a:pt x="27" y="3400"/>
                    <a:pt x="27" y="3480"/>
                  </a:cubicBezTo>
                  <a:lnTo>
                    <a:pt x="1098" y="4096"/>
                  </a:lnTo>
                  <a:lnTo>
                    <a:pt x="214" y="4604"/>
                  </a:lnTo>
                  <a:cubicBezTo>
                    <a:pt x="241" y="4658"/>
                    <a:pt x="241" y="4738"/>
                    <a:pt x="268" y="4792"/>
                  </a:cubicBezTo>
                  <a:lnTo>
                    <a:pt x="1205" y="4256"/>
                  </a:lnTo>
                  <a:lnTo>
                    <a:pt x="1205" y="8030"/>
                  </a:lnTo>
                  <a:cubicBezTo>
                    <a:pt x="1205" y="8084"/>
                    <a:pt x="1232" y="8137"/>
                    <a:pt x="1258" y="8191"/>
                  </a:cubicBezTo>
                  <a:lnTo>
                    <a:pt x="1365" y="8191"/>
                  </a:lnTo>
                  <a:lnTo>
                    <a:pt x="1365" y="4256"/>
                  </a:lnTo>
                  <a:lnTo>
                    <a:pt x="4791" y="6210"/>
                  </a:lnTo>
                  <a:lnTo>
                    <a:pt x="4872" y="6076"/>
                  </a:lnTo>
                  <a:lnTo>
                    <a:pt x="1446" y="4096"/>
                  </a:lnTo>
                  <a:lnTo>
                    <a:pt x="4872" y="2115"/>
                  </a:lnTo>
                  <a:lnTo>
                    <a:pt x="4791" y="1981"/>
                  </a:lnTo>
                  <a:lnTo>
                    <a:pt x="1365" y="3935"/>
                  </a:lnTo>
                  <a:lnTo>
                    <a:pt x="136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9" name="Google Shape;1939;p109"/>
            <p:cNvSpPr/>
            <p:nvPr/>
          </p:nvSpPr>
          <p:spPr>
            <a:xfrm>
              <a:off x="2711778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56"/>
                  </a:lnTo>
                  <a:lnTo>
                    <a:pt x="7093" y="6210"/>
                  </a:lnTo>
                  <a:lnTo>
                    <a:pt x="7173" y="6076"/>
                  </a:lnTo>
                  <a:lnTo>
                    <a:pt x="3774" y="4096"/>
                  </a:lnTo>
                  <a:lnTo>
                    <a:pt x="7173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0" name="Google Shape;1940;p109"/>
            <p:cNvSpPr/>
            <p:nvPr/>
          </p:nvSpPr>
          <p:spPr>
            <a:xfrm>
              <a:off x="3092789" y="1578074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1"/>
                  </a:moveTo>
                  <a:lnTo>
                    <a:pt x="3506" y="3935"/>
                  </a:lnTo>
                  <a:lnTo>
                    <a:pt x="80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0" y="6210"/>
                  </a:lnTo>
                  <a:lnTo>
                    <a:pt x="3506" y="4230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30"/>
                  </a:lnTo>
                  <a:lnTo>
                    <a:pt x="7093" y="6210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15"/>
                  </a:lnTo>
                  <a:lnTo>
                    <a:pt x="7093" y="1981"/>
                  </a:lnTo>
                  <a:lnTo>
                    <a:pt x="3694" y="3935"/>
                  </a:lnTo>
                  <a:lnTo>
                    <a:pt x="369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1" name="Google Shape;1941;p109"/>
            <p:cNvSpPr/>
            <p:nvPr/>
          </p:nvSpPr>
          <p:spPr>
            <a:xfrm>
              <a:off x="3474843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1" y="2115"/>
                  </a:lnTo>
                  <a:lnTo>
                    <a:pt x="3400" y="4096"/>
                  </a:lnTo>
                  <a:lnTo>
                    <a:pt x="1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480" y="8191"/>
                  </a:lnTo>
                  <a:lnTo>
                    <a:pt x="3668" y="8191"/>
                  </a:lnTo>
                  <a:lnTo>
                    <a:pt x="3668" y="4230"/>
                  </a:lnTo>
                  <a:lnTo>
                    <a:pt x="7094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4" y="1955"/>
                  </a:lnTo>
                  <a:lnTo>
                    <a:pt x="3668" y="3935"/>
                  </a:lnTo>
                  <a:lnTo>
                    <a:pt x="366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2" name="Google Shape;1942;p109"/>
            <p:cNvSpPr/>
            <p:nvPr/>
          </p:nvSpPr>
          <p:spPr>
            <a:xfrm>
              <a:off x="3855854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30"/>
                  </a:lnTo>
                  <a:lnTo>
                    <a:pt x="7093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3" y="1955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3" name="Google Shape;1943;p109"/>
            <p:cNvSpPr/>
            <p:nvPr/>
          </p:nvSpPr>
          <p:spPr>
            <a:xfrm>
              <a:off x="2518586" y="1919388"/>
              <a:ext cx="287659" cy="293033"/>
            </a:xfrm>
            <a:custGeom>
              <a:avLst/>
              <a:gdLst/>
              <a:ahLst/>
              <a:cxnLst/>
              <a:rect l="l" t="t" r="r" b="b"/>
              <a:pathLst>
                <a:path w="7174" h="730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1767" y="5059"/>
                  </a:lnTo>
                  <a:cubicBezTo>
                    <a:pt x="1821" y="5086"/>
                    <a:pt x="1847" y="5139"/>
                    <a:pt x="1874" y="5193"/>
                  </a:cubicBezTo>
                  <a:lnTo>
                    <a:pt x="3507" y="4256"/>
                  </a:lnTo>
                  <a:lnTo>
                    <a:pt x="3507" y="7120"/>
                  </a:lnTo>
                  <a:cubicBezTo>
                    <a:pt x="3560" y="7200"/>
                    <a:pt x="3614" y="7254"/>
                    <a:pt x="3667" y="7307"/>
                  </a:cubicBezTo>
                  <a:lnTo>
                    <a:pt x="3667" y="4256"/>
                  </a:lnTo>
                  <a:lnTo>
                    <a:pt x="7093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4" name="Google Shape;1944;p109"/>
            <p:cNvSpPr/>
            <p:nvPr/>
          </p:nvSpPr>
          <p:spPr>
            <a:xfrm>
              <a:off x="2899597" y="191938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7" y="8190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5" name="Google Shape;1945;p109"/>
            <p:cNvSpPr/>
            <p:nvPr/>
          </p:nvSpPr>
          <p:spPr>
            <a:xfrm>
              <a:off x="3280608" y="1919388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107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107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6" name="Google Shape;1946;p109"/>
            <p:cNvSpPr/>
            <p:nvPr/>
          </p:nvSpPr>
          <p:spPr>
            <a:xfrm>
              <a:off x="3662662" y="191938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1" y="2115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7" name="Google Shape;1947;p109"/>
            <p:cNvSpPr/>
            <p:nvPr/>
          </p:nvSpPr>
          <p:spPr>
            <a:xfrm>
              <a:off x="4043673" y="1998782"/>
              <a:ext cx="78391" cy="49400"/>
            </a:xfrm>
            <a:custGeom>
              <a:avLst/>
              <a:gdLst/>
              <a:ahLst/>
              <a:cxnLst/>
              <a:rect l="l" t="t" r="r" b="b"/>
              <a:pathLst>
                <a:path w="1955" h="1232" extrusionOk="0">
                  <a:moveTo>
                    <a:pt x="81" y="1"/>
                  </a:moveTo>
                  <a:lnTo>
                    <a:pt x="0" y="135"/>
                  </a:lnTo>
                  <a:lnTo>
                    <a:pt x="1874" y="1232"/>
                  </a:lnTo>
                  <a:cubicBezTo>
                    <a:pt x="1901" y="1178"/>
                    <a:pt x="1928" y="1125"/>
                    <a:pt x="1954" y="1071"/>
                  </a:cubicBez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8" name="Google Shape;1948;p109"/>
            <p:cNvSpPr/>
            <p:nvPr/>
          </p:nvSpPr>
          <p:spPr>
            <a:xfrm>
              <a:off x="2884560" y="2317561"/>
              <a:ext cx="114879" cy="68727"/>
            </a:xfrm>
            <a:custGeom>
              <a:avLst/>
              <a:gdLst/>
              <a:ahLst/>
              <a:cxnLst/>
              <a:rect l="l" t="t" r="r" b="b"/>
              <a:pathLst>
                <a:path w="2865" h="1714" extrusionOk="0">
                  <a:moveTo>
                    <a:pt x="2784" y="0"/>
                  </a:moveTo>
                  <a:lnTo>
                    <a:pt x="1" y="1606"/>
                  </a:lnTo>
                  <a:cubicBezTo>
                    <a:pt x="54" y="1660"/>
                    <a:pt x="108" y="1686"/>
                    <a:pt x="161" y="1713"/>
                  </a:cubicBezTo>
                  <a:lnTo>
                    <a:pt x="2864" y="161"/>
                  </a:lnTo>
                  <a:lnTo>
                    <a:pt x="278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9" name="Google Shape;1949;p109"/>
            <p:cNvSpPr/>
            <p:nvPr/>
          </p:nvSpPr>
          <p:spPr>
            <a:xfrm>
              <a:off x="2852362" y="2238127"/>
              <a:ext cx="6496" cy="129916"/>
            </a:xfrm>
            <a:custGeom>
              <a:avLst/>
              <a:gdLst/>
              <a:ahLst/>
              <a:cxnLst/>
              <a:rect l="l" t="t" r="r" b="b"/>
              <a:pathLst>
                <a:path w="162" h="3240" extrusionOk="0">
                  <a:moveTo>
                    <a:pt x="1" y="0"/>
                  </a:moveTo>
                  <a:lnTo>
                    <a:pt x="1" y="3132"/>
                  </a:lnTo>
                  <a:cubicBezTo>
                    <a:pt x="54" y="3159"/>
                    <a:pt x="108" y="3212"/>
                    <a:pt x="161" y="3239"/>
                  </a:cubicBez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0" name="Google Shape;1950;p109"/>
            <p:cNvSpPr/>
            <p:nvPr/>
          </p:nvSpPr>
          <p:spPr>
            <a:xfrm>
              <a:off x="3092789" y="2238127"/>
              <a:ext cx="288742" cy="255461"/>
            </a:xfrm>
            <a:custGeom>
              <a:avLst/>
              <a:gdLst/>
              <a:ahLst/>
              <a:cxnLst/>
              <a:rect l="l" t="t" r="r" b="b"/>
              <a:pathLst>
                <a:path w="7201" h="6371" extrusionOk="0">
                  <a:moveTo>
                    <a:pt x="3506" y="0"/>
                  </a:moveTo>
                  <a:lnTo>
                    <a:pt x="3506" y="3962"/>
                  </a:lnTo>
                  <a:lnTo>
                    <a:pt x="80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455" y="5835"/>
                  </a:lnTo>
                  <a:cubicBezTo>
                    <a:pt x="535" y="5835"/>
                    <a:pt x="616" y="5862"/>
                    <a:pt x="696" y="5889"/>
                  </a:cubicBezTo>
                  <a:lnTo>
                    <a:pt x="3506" y="4256"/>
                  </a:lnTo>
                  <a:lnTo>
                    <a:pt x="3506" y="6371"/>
                  </a:lnTo>
                  <a:lnTo>
                    <a:pt x="3694" y="6371"/>
                  </a:lnTo>
                  <a:lnTo>
                    <a:pt x="3694" y="4256"/>
                  </a:lnTo>
                  <a:lnTo>
                    <a:pt x="7093" y="6237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42"/>
                  </a:lnTo>
                  <a:lnTo>
                    <a:pt x="7093" y="1981"/>
                  </a:lnTo>
                  <a:lnTo>
                    <a:pt x="3694" y="3962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1" name="Google Shape;1951;p109"/>
            <p:cNvSpPr/>
            <p:nvPr/>
          </p:nvSpPr>
          <p:spPr>
            <a:xfrm>
              <a:off x="3474843" y="2238127"/>
              <a:ext cx="287659" cy="247963"/>
            </a:xfrm>
            <a:custGeom>
              <a:avLst/>
              <a:gdLst/>
              <a:ahLst/>
              <a:cxnLst/>
              <a:rect l="l" t="t" r="r" b="b"/>
              <a:pathLst>
                <a:path w="7174" h="6184" extrusionOk="0">
                  <a:moveTo>
                    <a:pt x="3507" y="0"/>
                  </a:moveTo>
                  <a:lnTo>
                    <a:pt x="3480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096"/>
                  </a:lnTo>
                  <a:lnTo>
                    <a:pt x="1" y="6076"/>
                  </a:lnTo>
                  <a:lnTo>
                    <a:pt x="54" y="6183"/>
                  </a:lnTo>
                  <a:lnTo>
                    <a:pt x="161" y="6183"/>
                  </a:lnTo>
                  <a:lnTo>
                    <a:pt x="3480" y="4256"/>
                  </a:lnTo>
                  <a:lnTo>
                    <a:pt x="3480" y="5354"/>
                  </a:lnTo>
                  <a:cubicBezTo>
                    <a:pt x="3560" y="5327"/>
                    <a:pt x="3614" y="5327"/>
                    <a:pt x="3668" y="5300"/>
                  </a:cubicBezTo>
                  <a:lnTo>
                    <a:pt x="3668" y="4256"/>
                  </a:lnTo>
                  <a:lnTo>
                    <a:pt x="4765" y="4899"/>
                  </a:lnTo>
                  <a:cubicBezTo>
                    <a:pt x="4845" y="4872"/>
                    <a:pt x="4899" y="4845"/>
                    <a:pt x="4979" y="4818"/>
                  </a:cubicBezTo>
                  <a:lnTo>
                    <a:pt x="3748" y="4096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2" name="Google Shape;1952;p109"/>
            <p:cNvSpPr/>
            <p:nvPr/>
          </p:nvSpPr>
          <p:spPr>
            <a:xfrm>
              <a:off x="3855854" y="2317561"/>
              <a:ext cx="12911" cy="9704"/>
            </a:xfrm>
            <a:custGeom>
              <a:avLst/>
              <a:gdLst/>
              <a:ahLst/>
              <a:cxnLst/>
              <a:rect l="l" t="t" r="r" b="b"/>
              <a:pathLst>
                <a:path w="322" h="242" extrusionOk="0">
                  <a:moveTo>
                    <a:pt x="81" y="0"/>
                  </a:moveTo>
                  <a:lnTo>
                    <a:pt x="0" y="134"/>
                  </a:lnTo>
                  <a:lnTo>
                    <a:pt x="161" y="241"/>
                  </a:lnTo>
                  <a:cubicBezTo>
                    <a:pt x="215" y="214"/>
                    <a:pt x="268" y="161"/>
                    <a:pt x="322" y="134"/>
                  </a:cubicBezTo>
                  <a:lnTo>
                    <a:pt x="8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953" name="Google Shape;1953;p109"/>
          <p:cNvSpPr/>
          <p:nvPr/>
        </p:nvSpPr>
        <p:spPr>
          <a:xfrm rot="-288619">
            <a:off x="5715494" y="1699839"/>
            <a:ext cx="4829256" cy="4097619"/>
          </a:xfrm>
          <a:custGeom>
            <a:avLst/>
            <a:gdLst/>
            <a:ahLst/>
            <a:cxnLst/>
            <a:rect l="l" t="t" r="r" b="b"/>
            <a:pathLst>
              <a:path w="142469" h="136664" extrusionOk="0">
                <a:moveTo>
                  <a:pt x="97052" y="0"/>
                </a:moveTo>
                <a:cubicBezTo>
                  <a:pt x="94985" y="0"/>
                  <a:pt x="92658" y="685"/>
                  <a:pt x="89955" y="2065"/>
                </a:cubicBezTo>
                <a:cubicBezTo>
                  <a:pt x="76197" y="9104"/>
                  <a:pt x="81149" y="14564"/>
                  <a:pt x="82755" y="40634"/>
                </a:cubicBezTo>
                <a:cubicBezTo>
                  <a:pt x="85458" y="83646"/>
                  <a:pt x="12896" y="58112"/>
                  <a:pt x="4519" y="103881"/>
                </a:cubicBezTo>
                <a:cubicBezTo>
                  <a:pt x="0" y="128495"/>
                  <a:pt x="10558" y="136664"/>
                  <a:pt x="39417" y="136664"/>
                </a:cubicBezTo>
                <a:cubicBezTo>
                  <a:pt x="47997" y="136664"/>
                  <a:pt x="58195" y="135942"/>
                  <a:pt x="70095" y="134715"/>
                </a:cubicBezTo>
                <a:cubicBezTo>
                  <a:pt x="122047" y="129389"/>
                  <a:pt x="142469" y="101392"/>
                  <a:pt x="125767" y="56907"/>
                </a:cubicBezTo>
                <a:cubicBezTo>
                  <a:pt x="111706" y="19432"/>
                  <a:pt x="108060" y="0"/>
                  <a:pt x="97052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954" name="Google Shape;1954;p109"/>
          <p:cNvGrpSpPr/>
          <p:nvPr/>
        </p:nvGrpSpPr>
        <p:grpSpPr>
          <a:xfrm rot="-1992990">
            <a:off x="5725746" y="1138132"/>
            <a:ext cx="2008409" cy="2399981"/>
            <a:chOff x="5206700" y="1073325"/>
            <a:chExt cx="2008425" cy="2400000"/>
          </a:xfrm>
        </p:grpSpPr>
        <p:sp>
          <p:nvSpPr>
            <p:cNvPr id="1955" name="Google Shape;1955;p109"/>
            <p:cNvSpPr/>
            <p:nvPr/>
          </p:nvSpPr>
          <p:spPr>
            <a:xfrm>
              <a:off x="5573750" y="1073325"/>
              <a:ext cx="1281200" cy="1970925"/>
            </a:xfrm>
            <a:custGeom>
              <a:avLst/>
              <a:gdLst/>
              <a:ahLst/>
              <a:cxnLst/>
              <a:rect l="l" t="t" r="r" b="b"/>
              <a:pathLst>
                <a:path w="51248" h="78837" extrusionOk="0">
                  <a:moveTo>
                    <a:pt x="50129" y="0"/>
                  </a:moveTo>
                  <a:cubicBezTo>
                    <a:pt x="49819" y="0"/>
                    <a:pt x="49517" y="143"/>
                    <a:pt x="49302" y="435"/>
                  </a:cubicBezTo>
                  <a:lnTo>
                    <a:pt x="43679" y="9250"/>
                  </a:lnTo>
                  <a:lnTo>
                    <a:pt x="42281" y="11469"/>
                  </a:lnTo>
                  <a:lnTo>
                    <a:pt x="7356" y="66181"/>
                  </a:lnTo>
                  <a:lnTo>
                    <a:pt x="5897" y="68522"/>
                  </a:lnTo>
                  <a:lnTo>
                    <a:pt x="274" y="77336"/>
                  </a:lnTo>
                  <a:cubicBezTo>
                    <a:pt x="0" y="77792"/>
                    <a:pt x="122" y="78370"/>
                    <a:pt x="578" y="78674"/>
                  </a:cubicBezTo>
                  <a:cubicBezTo>
                    <a:pt x="638" y="78704"/>
                    <a:pt x="760" y="78765"/>
                    <a:pt x="851" y="78795"/>
                  </a:cubicBezTo>
                  <a:cubicBezTo>
                    <a:pt x="933" y="78823"/>
                    <a:pt x="1020" y="78836"/>
                    <a:pt x="1108" y="78836"/>
                  </a:cubicBezTo>
                  <a:cubicBezTo>
                    <a:pt x="1410" y="78836"/>
                    <a:pt x="1727" y="78676"/>
                    <a:pt x="1915" y="78370"/>
                  </a:cubicBezTo>
                  <a:lnTo>
                    <a:pt x="7569" y="69433"/>
                  </a:lnTo>
                  <a:lnTo>
                    <a:pt x="9149" y="66971"/>
                  </a:lnTo>
                  <a:lnTo>
                    <a:pt x="43740" y="12837"/>
                  </a:lnTo>
                  <a:lnTo>
                    <a:pt x="45290" y="10375"/>
                  </a:lnTo>
                  <a:lnTo>
                    <a:pt x="50943" y="1469"/>
                  </a:lnTo>
                  <a:cubicBezTo>
                    <a:pt x="51247" y="1013"/>
                    <a:pt x="51095" y="405"/>
                    <a:pt x="50639" y="131"/>
                  </a:cubicBezTo>
                  <a:cubicBezTo>
                    <a:pt x="50476" y="44"/>
                    <a:pt x="50301" y="0"/>
                    <a:pt x="5012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6" name="Google Shape;1956;p109"/>
            <p:cNvSpPr/>
            <p:nvPr/>
          </p:nvSpPr>
          <p:spPr>
            <a:xfrm>
              <a:off x="5633000" y="1197050"/>
              <a:ext cx="1582125" cy="1877700"/>
            </a:xfrm>
            <a:custGeom>
              <a:avLst/>
              <a:gdLst/>
              <a:ahLst/>
              <a:cxnLst/>
              <a:rect l="l" t="t" r="r" b="b"/>
              <a:pathLst>
                <a:path w="63285" h="75108" extrusionOk="0">
                  <a:moveTo>
                    <a:pt x="45794" y="1"/>
                  </a:moveTo>
                  <a:cubicBezTo>
                    <a:pt x="45327" y="1"/>
                    <a:pt x="44858" y="200"/>
                    <a:pt x="44531" y="593"/>
                  </a:cubicBezTo>
                  <a:cubicBezTo>
                    <a:pt x="43862" y="1322"/>
                    <a:pt x="43953" y="2386"/>
                    <a:pt x="44683" y="2994"/>
                  </a:cubicBezTo>
                  <a:cubicBezTo>
                    <a:pt x="45443" y="3632"/>
                    <a:pt x="46142" y="4301"/>
                    <a:pt x="46841" y="5031"/>
                  </a:cubicBezTo>
                  <a:cubicBezTo>
                    <a:pt x="55686" y="14180"/>
                    <a:pt x="59668" y="28283"/>
                    <a:pt x="56750" y="41019"/>
                  </a:cubicBezTo>
                  <a:cubicBezTo>
                    <a:pt x="53589" y="54758"/>
                    <a:pt x="42646" y="66247"/>
                    <a:pt x="28907" y="70229"/>
                  </a:cubicBezTo>
                  <a:cubicBezTo>
                    <a:pt x="25464" y="71227"/>
                    <a:pt x="21935" y="71725"/>
                    <a:pt x="18392" y="71725"/>
                  </a:cubicBezTo>
                  <a:cubicBezTo>
                    <a:pt x="14273" y="71725"/>
                    <a:pt x="10132" y="71052"/>
                    <a:pt x="6080" y="69712"/>
                  </a:cubicBezTo>
                  <a:cubicBezTo>
                    <a:pt x="4925" y="69317"/>
                    <a:pt x="3740" y="68861"/>
                    <a:pt x="2615" y="68375"/>
                  </a:cubicBezTo>
                  <a:cubicBezTo>
                    <a:pt x="2383" y="68271"/>
                    <a:pt x="2144" y="68222"/>
                    <a:pt x="1912" y="68222"/>
                  </a:cubicBezTo>
                  <a:cubicBezTo>
                    <a:pt x="1261" y="68222"/>
                    <a:pt x="657" y="68607"/>
                    <a:pt x="366" y="69257"/>
                  </a:cubicBezTo>
                  <a:cubicBezTo>
                    <a:pt x="1" y="70108"/>
                    <a:pt x="366" y="71111"/>
                    <a:pt x="1247" y="71475"/>
                  </a:cubicBezTo>
                  <a:cubicBezTo>
                    <a:pt x="2159" y="71871"/>
                    <a:pt x="3101" y="72235"/>
                    <a:pt x="4044" y="72600"/>
                  </a:cubicBezTo>
                  <a:cubicBezTo>
                    <a:pt x="4986" y="72934"/>
                    <a:pt x="5959" y="73238"/>
                    <a:pt x="6931" y="73512"/>
                  </a:cubicBezTo>
                  <a:cubicBezTo>
                    <a:pt x="10715" y="74576"/>
                    <a:pt x="14591" y="75108"/>
                    <a:pt x="18444" y="75108"/>
                  </a:cubicBezTo>
                  <a:cubicBezTo>
                    <a:pt x="22296" y="75108"/>
                    <a:pt x="26126" y="74576"/>
                    <a:pt x="29819" y="73512"/>
                  </a:cubicBezTo>
                  <a:cubicBezTo>
                    <a:pt x="45017" y="69105"/>
                    <a:pt x="56598" y="56946"/>
                    <a:pt x="60093" y="41809"/>
                  </a:cubicBezTo>
                  <a:cubicBezTo>
                    <a:pt x="63285" y="27919"/>
                    <a:pt x="58877" y="12569"/>
                    <a:pt x="49151" y="2569"/>
                  </a:cubicBezTo>
                  <a:cubicBezTo>
                    <a:pt x="48421" y="1839"/>
                    <a:pt x="47722" y="1110"/>
                    <a:pt x="46902" y="441"/>
                  </a:cubicBezTo>
                  <a:cubicBezTo>
                    <a:pt x="46593" y="147"/>
                    <a:pt x="46194" y="1"/>
                    <a:pt x="45794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7" name="Google Shape;1957;p109"/>
            <p:cNvSpPr/>
            <p:nvPr/>
          </p:nvSpPr>
          <p:spPr>
            <a:xfrm>
              <a:off x="5206700" y="1172250"/>
              <a:ext cx="1797950" cy="1685450"/>
            </a:xfrm>
            <a:custGeom>
              <a:avLst/>
              <a:gdLst/>
              <a:ahLst/>
              <a:cxnLst/>
              <a:rect l="l" t="t" r="r" b="b"/>
              <a:pathLst>
                <a:path w="71918" h="67418" extrusionOk="0">
                  <a:moveTo>
                    <a:pt x="37486" y="1"/>
                  </a:moveTo>
                  <a:cubicBezTo>
                    <a:pt x="31481" y="1"/>
                    <a:pt x="25665" y="1630"/>
                    <a:pt x="20609" y="4533"/>
                  </a:cubicBezTo>
                  <a:cubicBezTo>
                    <a:pt x="18147" y="5962"/>
                    <a:pt x="15868" y="7694"/>
                    <a:pt x="13801" y="9701"/>
                  </a:cubicBezTo>
                  <a:cubicBezTo>
                    <a:pt x="9728" y="13713"/>
                    <a:pt x="6658" y="18789"/>
                    <a:pt x="5016" y="24686"/>
                  </a:cubicBezTo>
                  <a:cubicBezTo>
                    <a:pt x="1" y="42619"/>
                    <a:pt x="10548" y="61191"/>
                    <a:pt x="28482" y="66175"/>
                  </a:cubicBezTo>
                  <a:cubicBezTo>
                    <a:pt x="31503" y="67016"/>
                    <a:pt x="34543" y="67417"/>
                    <a:pt x="37533" y="67417"/>
                  </a:cubicBezTo>
                  <a:cubicBezTo>
                    <a:pt x="51837" y="67417"/>
                    <a:pt x="64996" y="58237"/>
                    <a:pt x="69546" y="44108"/>
                  </a:cubicBezTo>
                  <a:cubicBezTo>
                    <a:pt x="69698" y="43652"/>
                    <a:pt x="69850" y="43196"/>
                    <a:pt x="69972" y="42741"/>
                  </a:cubicBezTo>
                  <a:cubicBezTo>
                    <a:pt x="71917" y="35750"/>
                    <a:pt x="71492" y="28667"/>
                    <a:pt x="69242" y="22315"/>
                  </a:cubicBezTo>
                  <a:cubicBezTo>
                    <a:pt x="65625" y="12375"/>
                    <a:pt x="57479" y="4290"/>
                    <a:pt x="46506" y="1251"/>
                  </a:cubicBezTo>
                  <a:cubicBezTo>
                    <a:pt x="43500" y="403"/>
                    <a:pt x="40470" y="1"/>
                    <a:pt x="3748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8" name="Google Shape;1958;p109"/>
            <p:cNvSpPr/>
            <p:nvPr/>
          </p:nvSpPr>
          <p:spPr>
            <a:xfrm>
              <a:off x="6664950" y="1142000"/>
              <a:ext cx="185425" cy="167100"/>
            </a:xfrm>
            <a:custGeom>
              <a:avLst/>
              <a:gdLst/>
              <a:ahLst/>
              <a:cxnLst/>
              <a:rect l="l" t="t" r="r" b="b"/>
              <a:pathLst>
                <a:path w="7417" h="6684" extrusionOk="0">
                  <a:moveTo>
                    <a:pt x="3726" y="0"/>
                  </a:moveTo>
                  <a:cubicBezTo>
                    <a:pt x="2255" y="0"/>
                    <a:pt x="922" y="967"/>
                    <a:pt x="517" y="2461"/>
                  </a:cubicBezTo>
                  <a:cubicBezTo>
                    <a:pt x="0" y="4223"/>
                    <a:pt x="1034" y="6047"/>
                    <a:pt x="2827" y="6564"/>
                  </a:cubicBezTo>
                  <a:cubicBezTo>
                    <a:pt x="3127" y="6645"/>
                    <a:pt x="3427" y="6684"/>
                    <a:pt x="3722" y="6684"/>
                  </a:cubicBezTo>
                  <a:cubicBezTo>
                    <a:pt x="5192" y="6684"/>
                    <a:pt x="6525" y="5717"/>
                    <a:pt x="6931" y="4223"/>
                  </a:cubicBezTo>
                  <a:cubicBezTo>
                    <a:pt x="7417" y="2461"/>
                    <a:pt x="6383" y="637"/>
                    <a:pt x="4620" y="120"/>
                  </a:cubicBezTo>
                  <a:cubicBezTo>
                    <a:pt x="4321" y="39"/>
                    <a:pt x="4021" y="0"/>
                    <a:pt x="372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9" name="Google Shape;1959;p109"/>
            <p:cNvSpPr/>
            <p:nvPr/>
          </p:nvSpPr>
          <p:spPr>
            <a:xfrm>
              <a:off x="5581350" y="2832750"/>
              <a:ext cx="185425" cy="167125"/>
            </a:xfrm>
            <a:custGeom>
              <a:avLst/>
              <a:gdLst/>
              <a:ahLst/>
              <a:cxnLst/>
              <a:rect l="l" t="t" r="r" b="b"/>
              <a:pathLst>
                <a:path w="7417" h="6685" extrusionOk="0">
                  <a:moveTo>
                    <a:pt x="3706" y="0"/>
                  </a:moveTo>
                  <a:cubicBezTo>
                    <a:pt x="2246" y="0"/>
                    <a:pt x="892" y="967"/>
                    <a:pt x="486" y="2461"/>
                  </a:cubicBezTo>
                  <a:cubicBezTo>
                    <a:pt x="0" y="4224"/>
                    <a:pt x="1034" y="6047"/>
                    <a:pt x="2827" y="6564"/>
                  </a:cubicBezTo>
                  <a:cubicBezTo>
                    <a:pt x="3121" y="6645"/>
                    <a:pt x="3417" y="6684"/>
                    <a:pt x="3709" y="6684"/>
                  </a:cubicBezTo>
                  <a:cubicBezTo>
                    <a:pt x="5162" y="6684"/>
                    <a:pt x="6500" y="5718"/>
                    <a:pt x="6930" y="4224"/>
                  </a:cubicBezTo>
                  <a:cubicBezTo>
                    <a:pt x="7417" y="2461"/>
                    <a:pt x="6383" y="637"/>
                    <a:pt x="4590" y="120"/>
                  </a:cubicBezTo>
                  <a:cubicBezTo>
                    <a:pt x="4295" y="39"/>
                    <a:pt x="3999" y="0"/>
                    <a:pt x="370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0" name="Google Shape;1960;p109"/>
            <p:cNvSpPr/>
            <p:nvPr/>
          </p:nvSpPr>
          <p:spPr>
            <a:xfrm>
              <a:off x="5747750" y="2958600"/>
              <a:ext cx="142125" cy="260900"/>
            </a:xfrm>
            <a:custGeom>
              <a:avLst/>
              <a:gdLst/>
              <a:ahLst/>
              <a:cxnLst/>
              <a:rect l="l" t="t" r="r" b="b"/>
              <a:pathLst>
                <a:path w="5685" h="10436" extrusionOk="0">
                  <a:moveTo>
                    <a:pt x="3811" y="0"/>
                  </a:moveTo>
                  <a:cubicBezTo>
                    <a:pt x="3075" y="0"/>
                    <a:pt x="2415" y="504"/>
                    <a:pt x="2189" y="1257"/>
                  </a:cubicBezTo>
                  <a:lnTo>
                    <a:pt x="244" y="8278"/>
                  </a:lnTo>
                  <a:cubicBezTo>
                    <a:pt x="1" y="9190"/>
                    <a:pt x="517" y="10102"/>
                    <a:pt x="1429" y="10375"/>
                  </a:cubicBezTo>
                  <a:cubicBezTo>
                    <a:pt x="1581" y="10416"/>
                    <a:pt x="1733" y="10435"/>
                    <a:pt x="1882" y="10435"/>
                  </a:cubicBezTo>
                  <a:cubicBezTo>
                    <a:pt x="2627" y="10435"/>
                    <a:pt x="3299" y="9950"/>
                    <a:pt x="3527" y="9190"/>
                  </a:cubicBezTo>
                  <a:lnTo>
                    <a:pt x="5472" y="2168"/>
                  </a:lnTo>
                  <a:cubicBezTo>
                    <a:pt x="5685" y="1287"/>
                    <a:pt x="5168" y="345"/>
                    <a:pt x="4287" y="71"/>
                  </a:cubicBezTo>
                  <a:cubicBezTo>
                    <a:pt x="4127" y="23"/>
                    <a:pt x="3967" y="0"/>
                    <a:pt x="381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1" name="Google Shape;1961;p109"/>
            <p:cNvSpPr/>
            <p:nvPr/>
          </p:nvSpPr>
          <p:spPr>
            <a:xfrm>
              <a:off x="5298650" y="3137600"/>
              <a:ext cx="902025" cy="335725"/>
            </a:xfrm>
            <a:custGeom>
              <a:avLst/>
              <a:gdLst/>
              <a:ahLst/>
              <a:cxnLst/>
              <a:rect l="l" t="t" r="r" b="b"/>
              <a:pathLst>
                <a:path w="36081" h="13429" extrusionOk="0">
                  <a:moveTo>
                    <a:pt x="8992" y="1"/>
                  </a:moveTo>
                  <a:cubicBezTo>
                    <a:pt x="5867" y="1"/>
                    <a:pt x="3302" y="502"/>
                    <a:pt x="1703" y="1452"/>
                  </a:cubicBezTo>
                  <a:cubicBezTo>
                    <a:pt x="791" y="1999"/>
                    <a:pt x="214" y="2668"/>
                    <a:pt x="1" y="3489"/>
                  </a:cubicBezTo>
                  <a:lnTo>
                    <a:pt x="35868" y="13428"/>
                  </a:lnTo>
                  <a:cubicBezTo>
                    <a:pt x="36081" y="12638"/>
                    <a:pt x="35929" y="11726"/>
                    <a:pt x="35442" y="10845"/>
                  </a:cubicBezTo>
                  <a:cubicBezTo>
                    <a:pt x="33679" y="7501"/>
                    <a:pt x="27600" y="3793"/>
                    <a:pt x="19819" y="1604"/>
                  </a:cubicBezTo>
                  <a:cubicBezTo>
                    <a:pt x="15914" y="517"/>
                    <a:pt x="12164" y="1"/>
                    <a:pt x="8992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2" name="Google Shape;1962;p109"/>
            <p:cNvSpPr/>
            <p:nvPr/>
          </p:nvSpPr>
          <p:spPr>
            <a:xfrm>
              <a:off x="6405825" y="1721750"/>
              <a:ext cx="598825" cy="912150"/>
            </a:xfrm>
            <a:custGeom>
              <a:avLst/>
              <a:gdLst/>
              <a:ahLst/>
              <a:cxnLst/>
              <a:rect l="l" t="t" r="r" b="b"/>
              <a:pathLst>
                <a:path w="23953" h="36486" extrusionOk="0">
                  <a:moveTo>
                    <a:pt x="20119" y="0"/>
                  </a:moveTo>
                  <a:cubicBezTo>
                    <a:pt x="19991" y="0"/>
                    <a:pt x="19859" y="10"/>
                    <a:pt x="19727" y="31"/>
                  </a:cubicBezTo>
                  <a:cubicBezTo>
                    <a:pt x="17964" y="395"/>
                    <a:pt x="16718" y="1490"/>
                    <a:pt x="15654" y="1672"/>
                  </a:cubicBezTo>
                  <a:cubicBezTo>
                    <a:pt x="14560" y="1854"/>
                    <a:pt x="14438" y="3648"/>
                    <a:pt x="15198" y="4408"/>
                  </a:cubicBezTo>
                  <a:cubicBezTo>
                    <a:pt x="15806" y="5016"/>
                    <a:pt x="16232" y="5745"/>
                    <a:pt x="16718" y="6019"/>
                  </a:cubicBezTo>
                  <a:cubicBezTo>
                    <a:pt x="16759" y="6019"/>
                    <a:pt x="16813" y="6032"/>
                    <a:pt x="16862" y="6032"/>
                  </a:cubicBezTo>
                  <a:cubicBezTo>
                    <a:pt x="16887" y="6032"/>
                    <a:pt x="16911" y="6029"/>
                    <a:pt x="16931" y="6019"/>
                  </a:cubicBezTo>
                  <a:cubicBezTo>
                    <a:pt x="17437" y="5899"/>
                    <a:pt x="17593" y="3736"/>
                    <a:pt x="18687" y="3736"/>
                  </a:cubicBezTo>
                  <a:cubicBezTo>
                    <a:pt x="18709" y="3736"/>
                    <a:pt x="18732" y="3737"/>
                    <a:pt x="18755" y="3739"/>
                  </a:cubicBezTo>
                  <a:cubicBezTo>
                    <a:pt x="18772" y="3739"/>
                    <a:pt x="18788" y="3740"/>
                    <a:pt x="18805" y="3740"/>
                  </a:cubicBezTo>
                  <a:cubicBezTo>
                    <a:pt x="19686" y="3740"/>
                    <a:pt x="19857" y="3038"/>
                    <a:pt x="20246" y="3038"/>
                  </a:cubicBezTo>
                  <a:cubicBezTo>
                    <a:pt x="20292" y="3038"/>
                    <a:pt x="20342" y="3048"/>
                    <a:pt x="20396" y="3070"/>
                  </a:cubicBezTo>
                  <a:cubicBezTo>
                    <a:pt x="20973" y="3496"/>
                    <a:pt x="20943" y="3952"/>
                    <a:pt x="19666" y="4681"/>
                  </a:cubicBezTo>
                  <a:cubicBezTo>
                    <a:pt x="18420" y="5411"/>
                    <a:pt x="19059" y="6383"/>
                    <a:pt x="17843" y="6657"/>
                  </a:cubicBezTo>
                  <a:cubicBezTo>
                    <a:pt x="17748" y="6673"/>
                    <a:pt x="17652" y="6680"/>
                    <a:pt x="17555" y="6680"/>
                  </a:cubicBezTo>
                  <a:cubicBezTo>
                    <a:pt x="17276" y="6680"/>
                    <a:pt x="16989" y="6618"/>
                    <a:pt x="16718" y="6505"/>
                  </a:cubicBezTo>
                  <a:cubicBezTo>
                    <a:pt x="16475" y="6414"/>
                    <a:pt x="16292" y="6323"/>
                    <a:pt x="16110" y="6231"/>
                  </a:cubicBezTo>
                  <a:cubicBezTo>
                    <a:pt x="15928" y="6110"/>
                    <a:pt x="15715" y="6049"/>
                    <a:pt x="15533" y="5958"/>
                  </a:cubicBezTo>
                  <a:cubicBezTo>
                    <a:pt x="15314" y="5898"/>
                    <a:pt x="15108" y="5838"/>
                    <a:pt x="14907" y="5838"/>
                  </a:cubicBezTo>
                  <a:cubicBezTo>
                    <a:pt x="14800" y="5838"/>
                    <a:pt x="14695" y="5855"/>
                    <a:pt x="14590" y="5897"/>
                  </a:cubicBezTo>
                  <a:cubicBezTo>
                    <a:pt x="13648" y="6201"/>
                    <a:pt x="11399" y="6383"/>
                    <a:pt x="10973" y="6991"/>
                  </a:cubicBezTo>
                  <a:cubicBezTo>
                    <a:pt x="10657" y="7492"/>
                    <a:pt x="10341" y="8266"/>
                    <a:pt x="9748" y="8266"/>
                  </a:cubicBezTo>
                  <a:cubicBezTo>
                    <a:pt x="9657" y="8266"/>
                    <a:pt x="9559" y="8248"/>
                    <a:pt x="9453" y="8207"/>
                  </a:cubicBezTo>
                  <a:cubicBezTo>
                    <a:pt x="9423" y="8207"/>
                    <a:pt x="9332" y="8177"/>
                    <a:pt x="9301" y="8146"/>
                  </a:cubicBezTo>
                  <a:cubicBezTo>
                    <a:pt x="9180" y="8055"/>
                    <a:pt x="9089" y="8025"/>
                    <a:pt x="8967" y="7934"/>
                  </a:cubicBezTo>
                  <a:cubicBezTo>
                    <a:pt x="8785" y="7842"/>
                    <a:pt x="8572" y="7751"/>
                    <a:pt x="8420" y="7690"/>
                  </a:cubicBezTo>
                  <a:cubicBezTo>
                    <a:pt x="8311" y="7651"/>
                    <a:pt x="8215" y="7627"/>
                    <a:pt x="8127" y="7627"/>
                  </a:cubicBezTo>
                  <a:cubicBezTo>
                    <a:pt x="7944" y="7627"/>
                    <a:pt x="7794" y="7728"/>
                    <a:pt x="7630" y="7994"/>
                  </a:cubicBezTo>
                  <a:cubicBezTo>
                    <a:pt x="7265" y="8633"/>
                    <a:pt x="6809" y="9666"/>
                    <a:pt x="7721" y="10274"/>
                  </a:cubicBezTo>
                  <a:cubicBezTo>
                    <a:pt x="7751" y="10304"/>
                    <a:pt x="7812" y="10335"/>
                    <a:pt x="7873" y="10365"/>
                  </a:cubicBezTo>
                  <a:cubicBezTo>
                    <a:pt x="7934" y="10426"/>
                    <a:pt x="7964" y="10426"/>
                    <a:pt x="8055" y="10456"/>
                  </a:cubicBezTo>
                  <a:cubicBezTo>
                    <a:pt x="8195" y="10509"/>
                    <a:pt x="8326" y="10531"/>
                    <a:pt x="8450" y="10531"/>
                  </a:cubicBezTo>
                  <a:cubicBezTo>
                    <a:pt x="8973" y="10531"/>
                    <a:pt x="9354" y="10131"/>
                    <a:pt x="9575" y="9909"/>
                  </a:cubicBezTo>
                  <a:cubicBezTo>
                    <a:pt x="9820" y="9640"/>
                    <a:pt x="10104" y="9410"/>
                    <a:pt x="10443" y="9410"/>
                  </a:cubicBezTo>
                  <a:cubicBezTo>
                    <a:pt x="10525" y="9410"/>
                    <a:pt x="10611" y="9424"/>
                    <a:pt x="10700" y="9453"/>
                  </a:cubicBezTo>
                  <a:cubicBezTo>
                    <a:pt x="10771" y="9481"/>
                    <a:pt x="10837" y="9491"/>
                    <a:pt x="10898" y="9491"/>
                  </a:cubicBezTo>
                  <a:cubicBezTo>
                    <a:pt x="11108" y="9491"/>
                    <a:pt x="11278" y="9371"/>
                    <a:pt x="11505" y="9371"/>
                  </a:cubicBezTo>
                  <a:cubicBezTo>
                    <a:pt x="11583" y="9371"/>
                    <a:pt x="11668" y="9385"/>
                    <a:pt x="11764" y="9423"/>
                  </a:cubicBezTo>
                  <a:cubicBezTo>
                    <a:pt x="11824" y="9453"/>
                    <a:pt x="11885" y="9453"/>
                    <a:pt x="11916" y="9514"/>
                  </a:cubicBezTo>
                  <a:cubicBezTo>
                    <a:pt x="12493" y="9909"/>
                    <a:pt x="13131" y="10335"/>
                    <a:pt x="13192" y="10760"/>
                  </a:cubicBezTo>
                  <a:cubicBezTo>
                    <a:pt x="13223" y="11186"/>
                    <a:pt x="12767" y="12250"/>
                    <a:pt x="12797" y="12614"/>
                  </a:cubicBezTo>
                  <a:cubicBezTo>
                    <a:pt x="12882" y="12614"/>
                    <a:pt x="13073" y="12244"/>
                    <a:pt x="13419" y="12244"/>
                  </a:cubicBezTo>
                  <a:cubicBezTo>
                    <a:pt x="13444" y="12244"/>
                    <a:pt x="13470" y="12246"/>
                    <a:pt x="13496" y="12250"/>
                  </a:cubicBezTo>
                  <a:cubicBezTo>
                    <a:pt x="13569" y="12255"/>
                    <a:pt x="13644" y="12258"/>
                    <a:pt x="13717" y="12258"/>
                  </a:cubicBezTo>
                  <a:cubicBezTo>
                    <a:pt x="14101" y="12258"/>
                    <a:pt x="14449" y="12167"/>
                    <a:pt x="14347" y="11733"/>
                  </a:cubicBezTo>
                  <a:cubicBezTo>
                    <a:pt x="14286" y="11247"/>
                    <a:pt x="13435" y="9818"/>
                    <a:pt x="13678" y="9666"/>
                  </a:cubicBezTo>
                  <a:cubicBezTo>
                    <a:pt x="13790" y="9599"/>
                    <a:pt x="13918" y="9499"/>
                    <a:pt x="14087" y="9499"/>
                  </a:cubicBezTo>
                  <a:cubicBezTo>
                    <a:pt x="14148" y="9499"/>
                    <a:pt x="14214" y="9512"/>
                    <a:pt x="14286" y="9545"/>
                  </a:cubicBezTo>
                  <a:cubicBezTo>
                    <a:pt x="14408" y="9605"/>
                    <a:pt x="14499" y="9727"/>
                    <a:pt x="14590" y="9970"/>
                  </a:cubicBezTo>
                  <a:cubicBezTo>
                    <a:pt x="14864" y="10608"/>
                    <a:pt x="15107" y="11399"/>
                    <a:pt x="14925" y="11855"/>
                  </a:cubicBezTo>
                  <a:cubicBezTo>
                    <a:pt x="14742" y="12280"/>
                    <a:pt x="14590" y="12706"/>
                    <a:pt x="14894" y="13162"/>
                  </a:cubicBezTo>
                  <a:cubicBezTo>
                    <a:pt x="14902" y="13163"/>
                    <a:pt x="14910" y="13164"/>
                    <a:pt x="14918" y="13164"/>
                  </a:cubicBezTo>
                  <a:cubicBezTo>
                    <a:pt x="15060" y="13164"/>
                    <a:pt x="15185" y="12918"/>
                    <a:pt x="15502" y="12918"/>
                  </a:cubicBezTo>
                  <a:cubicBezTo>
                    <a:pt x="15533" y="12918"/>
                    <a:pt x="15563" y="12918"/>
                    <a:pt x="15654" y="12949"/>
                  </a:cubicBezTo>
                  <a:cubicBezTo>
                    <a:pt x="15685" y="12949"/>
                    <a:pt x="15806" y="13010"/>
                    <a:pt x="15958" y="13101"/>
                  </a:cubicBezTo>
                  <a:cubicBezTo>
                    <a:pt x="15983" y="13126"/>
                    <a:pt x="16019" y="13141"/>
                    <a:pt x="16063" y="13141"/>
                  </a:cubicBezTo>
                  <a:cubicBezTo>
                    <a:pt x="16125" y="13141"/>
                    <a:pt x="16203" y="13111"/>
                    <a:pt x="16292" y="13040"/>
                  </a:cubicBezTo>
                  <a:cubicBezTo>
                    <a:pt x="16688" y="12736"/>
                    <a:pt x="16262" y="12189"/>
                    <a:pt x="17052" y="12189"/>
                  </a:cubicBezTo>
                  <a:cubicBezTo>
                    <a:pt x="17647" y="12189"/>
                    <a:pt x="17626" y="11816"/>
                    <a:pt x="17905" y="11816"/>
                  </a:cubicBezTo>
                  <a:cubicBezTo>
                    <a:pt x="17954" y="11816"/>
                    <a:pt x="18013" y="11827"/>
                    <a:pt x="18086" y="11855"/>
                  </a:cubicBezTo>
                  <a:cubicBezTo>
                    <a:pt x="18147" y="11885"/>
                    <a:pt x="18238" y="11946"/>
                    <a:pt x="18299" y="12007"/>
                  </a:cubicBezTo>
                  <a:cubicBezTo>
                    <a:pt x="18846" y="12432"/>
                    <a:pt x="18907" y="12797"/>
                    <a:pt x="19119" y="12918"/>
                  </a:cubicBezTo>
                  <a:cubicBezTo>
                    <a:pt x="19180" y="12918"/>
                    <a:pt x="19302" y="12918"/>
                    <a:pt x="19454" y="12858"/>
                  </a:cubicBezTo>
                  <a:cubicBezTo>
                    <a:pt x="19553" y="12801"/>
                    <a:pt x="19665" y="12777"/>
                    <a:pt x="19781" y="12777"/>
                  </a:cubicBezTo>
                  <a:cubicBezTo>
                    <a:pt x="19914" y="12777"/>
                    <a:pt x="20053" y="12809"/>
                    <a:pt x="20183" y="12858"/>
                  </a:cubicBezTo>
                  <a:cubicBezTo>
                    <a:pt x="20214" y="12888"/>
                    <a:pt x="20274" y="12888"/>
                    <a:pt x="20335" y="12918"/>
                  </a:cubicBezTo>
                  <a:cubicBezTo>
                    <a:pt x="20578" y="13070"/>
                    <a:pt x="20821" y="13344"/>
                    <a:pt x="20882" y="13557"/>
                  </a:cubicBezTo>
                  <a:cubicBezTo>
                    <a:pt x="21019" y="13966"/>
                    <a:pt x="20885" y="14965"/>
                    <a:pt x="20173" y="14965"/>
                  </a:cubicBezTo>
                  <a:cubicBezTo>
                    <a:pt x="20093" y="14965"/>
                    <a:pt x="20005" y="14952"/>
                    <a:pt x="19910" y="14925"/>
                  </a:cubicBezTo>
                  <a:cubicBezTo>
                    <a:pt x="19818" y="14894"/>
                    <a:pt x="19788" y="14894"/>
                    <a:pt x="19758" y="14864"/>
                  </a:cubicBezTo>
                  <a:cubicBezTo>
                    <a:pt x="19484" y="14712"/>
                    <a:pt x="19332" y="14469"/>
                    <a:pt x="19180" y="14256"/>
                  </a:cubicBezTo>
                  <a:cubicBezTo>
                    <a:pt x="19028" y="14013"/>
                    <a:pt x="18876" y="13800"/>
                    <a:pt x="18451" y="13618"/>
                  </a:cubicBezTo>
                  <a:cubicBezTo>
                    <a:pt x="18276" y="13587"/>
                    <a:pt x="18050" y="13568"/>
                    <a:pt x="17807" y="13568"/>
                  </a:cubicBezTo>
                  <a:cubicBezTo>
                    <a:pt x="17079" y="13568"/>
                    <a:pt x="16201" y="13739"/>
                    <a:pt x="16110" y="14286"/>
                  </a:cubicBezTo>
                  <a:cubicBezTo>
                    <a:pt x="15989" y="15016"/>
                    <a:pt x="17478" y="15229"/>
                    <a:pt x="17478" y="16049"/>
                  </a:cubicBezTo>
                  <a:cubicBezTo>
                    <a:pt x="17478" y="16624"/>
                    <a:pt x="17365" y="17357"/>
                    <a:pt x="16850" y="17357"/>
                  </a:cubicBezTo>
                  <a:cubicBezTo>
                    <a:pt x="16767" y="17357"/>
                    <a:pt x="16672" y="17338"/>
                    <a:pt x="16566" y="17295"/>
                  </a:cubicBezTo>
                  <a:cubicBezTo>
                    <a:pt x="15806" y="16809"/>
                    <a:pt x="15168" y="16414"/>
                    <a:pt x="14773" y="15593"/>
                  </a:cubicBezTo>
                  <a:cubicBezTo>
                    <a:pt x="14712" y="15350"/>
                    <a:pt x="14590" y="15229"/>
                    <a:pt x="14438" y="15168"/>
                  </a:cubicBezTo>
                  <a:cubicBezTo>
                    <a:pt x="14375" y="15147"/>
                    <a:pt x="14308" y="15138"/>
                    <a:pt x="14238" y="15138"/>
                  </a:cubicBezTo>
                  <a:cubicBezTo>
                    <a:pt x="13990" y="15138"/>
                    <a:pt x="13692" y="15242"/>
                    <a:pt x="13296" y="15242"/>
                  </a:cubicBezTo>
                  <a:cubicBezTo>
                    <a:pt x="13162" y="15242"/>
                    <a:pt x="13016" y="15230"/>
                    <a:pt x="12858" y="15198"/>
                  </a:cubicBezTo>
                  <a:cubicBezTo>
                    <a:pt x="12736" y="15198"/>
                    <a:pt x="12615" y="15168"/>
                    <a:pt x="12493" y="15137"/>
                  </a:cubicBezTo>
                  <a:cubicBezTo>
                    <a:pt x="12432" y="15077"/>
                    <a:pt x="12311" y="15046"/>
                    <a:pt x="12250" y="15016"/>
                  </a:cubicBezTo>
                  <a:cubicBezTo>
                    <a:pt x="11520" y="14621"/>
                    <a:pt x="11034" y="13830"/>
                    <a:pt x="10973" y="13405"/>
                  </a:cubicBezTo>
                  <a:cubicBezTo>
                    <a:pt x="10943" y="13010"/>
                    <a:pt x="11034" y="11885"/>
                    <a:pt x="9970" y="11277"/>
                  </a:cubicBezTo>
                  <a:cubicBezTo>
                    <a:pt x="9879" y="11216"/>
                    <a:pt x="9757" y="11186"/>
                    <a:pt x="9666" y="11125"/>
                  </a:cubicBezTo>
                  <a:lnTo>
                    <a:pt x="9301" y="11034"/>
                  </a:lnTo>
                  <a:cubicBezTo>
                    <a:pt x="8940" y="10944"/>
                    <a:pt x="8699" y="10912"/>
                    <a:pt x="8531" y="10912"/>
                  </a:cubicBezTo>
                  <a:cubicBezTo>
                    <a:pt x="8140" y="10912"/>
                    <a:pt x="8133" y="11081"/>
                    <a:pt x="7902" y="11081"/>
                  </a:cubicBezTo>
                  <a:cubicBezTo>
                    <a:pt x="7796" y="11081"/>
                    <a:pt x="7644" y="11046"/>
                    <a:pt x="7387" y="10943"/>
                  </a:cubicBezTo>
                  <a:cubicBezTo>
                    <a:pt x="7235" y="10882"/>
                    <a:pt x="7083" y="10791"/>
                    <a:pt x="6870" y="10730"/>
                  </a:cubicBezTo>
                  <a:cubicBezTo>
                    <a:pt x="6809" y="10669"/>
                    <a:pt x="6779" y="10669"/>
                    <a:pt x="6687" y="10639"/>
                  </a:cubicBezTo>
                  <a:cubicBezTo>
                    <a:pt x="6455" y="10548"/>
                    <a:pt x="6262" y="10508"/>
                    <a:pt x="6100" y="10508"/>
                  </a:cubicBezTo>
                  <a:cubicBezTo>
                    <a:pt x="5181" y="10508"/>
                    <a:pt x="5245" y="11769"/>
                    <a:pt x="4651" y="11976"/>
                  </a:cubicBezTo>
                  <a:cubicBezTo>
                    <a:pt x="3891" y="12189"/>
                    <a:pt x="2098" y="12584"/>
                    <a:pt x="1611" y="12949"/>
                  </a:cubicBezTo>
                  <a:cubicBezTo>
                    <a:pt x="1095" y="13344"/>
                    <a:pt x="0" y="15016"/>
                    <a:pt x="304" y="16110"/>
                  </a:cubicBezTo>
                  <a:cubicBezTo>
                    <a:pt x="608" y="17204"/>
                    <a:pt x="1186" y="19180"/>
                    <a:pt x="1794" y="19788"/>
                  </a:cubicBezTo>
                  <a:cubicBezTo>
                    <a:pt x="1915" y="19909"/>
                    <a:pt x="2067" y="20031"/>
                    <a:pt x="2219" y="20092"/>
                  </a:cubicBezTo>
                  <a:lnTo>
                    <a:pt x="2432" y="20213"/>
                  </a:lnTo>
                  <a:cubicBezTo>
                    <a:pt x="2686" y="20309"/>
                    <a:pt x="2965" y="20354"/>
                    <a:pt x="3261" y="20354"/>
                  </a:cubicBezTo>
                  <a:cubicBezTo>
                    <a:pt x="3531" y="20354"/>
                    <a:pt x="3814" y="20316"/>
                    <a:pt x="4104" y="20244"/>
                  </a:cubicBezTo>
                  <a:cubicBezTo>
                    <a:pt x="4215" y="20224"/>
                    <a:pt x="4330" y="20213"/>
                    <a:pt x="4443" y="20213"/>
                  </a:cubicBezTo>
                  <a:cubicBezTo>
                    <a:pt x="4668" y="20213"/>
                    <a:pt x="4884" y="20254"/>
                    <a:pt x="5046" y="20335"/>
                  </a:cubicBezTo>
                  <a:lnTo>
                    <a:pt x="5289" y="20457"/>
                  </a:lnTo>
                  <a:cubicBezTo>
                    <a:pt x="5624" y="20639"/>
                    <a:pt x="5867" y="20943"/>
                    <a:pt x="5897" y="21216"/>
                  </a:cubicBezTo>
                  <a:cubicBezTo>
                    <a:pt x="5928" y="21672"/>
                    <a:pt x="6080" y="22767"/>
                    <a:pt x="5046" y="24499"/>
                  </a:cubicBezTo>
                  <a:cubicBezTo>
                    <a:pt x="4043" y="26293"/>
                    <a:pt x="3496" y="27296"/>
                    <a:pt x="3891" y="28055"/>
                  </a:cubicBezTo>
                  <a:cubicBezTo>
                    <a:pt x="4256" y="28815"/>
                    <a:pt x="3010" y="30274"/>
                    <a:pt x="2766" y="30973"/>
                  </a:cubicBezTo>
                  <a:cubicBezTo>
                    <a:pt x="2554" y="31642"/>
                    <a:pt x="1824" y="33527"/>
                    <a:pt x="2766" y="34682"/>
                  </a:cubicBezTo>
                  <a:cubicBezTo>
                    <a:pt x="3283" y="35290"/>
                    <a:pt x="3830" y="35806"/>
                    <a:pt x="4408" y="36110"/>
                  </a:cubicBezTo>
                  <a:cubicBezTo>
                    <a:pt x="4560" y="36171"/>
                    <a:pt x="4742" y="36262"/>
                    <a:pt x="4894" y="36323"/>
                  </a:cubicBezTo>
                  <a:cubicBezTo>
                    <a:pt x="5224" y="36441"/>
                    <a:pt x="5536" y="36486"/>
                    <a:pt x="5801" y="36486"/>
                  </a:cubicBezTo>
                  <a:cubicBezTo>
                    <a:pt x="5878" y="36486"/>
                    <a:pt x="5950" y="36482"/>
                    <a:pt x="6019" y="36475"/>
                  </a:cubicBezTo>
                  <a:cubicBezTo>
                    <a:pt x="6931" y="36323"/>
                    <a:pt x="6991" y="36475"/>
                    <a:pt x="7478" y="36201"/>
                  </a:cubicBezTo>
                  <a:cubicBezTo>
                    <a:pt x="7994" y="35958"/>
                    <a:pt x="8359" y="34439"/>
                    <a:pt x="9089" y="33983"/>
                  </a:cubicBezTo>
                  <a:cubicBezTo>
                    <a:pt x="9818" y="33527"/>
                    <a:pt x="10457" y="34135"/>
                    <a:pt x="11216" y="32828"/>
                  </a:cubicBezTo>
                  <a:cubicBezTo>
                    <a:pt x="11976" y="31551"/>
                    <a:pt x="12311" y="31490"/>
                    <a:pt x="12098" y="30426"/>
                  </a:cubicBezTo>
                  <a:cubicBezTo>
                    <a:pt x="11855" y="29362"/>
                    <a:pt x="11885" y="29150"/>
                    <a:pt x="12736" y="28724"/>
                  </a:cubicBezTo>
                  <a:cubicBezTo>
                    <a:pt x="13380" y="28377"/>
                    <a:pt x="14165" y="27990"/>
                    <a:pt x="14713" y="27990"/>
                  </a:cubicBezTo>
                  <a:cubicBezTo>
                    <a:pt x="14838" y="27990"/>
                    <a:pt x="14951" y="28010"/>
                    <a:pt x="15046" y="28055"/>
                  </a:cubicBezTo>
                  <a:cubicBezTo>
                    <a:pt x="15178" y="28102"/>
                    <a:pt x="15358" y="28141"/>
                    <a:pt x="15567" y="28141"/>
                  </a:cubicBezTo>
                  <a:cubicBezTo>
                    <a:pt x="16033" y="28141"/>
                    <a:pt x="16639" y="27949"/>
                    <a:pt x="17144" y="27235"/>
                  </a:cubicBezTo>
                  <a:cubicBezTo>
                    <a:pt x="17660" y="26475"/>
                    <a:pt x="17812" y="26080"/>
                    <a:pt x="17660" y="25958"/>
                  </a:cubicBezTo>
                  <a:cubicBezTo>
                    <a:pt x="17650" y="25953"/>
                    <a:pt x="17637" y="25951"/>
                    <a:pt x="17620" y="25951"/>
                  </a:cubicBezTo>
                  <a:cubicBezTo>
                    <a:pt x="17537" y="25951"/>
                    <a:pt x="17377" y="26014"/>
                    <a:pt x="17174" y="26141"/>
                  </a:cubicBezTo>
                  <a:cubicBezTo>
                    <a:pt x="16775" y="26415"/>
                    <a:pt x="16621" y="26628"/>
                    <a:pt x="16411" y="26628"/>
                  </a:cubicBezTo>
                  <a:cubicBezTo>
                    <a:pt x="16365" y="26628"/>
                    <a:pt x="16316" y="26618"/>
                    <a:pt x="16262" y="26596"/>
                  </a:cubicBezTo>
                  <a:cubicBezTo>
                    <a:pt x="16141" y="26566"/>
                    <a:pt x="15989" y="26414"/>
                    <a:pt x="15806" y="26171"/>
                  </a:cubicBezTo>
                  <a:cubicBezTo>
                    <a:pt x="15077" y="25381"/>
                    <a:pt x="14834" y="25107"/>
                    <a:pt x="14712" y="24286"/>
                  </a:cubicBezTo>
                  <a:cubicBezTo>
                    <a:pt x="14590" y="23405"/>
                    <a:pt x="14165" y="23557"/>
                    <a:pt x="14682" y="22919"/>
                  </a:cubicBezTo>
                  <a:cubicBezTo>
                    <a:pt x="15198" y="22311"/>
                    <a:pt x="14925" y="20365"/>
                    <a:pt x="14621" y="19575"/>
                  </a:cubicBezTo>
                  <a:cubicBezTo>
                    <a:pt x="14390" y="18855"/>
                    <a:pt x="15389" y="17588"/>
                    <a:pt x="15830" y="17588"/>
                  </a:cubicBezTo>
                  <a:cubicBezTo>
                    <a:pt x="15854" y="17588"/>
                    <a:pt x="15877" y="17591"/>
                    <a:pt x="15897" y="17599"/>
                  </a:cubicBezTo>
                  <a:cubicBezTo>
                    <a:pt x="16201" y="17812"/>
                    <a:pt x="16232" y="18542"/>
                    <a:pt x="15593" y="19636"/>
                  </a:cubicBezTo>
                  <a:cubicBezTo>
                    <a:pt x="14894" y="20761"/>
                    <a:pt x="16232" y="21064"/>
                    <a:pt x="15958" y="21612"/>
                  </a:cubicBezTo>
                  <a:cubicBezTo>
                    <a:pt x="15654" y="22189"/>
                    <a:pt x="14712" y="23435"/>
                    <a:pt x="15685" y="24438"/>
                  </a:cubicBezTo>
                  <a:cubicBezTo>
                    <a:pt x="15958" y="24712"/>
                    <a:pt x="16232" y="24894"/>
                    <a:pt x="16444" y="25046"/>
                  </a:cubicBezTo>
                  <a:lnTo>
                    <a:pt x="16688" y="25168"/>
                  </a:lnTo>
                  <a:cubicBezTo>
                    <a:pt x="16880" y="25239"/>
                    <a:pt x="17069" y="25273"/>
                    <a:pt x="17267" y="25273"/>
                  </a:cubicBezTo>
                  <a:cubicBezTo>
                    <a:pt x="17664" y="25273"/>
                    <a:pt x="18096" y="25137"/>
                    <a:pt x="18663" y="24894"/>
                  </a:cubicBezTo>
                  <a:cubicBezTo>
                    <a:pt x="20001" y="24286"/>
                    <a:pt x="21004" y="23344"/>
                    <a:pt x="20153" y="22463"/>
                  </a:cubicBezTo>
                  <a:cubicBezTo>
                    <a:pt x="19271" y="21581"/>
                    <a:pt x="18238" y="20487"/>
                    <a:pt x="19089" y="20183"/>
                  </a:cubicBezTo>
                  <a:cubicBezTo>
                    <a:pt x="19271" y="20115"/>
                    <a:pt x="19402" y="20080"/>
                    <a:pt x="19508" y="20080"/>
                  </a:cubicBezTo>
                  <a:cubicBezTo>
                    <a:pt x="19543" y="20080"/>
                    <a:pt x="19575" y="20084"/>
                    <a:pt x="19606" y="20092"/>
                  </a:cubicBezTo>
                  <a:cubicBezTo>
                    <a:pt x="19758" y="20213"/>
                    <a:pt x="19758" y="20548"/>
                    <a:pt x="20153" y="21125"/>
                  </a:cubicBezTo>
                  <a:cubicBezTo>
                    <a:pt x="20335" y="21368"/>
                    <a:pt x="20487" y="21520"/>
                    <a:pt x="20669" y="21612"/>
                  </a:cubicBezTo>
                  <a:lnTo>
                    <a:pt x="20913" y="21733"/>
                  </a:lnTo>
                  <a:cubicBezTo>
                    <a:pt x="20943" y="21764"/>
                    <a:pt x="21004" y="21764"/>
                    <a:pt x="21065" y="21824"/>
                  </a:cubicBezTo>
                  <a:cubicBezTo>
                    <a:pt x="21125" y="21855"/>
                    <a:pt x="21156" y="21855"/>
                    <a:pt x="21247" y="21885"/>
                  </a:cubicBezTo>
                  <a:cubicBezTo>
                    <a:pt x="21308" y="21916"/>
                    <a:pt x="21338" y="21916"/>
                    <a:pt x="21399" y="21976"/>
                  </a:cubicBezTo>
                  <a:cubicBezTo>
                    <a:pt x="21460" y="22007"/>
                    <a:pt x="21551" y="22037"/>
                    <a:pt x="21581" y="22128"/>
                  </a:cubicBezTo>
                  <a:cubicBezTo>
                    <a:pt x="21733" y="21672"/>
                    <a:pt x="21885" y="21216"/>
                    <a:pt x="22007" y="20761"/>
                  </a:cubicBezTo>
                  <a:cubicBezTo>
                    <a:pt x="23952" y="13770"/>
                    <a:pt x="23527" y="6687"/>
                    <a:pt x="21277" y="395"/>
                  </a:cubicBezTo>
                  <a:cubicBezTo>
                    <a:pt x="21186" y="304"/>
                    <a:pt x="21125" y="274"/>
                    <a:pt x="21034" y="243"/>
                  </a:cubicBezTo>
                  <a:lnTo>
                    <a:pt x="20821" y="122"/>
                  </a:lnTo>
                  <a:cubicBezTo>
                    <a:pt x="20619" y="41"/>
                    <a:pt x="20376" y="0"/>
                    <a:pt x="2011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3" name="Google Shape;1963;p109"/>
            <p:cNvSpPr/>
            <p:nvPr/>
          </p:nvSpPr>
          <p:spPr>
            <a:xfrm>
              <a:off x="6244725" y="1393800"/>
              <a:ext cx="435450" cy="348025"/>
            </a:xfrm>
            <a:custGeom>
              <a:avLst/>
              <a:gdLst/>
              <a:ahLst/>
              <a:cxnLst/>
              <a:rect l="l" t="t" r="r" b="b"/>
              <a:pathLst>
                <a:path w="17418" h="13921" extrusionOk="0">
                  <a:moveTo>
                    <a:pt x="5152" y="0"/>
                  </a:moveTo>
                  <a:cubicBezTo>
                    <a:pt x="4793" y="0"/>
                    <a:pt x="4498" y="178"/>
                    <a:pt x="4013" y="474"/>
                  </a:cubicBezTo>
                  <a:cubicBezTo>
                    <a:pt x="3755" y="615"/>
                    <a:pt x="3508" y="661"/>
                    <a:pt x="3274" y="661"/>
                  </a:cubicBezTo>
                  <a:cubicBezTo>
                    <a:pt x="2845" y="661"/>
                    <a:pt x="2458" y="507"/>
                    <a:pt x="2122" y="507"/>
                  </a:cubicBezTo>
                  <a:cubicBezTo>
                    <a:pt x="1972" y="507"/>
                    <a:pt x="1832" y="537"/>
                    <a:pt x="1703" y="626"/>
                  </a:cubicBezTo>
                  <a:cubicBezTo>
                    <a:pt x="1125" y="990"/>
                    <a:pt x="1" y="1386"/>
                    <a:pt x="1611" y="2054"/>
                  </a:cubicBezTo>
                  <a:cubicBezTo>
                    <a:pt x="1611" y="2054"/>
                    <a:pt x="1672" y="2085"/>
                    <a:pt x="1703" y="2085"/>
                  </a:cubicBezTo>
                  <a:cubicBezTo>
                    <a:pt x="1733" y="2085"/>
                    <a:pt x="1763" y="2146"/>
                    <a:pt x="1824" y="2146"/>
                  </a:cubicBezTo>
                  <a:cubicBezTo>
                    <a:pt x="2311" y="2328"/>
                    <a:pt x="2645" y="2389"/>
                    <a:pt x="2949" y="2449"/>
                  </a:cubicBezTo>
                  <a:cubicBezTo>
                    <a:pt x="3253" y="2480"/>
                    <a:pt x="3496" y="2480"/>
                    <a:pt x="3678" y="2541"/>
                  </a:cubicBezTo>
                  <a:cubicBezTo>
                    <a:pt x="3891" y="2662"/>
                    <a:pt x="4104" y="2905"/>
                    <a:pt x="4286" y="3513"/>
                  </a:cubicBezTo>
                  <a:cubicBezTo>
                    <a:pt x="4773" y="5064"/>
                    <a:pt x="5381" y="5732"/>
                    <a:pt x="5046" y="6553"/>
                  </a:cubicBezTo>
                  <a:cubicBezTo>
                    <a:pt x="4712" y="7343"/>
                    <a:pt x="4013" y="8225"/>
                    <a:pt x="4286" y="8741"/>
                  </a:cubicBezTo>
                  <a:cubicBezTo>
                    <a:pt x="4499" y="9288"/>
                    <a:pt x="4590" y="9471"/>
                    <a:pt x="4286" y="10140"/>
                  </a:cubicBezTo>
                  <a:cubicBezTo>
                    <a:pt x="3952" y="10839"/>
                    <a:pt x="3374" y="11355"/>
                    <a:pt x="4560" y="12845"/>
                  </a:cubicBezTo>
                  <a:cubicBezTo>
                    <a:pt x="4925" y="13331"/>
                    <a:pt x="5320" y="13635"/>
                    <a:pt x="5654" y="13787"/>
                  </a:cubicBezTo>
                  <a:cubicBezTo>
                    <a:pt x="5654" y="13848"/>
                    <a:pt x="5685" y="13848"/>
                    <a:pt x="5685" y="13848"/>
                  </a:cubicBezTo>
                  <a:cubicBezTo>
                    <a:pt x="5834" y="13898"/>
                    <a:pt x="5977" y="13921"/>
                    <a:pt x="6110" y="13921"/>
                  </a:cubicBezTo>
                  <a:cubicBezTo>
                    <a:pt x="6546" y="13921"/>
                    <a:pt x="6882" y="13673"/>
                    <a:pt x="7022" y="13301"/>
                  </a:cubicBezTo>
                  <a:cubicBezTo>
                    <a:pt x="7295" y="12602"/>
                    <a:pt x="7782" y="11751"/>
                    <a:pt x="8754" y="11507"/>
                  </a:cubicBezTo>
                  <a:cubicBezTo>
                    <a:pt x="9478" y="11358"/>
                    <a:pt x="9833" y="10921"/>
                    <a:pt x="10307" y="10921"/>
                  </a:cubicBezTo>
                  <a:cubicBezTo>
                    <a:pt x="10410" y="10921"/>
                    <a:pt x="10519" y="10942"/>
                    <a:pt x="10639" y="10991"/>
                  </a:cubicBezTo>
                  <a:cubicBezTo>
                    <a:pt x="10730" y="11021"/>
                    <a:pt x="10821" y="11082"/>
                    <a:pt x="10882" y="11143"/>
                  </a:cubicBezTo>
                  <a:cubicBezTo>
                    <a:pt x="11095" y="11295"/>
                    <a:pt x="11308" y="11416"/>
                    <a:pt x="11490" y="11477"/>
                  </a:cubicBezTo>
                  <a:cubicBezTo>
                    <a:pt x="11490" y="11477"/>
                    <a:pt x="11551" y="11507"/>
                    <a:pt x="11581" y="11507"/>
                  </a:cubicBezTo>
                  <a:cubicBezTo>
                    <a:pt x="11804" y="11601"/>
                    <a:pt x="12032" y="11654"/>
                    <a:pt x="12250" y="11654"/>
                  </a:cubicBezTo>
                  <a:cubicBezTo>
                    <a:pt x="12597" y="11654"/>
                    <a:pt x="12919" y="11520"/>
                    <a:pt x="13162" y="11203"/>
                  </a:cubicBezTo>
                  <a:cubicBezTo>
                    <a:pt x="13739" y="10565"/>
                    <a:pt x="13405" y="9775"/>
                    <a:pt x="13770" y="9501"/>
                  </a:cubicBezTo>
                  <a:cubicBezTo>
                    <a:pt x="14165" y="9228"/>
                    <a:pt x="15350" y="8741"/>
                    <a:pt x="15229" y="8164"/>
                  </a:cubicBezTo>
                  <a:cubicBezTo>
                    <a:pt x="15107" y="7617"/>
                    <a:pt x="13983" y="7343"/>
                    <a:pt x="15107" y="6766"/>
                  </a:cubicBezTo>
                  <a:cubicBezTo>
                    <a:pt x="16201" y="6188"/>
                    <a:pt x="17356" y="6097"/>
                    <a:pt x="17387" y="5702"/>
                  </a:cubicBezTo>
                  <a:cubicBezTo>
                    <a:pt x="17417" y="5337"/>
                    <a:pt x="17022" y="4912"/>
                    <a:pt x="15958" y="4243"/>
                  </a:cubicBezTo>
                  <a:cubicBezTo>
                    <a:pt x="14894" y="3513"/>
                    <a:pt x="15046" y="3057"/>
                    <a:pt x="14378" y="2510"/>
                  </a:cubicBezTo>
                  <a:cubicBezTo>
                    <a:pt x="13891" y="2146"/>
                    <a:pt x="12858" y="1598"/>
                    <a:pt x="12068" y="1264"/>
                  </a:cubicBezTo>
                  <a:cubicBezTo>
                    <a:pt x="11916" y="1203"/>
                    <a:pt x="11794" y="1142"/>
                    <a:pt x="11703" y="1112"/>
                  </a:cubicBezTo>
                  <a:cubicBezTo>
                    <a:pt x="11607" y="1074"/>
                    <a:pt x="11511" y="1035"/>
                    <a:pt x="11461" y="1035"/>
                  </a:cubicBezTo>
                  <a:cubicBezTo>
                    <a:pt x="11432" y="1035"/>
                    <a:pt x="11418" y="1048"/>
                    <a:pt x="11429" y="1082"/>
                  </a:cubicBezTo>
                  <a:cubicBezTo>
                    <a:pt x="11299" y="1042"/>
                    <a:pt x="11160" y="1026"/>
                    <a:pt x="11016" y="1026"/>
                  </a:cubicBezTo>
                  <a:cubicBezTo>
                    <a:pt x="10412" y="1026"/>
                    <a:pt x="9716" y="1308"/>
                    <a:pt x="9205" y="1308"/>
                  </a:cubicBezTo>
                  <a:cubicBezTo>
                    <a:pt x="9096" y="1308"/>
                    <a:pt x="8996" y="1295"/>
                    <a:pt x="8906" y="1264"/>
                  </a:cubicBezTo>
                  <a:cubicBezTo>
                    <a:pt x="8876" y="1264"/>
                    <a:pt x="8876" y="1234"/>
                    <a:pt x="8846" y="1234"/>
                  </a:cubicBezTo>
                  <a:cubicBezTo>
                    <a:pt x="8835" y="1234"/>
                    <a:pt x="8760" y="1245"/>
                    <a:pt x="8627" y="1245"/>
                  </a:cubicBezTo>
                  <a:cubicBezTo>
                    <a:pt x="8384" y="1245"/>
                    <a:pt x="7946" y="1207"/>
                    <a:pt x="7356" y="990"/>
                  </a:cubicBezTo>
                  <a:cubicBezTo>
                    <a:pt x="7326" y="960"/>
                    <a:pt x="7235" y="960"/>
                    <a:pt x="7204" y="930"/>
                  </a:cubicBezTo>
                  <a:cubicBezTo>
                    <a:pt x="7022" y="808"/>
                    <a:pt x="6779" y="717"/>
                    <a:pt x="6566" y="565"/>
                  </a:cubicBezTo>
                  <a:cubicBezTo>
                    <a:pt x="6262" y="383"/>
                    <a:pt x="6019" y="231"/>
                    <a:pt x="5806" y="170"/>
                  </a:cubicBezTo>
                  <a:cubicBezTo>
                    <a:pt x="5776" y="170"/>
                    <a:pt x="5715" y="109"/>
                    <a:pt x="5685" y="109"/>
                  </a:cubicBezTo>
                  <a:cubicBezTo>
                    <a:pt x="5480" y="35"/>
                    <a:pt x="5310" y="0"/>
                    <a:pt x="5152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4" name="Google Shape;1964;p109"/>
            <p:cNvSpPr/>
            <p:nvPr/>
          </p:nvSpPr>
          <p:spPr>
            <a:xfrm>
              <a:off x="6117075" y="1325200"/>
              <a:ext cx="192275" cy="100850"/>
            </a:xfrm>
            <a:custGeom>
              <a:avLst/>
              <a:gdLst/>
              <a:ahLst/>
              <a:cxnLst/>
              <a:rect l="l" t="t" r="r" b="b"/>
              <a:pathLst>
                <a:path w="7691" h="4034" extrusionOk="0">
                  <a:moveTo>
                    <a:pt x="3478" y="0"/>
                  </a:moveTo>
                  <a:cubicBezTo>
                    <a:pt x="3281" y="0"/>
                    <a:pt x="3084" y="43"/>
                    <a:pt x="2888" y="148"/>
                  </a:cubicBezTo>
                  <a:cubicBezTo>
                    <a:pt x="2097" y="513"/>
                    <a:pt x="1216" y="391"/>
                    <a:pt x="851" y="1120"/>
                  </a:cubicBezTo>
                  <a:cubicBezTo>
                    <a:pt x="456" y="1850"/>
                    <a:pt x="0" y="2975"/>
                    <a:pt x="1064" y="3552"/>
                  </a:cubicBezTo>
                  <a:cubicBezTo>
                    <a:pt x="1246" y="3674"/>
                    <a:pt x="1398" y="3734"/>
                    <a:pt x="1611" y="3826"/>
                  </a:cubicBezTo>
                  <a:cubicBezTo>
                    <a:pt x="1672" y="3826"/>
                    <a:pt x="1702" y="3856"/>
                    <a:pt x="1763" y="3856"/>
                  </a:cubicBezTo>
                  <a:cubicBezTo>
                    <a:pt x="2059" y="3972"/>
                    <a:pt x="2333" y="4033"/>
                    <a:pt x="2594" y="4033"/>
                  </a:cubicBezTo>
                  <a:cubicBezTo>
                    <a:pt x="2951" y="4033"/>
                    <a:pt x="3284" y="3919"/>
                    <a:pt x="3617" y="3674"/>
                  </a:cubicBezTo>
                  <a:cubicBezTo>
                    <a:pt x="4377" y="3096"/>
                    <a:pt x="4255" y="2610"/>
                    <a:pt x="4255" y="2579"/>
                  </a:cubicBezTo>
                  <a:cubicBezTo>
                    <a:pt x="4255" y="2524"/>
                    <a:pt x="4102" y="1957"/>
                    <a:pt x="4709" y="1957"/>
                  </a:cubicBezTo>
                  <a:cubicBezTo>
                    <a:pt x="4764" y="1957"/>
                    <a:pt x="4826" y="1961"/>
                    <a:pt x="4894" y="1972"/>
                  </a:cubicBezTo>
                  <a:cubicBezTo>
                    <a:pt x="5107" y="2002"/>
                    <a:pt x="5258" y="2032"/>
                    <a:pt x="5350" y="2063"/>
                  </a:cubicBezTo>
                  <a:cubicBezTo>
                    <a:pt x="5410" y="2124"/>
                    <a:pt x="5410" y="2124"/>
                    <a:pt x="5441" y="2124"/>
                  </a:cubicBezTo>
                  <a:cubicBezTo>
                    <a:pt x="5471" y="2154"/>
                    <a:pt x="5532" y="2154"/>
                    <a:pt x="5593" y="2184"/>
                  </a:cubicBezTo>
                  <a:cubicBezTo>
                    <a:pt x="5623" y="2215"/>
                    <a:pt x="5684" y="2215"/>
                    <a:pt x="5745" y="2276"/>
                  </a:cubicBezTo>
                  <a:cubicBezTo>
                    <a:pt x="5745" y="2306"/>
                    <a:pt x="5775" y="2306"/>
                    <a:pt x="5775" y="2306"/>
                  </a:cubicBezTo>
                  <a:cubicBezTo>
                    <a:pt x="5881" y="2341"/>
                    <a:pt x="6006" y="2376"/>
                    <a:pt x="6164" y="2376"/>
                  </a:cubicBezTo>
                  <a:cubicBezTo>
                    <a:pt x="6279" y="2376"/>
                    <a:pt x="6411" y="2357"/>
                    <a:pt x="6566" y="2306"/>
                  </a:cubicBezTo>
                  <a:cubicBezTo>
                    <a:pt x="7447" y="2063"/>
                    <a:pt x="7690" y="1880"/>
                    <a:pt x="7447" y="1698"/>
                  </a:cubicBezTo>
                  <a:cubicBezTo>
                    <a:pt x="7265" y="1546"/>
                    <a:pt x="6626" y="1120"/>
                    <a:pt x="5897" y="817"/>
                  </a:cubicBezTo>
                  <a:cubicBezTo>
                    <a:pt x="5806" y="786"/>
                    <a:pt x="5714" y="756"/>
                    <a:pt x="5623" y="695"/>
                  </a:cubicBezTo>
                  <a:cubicBezTo>
                    <a:pt x="5502" y="665"/>
                    <a:pt x="5410" y="634"/>
                    <a:pt x="5319" y="604"/>
                  </a:cubicBezTo>
                  <a:cubicBezTo>
                    <a:pt x="5198" y="543"/>
                    <a:pt x="5137" y="513"/>
                    <a:pt x="5015" y="482"/>
                  </a:cubicBezTo>
                  <a:cubicBezTo>
                    <a:pt x="4894" y="452"/>
                    <a:pt x="4742" y="361"/>
                    <a:pt x="4651" y="330"/>
                  </a:cubicBezTo>
                  <a:cubicBezTo>
                    <a:pt x="4529" y="300"/>
                    <a:pt x="4377" y="209"/>
                    <a:pt x="4255" y="178"/>
                  </a:cubicBezTo>
                  <a:cubicBezTo>
                    <a:pt x="3996" y="74"/>
                    <a:pt x="3737" y="0"/>
                    <a:pt x="347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5" name="Google Shape;1965;p109"/>
            <p:cNvSpPr/>
            <p:nvPr/>
          </p:nvSpPr>
          <p:spPr>
            <a:xfrm>
              <a:off x="6102625" y="1426900"/>
              <a:ext cx="161875" cy="200650"/>
            </a:xfrm>
            <a:custGeom>
              <a:avLst/>
              <a:gdLst/>
              <a:ahLst/>
              <a:cxnLst/>
              <a:rect l="l" t="t" r="r" b="b"/>
              <a:pathLst>
                <a:path w="6475" h="8026" extrusionOk="0">
                  <a:moveTo>
                    <a:pt x="1490" y="1"/>
                  </a:moveTo>
                  <a:cubicBezTo>
                    <a:pt x="426" y="305"/>
                    <a:pt x="365" y="1"/>
                    <a:pt x="304" y="639"/>
                  </a:cubicBezTo>
                  <a:cubicBezTo>
                    <a:pt x="274" y="1217"/>
                    <a:pt x="1" y="2159"/>
                    <a:pt x="1034" y="2584"/>
                  </a:cubicBezTo>
                  <a:cubicBezTo>
                    <a:pt x="1034" y="2645"/>
                    <a:pt x="1064" y="2645"/>
                    <a:pt x="1064" y="2645"/>
                  </a:cubicBezTo>
                  <a:cubicBezTo>
                    <a:pt x="1125" y="2645"/>
                    <a:pt x="1156" y="2676"/>
                    <a:pt x="1186" y="2676"/>
                  </a:cubicBezTo>
                  <a:cubicBezTo>
                    <a:pt x="1368" y="2767"/>
                    <a:pt x="1520" y="2828"/>
                    <a:pt x="1672" y="2858"/>
                  </a:cubicBezTo>
                  <a:cubicBezTo>
                    <a:pt x="1824" y="2949"/>
                    <a:pt x="1946" y="2980"/>
                    <a:pt x="2067" y="3010"/>
                  </a:cubicBezTo>
                  <a:cubicBezTo>
                    <a:pt x="2098" y="3010"/>
                    <a:pt x="2128" y="3071"/>
                    <a:pt x="2189" y="3071"/>
                  </a:cubicBezTo>
                  <a:cubicBezTo>
                    <a:pt x="2463" y="3223"/>
                    <a:pt x="2645" y="3314"/>
                    <a:pt x="2706" y="3618"/>
                  </a:cubicBezTo>
                  <a:cubicBezTo>
                    <a:pt x="2858" y="4195"/>
                    <a:pt x="2402" y="4621"/>
                    <a:pt x="2584" y="5563"/>
                  </a:cubicBezTo>
                  <a:cubicBezTo>
                    <a:pt x="2736" y="6354"/>
                    <a:pt x="3587" y="7691"/>
                    <a:pt x="4256" y="7995"/>
                  </a:cubicBezTo>
                  <a:lnTo>
                    <a:pt x="4286" y="7995"/>
                  </a:lnTo>
                  <a:cubicBezTo>
                    <a:pt x="4408" y="8025"/>
                    <a:pt x="4499" y="8025"/>
                    <a:pt x="4590" y="8025"/>
                  </a:cubicBezTo>
                  <a:cubicBezTo>
                    <a:pt x="5320" y="7934"/>
                    <a:pt x="4712" y="6749"/>
                    <a:pt x="5046" y="6323"/>
                  </a:cubicBezTo>
                  <a:cubicBezTo>
                    <a:pt x="5411" y="5898"/>
                    <a:pt x="5988" y="6202"/>
                    <a:pt x="6049" y="5594"/>
                  </a:cubicBezTo>
                  <a:cubicBezTo>
                    <a:pt x="6110" y="4986"/>
                    <a:pt x="6475" y="5381"/>
                    <a:pt x="5776" y="4226"/>
                  </a:cubicBezTo>
                  <a:cubicBezTo>
                    <a:pt x="5107" y="3132"/>
                    <a:pt x="5229" y="2615"/>
                    <a:pt x="4864" y="1885"/>
                  </a:cubicBezTo>
                  <a:cubicBezTo>
                    <a:pt x="4651" y="1460"/>
                    <a:pt x="4347" y="1125"/>
                    <a:pt x="4043" y="1004"/>
                  </a:cubicBezTo>
                  <a:lnTo>
                    <a:pt x="4013" y="1004"/>
                  </a:lnTo>
                  <a:cubicBezTo>
                    <a:pt x="3937" y="974"/>
                    <a:pt x="3846" y="958"/>
                    <a:pt x="3762" y="958"/>
                  </a:cubicBezTo>
                  <a:cubicBezTo>
                    <a:pt x="3678" y="958"/>
                    <a:pt x="3602" y="974"/>
                    <a:pt x="3557" y="1004"/>
                  </a:cubicBezTo>
                  <a:cubicBezTo>
                    <a:pt x="3557" y="1004"/>
                    <a:pt x="3131" y="518"/>
                    <a:pt x="2523" y="244"/>
                  </a:cubicBezTo>
                  <a:cubicBezTo>
                    <a:pt x="2493" y="244"/>
                    <a:pt x="2493" y="214"/>
                    <a:pt x="2432" y="214"/>
                  </a:cubicBezTo>
                  <a:cubicBezTo>
                    <a:pt x="2189" y="92"/>
                    <a:pt x="1824" y="62"/>
                    <a:pt x="1490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6" name="Google Shape;1966;p109"/>
            <p:cNvSpPr/>
            <p:nvPr/>
          </p:nvSpPr>
          <p:spPr>
            <a:xfrm>
              <a:off x="5550950" y="1285575"/>
              <a:ext cx="715075" cy="1422075"/>
            </a:xfrm>
            <a:custGeom>
              <a:avLst/>
              <a:gdLst/>
              <a:ahLst/>
              <a:cxnLst/>
              <a:rect l="l" t="t" r="r" b="b"/>
              <a:pathLst>
                <a:path w="28603" h="56883" extrusionOk="0">
                  <a:moveTo>
                    <a:pt x="6809" y="0"/>
                  </a:moveTo>
                  <a:cubicBezTo>
                    <a:pt x="4347" y="1429"/>
                    <a:pt x="2067" y="3161"/>
                    <a:pt x="0" y="5168"/>
                  </a:cubicBezTo>
                  <a:cubicBezTo>
                    <a:pt x="190" y="5204"/>
                    <a:pt x="391" y="5221"/>
                    <a:pt x="597" y="5221"/>
                  </a:cubicBezTo>
                  <a:cubicBezTo>
                    <a:pt x="1249" y="5221"/>
                    <a:pt x="1960" y="5049"/>
                    <a:pt x="2584" y="4772"/>
                  </a:cubicBezTo>
                  <a:cubicBezTo>
                    <a:pt x="3063" y="4533"/>
                    <a:pt x="3523" y="4419"/>
                    <a:pt x="3969" y="4419"/>
                  </a:cubicBezTo>
                  <a:cubicBezTo>
                    <a:pt x="4315" y="4419"/>
                    <a:pt x="4653" y="4488"/>
                    <a:pt x="4985" y="4620"/>
                  </a:cubicBezTo>
                  <a:cubicBezTo>
                    <a:pt x="5623" y="4924"/>
                    <a:pt x="6201" y="5441"/>
                    <a:pt x="6566" y="6201"/>
                  </a:cubicBezTo>
                  <a:cubicBezTo>
                    <a:pt x="7386" y="7812"/>
                    <a:pt x="8450" y="9514"/>
                    <a:pt x="9271" y="11247"/>
                  </a:cubicBezTo>
                  <a:cubicBezTo>
                    <a:pt x="10061" y="13010"/>
                    <a:pt x="8329" y="14225"/>
                    <a:pt x="7143" y="16232"/>
                  </a:cubicBezTo>
                  <a:cubicBezTo>
                    <a:pt x="5958" y="18207"/>
                    <a:pt x="5471" y="20730"/>
                    <a:pt x="7903" y="23162"/>
                  </a:cubicBezTo>
                  <a:cubicBezTo>
                    <a:pt x="7910" y="23164"/>
                    <a:pt x="7917" y="23165"/>
                    <a:pt x="7924" y="23165"/>
                  </a:cubicBezTo>
                  <a:cubicBezTo>
                    <a:pt x="8018" y="23165"/>
                    <a:pt x="8148" y="22939"/>
                    <a:pt x="7782" y="21277"/>
                  </a:cubicBezTo>
                  <a:cubicBezTo>
                    <a:pt x="7460" y="19748"/>
                    <a:pt x="7753" y="19213"/>
                    <a:pt x="8098" y="19213"/>
                  </a:cubicBezTo>
                  <a:cubicBezTo>
                    <a:pt x="8144" y="19213"/>
                    <a:pt x="8191" y="19223"/>
                    <a:pt x="8237" y="19241"/>
                  </a:cubicBezTo>
                  <a:cubicBezTo>
                    <a:pt x="8359" y="19271"/>
                    <a:pt x="8481" y="19393"/>
                    <a:pt x="8541" y="19514"/>
                  </a:cubicBezTo>
                  <a:cubicBezTo>
                    <a:pt x="8937" y="20061"/>
                    <a:pt x="10730" y="24074"/>
                    <a:pt x="10335" y="24833"/>
                  </a:cubicBezTo>
                  <a:cubicBezTo>
                    <a:pt x="9970" y="25593"/>
                    <a:pt x="9149" y="28025"/>
                    <a:pt x="10456" y="28694"/>
                  </a:cubicBezTo>
                  <a:cubicBezTo>
                    <a:pt x="11733" y="29393"/>
                    <a:pt x="13070" y="31581"/>
                    <a:pt x="13405" y="33435"/>
                  </a:cubicBezTo>
                  <a:cubicBezTo>
                    <a:pt x="13344" y="33496"/>
                    <a:pt x="11824" y="34013"/>
                    <a:pt x="11520" y="35016"/>
                  </a:cubicBezTo>
                  <a:cubicBezTo>
                    <a:pt x="11216" y="35989"/>
                    <a:pt x="9271" y="38846"/>
                    <a:pt x="10456" y="40396"/>
                  </a:cubicBezTo>
                  <a:cubicBezTo>
                    <a:pt x="11642" y="41946"/>
                    <a:pt x="12250" y="41946"/>
                    <a:pt x="11186" y="43922"/>
                  </a:cubicBezTo>
                  <a:cubicBezTo>
                    <a:pt x="10152" y="45958"/>
                    <a:pt x="9666" y="49028"/>
                    <a:pt x="8511" y="49606"/>
                  </a:cubicBezTo>
                  <a:cubicBezTo>
                    <a:pt x="7386" y="50123"/>
                    <a:pt x="7569" y="49697"/>
                    <a:pt x="6535" y="51946"/>
                  </a:cubicBezTo>
                  <a:cubicBezTo>
                    <a:pt x="6505" y="52068"/>
                    <a:pt x="5623" y="53952"/>
                    <a:pt x="6353" y="54712"/>
                  </a:cubicBezTo>
                  <a:cubicBezTo>
                    <a:pt x="6930" y="55381"/>
                    <a:pt x="7934" y="56506"/>
                    <a:pt x="8693" y="56810"/>
                  </a:cubicBezTo>
                  <a:cubicBezTo>
                    <a:pt x="8777" y="56860"/>
                    <a:pt x="8861" y="56882"/>
                    <a:pt x="8939" y="56882"/>
                  </a:cubicBezTo>
                  <a:cubicBezTo>
                    <a:pt x="9004" y="56882"/>
                    <a:pt x="9064" y="56867"/>
                    <a:pt x="9119" y="56840"/>
                  </a:cubicBezTo>
                  <a:cubicBezTo>
                    <a:pt x="9757" y="56597"/>
                    <a:pt x="8085" y="54621"/>
                    <a:pt x="8997" y="53436"/>
                  </a:cubicBezTo>
                  <a:cubicBezTo>
                    <a:pt x="9909" y="52250"/>
                    <a:pt x="14073" y="51642"/>
                    <a:pt x="14621" y="50579"/>
                  </a:cubicBezTo>
                  <a:cubicBezTo>
                    <a:pt x="15198" y="49515"/>
                    <a:pt x="16292" y="48481"/>
                    <a:pt x="17660" y="48086"/>
                  </a:cubicBezTo>
                  <a:cubicBezTo>
                    <a:pt x="17801" y="48030"/>
                    <a:pt x="17930" y="48006"/>
                    <a:pt x="18045" y="48006"/>
                  </a:cubicBezTo>
                  <a:cubicBezTo>
                    <a:pt x="18177" y="48006"/>
                    <a:pt x="18292" y="48037"/>
                    <a:pt x="18390" y="48086"/>
                  </a:cubicBezTo>
                  <a:cubicBezTo>
                    <a:pt x="18542" y="48147"/>
                    <a:pt x="18663" y="48208"/>
                    <a:pt x="18785" y="48329"/>
                  </a:cubicBezTo>
                  <a:cubicBezTo>
                    <a:pt x="18846" y="48451"/>
                    <a:pt x="18967" y="48512"/>
                    <a:pt x="19119" y="48603"/>
                  </a:cubicBezTo>
                  <a:cubicBezTo>
                    <a:pt x="19175" y="48619"/>
                    <a:pt x="19236" y="48629"/>
                    <a:pt x="19303" y="48629"/>
                  </a:cubicBezTo>
                  <a:cubicBezTo>
                    <a:pt x="19491" y="48629"/>
                    <a:pt x="19734" y="48553"/>
                    <a:pt x="20092" y="48329"/>
                  </a:cubicBezTo>
                  <a:cubicBezTo>
                    <a:pt x="21551" y="47387"/>
                    <a:pt x="21216" y="45898"/>
                    <a:pt x="22645" y="44955"/>
                  </a:cubicBezTo>
                  <a:cubicBezTo>
                    <a:pt x="24134" y="43983"/>
                    <a:pt x="25077" y="44621"/>
                    <a:pt x="24742" y="42554"/>
                  </a:cubicBezTo>
                  <a:cubicBezTo>
                    <a:pt x="24438" y="40548"/>
                    <a:pt x="23101" y="38998"/>
                    <a:pt x="23253" y="38177"/>
                  </a:cubicBezTo>
                  <a:cubicBezTo>
                    <a:pt x="23405" y="37387"/>
                    <a:pt x="23101" y="36931"/>
                    <a:pt x="21004" y="36019"/>
                  </a:cubicBezTo>
                  <a:cubicBezTo>
                    <a:pt x="19210" y="35259"/>
                    <a:pt x="19666" y="34043"/>
                    <a:pt x="18116" y="33375"/>
                  </a:cubicBezTo>
                  <a:cubicBezTo>
                    <a:pt x="18086" y="33375"/>
                    <a:pt x="18055" y="33314"/>
                    <a:pt x="17994" y="33314"/>
                  </a:cubicBezTo>
                  <a:cubicBezTo>
                    <a:pt x="17751" y="33223"/>
                    <a:pt x="17387" y="33131"/>
                    <a:pt x="17022" y="33071"/>
                  </a:cubicBezTo>
                  <a:cubicBezTo>
                    <a:pt x="16687" y="32979"/>
                    <a:pt x="16323" y="32919"/>
                    <a:pt x="16080" y="32797"/>
                  </a:cubicBezTo>
                  <a:cubicBezTo>
                    <a:pt x="16019" y="32767"/>
                    <a:pt x="15958" y="32767"/>
                    <a:pt x="15928" y="32706"/>
                  </a:cubicBezTo>
                  <a:cubicBezTo>
                    <a:pt x="13952" y="31885"/>
                    <a:pt x="13648" y="30031"/>
                    <a:pt x="13587" y="28876"/>
                  </a:cubicBezTo>
                  <a:cubicBezTo>
                    <a:pt x="13587" y="27751"/>
                    <a:pt x="13192" y="27174"/>
                    <a:pt x="12493" y="26870"/>
                  </a:cubicBezTo>
                  <a:cubicBezTo>
                    <a:pt x="12432" y="26870"/>
                    <a:pt x="12341" y="26840"/>
                    <a:pt x="12219" y="26779"/>
                  </a:cubicBezTo>
                  <a:cubicBezTo>
                    <a:pt x="11617" y="26505"/>
                    <a:pt x="12173" y="24385"/>
                    <a:pt x="13487" y="24385"/>
                  </a:cubicBezTo>
                  <a:cubicBezTo>
                    <a:pt x="13633" y="24385"/>
                    <a:pt x="13788" y="24411"/>
                    <a:pt x="13952" y="24469"/>
                  </a:cubicBezTo>
                  <a:cubicBezTo>
                    <a:pt x="14560" y="24712"/>
                    <a:pt x="15046" y="25198"/>
                    <a:pt x="15472" y="25624"/>
                  </a:cubicBezTo>
                  <a:cubicBezTo>
                    <a:pt x="15867" y="26019"/>
                    <a:pt x="16232" y="26444"/>
                    <a:pt x="16535" y="26566"/>
                  </a:cubicBezTo>
                  <a:cubicBezTo>
                    <a:pt x="16576" y="26566"/>
                    <a:pt x="16630" y="26580"/>
                    <a:pt x="16680" y="26580"/>
                  </a:cubicBezTo>
                  <a:cubicBezTo>
                    <a:pt x="16704" y="26580"/>
                    <a:pt x="16728" y="26576"/>
                    <a:pt x="16748" y="26566"/>
                  </a:cubicBezTo>
                  <a:cubicBezTo>
                    <a:pt x="17356" y="26384"/>
                    <a:pt x="15654" y="25320"/>
                    <a:pt x="16687" y="24165"/>
                  </a:cubicBezTo>
                  <a:cubicBezTo>
                    <a:pt x="17721" y="23040"/>
                    <a:pt x="17508" y="23587"/>
                    <a:pt x="18815" y="22919"/>
                  </a:cubicBezTo>
                  <a:cubicBezTo>
                    <a:pt x="20092" y="22189"/>
                    <a:pt x="19089" y="22159"/>
                    <a:pt x="20183" y="21581"/>
                  </a:cubicBezTo>
                  <a:cubicBezTo>
                    <a:pt x="21277" y="21004"/>
                    <a:pt x="22037" y="20001"/>
                    <a:pt x="23435" y="19332"/>
                  </a:cubicBezTo>
                  <a:cubicBezTo>
                    <a:pt x="23577" y="19261"/>
                    <a:pt x="23712" y="19236"/>
                    <a:pt x="23840" y="19236"/>
                  </a:cubicBezTo>
                  <a:cubicBezTo>
                    <a:pt x="23987" y="19236"/>
                    <a:pt x="24126" y="19269"/>
                    <a:pt x="24256" y="19301"/>
                  </a:cubicBezTo>
                  <a:cubicBezTo>
                    <a:pt x="24469" y="19393"/>
                    <a:pt x="24621" y="19575"/>
                    <a:pt x="24803" y="19727"/>
                  </a:cubicBezTo>
                  <a:cubicBezTo>
                    <a:pt x="25016" y="19879"/>
                    <a:pt x="25168" y="20031"/>
                    <a:pt x="25381" y="20153"/>
                  </a:cubicBezTo>
                  <a:cubicBezTo>
                    <a:pt x="25458" y="20178"/>
                    <a:pt x="25541" y="20195"/>
                    <a:pt x="25631" y="20195"/>
                  </a:cubicBezTo>
                  <a:cubicBezTo>
                    <a:pt x="25857" y="20195"/>
                    <a:pt x="26127" y="20092"/>
                    <a:pt x="26475" y="19788"/>
                  </a:cubicBezTo>
                  <a:cubicBezTo>
                    <a:pt x="28055" y="18481"/>
                    <a:pt x="28603" y="16353"/>
                    <a:pt x="26779" y="15228"/>
                  </a:cubicBezTo>
                  <a:cubicBezTo>
                    <a:pt x="26019" y="14773"/>
                    <a:pt x="25350" y="14286"/>
                    <a:pt x="24651" y="14013"/>
                  </a:cubicBezTo>
                  <a:cubicBezTo>
                    <a:pt x="24621" y="13982"/>
                    <a:pt x="24560" y="13982"/>
                    <a:pt x="24499" y="13952"/>
                  </a:cubicBezTo>
                  <a:cubicBezTo>
                    <a:pt x="24176" y="13833"/>
                    <a:pt x="23869" y="13761"/>
                    <a:pt x="23579" y="13761"/>
                  </a:cubicBezTo>
                  <a:cubicBezTo>
                    <a:pt x="23051" y="13761"/>
                    <a:pt x="22582" y="14003"/>
                    <a:pt x="22189" y="14651"/>
                  </a:cubicBezTo>
                  <a:cubicBezTo>
                    <a:pt x="21532" y="15691"/>
                    <a:pt x="21023" y="16189"/>
                    <a:pt x="20618" y="16189"/>
                  </a:cubicBezTo>
                  <a:cubicBezTo>
                    <a:pt x="20573" y="16189"/>
                    <a:pt x="20529" y="16183"/>
                    <a:pt x="20487" y="16171"/>
                  </a:cubicBezTo>
                  <a:cubicBezTo>
                    <a:pt x="20244" y="16080"/>
                    <a:pt x="20092" y="15806"/>
                    <a:pt x="19940" y="15411"/>
                  </a:cubicBezTo>
                  <a:cubicBezTo>
                    <a:pt x="19484" y="14073"/>
                    <a:pt x="16535" y="11672"/>
                    <a:pt x="19150" y="10760"/>
                  </a:cubicBezTo>
                  <a:cubicBezTo>
                    <a:pt x="21764" y="9848"/>
                    <a:pt x="22584" y="10487"/>
                    <a:pt x="22189" y="8906"/>
                  </a:cubicBezTo>
                  <a:cubicBezTo>
                    <a:pt x="21885" y="7660"/>
                    <a:pt x="21460" y="6049"/>
                    <a:pt x="21216" y="5927"/>
                  </a:cubicBezTo>
                  <a:cubicBezTo>
                    <a:pt x="21207" y="5924"/>
                    <a:pt x="21198" y="5923"/>
                    <a:pt x="21189" y="5923"/>
                  </a:cubicBezTo>
                  <a:cubicBezTo>
                    <a:pt x="21113" y="5923"/>
                    <a:pt x="21058" y="6040"/>
                    <a:pt x="21004" y="6231"/>
                  </a:cubicBezTo>
                  <a:cubicBezTo>
                    <a:pt x="20851" y="7119"/>
                    <a:pt x="20614" y="8156"/>
                    <a:pt x="19762" y="8156"/>
                  </a:cubicBezTo>
                  <a:cubicBezTo>
                    <a:pt x="19594" y="8156"/>
                    <a:pt x="19401" y="8115"/>
                    <a:pt x="19180" y="8025"/>
                  </a:cubicBezTo>
                  <a:cubicBezTo>
                    <a:pt x="17873" y="7386"/>
                    <a:pt x="16019" y="6809"/>
                    <a:pt x="15684" y="5867"/>
                  </a:cubicBezTo>
                  <a:cubicBezTo>
                    <a:pt x="15380" y="4985"/>
                    <a:pt x="14681" y="3891"/>
                    <a:pt x="13800" y="3557"/>
                  </a:cubicBezTo>
                  <a:cubicBezTo>
                    <a:pt x="13557" y="3465"/>
                    <a:pt x="13253" y="3344"/>
                    <a:pt x="12766" y="3161"/>
                  </a:cubicBezTo>
                  <a:cubicBezTo>
                    <a:pt x="12736" y="3131"/>
                    <a:pt x="12645" y="3131"/>
                    <a:pt x="12584" y="3101"/>
                  </a:cubicBezTo>
                  <a:cubicBezTo>
                    <a:pt x="11939" y="2852"/>
                    <a:pt x="11233" y="2604"/>
                    <a:pt x="10830" y="2604"/>
                  </a:cubicBezTo>
                  <a:cubicBezTo>
                    <a:pt x="10739" y="2604"/>
                    <a:pt x="10664" y="2617"/>
                    <a:pt x="10608" y="2645"/>
                  </a:cubicBezTo>
                  <a:cubicBezTo>
                    <a:pt x="10245" y="2827"/>
                    <a:pt x="10068" y="3076"/>
                    <a:pt x="9709" y="3076"/>
                  </a:cubicBezTo>
                  <a:cubicBezTo>
                    <a:pt x="9589" y="3076"/>
                    <a:pt x="9447" y="3048"/>
                    <a:pt x="9271" y="2979"/>
                  </a:cubicBezTo>
                  <a:cubicBezTo>
                    <a:pt x="9241" y="2918"/>
                    <a:pt x="8602" y="2098"/>
                    <a:pt x="7569" y="760"/>
                  </a:cubicBezTo>
                  <a:cubicBezTo>
                    <a:pt x="7386" y="547"/>
                    <a:pt x="7113" y="274"/>
                    <a:pt x="680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6">
  <p:cSld name="CUSTOM_55">
    <p:spTree>
      <p:nvGrpSpPr>
        <p:cNvPr id="1" name="Shape 19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8" name="Google Shape;1968;p110"/>
          <p:cNvSpPr/>
          <p:nvPr/>
        </p:nvSpPr>
        <p:spPr>
          <a:xfrm rot="288678" flipH="1">
            <a:off x="-1260167" y="932436"/>
            <a:ext cx="4658411" cy="4765187"/>
          </a:xfrm>
          <a:custGeom>
            <a:avLst/>
            <a:gdLst/>
            <a:ahLst/>
            <a:cxnLst/>
            <a:rect l="l" t="t" r="r" b="b"/>
            <a:pathLst>
              <a:path w="142469" h="136664" extrusionOk="0">
                <a:moveTo>
                  <a:pt x="97052" y="0"/>
                </a:moveTo>
                <a:cubicBezTo>
                  <a:pt x="94985" y="0"/>
                  <a:pt x="92658" y="685"/>
                  <a:pt x="89955" y="2065"/>
                </a:cubicBezTo>
                <a:cubicBezTo>
                  <a:pt x="76197" y="9104"/>
                  <a:pt x="81149" y="14564"/>
                  <a:pt x="82755" y="40634"/>
                </a:cubicBezTo>
                <a:cubicBezTo>
                  <a:pt x="85458" y="83646"/>
                  <a:pt x="12896" y="58112"/>
                  <a:pt x="4519" y="103881"/>
                </a:cubicBezTo>
                <a:cubicBezTo>
                  <a:pt x="0" y="128495"/>
                  <a:pt x="10558" y="136664"/>
                  <a:pt x="39417" y="136664"/>
                </a:cubicBezTo>
                <a:cubicBezTo>
                  <a:pt x="47997" y="136664"/>
                  <a:pt x="58195" y="135942"/>
                  <a:pt x="70095" y="134715"/>
                </a:cubicBezTo>
                <a:cubicBezTo>
                  <a:pt x="122047" y="129389"/>
                  <a:pt x="142469" y="101392"/>
                  <a:pt x="125767" y="56907"/>
                </a:cubicBezTo>
                <a:cubicBezTo>
                  <a:pt x="111706" y="19432"/>
                  <a:pt x="108060" y="0"/>
                  <a:pt x="97052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69" name="Google Shape;1969;p110"/>
          <p:cNvSpPr/>
          <p:nvPr/>
        </p:nvSpPr>
        <p:spPr>
          <a:xfrm>
            <a:off x="2133225" y="276648"/>
            <a:ext cx="1522302" cy="1342795"/>
          </a:xfrm>
          <a:custGeom>
            <a:avLst/>
            <a:gdLst/>
            <a:ahLst/>
            <a:cxnLst/>
            <a:rect l="l" t="t" r="r" b="b"/>
            <a:pathLst>
              <a:path w="13679" h="12066" extrusionOk="0">
                <a:moveTo>
                  <a:pt x="7541" y="1"/>
                </a:moveTo>
                <a:cubicBezTo>
                  <a:pt x="7109" y="1"/>
                  <a:pt x="6648" y="24"/>
                  <a:pt x="6157" y="68"/>
                </a:cubicBezTo>
                <a:cubicBezTo>
                  <a:pt x="1981" y="443"/>
                  <a:pt x="28" y="3173"/>
                  <a:pt x="1" y="6385"/>
                </a:cubicBezTo>
                <a:cubicBezTo>
                  <a:pt x="598" y="10109"/>
                  <a:pt x="2003" y="12066"/>
                  <a:pt x="5300" y="12066"/>
                </a:cubicBezTo>
                <a:cubicBezTo>
                  <a:pt x="5700" y="12066"/>
                  <a:pt x="6128" y="12037"/>
                  <a:pt x="6585" y="11979"/>
                </a:cubicBezTo>
                <a:cubicBezTo>
                  <a:pt x="10680" y="11470"/>
                  <a:pt x="13678" y="9516"/>
                  <a:pt x="12822" y="4297"/>
                </a:cubicBezTo>
                <a:cubicBezTo>
                  <a:pt x="12326" y="1256"/>
                  <a:pt x="10731" y="1"/>
                  <a:pt x="7541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970" name="Google Shape;1970;p110"/>
          <p:cNvGrpSpPr/>
          <p:nvPr/>
        </p:nvGrpSpPr>
        <p:grpSpPr>
          <a:xfrm>
            <a:off x="713218" y="2026831"/>
            <a:ext cx="2270935" cy="2260334"/>
            <a:chOff x="6762468" y="1386456"/>
            <a:chExt cx="2270935" cy="2260334"/>
          </a:xfrm>
        </p:grpSpPr>
        <p:sp>
          <p:nvSpPr>
            <p:cNvPr id="1971" name="Google Shape;1971;p110"/>
            <p:cNvSpPr/>
            <p:nvPr/>
          </p:nvSpPr>
          <p:spPr>
            <a:xfrm>
              <a:off x="6762468" y="1386456"/>
              <a:ext cx="2270935" cy="2260292"/>
            </a:xfrm>
            <a:custGeom>
              <a:avLst/>
              <a:gdLst/>
              <a:ahLst/>
              <a:cxnLst/>
              <a:rect l="l" t="t" r="r" b="b"/>
              <a:pathLst>
                <a:path w="45663" h="45449" extrusionOk="0">
                  <a:moveTo>
                    <a:pt x="10947" y="4979"/>
                  </a:moveTo>
                  <a:lnTo>
                    <a:pt x="15605" y="7656"/>
                  </a:lnTo>
                  <a:lnTo>
                    <a:pt x="15605" y="13062"/>
                  </a:lnTo>
                  <a:lnTo>
                    <a:pt x="10947" y="15766"/>
                  </a:lnTo>
                  <a:lnTo>
                    <a:pt x="6263" y="13062"/>
                  </a:lnTo>
                  <a:lnTo>
                    <a:pt x="6263" y="7656"/>
                  </a:lnTo>
                  <a:lnTo>
                    <a:pt x="10947" y="4979"/>
                  </a:lnTo>
                  <a:close/>
                  <a:moveTo>
                    <a:pt x="20449" y="4979"/>
                  </a:moveTo>
                  <a:lnTo>
                    <a:pt x="25133" y="7656"/>
                  </a:lnTo>
                  <a:lnTo>
                    <a:pt x="25133" y="13062"/>
                  </a:lnTo>
                  <a:lnTo>
                    <a:pt x="20449" y="15766"/>
                  </a:lnTo>
                  <a:lnTo>
                    <a:pt x="15792" y="13062"/>
                  </a:lnTo>
                  <a:lnTo>
                    <a:pt x="15792" y="7656"/>
                  </a:lnTo>
                  <a:lnTo>
                    <a:pt x="20449" y="4979"/>
                  </a:lnTo>
                  <a:close/>
                  <a:moveTo>
                    <a:pt x="29978" y="4979"/>
                  </a:moveTo>
                  <a:lnTo>
                    <a:pt x="34635" y="7656"/>
                  </a:lnTo>
                  <a:lnTo>
                    <a:pt x="34635" y="13062"/>
                  </a:lnTo>
                  <a:lnTo>
                    <a:pt x="29978" y="15766"/>
                  </a:lnTo>
                  <a:lnTo>
                    <a:pt x="25294" y="13062"/>
                  </a:lnTo>
                  <a:lnTo>
                    <a:pt x="25294" y="7656"/>
                  </a:lnTo>
                  <a:lnTo>
                    <a:pt x="29978" y="4979"/>
                  </a:lnTo>
                  <a:close/>
                  <a:moveTo>
                    <a:pt x="6183" y="13196"/>
                  </a:moveTo>
                  <a:lnTo>
                    <a:pt x="10867" y="15899"/>
                  </a:lnTo>
                  <a:lnTo>
                    <a:pt x="10867" y="21306"/>
                  </a:lnTo>
                  <a:lnTo>
                    <a:pt x="6183" y="23983"/>
                  </a:lnTo>
                  <a:lnTo>
                    <a:pt x="1526" y="21306"/>
                  </a:lnTo>
                  <a:lnTo>
                    <a:pt x="1526" y="15899"/>
                  </a:lnTo>
                  <a:lnTo>
                    <a:pt x="6183" y="13196"/>
                  </a:lnTo>
                  <a:close/>
                  <a:moveTo>
                    <a:pt x="15712" y="13196"/>
                  </a:moveTo>
                  <a:lnTo>
                    <a:pt x="20369" y="15899"/>
                  </a:lnTo>
                  <a:lnTo>
                    <a:pt x="20369" y="21306"/>
                  </a:lnTo>
                  <a:lnTo>
                    <a:pt x="15712" y="23983"/>
                  </a:lnTo>
                  <a:lnTo>
                    <a:pt x="11028" y="21306"/>
                  </a:lnTo>
                  <a:lnTo>
                    <a:pt x="11028" y="15899"/>
                  </a:lnTo>
                  <a:lnTo>
                    <a:pt x="15712" y="13196"/>
                  </a:lnTo>
                  <a:close/>
                  <a:moveTo>
                    <a:pt x="25213" y="13196"/>
                  </a:moveTo>
                  <a:lnTo>
                    <a:pt x="29871" y="15899"/>
                  </a:lnTo>
                  <a:lnTo>
                    <a:pt x="29871" y="21306"/>
                  </a:lnTo>
                  <a:lnTo>
                    <a:pt x="25213" y="23983"/>
                  </a:lnTo>
                  <a:lnTo>
                    <a:pt x="20529" y="21306"/>
                  </a:lnTo>
                  <a:lnTo>
                    <a:pt x="20529" y="15899"/>
                  </a:lnTo>
                  <a:lnTo>
                    <a:pt x="25213" y="13196"/>
                  </a:lnTo>
                  <a:close/>
                  <a:moveTo>
                    <a:pt x="34715" y="13196"/>
                  </a:moveTo>
                  <a:lnTo>
                    <a:pt x="39399" y="15899"/>
                  </a:lnTo>
                  <a:lnTo>
                    <a:pt x="39399" y="21306"/>
                  </a:lnTo>
                  <a:lnTo>
                    <a:pt x="34715" y="23983"/>
                  </a:lnTo>
                  <a:lnTo>
                    <a:pt x="30058" y="21306"/>
                  </a:lnTo>
                  <a:lnTo>
                    <a:pt x="30058" y="15899"/>
                  </a:lnTo>
                  <a:lnTo>
                    <a:pt x="34715" y="13196"/>
                  </a:lnTo>
                  <a:close/>
                  <a:moveTo>
                    <a:pt x="10947" y="21440"/>
                  </a:moveTo>
                  <a:lnTo>
                    <a:pt x="15605" y="24143"/>
                  </a:lnTo>
                  <a:lnTo>
                    <a:pt x="15605" y="29523"/>
                  </a:lnTo>
                  <a:lnTo>
                    <a:pt x="10947" y="32226"/>
                  </a:lnTo>
                  <a:lnTo>
                    <a:pt x="6263" y="29523"/>
                  </a:lnTo>
                  <a:lnTo>
                    <a:pt x="6263" y="24143"/>
                  </a:lnTo>
                  <a:lnTo>
                    <a:pt x="10947" y="21440"/>
                  </a:lnTo>
                  <a:close/>
                  <a:moveTo>
                    <a:pt x="20449" y="21440"/>
                  </a:moveTo>
                  <a:lnTo>
                    <a:pt x="25133" y="24143"/>
                  </a:lnTo>
                  <a:lnTo>
                    <a:pt x="25133" y="29523"/>
                  </a:lnTo>
                  <a:lnTo>
                    <a:pt x="20449" y="32226"/>
                  </a:lnTo>
                  <a:lnTo>
                    <a:pt x="15792" y="29523"/>
                  </a:lnTo>
                  <a:lnTo>
                    <a:pt x="15792" y="24143"/>
                  </a:lnTo>
                  <a:lnTo>
                    <a:pt x="20449" y="21440"/>
                  </a:lnTo>
                  <a:close/>
                  <a:moveTo>
                    <a:pt x="29978" y="21440"/>
                  </a:moveTo>
                  <a:lnTo>
                    <a:pt x="34635" y="24143"/>
                  </a:lnTo>
                  <a:lnTo>
                    <a:pt x="34635" y="29523"/>
                  </a:lnTo>
                  <a:lnTo>
                    <a:pt x="29978" y="32226"/>
                  </a:lnTo>
                  <a:lnTo>
                    <a:pt x="25294" y="29523"/>
                  </a:lnTo>
                  <a:lnTo>
                    <a:pt x="25294" y="24143"/>
                  </a:lnTo>
                  <a:lnTo>
                    <a:pt x="29978" y="21440"/>
                  </a:lnTo>
                  <a:close/>
                  <a:moveTo>
                    <a:pt x="39480" y="21440"/>
                  </a:moveTo>
                  <a:lnTo>
                    <a:pt x="44137" y="24143"/>
                  </a:lnTo>
                  <a:lnTo>
                    <a:pt x="44137" y="29523"/>
                  </a:lnTo>
                  <a:lnTo>
                    <a:pt x="39480" y="32226"/>
                  </a:lnTo>
                  <a:lnTo>
                    <a:pt x="34796" y="29523"/>
                  </a:lnTo>
                  <a:lnTo>
                    <a:pt x="34796" y="24143"/>
                  </a:lnTo>
                  <a:lnTo>
                    <a:pt x="39480" y="21440"/>
                  </a:lnTo>
                  <a:close/>
                  <a:moveTo>
                    <a:pt x="15712" y="29684"/>
                  </a:moveTo>
                  <a:lnTo>
                    <a:pt x="20369" y="32387"/>
                  </a:lnTo>
                  <a:lnTo>
                    <a:pt x="20369" y="37767"/>
                  </a:lnTo>
                  <a:lnTo>
                    <a:pt x="15712" y="40470"/>
                  </a:lnTo>
                  <a:lnTo>
                    <a:pt x="11028" y="37767"/>
                  </a:lnTo>
                  <a:lnTo>
                    <a:pt x="11028" y="32387"/>
                  </a:lnTo>
                  <a:lnTo>
                    <a:pt x="15712" y="29684"/>
                  </a:lnTo>
                  <a:close/>
                  <a:moveTo>
                    <a:pt x="25213" y="29684"/>
                  </a:moveTo>
                  <a:lnTo>
                    <a:pt x="29871" y="32387"/>
                  </a:lnTo>
                  <a:lnTo>
                    <a:pt x="29871" y="37767"/>
                  </a:lnTo>
                  <a:lnTo>
                    <a:pt x="25213" y="40470"/>
                  </a:lnTo>
                  <a:lnTo>
                    <a:pt x="20529" y="37767"/>
                  </a:lnTo>
                  <a:lnTo>
                    <a:pt x="20529" y="32387"/>
                  </a:lnTo>
                  <a:lnTo>
                    <a:pt x="25213" y="29684"/>
                  </a:lnTo>
                  <a:close/>
                  <a:moveTo>
                    <a:pt x="34715" y="29684"/>
                  </a:moveTo>
                  <a:lnTo>
                    <a:pt x="39399" y="32387"/>
                  </a:lnTo>
                  <a:lnTo>
                    <a:pt x="39399" y="37767"/>
                  </a:lnTo>
                  <a:lnTo>
                    <a:pt x="34715" y="40470"/>
                  </a:lnTo>
                  <a:lnTo>
                    <a:pt x="30058" y="37767"/>
                  </a:lnTo>
                  <a:lnTo>
                    <a:pt x="30058" y="32387"/>
                  </a:lnTo>
                  <a:lnTo>
                    <a:pt x="34715" y="29684"/>
                  </a:lnTo>
                  <a:close/>
                  <a:moveTo>
                    <a:pt x="20369" y="1"/>
                  </a:moveTo>
                  <a:lnTo>
                    <a:pt x="20369" y="4818"/>
                  </a:lnTo>
                  <a:lnTo>
                    <a:pt x="15712" y="7522"/>
                  </a:lnTo>
                  <a:lnTo>
                    <a:pt x="11028" y="4818"/>
                  </a:lnTo>
                  <a:lnTo>
                    <a:pt x="11028" y="3159"/>
                  </a:lnTo>
                  <a:cubicBezTo>
                    <a:pt x="10974" y="3186"/>
                    <a:pt x="10921" y="3239"/>
                    <a:pt x="10867" y="3266"/>
                  </a:cubicBezTo>
                  <a:lnTo>
                    <a:pt x="10867" y="4818"/>
                  </a:lnTo>
                  <a:lnTo>
                    <a:pt x="6183" y="7522"/>
                  </a:lnTo>
                  <a:lnTo>
                    <a:pt x="5915" y="7361"/>
                  </a:lnTo>
                  <a:cubicBezTo>
                    <a:pt x="5889" y="7415"/>
                    <a:pt x="5835" y="7442"/>
                    <a:pt x="5808" y="7495"/>
                  </a:cubicBezTo>
                  <a:lnTo>
                    <a:pt x="6103" y="7656"/>
                  </a:lnTo>
                  <a:lnTo>
                    <a:pt x="6103" y="13062"/>
                  </a:lnTo>
                  <a:lnTo>
                    <a:pt x="1419" y="15766"/>
                  </a:lnTo>
                  <a:lnTo>
                    <a:pt x="1124" y="15578"/>
                  </a:lnTo>
                  <a:cubicBezTo>
                    <a:pt x="1124" y="15632"/>
                    <a:pt x="1098" y="15685"/>
                    <a:pt x="1071" y="15739"/>
                  </a:cubicBezTo>
                  <a:lnTo>
                    <a:pt x="1338" y="15899"/>
                  </a:lnTo>
                  <a:lnTo>
                    <a:pt x="1338" y="21306"/>
                  </a:lnTo>
                  <a:lnTo>
                    <a:pt x="0" y="22082"/>
                  </a:lnTo>
                  <a:cubicBezTo>
                    <a:pt x="0" y="22136"/>
                    <a:pt x="0" y="22216"/>
                    <a:pt x="0" y="22270"/>
                  </a:cubicBezTo>
                  <a:lnTo>
                    <a:pt x="1419" y="21440"/>
                  </a:lnTo>
                  <a:lnTo>
                    <a:pt x="6103" y="24143"/>
                  </a:lnTo>
                  <a:lnTo>
                    <a:pt x="6103" y="29523"/>
                  </a:lnTo>
                  <a:lnTo>
                    <a:pt x="1927" y="31932"/>
                  </a:lnTo>
                  <a:cubicBezTo>
                    <a:pt x="1954" y="31986"/>
                    <a:pt x="1981" y="32039"/>
                    <a:pt x="2008" y="32093"/>
                  </a:cubicBezTo>
                  <a:lnTo>
                    <a:pt x="6183" y="29684"/>
                  </a:lnTo>
                  <a:lnTo>
                    <a:pt x="10867" y="32387"/>
                  </a:lnTo>
                  <a:lnTo>
                    <a:pt x="10867" y="37767"/>
                  </a:lnTo>
                  <a:lnTo>
                    <a:pt x="7548" y="39694"/>
                  </a:lnTo>
                  <a:cubicBezTo>
                    <a:pt x="7575" y="39721"/>
                    <a:pt x="7628" y="39774"/>
                    <a:pt x="7682" y="39801"/>
                  </a:cubicBezTo>
                  <a:lnTo>
                    <a:pt x="10947" y="37928"/>
                  </a:lnTo>
                  <a:lnTo>
                    <a:pt x="15605" y="40631"/>
                  </a:lnTo>
                  <a:lnTo>
                    <a:pt x="15605" y="44405"/>
                  </a:lnTo>
                  <a:cubicBezTo>
                    <a:pt x="15658" y="44405"/>
                    <a:pt x="15738" y="44432"/>
                    <a:pt x="15792" y="44458"/>
                  </a:cubicBezTo>
                  <a:lnTo>
                    <a:pt x="15792" y="40631"/>
                  </a:lnTo>
                  <a:lnTo>
                    <a:pt x="20449" y="37928"/>
                  </a:lnTo>
                  <a:lnTo>
                    <a:pt x="25133" y="40631"/>
                  </a:lnTo>
                  <a:lnTo>
                    <a:pt x="25133" y="45449"/>
                  </a:lnTo>
                  <a:cubicBezTo>
                    <a:pt x="25187" y="45449"/>
                    <a:pt x="25240" y="45449"/>
                    <a:pt x="25294" y="45422"/>
                  </a:cubicBezTo>
                  <a:lnTo>
                    <a:pt x="25294" y="40631"/>
                  </a:lnTo>
                  <a:lnTo>
                    <a:pt x="29978" y="37928"/>
                  </a:lnTo>
                  <a:lnTo>
                    <a:pt x="34635" y="40631"/>
                  </a:lnTo>
                  <a:lnTo>
                    <a:pt x="34635" y="42290"/>
                  </a:lnTo>
                  <a:cubicBezTo>
                    <a:pt x="34688" y="42237"/>
                    <a:pt x="34742" y="42210"/>
                    <a:pt x="34796" y="42183"/>
                  </a:cubicBezTo>
                  <a:lnTo>
                    <a:pt x="34796" y="40631"/>
                  </a:lnTo>
                  <a:lnTo>
                    <a:pt x="39480" y="37928"/>
                  </a:lnTo>
                  <a:lnTo>
                    <a:pt x="39747" y="38088"/>
                  </a:lnTo>
                  <a:cubicBezTo>
                    <a:pt x="39774" y="38035"/>
                    <a:pt x="39827" y="37981"/>
                    <a:pt x="39854" y="37954"/>
                  </a:cubicBezTo>
                  <a:lnTo>
                    <a:pt x="39560" y="37767"/>
                  </a:lnTo>
                  <a:lnTo>
                    <a:pt x="39560" y="32387"/>
                  </a:lnTo>
                  <a:lnTo>
                    <a:pt x="44244" y="29684"/>
                  </a:lnTo>
                  <a:lnTo>
                    <a:pt x="44538" y="29871"/>
                  </a:lnTo>
                  <a:cubicBezTo>
                    <a:pt x="44565" y="29791"/>
                    <a:pt x="44565" y="29737"/>
                    <a:pt x="44592" y="29684"/>
                  </a:cubicBezTo>
                  <a:lnTo>
                    <a:pt x="44324" y="29523"/>
                  </a:lnTo>
                  <a:lnTo>
                    <a:pt x="44324" y="24143"/>
                  </a:lnTo>
                  <a:lnTo>
                    <a:pt x="45662" y="23367"/>
                  </a:lnTo>
                  <a:cubicBezTo>
                    <a:pt x="45662" y="23314"/>
                    <a:pt x="45662" y="23233"/>
                    <a:pt x="45662" y="23153"/>
                  </a:cubicBezTo>
                  <a:lnTo>
                    <a:pt x="44244" y="23983"/>
                  </a:lnTo>
                  <a:lnTo>
                    <a:pt x="39560" y="21306"/>
                  </a:lnTo>
                  <a:lnTo>
                    <a:pt x="39560" y="15899"/>
                  </a:lnTo>
                  <a:lnTo>
                    <a:pt x="43735" y="13491"/>
                  </a:lnTo>
                  <a:cubicBezTo>
                    <a:pt x="43709" y="13437"/>
                    <a:pt x="43682" y="13383"/>
                    <a:pt x="43655" y="13330"/>
                  </a:cubicBezTo>
                  <a:lnTo>
                    <a:pt x="39480" y="15766"/>
                  </a:lnTo>
                  <a:lnTo>
                    <a:pt x="34796" y="13062"/>
                  </a:lnTo>
                  <a:lnTo>
                    <a:pt x="34796" y="7656"/>
                  </a:lnTo>
                  <a:lnTo>
                    <a:pt x="38114" y="5755"/>
                  </a:lnTo>
                  <a:cubicBezTo>
                    <a:pt x="38088" y="5702"/>
                    <a:pt x="38034" y="5675"/>
                    <a:pt x="37981" y="5621"/>
                  </a:cubicBezTo>
                  <a:lnTo>
                    <a:pt x="34715" y="7522"/>
                  </a:lnTo>
                  <a:lnTo>
                    <a:pt x="30058" y="4818"/>
                  </a:lnTo>
                  <a:lnTo>
                    <a:pt x="30058" y="1045"/>
                  </a:lnTo>
                  <a:cubicBezTo>
                    <a:pt x="30004" y="1018"/>
                    <a:pt x="29951" y="1018"/>
                    <a:pt x="29871" y="991"/>
                  </a:cubicBezTo>
                  <a:lnTo>
                    <a:pt x="29871" y="4818"/>
                  </a:lnTo>
                  <a:lnTo>
                    <a:pt x="25213" y="7522"/>
                  </a:lnTo>
                  <a:lnTo>
                    <a:pt x="20529" y="4818"/>
                  </a:lnTo>
                  <a:lnTo>
                    <a:pt x="2052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2" name="Google Shape;1972;p110"/>
            <p:cNvSpPr/>
            <p:nvPr/>
          </p:nvSpPr>
          <p:spPr>
            <a:xfrm>
              <a:off x="7236329" y="1587480"/>
              <a:ext cx="12035" cy="9350"/>
            </a:xfrm>
            <a:custGeom>
              <a:avLst/>
              <a:gdLst/>
              <a:ahLst/>
              <a:cxnLst/>
              <a:rect l="l" t="t" r="r" b="b"/>
              <a:pathLst>
                <a:path w="242" h="188" extrusionOk="0">
                  <a:moveTo>
                    <a:pt x="161" y="0"/>
                  </a:moveTo>
                  <a:cubicBezTo>
                    <a:pt x="108" y="27"/>
                    <a:pt x="54" y="81"/>
                    <a:pt x="1" y="107"/>
                  </a:cubicBezTo>
                  <a:lnTo>
                    <a:pt x="161" y="188"/>
                  </a:lnTo>
                  <a:lnTo>
                    <a:pt x="242" y="54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3" name="Google Shape;1973;p110"/>
            <p:cNvSpPr/>
            <p:nvPr/>
          </p:nvSpPr>
          <p:spPr>
            <a:xfrm>
              <a:off x="7364144" y="1394464"/>
              <a:ext cx="356781" cy="300882"/>
            </a:xfrm>
            <a:custGeom>
              <a:avLst/>
              <a:gdLst/>
              <a:ahLst/>
              <a:cxnLst/>
              <a:rect l="l" t="t" r="r" b="b"/>
              <a:pathLst>
                <a:path w="7174" h="6050" extrusionOk="0">
                  <a:moveTo>
                    <a:pt x="7173" y="0"/>
                  </a:moveTo>
                  <a:lnTo>
                    <a:pt x="7173" y="0"/>
                  </a:lnTo>
                  <a:cubicBezTo>
                    <a:pt x="7013" y="27"/>
                    <a:pt x="6852" y="54"/>
                    <a:pt x="6692" y="81"/>
                  </a:cubicBezTo>
                  <a:lnTo>
                    <a:pt x="3667" y="1794"/>
                  </a:lnTo>
                  <a:lnTo>
                    <a:pt x="3667" y="830"/>
                  </a:lnTo>
                  <a:cubicBezTo>
                    <a:pt x="3614" y="857"/>
                    <a:pt x="3560" y="857"/>
                    <a:pt x="3507" y="884"/>
                  </a:cubicBezTo>
                  <a:lnTo>
                    <a:pt x="3507" y="1794"/>
                  </a:lnTo>
                  <a:lnTo>
                    <a:pt x="2516" y="1231"/>
                  </a:lnTo>
                  <a:cubicBezTo>
                    <a:pt x="2463" y="1258"/>
                    <a:pt x="2382" y="1285"/>
                    <a:pt x="2329" y="1312"/>
                  </a:cubicBezTo>
                  <a:lnTo>
                    <a:pt x="3426" y="1954"/>
                  </a:lnTo>
                  <a:lnTo>
                    <a:pt x="0" y="3935"/>
                  </a:lnTo>
                  <a:lnTo>
                    <a:pt x="81" y="4069"/>
                  </a:lnTo>
                  <a:lnTo>
                    <a:pt x="3507" y="2115"/>
                  </a:lnTo>
                  <a:lnTo>
                    <a:pt x="3507" y="6049"/>
                  </a:lnTo>
                  <a:lnTo>
                    <a:pt x="3667" y="6049"/>
                  </a:lnTo>
                  <a:lnTo>
                    <a:pt x="3667" y="2115"/>
                  </a:lnTo>
                  <a:lnTo>
                    <a:pt x="7093" y="4069"/>
                  </a:lnTo>
                  <a:lnTo>
                    <a:pt x="7173" y="3935"/>
                  </a:lnTo>
                  <a:lnTo>
                    <a:pt x="3774" y="1954"/>
                  </a:lnTo>
                  <a:lnTo>
                    <a:pt x="717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4" name="Google Shape;1974;p110"/>
            <p:cNvSpPr/>
            <p:nvPr/>
          </p:nvSpPr>
          <p:spPr>
            <a:xfrm>
              <a:off x="7836713" y="1386456"/>
              <a:ext cx="358124" cy="308889"/>
            </a:xfrm>
            <a:custGeom>
              <a:avLst/>
              <a:gdLst/>
              <a:ahLst/>
              <a:cxnLst/>
              <a:rect l="l" t="t" r="r" b="b"/>
              <a:pathLst>
                <a:path w="7201" h="6211" extrusionOk="0">
                  <a:moveTo>
                    <a:pt x="107" y="1"/>
                  </a:moveTo>
                  <a:lnTo>
                    <a:pt x="0" y="134"/>
                  </a:lnTo>
                  <a:lnTo>
                    <a:pt x="3426" y="2115"/>
                  </a:lnTo>
                  <a:lnTo>
                    <a:pt x="0" y="4096"/>
                  </a:lnTo>
                  <a:lnTo>
                    <a:pt x="107" y="4230"/>
                  </a:lnTo>
                  <a:lnTo>
                    <a:pt x="3506" y="2276"/>
                  </a:lnTo>
                  <a:lnTo>
                    <a:pt x="3506" y="6210"/>
                  </a:lnTo>
                  <a:lnTo>
                    <a:pt x="3694" y="6210"/>
                  </a:lnTo>
                  <a:lnTo>
                    <a:pt x="3694" y="2276"/>
                  </a:lnTo>
                  <a:lnTo>
                    <a:pt x="7093" y="4230"/>
                  </a:lnTo>
                  <a:lnTo>
                    <a:pt x="7200" y="4096"/>
                  </a:lnTo>
                  <a:lnTo>
                    <a:pt x="3774" y="2115"/>
                  </a:lnTo>
                  <a:lnTo>
                    <a:pt x="6558" y="509"/>
                  </a:lnTo>
                  <a:cubicBezTo>
                    <a:pt x="6477" y="482"/>
                    <a:pt x="6397" y="456"/>
                    <a:pt x="6317" y="456"/>
                  </a:cubicBezTo>
                  <a:lnTo>
                    <a:pt x="3694" y="1955"/>
                  </a:lnTo>
                  <a:lnTo>
                    <a:pt x="3694" y="1"/>
                  </a:lnTo>
                  <a:lnTo>
                    <a:pt x="3506" y="1"/>
                  </a:lnTo>
                  <a:lnTo>
                    <a:pt x="3506" y="1955"/>
                  </a:lnTo>
                  <a:lnTo>
                    <a:pt x="10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5" name="Google Shape;1975;p110"/>
            <p:cNvSpPr/>
            <p:nvPr/>
          </p:nvSpPr>
          <p:spPr>
            <a:xfrm>
              <a:off x="8310574" y="1516908"/>
              <a:ext cx="135819" cy="79920"/>
            </a:xfrm>
            <a:custGeom>
              <a:avLst/>
              <a:gdLst/>
              <a:ahLst/>
              <a:cxnLst/>
              <a:rect l="l" t="t" r="r" b="b"/>
              <a:pathLst>
                <a:path w="2731" h="1607" extrusionOk="0">
                  <a:moveTo>
                    <a:pt x="2543" y="1"/>
                  </a:moveTo>
                  <a:lnTo>
                    <a:pt x="1" y="1473"/>
                  </a:lnTo>
                  <a:lnTo>
                    <a:pt x="81" y="1607"/>
                  </a:lnTo>
                  <a:lnTo>
                    <a:pt x="2731" y="81"/>
                  </a:lnTo>
                  <a:cubicBezTo>
                    <a:pt x="2677" y="54"/>
                    <a:pt x="2597" y="27"/>
                    <a:pt x="254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6" name="Google Shape;1976;p110"/>
            <p:cNvSpPr/>
            <p:nvPr/>
          </p:nvSpPr>
          <p:spPr>
            <a:xfrm>
              <a:off x="8484940" y="1543565"/>
              <a:ext cx="8057" cy="151784"/>
            </a:xfrm>
            <a:custGeom>
              <a:avLst/>
              <a:gdLst/>
              <a:ahLst/>
              <a:cxnLst/>
              <a:rect l="l" t="t" r="r" b="b"/>
              <a:pathLst>
                <a:path w="162" h="3052" extrusionOk="0">
                  <a:moveTo>
                    <a:pt x="1" y="0"/>
                  </a:moveTo>
                  <a:lnTo>
                    <a:pt x="1" y="3051"/>
                  </a:lnTo>
                  <a:lnTo>
                    <a:pt x="162" y="3051"/>
                  </a:lnTo>
                  <a:lnTo>
                    <a:pt x="162" y="107"/>
                  </a:lnTo>
                  <a:cubicBezTo>
                    <a:pt x="108" y="54"/>
                    <a:pt x="54" y="27"/>
                    <a:pt x="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7" name="Google Shape;1977;p110"/>
            <p:cNvSpPr/>
            <p:nvPr/>
          </p:nvSpPr>
          <p:spPr>
            <a:xfrm>
              <a:off x="6838311" y="2099984"/>
              <a:ext cx="2735" cy="5371"/>
            </a:xfrm>
            <a:custGeom>
              <a:avLst/>
              <a:gdLst/>
              <a:ahLst/>
              <a:cxnLst/>
              <a:rect l="l" t="t" r="r" b="b"/>
              <a:pathLst>
                <a:path w="55" h="108" extrusionOk="0">
                  <a:moveTo>
                    <a:pt x="54" y="0"/>
                  </a:moveTo>
                  <a:cubicBezTo>
                    <a:pt x="28" y="27"/>
                    <a:pt x="28" y="54"/>
                    <a:pt x="1" y="107"/>
                  </a:cubicBezTo>
                  <a:lnTo>
                    <a:pt x="54" y="107"/>
                  </a:lnTo>
                  <a:lnTo>
                    <a:pt x="5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8" name="Google Shape;1978;p110"/>
            <p:cNvSpPr/>
            <p:nvPr/>
          </p:nvSpPr>
          <p:spPr>
            <a:xfrm>
              <a:off x="7012727" y="1801781"/>
              <a:ext cx="2686" cy="2735"/>
            </a:xfrm>
            <a:custGeom>
              <a:avLst/>
              <a:gdLst/>
              <a:ahLst/>
              <a:cxnLst/>
              <a:rect l="l" t="t" r="r" b="b"/>
              <a:pathLst>
                <a:path w="54" h="55" extrusionOk="0">
                  <a:moveTo>
                    <a:pt x="54" y="1"/>
                  </a:moveTo>
                  <a:cubicBezTo>
                    <a:pt x="27" y="27"/>
                    <a:pt x="27" y="27"/>
                    <a:pt x="0" y="54"/>
                  </a:cubicBezTo>
                  <a:lnTo>
                    <a:pt x="54" y="27"/>
                  </a:lnTo>
                  <a:lnTo>
                    <a:pt x="5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9" name="Google Shape;1979;p110"/>
            <p:cNvSpPr/>
            <p:nvPr/>
          </p:nvSpPr>
          <p:spPr>
            <a:xfrm>
              <a:off x="6912862" y="1942876"/>
              <a:ext cx="102548" cy="63956"/>
            </a:xfrm>
            <a:custGeom>
              <a:avLst/>
              <a:gdLst/>
              <a:ahLst/>
              <a:cxnLst/>
              <a:rect l="l" t="t" r="r" b="b"/>
              <a:pathLst>
                <a:path w="2062" h="1286" extrusionOk="0">
                  <a:moveTo>
                    <a:pt x="81" y="1"/>
                  </a:moveTo>
                  <a:cubicBezTo>
                    <a:pt x="54" y="54"/>
                    <a:pt x="27" y="108"/>
                    <a:pt x="1" y="135"/>
                  </a:cubicBezTo>
                  <a:lnTo>
                    <a:pt x="1981" y="1285"/>
                  </a:lnTo>
                  <a:lnTo>
                    <a:pt x="2062" y="1125"/>
                  </a:ln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0" name="Google Shape;1980;p110"/>
            <p:cNvSpPr/>
            <p:nvPr/>
          </p:nvSpPr>
          <p:spPr>
            <a:xfrm>
              <a:off x="7131192" y="1696645"/>
              <a:ext cx="356781" cy="408702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217"/>
                  </a:lnTo>
                  <a:lnTo>
                    <a:pt x="3667" y="8217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1" name="Google Shape;1981;p110"/>
            <p:cNvSpPr/>
            <p:nvPr/>
          </p:nvSpPr>
          <p:spPr>
            <a:xfrm>
              <a:off x="7603761" y="1696645"/>
              <a:ext cx="358124" cy="40735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80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0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41"/>
                  </a:lnTo>
                  <a:lnTo>
                    <a:pt x="7093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2" name="Google Shape;1982;p110"/>
            <p:cNvSpPr/>
            <p:nvPr/>
          </p:nvSpPr>
          <p:spPr>
            <a:xfrm>
              <a:off x="8077622" y="1696645"/>
              <a:ext cx="356781" cy="40735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480" y="3961"/>
                  </a:lnTo>
                  <a:lnTo>
                    <a:pt x="81" y="1981"/>
                  </a:lnTo>
                  <a:lnTo>
                    <a:pt x="1" y="2141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36"/>
                  </a:lnTo>
                  <a:lnTo>
                    <a:pt x="3480" y="4256"/>
                  </a:lnTo>
                  <a:lnTo>
                    <a:pt x="3480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3" name="Google Shape;1983;p110"/>
            <p:cNvSpPr/>
            <p:nvPr/>
          </p:nvSpPr>
          <p:spPr>
            <a:xfrm>
              <a:off x="8550190" y="1736581"/>
              <a:ext cx="356781" cy="367424"/>
            </a:xfrm>
            <a:custGeom>
              <a:avLst/>
              <a:gdLst/>
              <a:ahLst/>
              <a:cxnLst/>
              <a:rect l="l" t="t" r="r" b="b"/>
              <a:pathLst>
                <a:path w="7174" h="7388" extrusionOk="0">
                  <a:moveTo>
                    <a:pt x="3507" y="0"/>
                  </a:moveTo>
                  <a:lnTo>
                    <a:pt x="3507" y="3158"/>
                  </a:lnTo>
                  <a:lnTo>
                    <a:pt x="81" y="1178"/>
                  </a:lnTo>
                  <a:lnTo>
                    <a:pt x="0" y="1312"/>
                  </a:lnTo>
                  <a:lnTo>
                    <a:pt x="3426" y="3292"/>
                  </a:lnTo>
                  <a:lnTo>
                    <a:pt x="0" y="5273"/>
                  </a:lnTo>
                  <a:lnTo>
                    <a:pt x="81" y="5433"/>
                  </a:lnTo>
                  <a:lnTo>
                    <a:pt x="3507" y="3453"/>
                  </a:lnTo>
                  <a:lnTo>
                    <a:pt x="3507" y="7387"/>
                  </a:lnTo>
                  <a:lnTo>
                    <a:pt x="3667" y="7387"/>
                  </a:lnTo>
                  <a:lnTo>
                    <a:pt x="3667" y="3453"/>
                  </a:lnTo>
                  <a:lnTo>
                    <a:pt x="7093" y="5407"/>
                  </a:lnTo>
                  <a:lnTo>
                    <a:pt x="7174" y="5273"/>
                  </a:lnTo>
                  <a:lnTo>
                    <a:pt x="3748" y="3292"/>
                  </a:lnTo>
                  <a:lnTo>
                    <a:pt x="5434" y="2329"/>
                  </a:lnTo>
                  <a:cubicBezTo>
                    <a:pt x="5380" y="2302"/>
                    <a:pt x="5354" y="2248"/>
                    <a:pt x="5327" y="2195"/>
                  </a:cubicBezTo>
                  <a:lnTo>
                    <a:pt x="3667" y="3158"/>
                  </a:lnTo>
                  <a:lnTo>
                    <a:pt x="3667" y="187"/>
                  </a:lnTo>
                  <a:cubicBezTo>
                    <a:pt x="3614" y="134"/>
                    <a:pt x="3560" y="80"/>
                    <a:pt x="350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4" name="Google Shape;1984;p110"/>
            <p:cNvSpPr/>
            <p:nvPr/>
          </p:nvSpPr>
          <p:spPr>
            <a:xfrm>
              <a:off x="6891576" y="2115948"/>
              <a:ext cx="356781" cy="40735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5" name="Google Shape;1985;p110"/>
            <p:cNvSpPr/>
            <p:nvPr/>
          </p:nvSpPr>
          <p:spPr>
            <a:xfrm>
              <a:off x="7364144" y="2115948"/>
              <a:ext cx="356781" cy="40735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3" y="6049"/>
                  </a:lnTo>
                  <a:lnTo>
                    <a:pt x="3774" y="4095"/>
                  </a:lnTo>
                  <a:lnTo>
                    <a:pt x="7173" y="2115"/>
                  </a:lnTo>
                  <a:lnTo>
                    <a:pt x="7093" y="1954"/>
                  </a:lnTo>
                  <a:lnTo>
                    <a:pt x="3667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6" name="Google Shape;1986;p110"/>
            <p:cNvSpPr/>
            <p:nvPr/>
          </p:nvSpPr>
          <p:spPr>
            <a:xfrm>
              <a:off x="7836713" y="2115948"/>
              <a:ext cx="358124" cy="40735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35"/>
                  </a:lnTo>
                  <a:lnTo>
                    <a:pt x="107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107" y="6210"/>
                  </a:lnTo>
                  <a:lnTo>
                    <a:pt x="3506" y="4229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29"/>
                  </a:lnTo>
                  <a:lnTo>
                    <a:pt x="7093" y="6210"/>
                  </a:lnTo>
                  <a:lnTo>
                    <a:pt x="7200" y="6049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54"/>
                  </a:lnTo>
                  <a:lnTo>
                    <a:pt x="3694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7" name="Google Shape;1987;p110"/>
            <p:cNvSpPr/>
            <p:nvPr/>
          </p:nvSpPr>
          <p:spPr>
            <a:xfrm>
              <a:off x="8310574" y="2114606"/>
              <a:ext cx="356781" cy="408702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122"/>
                  </a:lnTo>
                  <a:lnTo>
                    <a:pt x="1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8" y="8218"/>
                  </a:lnTo>
                  <a:lnTo>
                    <a:pt x="3668" y="4256"/>
                  </a:lnTo>
                  <a:lnTo>
                    <a:pt x="7094" y="6237"/>
                  </a:lnTo>
                  <a:lnTo>
                    <a:pt x="7174" y="6076"/>
                  </a:lnTo>
                  <a:lnTo>
                    <a:pt x="3748" y="4122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8" name="Google Shape;1988;p110"/>
            <p:cNvSpPr/>
            <p:nvPr/>
          </p:nvSpPr>
          <p:spPr>
            <a:xfrm>
              <a:off x="8783142" y="2114606"/>
              <a:ext cx="239661" cy="408702"/>
            </a:xfrm>
            <a:custGeom>
              <a:avLst/>
              <a:gdLst/>
              <a:ahLst/>
              <a:cxnLst/>
              <a:rect l="l" t="t" r="r" b="b"/>
              <a:pathLst>
                <a:path w="4819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7" y="8218"/>
                  </a:lnTo>
                  <a:lnTo>
                    <a:pt x="3667" y="4256"/>
                  </a:lnTo>
                  <a:lnTo>
                    <a:pt x="4818" y="4925"/>
                  </a:lnTo>
                  <a:cubicBezTo>
                    <a:pt x="4818" y="4845"/>
                    <a:pt x="4818" y="4765"/>
                    <a:pt x="4792" y="4711"/>
                  </a:cubicBezTo>
                  <a:lnTo>
                    <a:pt x="3774" y="4096"/>
                  </a:lnTo>
                  <a:lnTo>
                    <a:pt x="4604" y="3614"/>
                  </a:lnTo>
                  <a:cubicBezTo>
                    <a:pt x="4604" y="3560"/>
                    <a:pt x="4577" y="3507"/>
                    <a:pt x="4577" y="3453"/>
                  </a:cubicBezTo>
                  <a:lnTo>
                    <a:pt x="3667" y="3962"/>
                  </a:lnTo>
                  <a:lnTo>
                    <a:pt x="3667" y="295"/>
                  </a:lnTo>
                  <a:cubicBezTo>
                    <a:pt x="3641" y="188"/>
                    <a:pt x="3614" y="108"/>
                    <a:pt x="358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9" name="Google Shape;1989;p110"/>
            <p:cNvSpPr/>
            <p:nvPr/>
          </p:nvSpPr>
          <p:spPr>
            <a:xfrm>
              <a:off x="6773111" y="2511280"/>
              <a:ext cx="242297" cy="407359"/>
            </a:xfrm>
            <a:custGeom>
              <a:avLst/>
              <a:gdLst/>
              <a:ahLst/>
              <a:cxnLst/>
              <a:rect l="l" t="t" r="r" b="b"/>
              <a:pathLst>
                <a:path w="4872" h="8191" extrusionOk="0">
                  <a:moveTo>
                    <a:pt x="1205" y="1"/>
                  </a:moveTo>
                  <a:lnTo>
                    <a:pt x="1205" y="3935"/>
                  </a:lnTo>
                  <a:lnTo>
                    <a:pt x="0" y="3266"/>
                  </a:lnTo>
                  <a:lnTo>
                    <a:pt x="0" y="3266"/>
                  </a:lnTo>
                  <a:cubicBezTo>
                    <a:pt x="0" y="3320"/>
                    <a:pt x="27" y="3400"/>
                    <a:pt x="27" y="3480"/>
                  </a:cubicBezTo>
                  <a:lnTo>
                    <a:pt x="1098" y="4096"/>
                  </a:lnTo>
                  <a:lnTo>
                    <a:pt x="214" y="4604"/>
                  </a:lnTo>
                  <a:cubicBezTo>
                    <a:pt x="241" y="4658"/>
                    <a:pt x="241" y="4738"/>
                    <a:pt x="268" y="4792"/>
                  </a:cubicBezTo>
                  <a:lnTo>
                    <a:pt x="1205" y="4256"/>
                  </a:lnTo>
                  <a:lnTo>
                    <a:pt x="1205" y="8030"/>
                  </a:lnTo>
                  <a:cubicBezTo>
                    <a:pt x="1205" y="8084"/>
                    <a:pt x="1232" y="8137"/>
                    <a:pt x="1258" y="8191"/>
                  </a:cubicBezTo>
                  <a:lnTo>
                    <a:pt x="1365" y="8191"/>
                  </a:lnTo>
                  <a:lnTo>
                    <a:pt x="1365" y="4256"/>
                  </a:lnTo>
                  <a:lnTo>
                    <a:pt x="4791" y="6210"/>
                  </a:lnTo>
                  <a:lnTo>
                    <a:pt x="4872" y="6076"/>
                  </a:lnTo>
                  <a:lnTo>
                    <a:pt x="1446" y="4096"/>
                  </a:lnTo>
                  <a:lnTo>
                    <a:pt x="4872" y="2115"/>
                  </a:lnTo>
                  <a:lnTo>
                    <a:pt x="4791" y="1981"/>
                  </a:lnTo>
                  <a:lnTo>
                    <a:pt x="1365" y="3935"/>
                  </a:lnTo>
                  <a:lnTo>
                    <a:pt x="136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0" name="Google Shape;1990;p110"/>
            <p:cNvSpPr/>
            <p:nvPr/>
          </p:nvSpPr>
          <p:spPr>
            <a:xfrm>
              <a:off x="7131192" y="2511280"/>
              <a:ext cx="356781" cy="40735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56"/>
                  </a:lnTo>
                  <a:lnTo>
                    <a:pt x="7093" y="6210"/>
                  </a:lnTo>
                  <a:lnTo>
                    <a:pt x="7173" y="6076"/>
                  </a:lnTo>
                  <a:lnTo>
                    <a:pt x="3774" y="4096"/>
                  </a:lnTo>
                  <a:lnTo>
                    <a:pt x="7173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1" name="Google Shape;1991;p110"/>
            <p:cNvSpPr/>
            <p:nvPr/>
          </p:nvSpPr>
          <p:spPr>
            <a:xfrm>
              <a:off x="7603761" y="2511280"/>
              <a:ext cx="358124" cy="40735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1"/>
                  </a:moveTo>
                  <a:lnTo>
                    <a:pt x="3506" y="3935"/>
                  </a:lnTo>
                  <a:lnTo>
                    <a:pt x="80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0" y="6210"/>
                  </a:lnTo>
                  <a:lnTo>
                    <a:pt x="3506" y="4230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30"/>
                  </a:lnTo>
                  <a:lnTo>
                    <a:pt x="7093" y="6210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15"/>
                  </a:lnTo>
                  <a:lnTo>
                    <a:pt x="7093" y="1981"/>
                  </a:lnTo>
                  <a:lnTo>
                    <a:pt x="3694" y="3935"/>
                  </a:lnTo>
                  <a:lnTo>
                    <a:pt x="369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2" name="Google Shape;1992;p110"/>
            <p:cNvSpPr/>
            <p:nvPr/>
          </p:nvSpPr>
          <p:spPr>
            <a:xfrm>
              <a:off x="8077622" y="2511280"/>
              <a:ext cx="356781" cy="40735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1" y="2115"/>
                  </a:lnTo>
                  <a:lnTo>
                    <a:pt x="3400" y="4096"/>
                  </a:lnTo>
                  <a:lnTo>
                    <a:pt x="1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480" y="8191"/>
                  </a:lnTo>
                  <a:lnTo>
                    <a:pt x="3668" y="8191"/>
                  </a:lnTo>
                  <a:lnTo>
                    <a:pt x="3668" y="4230"/>
                  </a:lnTo>
                  <a:lnTo>
                    <a:pt x="7094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4" y="1955"/>
                  </a:lnTo>
                  <a:lnTo>
                    <a:pt x="3668" y="3935"/>
                  </a:lnTo>
                  <a:lnTo>
                    <a:pt x="366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3" name="Google Shape;1993;p110"/>
            <p:cNvSpPr/>
            <p:nvPr/>
          </p:nvSpPr>
          <p:spPr>
            <a:xfrm>
              <a:off x="8550190" y="2511280"/>
              <a:ext cx="356781" cy="40735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30"/>
                  </a:lnTo>
                  <a:lnTo>
                    <a:pt x="7093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3" y="1955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4" name="Google Shape;1994;p110"/>
            <p:cNvSpPr/>
            <p:nvPr/>
          </p:nvSpPr>
          <p:spPr>
            <a:xfrm>
              <a:off x="6891576" y="2934613"/>
              <a:ext cx="356781" cy="363445"/>
            </a:xfrm>
            <a:custGeom>
              <a:avLst/>
              <a:gdLst/>
              <a:ahLst/>
              <a:cxnLst/>
              <a:rect l="l" t="t" r="r" b="b"/>
              <a:pathLst>
                <a:path w="7174" h="730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1767" y="5059"/>
                  </a:lnTo>
                  <a:cubicBezTo>
                    <a:pt x="1821" y="5086"/>
                    <a:pt x="1847" y="5139"/>
                    <a:pt x="1874" y="5193"/>
                  </a:cubicBezTo>
                  <a:lnTo>
                    <a:pt x="3507" y="4256"/>
                  </a:lnTo>
                  <a:lnTo>
                    <a:pt x="3507" y="7120"/>
                  </a:lnTo>
                  <a:cubicBezTo>
                    <a:pt x="3560" y="7200"/>
                    <a:pt x="3614" y="7254"/>
                    <a:pt x="3667" y="7307"/>
                  </a:cubicBezTo>
                  <a:lnTo>
                    <a:pt x="3667" y="4256"/>
                  </a:lnTo>
                  <a:lnTo>
                    <a:pt x="7093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5" name="Google Shape;1995;p110"/>
            <p:cNvSpPr/>
            <p:nvPr/>
          </p:nvSpPr>
          <p:spPr>
            <a:xfrm>
              <a:off x="7364144" y="2934613"/>
              <a:ext cx="356781" cy="40735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7" y="8190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6" name="Google Shape;1996;p110"/>
            <p:cNvSpPr/>
            <p:nvPr/>
          </p:nvSpPr>
          <p:spPr>
            <a:xfrm>
              <a:off x="7836713" y="2934613"/>
              <a:ext cx="358124" cy="40735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107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107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7" name="Google Shape;1997;p110"/>
            <p:cNvSpPr/>
            <p:nvPr/>
          </p:nvSpPr>
          <p:spPr>
            <a:xfrm>
              <a:off x="8310574" y="2934613"/>
              <a:ext cx="356781" cy="40735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1" y="2115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8" name="Google Shape;1998;p110"/>
            <p:cNvSpPr/>
            <p:nvPr/>
          </p:nvSpPr>
          <p:spPr>
            <a:xfrm>
              <a:off x="8783142" y="3033085"/>
              <a:ext cx="97227" cy="61270"/>
            </a:xfrm>
            <a:custGeom>
              <a:avLst/>
              <a:gdLst/>
              <a:ahLst/>
              <a:cxnLst/>
              <a:rect l="l" t="t" r="r" b="b"/>
              <a:pathLst>
                <a:path w="1955" h="1232" extrusionOk="0">
                  <a:moveTo>
                    <a:pt x="81" y="1"/>
                  </a:moveTo>
                  <a:lnTo>
                    <a:pt x="0" y="135"/>
                  </a:lnTo>
                  <a:lnTo>
                    <a:pt x="1874" y="1232"/>
                  </a:lnTo>
                  <a:cubicBezTo>
                    <a:pt x="1901" y="1178"/>
                    <a:pt x="1928" y="1125"/>
                    <a:pt x="1954" y="1071"/>
                  </a:cubicBez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9" name="Google Shape;1999;p110"/>
            <p:cNvSpPr/>
            <p:nvPr/>
          </p:nvSpPr>
          <p:spPr>
            <a:xfrm>
              <a:off x="7345494" y="3428467"/>
              <a:ext cx="142484" cy="85242"/>
            </a:xfrm>
            <a:custGeom>
              <a:avLst/>
              <a:gdLst/>
              <a:ahLst/>
              <a:cxnLst/>
              <a:rect l="l" t="t" r="r" b="b"/>
              <a:pathLst>
                <a:path w="2865" h="1714" extrusionOk="0">
                  <a:moveTo>
                    <a:pt x="2784" y="0"/>
                  </a:moveTo>
                  <a:lnTo>
                    <a:pt x="1" y="1606"/>
                  </a:lnTo>
                  <a:cubicBezTo>
                    <a:pt x="54" y="1660"/>
                    <a:pt x="108" y="1686"/>
                    <a:pt x="161" y="1713"/>
                  </a:cubicBezTo>
                  <a:lnTo>
                    <a:pt x="2864" y="161"/>
                  </a:lnTo>
                  <a:lnTo>
                    <a:pt x="278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0" name="Google Shape;2000;p110"/>
            <p:cNvSpPr/>
            <p:nvPr/>
          </p:nvSpPr>
          <p:spPr>
            <a:xfrm>
              <a:off x="7305558" y="3329945"/>
              <a:ext cx="8057" cy="161133"/>
            </a:xfrm>
            <a:custGeom>
              <a:avLst/>
              <a:gdLst/>
              <a:ahLst/>
              <a:cxnLst/>
              <a:rect l="l" t="t" r="r" b="b"/>
              <a:pathLst>
                <a:path w="162" h="3240" extrusionOk="0">
                  <a:moveTo>
                    <a:pt x="1" y="0"/>
                  </a:moveTo>
                  <a:lnTo>
                    <a:pt x="1" y="3132"/>
                  </a:lnTo>
                  <a:cubicBezTo>
                    <a:pt x="54" y="3159"/>
                    <a:pt x="108" y="3212"/>
                    <a:pt x="161" y="3239"/>
                  </a:cubicBez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1" name="Google Shape;2001;p110"/>
            <p:cNvSpPr/>
            <p:nvPr/>
          </p:nvSpPr>
          <p:spPr>
            <a:xfrm>
              <a:off x="7603761" y="3329945"/>
              <a:ext cx="358124" cy="316846"/>
            </a:xfrm>
            <a:custGeom>
              <a:avLst/>
              <a:gdLst/>
              <a:ahLst/>
              <a:cxnLst/>
              <a:rect l="l" t="t" r="r" b="b"/>
              <a:pathLst>
                <a:path w="7201" h="6371" extrusionOk="0">
                  <a:moveTo>
                    <a:pt x="3506" y="0"/>
                  </a:moveTo>
                  <a:lnTo>
                    <a:pt x="3506" y="3962"/>
                  </a:lnTo>
                  <a:lnTo>
                    <a:pt x="80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455" y="5835"/>
                  </a:lnTo>
                  <a:cubicBezTo>
                    <a:pt x="535" y="5835"/>
                    <a:pt x="616" y="5862"/>
                    <a:pt x="696" y="5889"/>
                  </a:cubicBezTo>
                  <a:lnTo>
                    <a:pt x="3506" y="4256"/>
                  </a:lnTo>
                  <a:lnTo>
                    <a:pt x="3506" y="6371"/>
                  </a:lnTo>
                  <a:lnTo>
                    <a:pt x="3694" y="6371"/>
                  </a:lnTo>
                  <a:lnTo>
                    <a:pt x="3694" y="4256"/>
                  </a:lnTo>
                  <a:lnTo>
                    <a:pt x="7093" y="6237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42"/>
                  </a:lnTo>
                  <a:lnTo>
                    <a:pt x="7093" y="1981"/>
                  </a:lnTo>
                  <a:lnTo>
                    <a:pt x="3694" y="3962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2" name="Google Shape;2002;p110"/>
            <p:cNvSpPr/>
            <p:nvPr/>
          </p:nvSpPr>
          <p:spPr>
            <a:xfrm>
              <a:off x="8077622" y="3329945"/>
              <a:ext cx="356781" cy="307546"/>
            </a:xfrm>
            <a:custGeom>
              <a:avLst/>
              <a:gdLst/>
              <a:ahLst/>
              <a:cxnLst/>
              <a:rect l="l" t="t" r="r" b="b"/>
              <a:pathLst>
                <a:path w="7174" h="6184" extrusionOk="0">
                  <a:moveTo>
                    <a:pt x="3507" y="0"/>
                  </a:moveTo>
                  <a:lnTo>
                    <a:pt x="3480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096"/>
                  </a:lnTo>
                  <a:lnTo>
                    <a:pt x="1" y="6076"/>
                  </a:lnTo>
                  <a:lnTo>
                    <a:pt x="54" y="6183"/>
                  </a:lnTo>
                  <a:lnTo>
                    <a:pt x="161" y="6183"/>
                  </a:lnTo>
                  <a:lnTo>
                    <a:pt x="3480" y="4256"/>
                  </a:lnTo>
                  <a:lnTo>
                    <a:pt x="3480" y="5354"/>
                  </a:lnTo>
                  <a:cubicBezTo>
                    <a:pt x="3560" y="5327"/>
                    <a:pt x="3614" y="5327"/>
                    <a:pt x="3668" y="5300"/>
                  </a:cubicBezTo>
                  <a:lnTo>
                    <a:pt x="3668" y="4256"/>
                  </a:lnTo>
                  <a:lnTo>
                    <a:pt x="4765" y="4899"/>
                  </a:lnTo>
                  <a:cubicBezTo>
                    <a:pt x="4845" y="4872"/>
                    <a:pt x="4899" y="4845"/>
                    <a:pt x="4979" y="4818"/>
                  </a:cubicBezTo>
                  <a:lnTo>
                    <a:pt x="3748" y="4096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3" name="Google Shape;2003;p110"/>
            <p:cNvSpPr/>
            <p:nvPr/>
          </p:nvSpPr>
          <p:spPr>
            <a:xfrm>
              <a:off x="8550190" y="3428467"/>
              <a:ext cx="16014" cy="12035"/>
            </a:xfrm>
            <a:custGeom>
              <a:avLst/>
              <a:gdLst/>
              <a:ahLst/>
              <a:cxnLst/>
              <a:rect l="l" t="t" r="r" b="b"/>
              <a:pathLst>
                <a:path w="322" h="242" extrusionOk="0">
                  <a:moveTo>
                    <a:pt x="81" y="0"/>
                  </a:moveTo>
                  <a:lnTo>
                    <a:pt x="0" y="134"/>
                  </a:lnTo>
                  <a:lnTo>
                    <a:pt x="161" y="241"/>
                  </a:lnTo>
                  <a:cubicBezTo>
                    <a:pt x="215" y="214"/>
                    <a:pt x="268" y="161"/>
                    <a:pt x="322" y="134"/>
                  </a:cubicBezTo>
                  <a:lnTo>
                    <a:pt x="8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0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7">
  <p:cSld name="CUSTOM_56">
    <p:spTree>
      <p:nvGrpSpPr>
        <p:cNvPr id="1" name="Shape 20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5" name="Google Shape;2005;p111"/>
          <p:cNvSpPr/>
          <p:nvPr/>
        </p:nvSpPr>
        <p:spPr>
          <a:xfrm>
            <a:off x="4641450" y="534225"/>
            <a:ext cx="3513000" cy="40317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accent1"/>
              </a:solidFill>
            </a:endParaRPr>
          </a:p>
        </p:txBody>
      </p:sp>
      <p:sp>
        <p:nvSpPr>
          <p:cNvPr id="2006" name="Google Shape;2006;p111"/>
          <p:cNvSpPr/>
          <p:nvPr/>
        </p:nvSpPr>
        <p:spPr>
          <a:xfrm>
            <a:off x="7751050" y="3432419"/>
            <a:ext cx="764314" cy="674188"/>
          </a:xfrm>
          <a:custGeom>
            <a:avLst/>
            <a:gdLst/>
            <a:ahLst/>
            <a:cxnLst/>
            <a:rect l="l" t="t" r="r" b="b"/>
            <a:pathLst>
              <a:path w="13679" h="12066" extrusionOk="0">
                <a:moveTo>
                  <a:pt x="7541" y="1"/>
                </a:moveTo>
                <a:cubicBezTo>
                  <a:pt x="7109" y="1"/>
                  <a:pt x="6648" y="24"/>
                  <a:pt x="6157" y="68"/>
                </a:cubicBezTo>
                <a:cubicBezTo>
                  <a:pt x="1981" y="443"/>
                  <a:pt x="28" y="3173"/>
                  <a:pt x="1" y="6385"/>
                </a:cubicBezTo>
                <a:cubicBezTo>
                  <a:pt x="598" y="10109"/>
                  <a:pt x="2003" y="12066"/>
                  <a:pt x="5300" y="12066"/>
                </a:cubicBezTo>
                <a:cubicBezTo>
                  <a:pt x="5700" y="12066"/>
                  <a:pt x="6128" y="12037"/>
                  <a:pt x="6585" y="11979"/>
                </a:cubicBezTo>
                <a:cubicBezTo>
                  <a:pt x="10680" y="11470"/>
                  <a:pt x="13678" y="9516"/>
                  <a:pt x="12822" y="4297"/>
                </a:cubicBezTo>
                <a:cubicBezTo>
                  <a:pt x="12326" y="1256"/>
                  <a:pt x="10731" y="1"/>
                  <a:pt x="7541" y="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007" name="Google Shape;2007;p111"/>
          <p:cNvGrpSpPr/>
          <p:nvPr/>
        </p:nvGrpSpPr>
        <p:grpSpPr>
          <a:xfrm>
            <a:off x="-380995" y="-80449"/>
            <a:ext cx="2277317" cy="5304377"/>
            <a:chOff x="224725" y="566950"/>
            <a:chExt cx="1850875" cy="4311100"/>
          </a:xfrm>
        </p:grpSpPr>
        <p:sp>
          <p:nvSpPr>
            <p:cNvPr id="2008" name="Google Shape;2008;p111"/>
            <p:cNvSpPr/>
            <p:nvPr/>
          </p:nvSpPr>
          <p:spPr>
            <a:xfrm>
              <a:off x="1914975" y="566950"/>
              <a:ext cx="160625" cy="2033000"/>
            </a:xfrm>
            <a:custGeom>
              <a:avLst/>
              <a:gdLst/>
              <a:ahLst/>
              <a:cxnLst/>
              <a:rect l="l" t="t" r="r" b="b"/>
              <a:pathLst>
                <a:path w="6425" h="81320" extrusionOk="0">
                  <a:moveTo>
                    <a:pt x="126" y="1"/>
                  </a:moveTo>
                  <a:cubicBezTo>
                    <a:pt x="81" y="1"/>
                    <a:pt x="44" y="24"/>
                    <a:pt x="27" y="57"/>
                  </a:cubicBezTo>
                  <a:cubicBezTo>
                    <a:pt x="27" y="84"/>
                    <a:pt x="27" y="110"/>
                    <a:pt x="27" y="137"/>
                  </a:cubicBezTo>
                  <a:cubicBezTo>
                    <a:pt x="27" y="164"/>
                    <a:pt x="27" y="217"/>
                    <a:pt x="81" y="244"/>
                  </a:cubicBezTo>
                  <a:cubicBezTo>
                    <a:pt x="1821" y="1261"/>
                    <a:pt x="2972" y="3188"/>
                    <a:pt x="2945" y="5035"/>
                  </a:cubicBezTo>
                  <a:cubicBezTo>
                    <a:pt x="2945" y="5089"/>
                    <a:pt x="2972" y="5142"/>
                    <a:pt x="2998" y="5169"/>
                  </a:cubicBezTo>
                  <a:cubicBezTo>
                    <a:pt x="4952" y="6133"/>
                    <a:pt x="6157" y="8086"/>
                    <a:pt x="6157" y="10255"/>
                  </a:cubicBezTo>
                  <a:cubicBezTo>
                    <a:pt x="6157" y="12449"/>
                    <a:pt x="4952" y="14403"/>
                    <a:pt x="2998" y="15367"/>
                  </a:cubicBezTo>
                  <a:cubicBezTo>
                    <a:pt x="2945" y="15394"/>
                    <a:pt x="2945" y="15447"/>
                    <a:pt x="2945" y="15501"/>
                  </a:cubicBezTo>
                  <a:cubicBezTo>
                    <a:pt x="2998" y="17321"/>
                    <a:pt x="1848" y="19248"/>
                    <a:pt x="108" y="20292"/>
                  </a:cubicBezTo>
                  <a:cubicBezTo>
                    <a:pt x="54" y="20292"/>
                    <a:pt x="27" y="20318"/>
                    <a:pt x="27" y="20372"/>
                  </a:cubicBezTo>
                  <a:cubicBezTo>
                    <a:pt x="1" y="20425"/>
                    <a:pt x="27" y="20479"/>
                    <a:pt x="81" y="20506"/>
                  </a:cubicBezTo>
                  <a:cubicBezTo>
                    <a:pt x="1794" y="21496"/>
                    <a:pt x="2865" y="23316"/>
                    <a:pt x="2945" y="25324"/>
                  </a:cubicBezTo>
                  <a:cubicBezTo>
                    <a:pt x="2945" y="25350"/>
                    <a:pt x="2972" y="25404"/>
                    <a:pt x="2998" y="25431"/>
                  </a:cubicBezTo>
                  <a:cubicBezTo>
                    <a:pt x="4952" y="26394"/>
                    <a:pt x="6157" y="28348"/>
                    <a:pt x="6157" y="30543"/>
                  </a:cubicBezTo>
                  <a:cubicBezTo>
                    <a:pt x="6157" y="32711"/>
                    <a:pt x="4952" y="34665"/>
                    <a:pt x="2998" y="35628"/>
                  </a:cubicBezTo>
                  <a:cubicBezTo>
                    <a:pt x="2945" y="35655"/>
                    <a:pt x="2918" y="35709"/>
                    <a:pt x="2945" y="35762"/>
                  </a:cubicBezTo>
                  <a:cubicBezTo>
                    <a:pt x="3106" y="37823"/>
                    <a:pt x="1633" y="39643"/>
                    <a:pt x="108" y="40553"/>
                  </a:cubicBezTo>
                  <a:cubicBezTo>
                    <a:pt x="54" y="40553"/>
                    <a:pt x="27" y="40580"/>
                    <a:pt x="27" y="40633"/>
                  </a:cubicBezTo>
                  <a:cubicBezTo>
                    <a:pt x="1" y="40687"/>
                    <a:pt x="27" y="40741"/>
                    <a:pt x="81" y="40767"/>
                  </a:cubicBezTo>
                  <a:cubicBezTo>
                    <a:pt x="1821" y="41784"/>
                    <a:pt x="2945" y="43658"/>
                    <a:pt x="2945" y="45532"/>
                  </a:cubicBezTo>
                  <a:cubicBezTo>
                    <a:pt x="2945" y="45558"/>
                    <a:pt x="2945" y="45558"/>
                    <a:pt x="2945" y="45585"/>
                  </a:cubicBezTo>
                  <a:cubicBezTo>
                    <a:pt x="2945" y="45612"/>
                    <a:pt x="2972" y="45665"/>
                    <a:pt x="2998" y="45692"/>
                  </a:cubicBezTo>
                  <a:cubicBezTo>
                    <a:pt x="4952" y="46656"/>
                    <a:pt x="6157" y="48636"/>
                    <a:pt x="6157" y="50804"/>
                  </a:cubicBezTo>
                  <a:cubicBezTo>
                    <a:pt x="6157" y="52972"/>
                    <a:pt x="4952" y="54926"/>
                    <a:pt x="2998" y="55917"/>
                  </a:cubicBezTo>
                  <a:cubicBezTo>
                    <a:pt x="2972" y="55917"/>
                    <a:pt x="2945" y="55970"/>
                    <a:pt x="2945" y="56024"/>
                  </a:cubicBezTo>
                  <a:cubicBezTo>
                    <a:pt x="2891" y="58004"/>
                    <a:pt x="1821" y="59798"/>
                    <a:pt x="108" y="60815"/>
                  </a:cubicBezTo>
                  <a:cubicBezTo>
                    <a:pt x="54" y="60815"/>
                    <a:pt x="27" y="60868"/>
                    <a:pt x="27" y="60895"/>
                  </a:cubicBezTo>
                  <a:cubicBezTo>
                    <a:pt x="1" y="60949"/>
                    <a:pt x="27" y="61002"/>
                    <a:pt x="81" y="61029"/>
                  </a:cubicBezTo>
                  <a:cubicBezTo>
                    <a:pt x="1821" y="62046"/>
                    <a:pt x="2891" y="63839"/>
                    <a:pt x="2945" y="65847"/>
                  </a:cubicBezTo>
                  <a:cubicBezTo>
                    <a:pt x="2945" y="65900"/>
                    <a:pt x="2972" y="65927"/>
                    <a:pt x="2998" y="65954"/>
                  </a:cubicBezTo>
                  <a:cubicBezTo>
                    <a:pt x="4952" y="66944"/>
                    <a:pt x="6157" y="68898"/>
                    <a:pt x="6157" y="71066"/>
                  </a:cubicBezTo>
                  <a:cubicBezTo>
                    <a:pt x="6157" y="73234"/>
                    <a:pt x="4952" y="75188"/>
                    <a:pt x="2998" y="76178"/>
                  </a:cubicBezTo>
                  <a:cubicBezTo>
                    <a:pt x="2972" y="76178"/>
                    <a:pt x="2945" y="76232"/>
                    <a:pt x="2945" y="76285"/>
                  </a:cubicBezTo>
                  <a:cubicBezTo>
                    <a:pt x="2891" y="78266"/>
                    <a:pt x="1821" y="80086"/>
                    <a:pt x="81" y="81076"/>
                  </a:cubicBezTo>
                  <a:cubicBezTo>
                    <a:pt x="27" y="81130"/>
                    <a:pt x="1" y="81183"/>
                    <a:pt x="27" y="81264"/>
                  </a:cubicBezTo>
                  <a:cubicBezTo>
                    <a:pt x="61" y="81297"/>
                    <a:pt x="104" y="81320"/>
                    <a:pt x="145" y="81320"/>
                  </a:cubicBezTo>
                  <a:cubicBezTo>
                    <a:pt x="170" y="81320"/>
                    <a:pt x="194" y="81311"/>
                    <a:pt x="215" y="81290"/>
                  </a:cubicBezTo>
                  <a:cubicBezTo>
                    <a:pt x="2008" y="80273"/>
                    <a:pt x="3106" y="78427"/>
                    <a:pt x="3186" y="76366"/>
                  </a:cubicBezTo>
                  <a:cubicBezTo>
                    <a:pt x="5166" y="75322"/>
                    <a:pt x="6424" y="73314"/>
                    <a:pt x="6424" y="71066"/>
                  </a:cubicBezTo>
                  <a:cubicBezTo>
                    <a:pt x="6424" y="68818"/>
                    <a:pt x="5166" y="66784"/>
                    <a:pt x="3186" y="65766"/>
                  </a:cubicBezTo>
                  <a:cubicBezTo>
                    <a:pt x="3106" y="63786"/>
                    <a:pt x="2062" y="61992"/>
                    <a:pt x="375" y="60922"/>
                  </a:cubicBezTo>
                  <a:cubicBezTo>
                    <a:pt x="2062" y="59878"/>
                    <a:pt x="3106" y="58085"/>
                    <a:pt x="3186" y="56104"/>
                  </a:cubicBezTo>
                  <a:cubicBezTo>
                    <a:pt x="5166" y="55060"/>
                    <a:pt x="6424" y="53053"/>
                    <a:pt x="6424" y="50804"/>
                  </a:cubicBezTo>
                  <a:cubicBezTo>
                    <a:pt x="6424" y="48556"/>
                    <a:pt x="5166" y="46522"/>
                    <a:pt x="3186" y="45505"/>
                  </a:cubicBezTo>
                  <a:cubicBezTo>
                    <a:pt x="3159" y="43604"/>
                    <a:pt x="2088" y="41731"/>
                    <a:pt x="375" y="40660"/>
                  </a:cubicBezTo>
                  <a:cubicBezTo>
                    <a:pt x="1901" y="39723"/>
                    <a:pt x="3320" y="37877"/>
                    <a:pt x="3186" y="35816"/>
                  </a:cubicBezTo>
                  <a:cubicBezTo>
                    <a:pt x="5193" y="34799"/>
                    <a:pt x="6424" y="32764"/>
                    <a:pt x="6424" y="30543"/>
                  </a:cubicBezTo>
                  <a:cubicBezTo>
                    <a:pt x="6424" y="28295"/>
                    <a:pt x="5166" y="26260"/>
                    <a:pt x="3186" y="25243"/>
                  </a:cubicBezTo>
                  <a:cubicBezTo>
                    <a:pt x="3106" y="23236"/>
                    <a:pt x="2062" y="21443"/>
                    <a:pt x="375" y="20399"/>
                  </a:cubicBezTo>
                  <a:cubicBezTo>
                    <a:pt x="2088" y="19328"/>
                    <a:pt x="3186" y="17454"/>
                    <a:pt x="3186" y="15608"/>
                  </a:cubicBezTo>
                  <a:cubicBezTo>
                    <a:pt x="3186" y="15608"/>
                    <a:pt x="3186" y="15581"/>
                    <a:pt x="3186" y="15554"/>
                  </a:cubicBezTo>
                  <a:cubicBezTo>
                    <a:pt x="5166" y="14537"/>
                    <a:pt x="6424" y="12503"/>
                    <a:pt x="6424" y="10255"/>
                  </a:cubicBezTo>
                  <a:cubicBezTo>
                    <a:pt x="6424" y="8033"/>
                    <a:pt x="5166" y="5999"/>
                    <a:pt x="3186" y="4982"/>
                  </a:cubicBezTo>
                  <a:lnTo>
                    <a:pt x="3186" y="4955"/>
                  </a:lnTo>
                  <a:cubicBezTo>
                    <a:pt x="3186" y="3028"/>
                    <a:pt x="2008" y="1074"/>
                    <a:pt x="215" y="30"/>
                  </a:cubicBezTo>
                  <a:cubicBezTo>
                    <a:pt x="184" y="10"/>
                    <a:pt x="153" y="1"/>
                    <a:pt x="12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9" name="Google Shape;2009;p111"/>
            <p:cNvSpPr/>
            <p:nvPr/>
          </p:nvSpPr>
          <p:spPr>
            <a:xfrm>
              <a:off x="1761075" y="818875"/>
              <a:ext cx="160625" cy="2032875"/>
            </a:xfrm>
            <a:custGeom>
              <a:avLst/>
              <a:gdLst/>
              <a:ahLst/>
              <a:cxnLst/>
              <a:rect l="l" t="t" r="r" b="b"/>
              <a:pathLst>
                <a:path w="6425" h="81315" extrusionOk="0">
                  <a:moveTo>
                    <a:pt x="149" y="1"/>
                  </a:moveTo>
                  <a:cubicBezTo>
                    <a:pt x="110" y="1"/>
                    <a:pt x="71" y="20"/>
                    <a:pt x="54" y="70"/>
                  </a:cubicBezTo>
                  <a:cubicBezTo>
                    <a:pt x="27" y="70"/>
                    <a:pt x="27" y="97"/>
                    <a:pt x="27" y="124"/>
                  </a:cubicBezTo>
                  <a:cubicBezTo>
                    <a:pt x="27" y="178"/>
                    <a:pt x="54" y="204"/>
                    <a:pt x="81" y="231"/>
                  </a:cubicBezTo>
                  <a:cubicBezTo>
                    <a:pt x="1821" y="1248"/>
                    <a:pt x="2972" y="3175"/>
                    <a:pt x="2945" y="5022"/>
                  </a:cubicBezTo>
                  <a:cubicBezTo>
                    <a:pt x="2945" y="5076"/>
                    <a:pt x="2972" y="5129"/>
                    <a:pt x="2998" y="5156"/>
                  </a:cubicBezTo>
                  <a:cubicBezTo>
                    <a:pt x="4952" y="6119"/>
                    <a:pt x="6183" y="8073"/>
                    <a:pt x="6183" y="10268"/>
                  </a:cubicBezTo>
                  <a:cubicBezTo>
                    <a:pt x="6183" y="12436"/>
                    <a:pt x="4952" y="14390"/>
                    <a:pt x="2998" y="15354"/>
                  </a:cubicBezTo>
                  <a:cubicBezTo>
                    <a:pt x="2972" y="15380"/>
                    <a:pt x="2945" y="15461"/>
                    <a:pt x="2945" y="15487"/>
                  </a:cubicBezTo>
                  <a:cubicBezTo>
                    <a:pt x="2998" y="17334"/>
                    <a:pt x="1847" y="19235"/>
                    <a:pt x="108" y="20278"/>
                  </a:cubicBezTo>
                  <a:cubicBezTo>
                    <a:pt x="81" y="20278"/>
                    <a:pt x="27" y="20305"/>
                    <a:pt x="27" y="20359"/>
                  </a:cubicBezTo>
                  <a:cubicBezTo>
                    <a:pt x="27" y="20412"/>
                    <a:pt x="27" y="20466"/>
                    <a:pt x="81" y="20493"/>
                  </a:cubicBezTo>
                  <a:cubicBezTo>
                    <a:pt x="1821" y="21510"/>
                    <a:pt x="2891" y="23303"/>
                    <a:pt x="2945" y="25310"/>
                  </a:cubicBezTo>
                  <a:cubicBezTo>
                    <a:pt x="2945" y="25364"/>
                    <a:pt x="2972" y="25391"/>
                    <a:pt x="2998" y="25417"/>
                  </a:cubicBezTo>
                  <a:cubicBezTo>
                    <a:pt x="4952" y="26381"/>
                    <a:pt x="6183" y="28362"/>
                    <a:pt x="6183" y="30530"/>
                  </a:cubicBezTo>
                  <a:cubicBezTo>
                    <a:pt x="6183" y="32698"/>
                    <a:pt x="4952" y="34652"/>
                    <a:pt x="2998" y="35642"/>
                  </a:cubicBezTo>
                  <a:cubicBezTo>
                    <a:pt x="2972" y="35642"/>
                    <a:pt x="2945" y="35695"/>
                    <a:pt x="2945" y="35749"/>
                  </a:cubicBezTo>
                  <a:cubicBezTo>
                    <a:pt x="3105" y="37837"/>
                    <a:pt x="1633" y="39630"/>
                    <a:pt x="108" y="40540"/>
                  </a:cubicBezTo>
                  <a:cubicBezTo>
                    <a:pt x="81" y="40540"/>
                    <a:pt x="27" y="40594"/>
                    <a:pt x="27" y="40620"/>
                  </a:cubicBezTo>
                  <a:cubicBezTo>
                    <a:pt x="27" y="40674"/>
                    <a:pt x="27" y="40727"/>
                    <a:pt x="81" y="40754"/>
                  </a:cubicBezTo>
                  <a:cubicBezTo>
                    <a:pt x="1821" y="41771"/>
                    <a:pt x="2945" y="43645"/>
                    <a:pt x="2945" y="45545"/>
                  </a:cubicBezTo>
                  <a:cubicBezTo>
                    <a:pt x="2945" y="45545"/>
                    <a:pt x="2945" y="45545"/>
                    <a:pt x="2945" y="45572"/>
                  </a:cubicBezTo>
                  <a:cubicBezTo>
                    <a:pt x="2945" y="45626"/>
                    <a:pt x="2972" y="45652"/>
                    <a:pt x="2998" y="45679"/>
                  </a:cubicBezTo>
                  <a:cubicBezTo>
                    <a:pt x="4952" y="46669"/>
                    <a:pt x="6183" y="48623"/>
                    <a:pt x="6183" y="50791"/>
                  </a:cubicBezTo>
                  <a:cubicBezTo>
                    <a:pt x="6183" y="52959"/>
                    <a:pt x="4952" y="54913"/>
                    <a:pt x="2998" y="55904"/>
                  </a:cubicBezTo>
                  <a:cubicBezTo>
                    <a:pt x="2972" y="55930"/>
                    <a:pt x="2945" y="55957"/>
                    <a:pt x="2945" y="56011"/>
                  </a:cubicBezTo>
                  <a:cubicBezTo>
                    <a:pt x="2891" y="57991"/>
                    <a:pt x="1847" y="59785"/>
                    <a:pt x="108" y="60802"/>
                  </a:cubicBezTo>
                  <a:cubicBezTo>
                    <a:pt x="81" y="60828"/>
                    <a:pt x="27" y="60855"/>
                    <a:pt x="27" y="60882"/>
                  </a:cubicBezTo>
                  <a:cubicBezTo>
                    <a:pt x="27" y="60935"/>
                    <a:pt x="27" y="60989"/>
                    <a:pt x="81" y="61016"/>
                  </a:cubicBezTo>
                  <a:cubicBezTo>
                    <a:pt x="1821" y="62033"/>
                    <a:pt x="2891" y="63826"/>
                    <a:pt x="2945" y="65834"/>
                  </a:cubicBezTo>
                  <a:cubicBezTo>
                    <a:pt x="2945" y="65887"/>
                    <a:pt x="2972" y="65914"/>
                    <a:pt x="2998" y="65941"/>
                  </a:cubicBezTo>
                  <a:cubicBezTo>
                    <a:pt x="4952" y="66931"/>
                    <a:pt x="6183" y="68885"/>
                    <a:pt x="6183" y="71053"/>
                  </a:cubicBezTo>
                  <a:cubicBezTo>
                    <a:pt x="6183" y="73221"/>
                    <a:pt x="4952" y="75175"/>
                    <a:pt x="2998" y="76165"/>
                  </a:cubicBezTo>
                  <a:cubicBezTo>
                    <a:pt x="2972" y="76192"/>
                    <a:pt x="2945" y="76219"/>
                    <a:pt x="2945" y="76272"/>
                  </a:cubicBezTo>
                  <a:cubicBezTo>
                    <a:pt x="2891" y="78280"/>
                    <a:pt x="1821" y="80073"/>
                    <a:pt x="81" y="81090"/>
                  </a:cubicBezTo>
                  <a:cubicBezTo>
                    <a:pt x="27" y="81117"/>
                    <a:pt x="1" y="81197"/>
                    <a:pt x="54" y="81251"/>
                  </a:cubicBezTo>
                  <a:cubicBezTo>
                    <a:pt x="74" y="81290"/>
                    <a:pt x="122" y="81315"/>
                    <a:pt x="167" y="81315"/>
                  </a:cubicBezTo>
                  <a:cubicBezTo>
                    <a:pt x="184" y="81315"/>
                    <a:pt x="200" y="81311"/>
                    <a:pt x="215" y="81304"/>
                  </a:cubicBezTo>
                  <a:cubicBezTo>
                    <a:pt x="2008" y="80260"/>
                    <a:pt x="3105" y="78413"/>
                    <a:pt x="3186" y="76352"/>
                  </a:cubicBezTo>
                  <a:cubicBezTo>
                    <a:pt x="5193" y="75309"/>
                    <a:pt x="6424" y="73301"/>
                    <a:pt x="6424" y="71053"/>
                  </a:cubicBezTo>
                  <a:cubicBezTo>
                    <a:pt x="6424" y="68805"/>
                    <a:pt x="5193" y="66797"/>
                    <a:pt x="3186" y="65753"/>
                  </a:cubicBezTo>
                  <a:cubicBezTo>
                    <a:pt x="3132" y="63773"/>
                    <a:pt x="2088" y="61979"/>
                    <a:pt x="402" y="60909"/>
                  </a:cubicBezTo>
                  <a:cubicBezTo>
                    <a:pt x="2088" y="59865"/>
                    <a:pt x="3132" y="58072"/>
                    <a:pt x="3186" y="56091"/>
                  </a:cubicBezTo>
                  <a:cubicBezTo>
                    <a:pt x="5193" y="55047"/>
                    <a:pt x="6424" y="53040"/>
                    <a:pt x="6424" y="50791"/>
                  </a:cubicBezTo>
                  <a:cubicBezTo>
                    <a:pt x="6424" y="48543"/>
                    <a:pt x="5193" y="46536"/>
                    <a:pt x="3186" y="45492"/>
                  </a:cubicBezTo>
                  <a:cubicBezTo>
                    <a:pt x="3186" y="43591"/>
                    <a:pt x="2088" y="41718"/>
                    <a:pt x="402" y="40647"/>
                  </a:cubicBezTo>
                  <a:cubicBezTo>
                    <a:pt x="1901" y="39710"/>
                    <a:pt x="3320" y="37890"/>
                    <a:pt x="3186" y="35829"/>
                  </a:cubicBezTo>
                  <a:cubicBezTo>
                    <a:pt x="5193" y="34785"/>
                    <a:pt x="6424" y="32751"/>
                    <a:pt x="6424" y="30530"/>
                  </a:cubicBezTo>
                  <a:cubicBezTo>
                    <a:pt x="6424" y="28281"/>
                    <a:pt x="5193" y="26247"/>
                    <a:pt x="3186" y="25230"/>
                  </a:cubicBezTo>
                  <a:cubicBezTo>
                    <a:pt x="3105" y="23223"/>
                    <a:pt x="2062" y="21429"/>
                    <a:pt x="402" y="20386"/>
                  </a:cubicBezTo>
                  <a:cubicBezTo>
                    <a:pt x="2115" y="19315"/>
                    <a:pt x="3212" y="17415"/>
                    <a:pt x="3186" y="15541"/>
                  </a:cubicBezTo>
                  <a:cubicBezTo>
                    <a:pt x="5193" y="14524"/>
                    <a:pt x="6424" y="12490"/>
                    <a:pt x="6424" y="10268"/>
                  </a:cubicBezTo>
                  <a:cubicBezTo>
                    <a:pt x="6424" y="8020"/>
                    <a:pt x="5193" y="5986"/>
                    <a:pt x="3186" y="4969"/>
                  </a:cubicBezTo>
                  <a:lnTo>
                    <a:pt x="3186" y="4942"/>
                  </a:lnTo>
                  <a:cubicBezTo>
                    <a:pt x="3186" y="3041"/>
                    <a:pt x="2008" y="1061"/>
                    <a:pt x="215" y="17"/>
                  </a:cubicBezTo>
                  <a:cubicBezTo>
                    <a:pt x="195" y="7"/>
                    <a:pt x="172" y="1"/>
                    <a:pt x="14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0" name="Google Shape;2010;p111"/>
            <p:cNvSpPr/>
            <p:nvPr/>
          </p:nvSpPr>
          <p:spPr>
            <a:xfrm>
              <a:off x="1607850" y="566950"/>
              <a:ext cx="159950" cy="2033000"/>
            </a:xfrm>
            <a:custGeom>
              <a:avLst/>
              <a:gdLst/>
              <a:ahLst/>
              <a:cxnLst/>
              <a:rect l="l" t="t" r="r" b="b"/>
              <a:pathLst>
                <a:path w="6398" h="81320" extrusionOk="0">
                  <a:moveTo>
                    <a:pt x="119" y="1"/>
                  </a:moveTo>
                  <a:cubicBezTo>
                    <a:pt x="81" y="1"/>
                    <a:pt x="44" y="24"/>
                    <a:pt x="27" y="57"/>
                  </a:cubicBezTo>
                  <a:cubicBezTo>
                    <a:pt x="0" y="84"/>
                    <a:pt x="0" y="110"/>
                    <a:pt x="0" y="137"/>
                  </a:cubicBezTo>
                  <a:cubicBezTo>
                    <a:pt x="0" y="164"/>
                    <a:pt x="27" y="217"/>
                    <a:pt x="81" y="244"/>
                  </a:cubicBezTo>
                  <a:cubicBezTo>
                    <a:pt x="1820" y="1261"/>
                    <a:pt x="2944" y="3188"/>
                    <a:pt x="2918" y="5035"/>
                  </a:cubicBezTo>
                  <a:cubicBezTo>
                    <a:pt x="2918" y="5089"/>
                    <a:pt x="2944" y="5142"/>
                    <a:pt x="2998" y="5169"/>
                  </a:cubicBezTo>
                  <a:cubicBezTo>
                    <a:pt x="4952" y="6133"/>
                    <a:pt x="6156" y="8086"/>
                    <a:pt x="6156" y="10255"/>
                  </a:cubicBezTo>
                  <a:cubicBezTo>
                    <a:pt x="6156" y="12449"/>
                    <a:pt x="4952" y="14403"/>
                    <a:pt x="2998" y="15367"/>
                  </a:cubicBezTo>
                  <a:cubicBezTo>
                    <a:pt x="2944" y="15394"/>
                    <a:pt x="2918" y="15447"/>
                    <a:pt x="2918" y="15501"/>
                  </a:cubicBezTo>
                  <a:cubicBezTo>
                    <a:pt x="2971" y="17347"/>
                    <a:pt x="1847" y="19248"/>
                    <a:pt x="81" y="20292"/>
                  </a:cubicBezTo>
                  <a:cubicBezTo>
                    <a:pt x="54" y="20292"/>
                    <a:pt x="27" y="20318"/>
                    <a:pt x="0" y="20372"/>
                  </a:cubicBezTo>
                  <a:cubicBezTo>
                    <a:pt x="0" y="20425"/>
                    <a:pt x="27" y="20479"/>
                    <a:pt x="81" y="20506"/>
                  </a:cubicBezTo>
                  <a:cubicBezTo>
                    <a:pt x="1794" y="21496"/>
                    <a:pt x="2864" y="23316"/>
                    <a:pt x="2918" y="25324"/>
                  </a:cubicBezTo>
                  <a:cubicBezTo>
                    <a:pt x="2918" y="25350"/>
                    <a:pt x="2944" y="25404"/>
                    <a:pt x="2998" y="25431"/>
                  </a:cubicBezTo>
                  <a:cubicBezTo>
                    <a:pt x="4952" y="26394"/>
                    <a:pt x="6156" y="28348"/>
                    <a:pt x="6156" y="30543"/>
                  </a:cubicBezTo>
                  <a:cubicBezTo>
                    <a:pt x="6156" y="32711"/>
                    <a:pt x="4952" y="34665"/>
                    <a:pt x="2998" y="35628"/>
                  </a:cubicBezTo>
                  <a:cubicBezTo>
                    <a:pt x="2944" y="35655"/>
                    <a:pt x="2918" y="35709"/>
                    <a:pt x="2918" y="35762"/>
                  </a:cubicBezTo>
                  <a:cubicBezTo>
                    <a:pt x="3078" y="37823"/>
                    <a:pt x="1633" y="39643"/>
                    <a:pt x="81" y="40553"/>
                  </a:cubicBezTo>
                  <a:cubicBezTo>
                    <a:pt x="54" y="40553"/>
                    <a:pt x="27" y="40580"/>
                    <a:pt x="0" y="40633"/>
                  </a:cubicBezTo>
                  <a:cubicBezTo>
                    <a:pt x="0" y="40687"/>
                    <a:pt x="27" y="40741"/>
                    <a:pt x="81" y="40767"/>
                  </a:cubicBezTo>
                  <a:cubicBezTo>
                    <a:pt x="1820" y="41784"/>
                    <a:pt x="2918" y="43658"/>
                    <a:pt x="2918" y="45532"/>
                  </a:cubicBezTo>
                  <a:cubicBezTo>
                    <a:pt x="2918" y="45558"/>
                    <a:pt x="2918" y="45558"/>
                    <a:pt x="2918" y="45585"/>
                  </a:cubicBezTo>
                  <a:cubicBezTo>
                    <a:pt x="2918" y="45612"/>
                    <a:pt x="2944" y="45665"/>
                    <a:pt x="2998" y="45692"/>
                  </a:cubicBezTo>
                  <a:cubicBezTo>
                    <a:pt x="4952" y="46656"/>
                    <a:pt x="6156" y="48636"/>
                    <a:pt x="6156" y="50804"/>
                  </a:cubicBezTo>
                  <a:cubicBezTo>
                    <a:pt x="6156" y="52972"/>
                    <a:pt x="4952" y="54926"/>
                    <a:pt x="2998" y="55917"/>
                  </a:cubicBezTo>
                  <a:cubicBezTo>
                    <a:pt x="2944" y="55917"/>
                    <a:pt x="2918" y="55970"/>
                    <a:pt x="2918" y="56024"/>
                  </a:cubicBezTo>
                  <a:cubicBezTo>
                    <a:pt x="2864" y="58004"/>
                    <a:pt x="1820" y="59798"/>
                    <a:pt x="81" y="60815"/>
                  </a:cubicBezTo>
                  <a:cubicBezTo>
                    <a:pt x="54" y="60815"/>
                    <a:pt x="27" y="60868"/>
                    <a:pt x="0" y="60895"/>
                  </a:cubicBezTo>
                  <a:cubicBezTo>
                    <a:pt x="0" y="60949"/>
                    <a:pt x="27" y="61002"/>
                    <a:pt x="81" y="61029"/>
                  </a:cubicBezTo>
                  <a:cubicBezTo>
                    <a:pt x="1820" y="62046"/>
                    <a:pt x="2864" y="63839"/>
                    <a:pt x="2918" y="65847"/>
                  </a:cubicBezTo>
                  <a:cubicBezTo>
                    <a:pt x="2918" y="65900"/>
                    <a:pt x="2944" y="65927"/>
                    <a:pt x="2998" y="65954"/>
                  </a:cubicBezTo>
                  <a:cubicBezTo>
                    <a:pt x="4952" y="66944"/>
                    <a:pt x="6156" y="68898"/>
                    <a:pt x="6156" y="71066"/>
                  </a:cubicBezTo>
                  <a:cubicBezTo>
                    <a:pt x="6156" y="73234"/>
                    <a:pt x="4952" y="75188"/>
                    <a:pt x="2998" y="76178"/>
                  </a:cubicBezTo>
                  <a:cubicBezTo>
                    <a:pt x="2944" y="76178"/>
                    <a:pt x="2918" y="76232"/>
                    <a:pt x="2918" y="76285"/>
                  </a:cubicBezTo>
                  <a:cubicBezTo>
                    <a:pt x="2864" y="78266"/>
                    <a:pt x="1820" y="80086"/>
                    <a:pt x="81" y="81076"/>
                  </a:cubicBezTo>
                  <a:cubicBezTo>
                    <a:pt x="27" y="81130"/>
                    <a:pt x="0" y="81183"/>
                    <a:pt x="27" y="81264"/>
                  </a:cubicBezTo>
                  <a:cubicBezTo>
                    <a:pt x="44" y="81297"/>
                    <a:pt x="81" y="81320"/>
                    <a:pt x="119" y="81320"/>
                  </a:cubicBezTo>
                  <a:cubicBezTo>
                    <a:pt x="143" y="81320"/>
                    <a:pt x="167" y="81311"/>
                    <a:pt x="188" y="81290"/>
                  </a:cubicBezTo>
                  <a:cubicBezTo>
                    <a:pt x="1981" y="80273"/>
                    <a:pt x="3105" y="78427"/>
                    <a:pt x="3185" y="76366"/>
                  </a:cubicBezTo>
                  <a:cubicBezTo>
                    <a:pt x="5166" y="75322"/>
                    <a:pt x="6397" y="73314"/>
                    <a:pt x="6397" y="71066"/>
                  </a:cubicBezTo>
                  <a:cubicBezTo>
                    <a:pt x="6397" y="68818"/>
                    <a:pt x="5166" y="66784"/>
                    <a:pt x="3185" y="65766"/>
                  </a:cubicBezTo>
                  <a:cubicBezTo>
                    <a:pt x="3105" y="63786"/>
                    <a:pt x="2061" y="61992"/>
                    <a:pt x="375" y="60922"/>
                  </a:cubicBezTo>
                  <a:cubicBezTo>
                    <a:pt x="2061" y="59878"/>
                    <a:pt x="3105" y="58085"/>
                    <a:pt x="3185" y="56104"/>
                  </a:cubicBezTo>
                  <a:cubicBezTo>
                    <a:pt x="5166" y="55060"/>
                    <a:pt x="6397" y="53053"/>
                    <a:pt x="6397" y="50804"/>
                  </a:cubicBezTo>
                  <a:cubicBezTo>
                    <a:pt x="6397" y="48556"/>
                    <a:pt x="5166" y="46522"/>
                    <a:pt x="3185" y="45505"/>
                  </a:cubicBezTo>
                  <a:cubicBezTo>
                    <a:pt x="3159" y="43604"/>
                    <a:pt x="2061" y="41731"/>
                    <a:pt x="375" y="40660"/>
                  </a:cubicBezTo>
                  <a:cubicBezTo>
                    <a:pt x="1901" y="39723"/>
                    <a:pt x="3292" y="37877"/>
                    <a:pt x="3185" y="35816"/>
                  </a:cubicBezTo>
                  <a:cubicBezTo>
                    <a:pt x="5166" y="34799"/>
                    <a:pt x="6397" y="32764"/>
                    <a:pt x="6397" y="30543"/>
                  </a:cubicBezTo>
                  <a:cubicBezTo>
                    <a:pt x="6397" y="28295"/>
                    <a:pt x="5166" y="26260"/>
                    <a:pt x="3185" y="25243"/>
                  </a:cubicBezTo>
                  <a:cubicBezTo>
                    <a:pt x="3078" y="23236"/>
                    <a:pt x="2061" y="21443"/>
                    <a:pt x="375" y="20399"/>
                  </a:cubicBezTo>
                  <a:cubicBezTo>
                    <a:pt x="2061" y="19328"/>
                    <a:pt x="3185" y="17454"/>
                    <a:pt x="3185" y="15608"/>
                  </a:cubicBezTo>
                  <a:cubicBezTo>
                    <a:pt x="3185" y="15608"/>
                    <a:pt x="3185" y="15581"/>
                    <a:pt x="3185" y="15554"/>
                  </a:cubicBezTo>
                  <a:cubicBezTo>
                    <a:pt x="5166" y="14537"/>
                    <a:pt x="6397" y="12503"/>
                    <a:pt x="6397" y="10255"/>
                  </a:cubicBezTo>
                  <a:cubicBezTo>
                    <a:pt x="6397" y="8033"/>
                    <a:pt x="5166" y="5999"/>
                    <a:pt x="3185" y="4982"/>
                  </a:cubicBezTo>
                  <a:lnTo>
                    <a:pt x="3185" y="4955"/>
                  </a:lnTo>
                  <a:cubicBezTo>
                    <a:pt x="3185" y="3028"/>
                    <a:pt x="1981" y="1074"/>
                    <a:pt x="188" y="30"/>
                  </a:cubicBezTo>
                  <a:cubicBezTo>
                    <a:pt x="167" y="10"/>
                    <a:pt x="143" y="1"/>
                    <a:pt x="11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1" name="Google Shape;2011;p111"/>
            <p:cNvSpPr/>
            <p:nvPr/>
          </p:nvSpPr>
          <p:spPr>
            <a:xfrm>
              <a:off x="1453950" y="818875"/>
              <a:ext cx="160600" cy="2032875"/>
            </a:xfrm>
            <a:custGeom>
              <a:avLst/>
              <a:gdLst/>
              <a:ahLst/>
              <a:cxnLst/>
              <a:rect l="l" t="t" r="r" b="b"/>
              <a:pathLst>
                <a:path w="6424" h="81315" extrusionOk="0">
                  <a:moveTo>
                    <a:pt x="136" y="1"/>
                  </a:moveTo>
                  <a:cubicBezTo>
                    <a:pt x="95" y="1"/>
                    <a:pt x="61" y="20"/>
                    <a:pt x="27" y="70"/>
                  </a:cubicBezTo>
                  <a:cubicBezTo>
                    <a:pt x="27" y="70"/>
                    <a:pt x="27" y="97"/>
                    <a:pt x="27" y="124"/>
                  </a:cubicBezTo>
                  <a:cubicBezTo>
                    <a:pt x="27" y="178"/>
                    <a:pt x="27" y="204"/>
                    <a:pt x="80" y="231"/>
                  </a:cubicBezTo>
                  <a:cubicBezTo>
                    <a:pt x="1820" y="1248"/>
                    <a:pt x="2971" y="3175"/>
                    <a:pt x="2944" y="5022"/>
                  </a:cubicBezTo>
                  <a:cubicBezTo>
                    <a:pt x="2944" y="5076"/>
                    <a:pt x="2971" y="5129"/>
                    <a:pt x="2998" y="5156"/>
                  </a:cubicBezTo>
                  <a:cubicBezTo>
                    <a:pt x="4952" y="6119"/>
                    <a:pt x="6156" y="8073"/>
                    <a:pt x="6156" y="10268"/>
                  </a:cubicBezTo>
                  <a:cubicBezTo>
                    <a:pt x="6156" y="12436"/>
                    <a:pt x="4952" y="14390"/>
                    <a:pt x="2998" y="15354"/>
                  </a:cubicBezTo>
                  <a:cubicBezTo>
                    <a:pt x="2971" y="15380"/>
                    <a:pt x="2944" y="15434"/>
                    <a:pt x="2944" y="15487"/>
                  </a:cubicBezTo>
                  <a:cubicBezTo>
                    <a:pt x="2944" y="15514"/>
                    <a:pt x="2944" y="15568"/>
                    <a:pt x="2944" y="15595"/>
                  </a:cubicBezTo>
                  <a:cubicBezTo>
                    <a:pt x="2944" y="17415"/>
                    <a:pt x="1820" y="19261"/>
                    <a:pt x="107" y="20278"/>
                  </a:cubicBezTo>
                  <a:cubicBezTo>
                    <a:pt x="54" y="20278"/>
                    <a:pt x="27" y="20305"/>
                    <a:pt x="27" y="20359"/>
                  </a:cubicBezTo>
                  <a:cubicBezTo>
                    <a:pt x="0" y="20412"/>
                    <a:pt x="27" y="20466"/>
                    <a:pt x="80" y="20493"/>
                  </a:cubicBezTo>
                  <a:cubicBezTo>
                    <a:pt x="1793" y="21510"/>
                    <a:pt x="2864" y="23303"/>
                    <a:pt x="2944" y="25310"/>
                  </a:cubicBezTo>
                  <a:cubicBezTo>
                    <a:pt x="2944" y="25364"/>
                    <a:pt x="2971" y="25391"/>
                    <a:pt x="2998" y="25417"/>
                  </a:cubicBezTo>
                  <a:cubicBezTo>
                    <a:pt x="4952" y="26381"/>
                    <a:pt x="6156" y="28362"/>
                    <a:pt x="6156" y="30530"/>
                  </a:cubicBezTo>
                  <a:cubicBezTo>
                    <a:pt x="6156" y="32698"/>
                    <a:pt x="4952" y="34652"/>
                    <a:pt x="2998" y="35642"/>
                  </a:cubicBezTo>
                  <a:cubicBezTo>
                    <a:pt x="2944" y="35642"/>
                    <a:pt x="2918" y="35695"/>
                    <a:pt x="2944" y="35749"/>
                  </a:cubicBezTo>
                  <a:cubicBezTo>
                    <a:pt x="3105" y="37837"/>
                    <a:pt x="1633" y="39630"/>
                    <a:pt x="107" y="40540"/>
                  </a:cubicBezTo>
                  <a:cubicBezTo>
                    <a:pt x="54" y="40540"/>
                    <a:pt x="27" y="40594"/>
                    <a:pt x="27" y="40620"/>
                  </a:cubicBezTo>
                  <a:cubicBezTo>
                    <a:pt x="0" y="40674"/>
                    <a:pt x="27" y="40727"/>
                    <a:pt x="80" y="40754"/>
                  </a:cubicBezTo>
                  <a:cubicBezTo>
                    <a:pt x="1820" y="41771"/>
                    <a:pt x="2944" y="43645"/>
                    <a:pt x="2944" y="45545"/>
                  </a:cubicBezTo>
                  <a:cubicBezTo>
                    <a:pt x="2944" y="45545"/>
                    <a:pt x="2944" y="45572"/>
                    <a:pt x="2944" y="45572"/>
                  </a:cubicBezTo>
                  <a:cubicBezTo>
                    <a:pt x="2944" y="45626"/>
                    <a:pt x="2971" y="45652"/>
                    <a:pt x="2998" y="45679"/>
                  </a:cubicBezTo>
                  <a:cubicBezTo>
                    <a:pt x="4952" y="46669"/>
                    <a:pt x="6156" y="48623"/>
                    <a:pt x="6156" y="50791"/>
                  </a:cubicBezTo>
                  <a:cubicBezTo>
                    <a:pt x="6156" y="52959"/>
                    <a:pt x="4952" y="54913"/>
                    <a:pt x="2998" y="55904"/>
                  </a:cubicBezTo>
                  <a:cubicBezTo>
                    <a:pt x="2971" y="55930"/>
                    <a:pt x="2944" y="55957"/>
                    <a:pt x="2944" y="56011"/>
                  </a:cubicBezTo>
                  <a:cubicBezTo>
                    <a:pt x="2891" y="57991"/>
                    <a:pt x="1820" y="59785"/>
                    <a:pt x="107" y="60802"/>
                  </a:cubicBezTo>
                  <a:cubicBezTo>
                    <a:pt x="54" y="60828"/>
                    <a:pt x="27" y="60855"/>
                    <a:pt x="27" y="60882"/>
                  </a:cubicBezTo>
                  <a:cubicBezTo>
                    <a:pt x="0" y="60935"/>
                    <a:pt x="27" y="60989"/>
                    <a:pt x="80" y="61016"/>
                  </a:cubicBezTo>
                  <a:cubicBezTo>
                    <a:pt x="1820" y="62033"/>
                    <a:pt x="2891" y="63826"/>
                    <a:pt x="2944" y="65834"/>
                  </a:cubicBezTo>
                  <a:cubicBezTo>
                    <a:pt x="2944" y="65887"/>
                    <a:pt x="2971" y="65914"/>
                    <a:pt x="2998" y="65941"/>
                  </a:cubicBezTo>
                  <a:cubicBezTo>
                    <a:pt x="4952" y="66931"/>
                    <a:pt x="6156" y="68885"/>
                    <a:pt x="6156" y="71053"/>
                  </a:cubicBezTo>
                  <a:cubicBezTo>
                    <a:pt x="6156" y="73221"/>
                    <a:pt x="4952" y="75175"/>
                    <a:pt x="2998" y="76165"/>
                  </a:cubicBezTo>
                  <a:cubicBezTo>
                    <a:pt x="2971" y="76192"/>
                    <a:pt x="2944" y="76219"/>
                    <a:pt x="2944" y="76272"/>
                  </a:cubicBezTo>
                  <a:cubicBezTo>
                    <a:pt x="2891" y="78280"/>
                    <a:pt x="1820" y="80073"/>
                    <a:pt x="80" y="81090"/>
                  </a:cubicBezTo>
                  <a:cubicBezTo>
                    <a:pt x="27" y="81117"/>
                    <a:pt x="0" y="81197"/>
                    <a:pt x="27" y="81251"/>
                  </a:cubicBezTo>
                  <a:cubicBezTo>
                    <a:pt x="66" y="81290"/>
                    <a:pt x="120" y="81315"/>
                    <a:pt x="167" y="81315"/>
                  </a:cubicBezTo>
                  <a:cubicBezTo>
                    <a:pt x="184" y="81315"/>
                    <a:pt x="200" y="81311"/>
                    <a:pt x="214" y="81304"/>
                  </a:cubicBezTo>
                  <a:cubicBezTo>
                    <a:pt x="2008" y="80260"/>
                    <a:pt x="3105" y="78413"/>
                    <a:pt x="3185" y="76352"/>
                  </a:cubicBezTo>
                  <a:cubicBezTo>
                    <a:pt x="5166" y="75309"/>
                    <a:pt x="6424" y="73301"/>
                    <a:pt x="6424" y="71053"/>
                  </a:cubicBezTo>
                  <a:cubicBezTo>
                    <a:pt x="6424" y="68805"/>
                    <a:pt x="5166" y="66797"/>
                    <a:pt x="3185" y="65753"/>
                  </a:cubicBezTo>
                  <a:cubicBezTo>
                    <a:pt x="3105" y="63773"/>
                    <a:pt x="2061" y="61979"/>
                    <a:pt x="375" y="60909"/>
                  </a:cubicBezTo>
                  <a:cubicBezTo>
                    <a:pt x="2061" y="59865"/>
                    <a:pt x="3105" y="58072"/>
                    <a:pt x="3185" y="56091"/>
                  </a:cubicBezTo>
                  <a:cubicBezTo>
                    <a:pt x="5166" y="55047"/>
                    <a:pt x="6424" y="53040"/>
                    <a:pt x="6424" y="50791"/>
                  </a:cubicBezTo>
                  <a:cubicBezTo>
                    <a:pt x="6424" y="48543"/>
                    <a:pt x="5193" y="46536"/>
                    <a:pt x="3185" y="45492"/>
                  </a:cubicBezTo>
                  <a:cubicBezTo>
                    <a:pt x="3159" y="43591"/>
                    <a:pt x="2088" y="41718"/>
                    <a:pt x="375" y="40647"/>
                  </a:cubicBezTo>
                  <a:cubicBezTo>
                    <a:pt x="1901" y="39710"/>
                    <a:pt x="3319" y="37890"/>
                    <a:pt x="3185" y="35829"/>
                  </a:cubicBezTo>
                  <a:cubicBezTo>
                    <a:pt x="5193" y="34785"/>
                    <a:pt x="6424" y="32751"/>
                    <a:pt x="6424" y="30530"/>
                  </a:cubicBezTo>
                  <a:cubicBezTo>
                    <a:pt x="6424" y="28281"/>
                    <a:pt x="5166" y="26247"/>
                    <a:pt x="3185" y="25230"/>
                  </a:cubicBezTo>
                  <a:cubicBezTo>
                    <a:pt x="3105" y="23223"/>
                    <a:pt x="2061" y="21429"/>
                    <a:pt x="375" y="20386"/>
                  </a:cubicBezTo>
                  <a:cubicBezTo>
                    <a:pt x="2088" y="19315"/>
                    <a:pt x="3185" y="17441"/>
                    <a:pt x="3185" y="15595"/>
                  </a:cubicBezTo>
                  <a:cubicBezTo>
                    <a:pt x="3185" y="15595"/>
                    <a:pt x="3185" y="15568"/>
                    <a:pt x="3185" y="15541"/>
                  </a:cubicBezTo>
                  <a:cubicBezTo>
                    <a:pt x="5193" y="14524"/>
                    <a:pt x="6424" y="12490"/>
                    <a:pt x="6424" y="10268"/>
                  </a:cubicBezTo>
                  <a:cubicBezTo>
                    <a:pt x="6424" y="8020"/>
                    <a:pt x="5193" y="5986"/>
                    <a:pt x="3185" y="4969"/>
                  </a:cubicBezTo>
                  <a:cubicBezTo>
                    <a:pt x="3185" y="3041"/>
                    <a:pt x="2008" y="1061"/>
                    <a:pt x="214" y="17"/>
                  </a:cubicBezTo>
                  <a:cubicBezTo>
                    <a:pt x="185" y="7"/>
                    <a:pt x="159" y="1"/>
                    <a:pt x="13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2" name="Google Shape;2012;p111"/>
            <p:cNvSpPr/>
            <p:nvPr/>
          </p:nvSpPr>
          <p:spPr>
            <a:xfrm>
              <a:off x="1300050" y="566950"/>
              <a:ext cx="160600" cy="2033000"/>
            </a:xfrm>
            <a:custGeom>
              <a:avLst/>
              <a:gdLst/>
              <a:ahLst/>
              <a:cxnLst/>
              <a:rect l="l" t="t" r="r" b="b"/>
              <a:pathLst>
                <a:path w="6424" h="81320" extrusionOk="0">
                  <a:moveTo>
                    <a:pt x="146" y="1"/>
                  </a:moveTo>
                  <a:cubicBezTo>
                    <a:pt x="107" y="1"/>
                    <a:pt x="70" y="24"/>
                    <a:pt x="54" y="57"/>
                  </a:cubicBezTo>
                  <a:cubicBezTo>
                    <a:pt x="27" y="84"/>
                    <a:pt x="27" y="110"/>
                    <a:pt x="27" y="137"/>
                  </a:cubicBezTo>
                  <a:cubicBezTo>
                    <a:pt x="27" y="164"/>
                    <a:pt x="54" y="217"/>
                    <a:pt x="80" y="244"/>
                  </a:cubicBezTo>
                  <a:cubicBezTo>
                    <a:pt x="1820" y="1261"/>
                    <a:pt x="2971" y="3188"/>
                    <a:pt x="2944" y="5035"/>
                  </a:cubicBezTo>
                  <a:cubicBezTo>
                    <a:pt x="2944" y="5089"/>
                    <a:pt x="2971" y="5142"/>
                    <a:pt x="3025" y="5169"/>
                  </a:cubicBezTo>
                  <a:cubicBezTo>
                    <a:pt x="4952" y="6133"/>
                    <a:pt x="6183" y="8086"/>
                    <a:pt x="6183" y="10255"/>
                  </a:cubicBezTo>
                  <a:cubicBezTo>
                    <a:pt x="6183" y="12449"/>
                    <a:pt x="4952" y="14403"/>
                    <a:pt x="3025" y="15367"/>
                  </a:cubicBezTo>
                  <a:cubicBezTo>
                    <a:pt x="2971" y="15394"/>
                    <a:pt x="2944" y="15447"/>
                    <a:pt x="2944" y="15501"/>
                  </a:cubicBezTo>
                  <a:cubicBezTo>
                    <a:pt x="2998" y="17321"/>
                    <a:pt x="1847" y="19248"/>
                    <a:pt x="107" y="20292"/>
                  </a:cubicBezTo>
                  <a:cubicBezTo>
                    <a:pt x="80" y="20292"/>
                    <a:pt x="54" y="20318"/>
                    <a:pt x="27" y="20372"/>
                  </a:cubicBezTo>
                  <a:cubicBezTo>
                    <a:pt x="27" y="20425"/>
                    <a:pt x="27" y="20479"/>
                    <a:pt x="80" y="20506"/>
                  </a:cubicBezTo>
                  <a:cubicBezTo>
                    <a:pt x="1820" y="21496"/>
                    <a:pt x="2891" y="23316"/>
                    <a:pt x="2944" y="25324"/>
                  </a:cubicBezTo>
                  <a:cubicBezTo>
                    <a:pt x="2944" y="25350"/>
                    <a:pt x="2971" y="25404"/>
                    <a:pt x="3025" y="25431"/>
                  </a:cubicBezTo>
                  <a:cubicBezTo>
                    <a:pt x="4952" y="26394"/>
                    <a:pt x="6183" y="28348"/>
                    <a:pt x="6183" y="30543"/>
                  </a:cubicBezTo>
                  <a:cubicBezTo>
                    <a:pt x="6183" y="32711"/>
                    <a:pt x="4952" y="34665"/>
                    <a:pt x="3025" y="35628"/>
                  </a:cubicBezTo>
                  <a:cubicBezTo>
                    <a:pt x="2971" y="35655"/>
                    <a:pt x="2944" y="35709"/>
                    <a:pt x="2944" y="35762"/>
                  </a:cubicBezTo>
                  <a:cubicBezTo>
                    <a:pt x="3105" y="37823"/>
                    <a:pt x="1633" y="39643"/>
                    <a:pt x="107" y="40553"/>
                  </a:cubicBezTo>
                  <a:cubicBezTo>
                    <a:pt x="80" y="40553"/>
                    <a:pt x="54" y="40580"/>
                    <a:pt x="27" y="40633"/>
                  </a:cubicBezTo>
                  <a:cubicBezTo>
                    <a:pt x="27" y="40687"/>
                    <a:pt x="27" y="40741"/>
                    <a:pt x="80" y="40767"/>
                  </a:cubicBezTo>
                  <a:cubicBezTo>
                    <a:pt x="1820" y="41784"/>
                    <a:pt x="2944" y="43658"/>
                    <a:pt x="2944" y="45532"/>
                  </a:cubicBezTo>
                  <a:cubicBezTo>
                    <a:pt x="2944" y="45558"/>
                    <a:pt x="2944" y="45558"/>
                    <a:pt x="2944" y="45585"/>
                  </a:cubicBezTo>
                  <a:cubicBezTo>
                    <a:pt x="2944" y="45612"/>
                    <a:pt x="2971" y="45665"/>
                    <a:pt x="3025" y="45692"/>
                  </a:cubicBezTo>
                  <a:cubicBezTo>
                    <a:pt x="4952" y="46656"/>
                    <a:pt x="6183" y="48636"/>
                    <a:pt x="6183" y="50804"/>
                  </a:cubicBezTo>
                  <a:cubicBezTo>
                    <a:pt x="6183" y="52972"/>
                    <a:pt x="4952" y="54926"/>
                    <a:pt x="3025" y="55917"/>
                  </a:cubicBezTo>
                  <a:cubicBezTo>
                    <a:pt x="2971" y="55917"/>
                    <a:pt x="2944" y="55970"/>
                    <a:pt x="2944" y="56024"/>
                  </a:cubicBezTo>
                  <a:cubicBezTo>
                    <a:pt x="2891" y="58004"/>
                    <a:pt x="1847" y="59798"/>
                    <a:pt x="107" y="60815"/>
                  </a:cubicBezTo>
                  <a:cubicBezTo>
                    <a:pt x="80" y="60815"/>
                    <a:pt x="54" y="60868"/>
                    <a:pt x="27" y="60895"/>
                  </a:cubicBezTo>
                  <a:cubicBezTo>
                    <a:pt x="27" y="60949"/>
                    <a:pt x="27" y="61002"/>
                    <a:pt x="80" y="61029"/>
                  </a:cubicBezTo>
                  <a:cubicBezTo>
                    <a:pt x="1820" y="62046"/>
                    <a:pt x="2891" y="63839"/>
                    <a:pt x="2944" y="65847"/>
                  </a:cubicBezTo>
                  <a:cubicBezTo>
                    <a:pt x="2944" y="65900"/>
                    <a:pt x="2971" y="65927"/>
                    <a:pt x="3025" y="65954"/>
                  </a:cubicBezTo>
                  <a:cubicBezTo>
                    <a:pt x="4952" y="66944"/>
                    <a:pt x="6183" y="68898"/>
                    <a:pt x="6183" y="71066"/>
                  </a:cubicBezTo>
                  <a:cubicBezTo>
                    <a:pt x="6183" y="73234"/>
                    <a:pt x="4952" y="75188"/>
                    <a:pt x="3025" y="76178"/>
                  </a:cubicBezTo>
                  <a:cubicBezTo>
                    <a:pt x="2971" y="76178"/>
                    <a:pt x="2944" y="76232"/>
                    <a:pt x="2944" y="76285"/>
                  </a:cubicBezTo>
                  <a:cubicBezTo>
                    <a:pt x="2891" y="78266"/>
                    <a:pt x="1820" y="80086"/>
                    <a:pt x="80" y="81076"/>
                  </a:cubicBezTo>
                  <a:cubicBezTo>
                    <a:pt x="27" y="81130"/>
                    <a:pt x="0" y="81183"/>
                    <a:pt x="54" y="81264"/>
                  </a:cubicBezTo>
                  <a:cubicBezTo>
                    <a:pt x="70" y="81297"/>
                    <a:pt x="107" y="81320"/>
                    <a:pt x="146" y="81320"/>
                  </a:cubicBezTo>
                  <a:cubicBezTo>
                    <a:pt x="169" y="81320"/>
                    <a:pt x="194" y="81311"/>
                    <a:pt x="214" y="81290"/>
                  </a:cubicBezTo>
                  <a:cubicBezTo>
                    <a:pt x="2007" y="80273"/>
                    <a:pt x="3105" y="78427"/>
                    <a:pt x="3185" y="76366"/>
                  </a:cubicBezTo>
                  <a:cubicBezTo>
                    <a:pt x="5193" y="75322"/>
                    <a:pt x="6424" y="73314"/>
                    <a:pt x="6424" y="71066"/>
                  </a:cubicBezTo>
                  <a:cubicBezTo>
                    <a:pt x="6424" y="68818"/>
                    <a:pt x="5193" y="66784"/>
                    <a:pt x="3185" y="65766"/>
                  </a:cubicBezTo>
                  <a:cubicBezTo>
                    <a:pt x="3132" y="63786"/>
                    <a:pt x="2088" y="61992"/>
                    <a:pt x="402" y="60922"/>
                  </a:cubicBezTo>
                  <a:cubicBezTo>
                    <a:pt x="2088" y="59878"/>
                    <a:pt x="3132" y="58085"/>
                    <a:pt x="3185" y="56104"/>
                  </a:cubicBezTo>
                  <a:cubicBezTo>
                    <a:pt x="5193" y="55060"/>
                    <a:pt x="6424" y="53053"/>
                    <a:pt x="6424" y="50804"/>
                  </a:cubicBezTo>
                  <a:cubicBezTo>
                    <a:pt x="6424" y="48556"/>
                    <a:pt x="5193" y="46522"/>
                    <a:pt x="3185" y="45505"/>
                  </a:cubicBezTo>
                  <a:cubicBezTo>
                    <a:pt x="3185" y="43604"/>
                    <a:pt x="2088" y="41731"/>
                    <a:pt x="402" y="40660"/>
                  </a:cubicBezTo>
                  <a:cubicBezTo>
                    <a:pt x="1927" y="39723"/>
                    <a:pt x="3319" y="37903"/>
                    <a:pt x="3212" y="35816"/>
                  </a:cubicBezTo>
                  <a:cubicBezTo>
                    <a:pt x="5193" y="34799"/>
                    <a:pt x="6424" y="32764"/>
                    <a:pt x="6424" y="30543"/>
                  </a:cubicBezTo>
                  <a:cubicBezTo>
                    <a:pt x="6424" y="28295"/>
                    <a:pt x="5193" y="26260"/>
                    <a:pt x="3185" y="25243"/>
                  </a:cubicBezTo>
                  <a:cubicBezTo>
                    <a:pt x="3105" y="23236"/>
                    <a:pt x="2061" y="21443"/>
                    <a:pt x="402" y="20399"/>
                  </a:cubicBezTo>
                  <a:cubicBezTo>
                    <a:pt x="2088" y="19328"/>
                    <a:pt x="3185" y="17454"/>
                    <a:pt x="3185" y="15608"/>
                  </a:cubicBezTo>
                  <a:cubicBezTo>
                    <a:pt x="3185" y="15608"/>
                    <a:pt x="3185" y="15581"/>
                    <a:pt x="3185" y="15554"/>
                  </a:cubicBezTo>
                  <a:cubicBezTo>
                    <a:pt x="5193" y="14537"/>
                    <a:pt x="6424" y="12503"/>
                    <a:pt x="6424" y="10255"/>
                  </a:cubicBezTo>
                  <a:cubicBezTo>
                    <a:pt x="6424" y="8033"/>
                    <a:pt x="5193" y="5999"/>
                    <a:pt x="3185" y="4982"/>
                  </a:cubicBezTo>
                  <a:lnTo>
                    <a:pt x="3185" y="4955"/>
                  </a:lnTo>
                  <a:cubicBezTo>
                    <a:pt x="3185" y="3028"/>
                    <a:pt x="2007" y="1074"/>
                    <a:pt x="214" y="30"/>
                  </a:cubicBezTo>
                  <a:cubicBezTo>
                    <a:pt x="194" y="10"/>
                    <a:pt x="169" y="1"/>
                    <a:pt x="14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3" name="Google Shape;2013;p111"/>
            <p:cNvSpPr/>
            <p:nvPr/>
          </p:nvSpPr>
          <p:spPr>
            <a:xfrm>
              <a:off x="1146800" y="818875"/>
              <a:ext cx="159950" cy="2032875"/>
            </a:xfrm>
            <a:custGeom>
              <a:avLst/>
              <a:gdLst/>
              <a:ahLst/>
              <a:cxnLst/>
              <a:rect l="l" t="t" r="r" b="b"/>
              <a:pathLst>
                <a:path w="6398" h="81315" extrusionOk="0">
                  <a:moveTo>
                    <a:pt x="123" y="1"/>
                  </a:moveTo>
                  <a:cubicBezTo>
                    <a:pt x="83" y="1"/>
                    <a:pt x="44" y="20"/>
                    <a:pt x="28" y="70"/>
                  </a:cubicBezTo>
                  <a:cubicBezTo>
                    <a:pt x="28" y="70"/>
                    <a:pt x="1" y="97"/>
                    <a:pt x="1" y="124"/>
                  </a:cubicBezTo>
                  <a:cubicBezTo>
                    <a:pt x="1" y="178"/>
                    <a:pt x="28" y="204"/>
                    <a:pt x="81" y="231"/>
                  </a:cubicBezTo>
                  <a:cubicBezTo>
                    <a:pt x="1821" y="1248"/>
                    <a:pt x="2972" y="3175"/>
                    <a:pt x="2918" y="5022"/>
                  </a:cubicBezTo>
                  <a:cubicBezTo>
                    <a:pt x="2918" y="5076"/>
                    <a:pt x="2945" y="5129"/>
                    <a:pt x="2998" y="5156"/>
                  </a:cubicBezTo>
                  <a:cubicBezTo>
                    <a:pt x="4952" y="6119"/>
                    <a:pt x="6157" y="8073"/>
                    <a:pt x="6157" y="10268"/>
                  </a:cubicBezTo>
                  <a:cubicBezTo>
                    <a:pt x="6157" y="12436"/>
                    <a:pt x="4952" y="14390"/>
                    <a:pt x="2998" y="15354"/>
                  </a:cubicBezTo>
                  <a:cubicBezTo>
                    <a:pt x="2945" y="15380"/>
                    <a:pt x="2918" y="15434"/>
                    <a:pt x="2918" y="15487"/>
                  </a:cubicBezTo>
                  <a:cubicBezTo>
                    <a:pt x="2998" y="17334"/>
                    <a:pt x="1848" y="19235"/>
                    <a:pt x="81" y="20278"/>
                  </a:cubicBezTo>
                  <a:cubicBezTo>
                    <a:pt x="54" y="20278"/>
                    <a:pt x="28" y="20305"/>
                    <a:pt x="1" y="20359"/>
                  </a:cubicBezTo>
                  <a:cubicBezTo>
                    <a:pt x="1" y="20412"/>
                    <a:pt x="28" y="20466"/>
                    <a:pt x="81" y="20493"/>
                  </a:cubicBezTo>
                  <a:cubicBezTo>
                    <a:pt x="1794" y="21510"/>
                    <a:pt x="2865" y="23303"/>
                    <a:pt x="2918" y="25310"/>
                  </a:cubicBezTo>
                  <a:cubicBezTo>
                    <a:pt x="2918" y="25364"/>
                    <a:pt x="2945" y="25391"/>
                    <a:pt x="2998" y="25417"/>
                  </a:cubicBezTo>
                  <a:cubicBezTo>
                    <a:pt x="4952" y="26381"/>
                    <a:pt x="6157" y="28362"/>
                    <a:pt x="6157" y="30530"/>
                  </a:cubicBezTo>
                  <a:cubicBezTo>
                    <a:pt x="6157" y="32698"/>
                    <a:pt x="4952" y="34652"/>
                    <a:pt x="2998" y="35642"/>
                  </a:cubicBezTo>
                  <a:cubicBezTo>
                    <a:pt x="2945" y="35642"/>
                    <a:pt x="2918" y="35695"/>
                    <a:pt x="2918" y="35749"/>
                  </a:cubicBezTo>
                  <a:cubicBezTo>
                    <a:pt x="3079" y="37837"/>
                    <a:pt x="1633" y="39630"/>
                    <a:pt x="81" y="40540"/>
                  </a:cubicBezTo>
                  <a:cubicBezTo>
                    <a:pt x="54" y="40540"/>
                    <a:pt x="28" y="40594"/>
                    <a:pt x="1" y="40620"/>
                  </a:cubicBezTo>
                  <a:cubicBezTo>
                    <a:pt x="1" y="40674"/>
                    <a:pt x="28" y="40727"/>
                    <a:pt x="81" y="40754"/>
                  </a:cubicBezTo>
                  <a:cubicBezTo>
                    <a:pt x="1821" y="41771"/>
                    <a:pt x="2918" y="43645"/>
                    <a:pt x="2918" y="45545"/>
                  </a:cubicBezTo>
                  <a:cubicBezTo>
                    <a:pt x="2918" y="45545"/>
                    <a:pt x="2918" y="45545"/>
                    <a:pt x="2918" y="45572"/>
                  </a:cubicBezTo>
                  <a:cubicBezTo>
                    <a:pt x="2918" y="45626"/>
                    <a:pt x="2945" y="45652"/>
                    <a:pt x="2998" y="45679"/>
                  </a:cubicBezTo>
                  <a:cubicBezTo>
                    <a:pt x="4952" y="46669"/>
                    <a:pt x="6157" y="48623"/>
                    <a:pt x="6157" y="50791"/>
                  </a:cubicBezTo>
                  <a:cubicBezTo>
                    <a:pt x="6157" y="52959"/>
                    <a:pt x="4952" y="54913"/>
                    <a:pt x="2998" y="55904"/>
                  </a:cubicBezTo>
                  <a:cubicBezTo>
                    <a:pt x="2945" y="55930"/>
                    <a:pt x="2918" y="55957"/>
                    <a:pt x="2918" y="56011"/>
                  </a:cubicBezTo>
                  <a:cubicBezTo>
                    <a:pt x="2891" y="57991"/>
                    <a:pt x="1821" y="59785"/>
                    <a:pt x="81" y="60802"/>
                  </a:cubicBezTo>
                  <a:cubicBezTo>
                    <a:pt x="54" y="60828"/>
                    <a:pt x="28" y="60855"/>
                    <a:pt x="1" y="60882"/>
                  </a:cubicBezTo>
                  <a:cubicBezTo>
                    <a:pt x="1" y="60935"/>
                    <a:pt x="28" y="60989"/>
                    <a:pt x="81" y="61016"/>
                  </a:cubicBezTo>
                  <a:cubicBezTo>
                    <a:pt x="1821" y="62033"/>
                    <a:pt x="2891" y="63826"/>
                    <a:pt x="2918" y="65834"/>
                  </a:cubicBezTo>
                  <a:cubicBezTo>
                    <a:pt x="2918" y="65887"/>
                    <a:pt x="2945" y="65914"/>
                    <a:pt x="2998" y="65941"/>
                  </a:cubicBezTo>
                  <a:cubicBezTo>
                    <a:pt x="4952" y="66931"/>
                    <a:pt x="6157" y="68885"/>
                    <a:pt x="6157" y="71053"/>
                  </a:cubicBezTo>
                  <a:cubicBezTo>
                    <a:pt x="6157" y="73221"/>
                    <a:pt x="4952" y="75175"/>
                    <a:pt x="2998" y="76165"/>
                  </a:cubicBezTo>
                  <a:cubicBezTo>
                    <a:pt x="2945" y="76192"/>
                    <a:pt x="2918" y="76219"/>
                    <a:pt x="2918" y="76272"/>
                  </a:cubicBezTo>
                  <a:cubicBezTo>
                    <a:pt x="2891" y="78280"/>
                    <a:pt x="1821" y="80073"/>
                    <a:pt x="81" y="81090"/>
                  </a:cubicBezTo>
                  <a:cubicBezTo>
                    <a:pt x="28" y="81117"/>
                    <a:pt x="1" y="81197"/>
                    <a:pt x="28" y="81251"/>
                  </a:cubicBezTo>
                  <a:cubicBezTo>
                    <a:pt x="47" y="81290"/>
                    <a:pt x="95" y="81315"/>
                    <a:pt x="151" y="81315"/>
                  </a:cubicBezTo>
                  <a:cubicBezTo>
                    <a:pt x="172" y="81315"/>
                    <a:pt x="193" y="81311"/>
                    <a:pt x="215" y="81304"/>
                  </a:cubicBezTo>
                  <a:cubicBezTo>
                    <a:pt x="1981" y="80260"/>
                    <a:pt x="3106" y="78413"/>
                    <a:pt x="3186" y="76352"/>
                  </a:cubicBezTo>
                  <a:cubicBezTo>
                    <a:pt x="5167" y="75309"/>
                    <a:pt x="6398" y="73301"/>
                    <a:pt x="6398" y="71053"/>
                  </a:cubicBezTo>
                  <a:cubicBezTo>
                    <a:pt x="6398" y="68805"/>
                    <a:pt x="5167" y="66797"/>
                    <a:pt x="3186" y="65753"/>
                  </a:cubicBezTo>
                  <a:cubicBezTo>
                    <a:pt x="3106" y="63773"/>
                    <a:pt x="2062" y="61979"/>
                    <a:pt x="375" y="60909"/>
                  </a:cubicBezTo>
                  <a:cubicBezTo>
                    <a:pt x="2062" y="59865"/>
                    <a:pt x="3106" y="58072"/>
                    <a:pt x="3186" y="56091"/>
                  </a:cubicBezTo>
                  <a:cubicBezTo>
                    <a:pt x="5167" y="55047"/>
                    <a:pt x="6398" y="53040"/>
                    <a:pt x="6398" y="50791"/>
                  </a:cubicBezTo>
                  <a:cubicBezTo>
                    <a:pt x="6398" y="48543"/>
                    <a:pt x="5167" y="46536"/>
                    <a:pt x="3186" y="45492"/>
                  </a:cubicBezTo>
                  <a:cubicBezTo>
                    <a:pt x="3159" y="43591"/>
                    <a:pt x="2088" y="41718"/>
                    <a:pt x="375" y="40647"/>
                  </a:cubicBezTo>
                  <a:cubicBezTo>
                    <a:pt x="1901" y="39710"/>
                    <a:pt x="3293" y="37890"/>
                    <a:pt x="3186" y="35829"/>
                  </a:cubicBezTo>
                  <a:cubicBezTo>
                    <a:pt x="5167" y="34785"/>
                    <a:pt x="6398" y="32751"/>
                    <a:pt x="6398" y="30530"/>
                  </a:cubicBezTo>
                  <a:cubicBezTo>
                    <a:pt x="6398" y="28281"/>
                    <a:pt x="5167" y="26247"/>
                    <a:pt x="3186" y="25230"/>
                  </a:cubicBezTo>
                  <a:cubicBezTo>
                    <a:pt x="3079" y="23223"/>
                    <a:pt x="2062" y="21429"/>
                    <a:pt x="375" y="20386"/>
                  </a:cubicBezTo>
                  <a:cubicBezTo>
                    <a:pt x="2088" y="19315"/>
                    <a:pt x="3186" y="17415"/>
                    <a:pt x="3186" y="15541"/>
                  </a:cubicBezTo>
                  <a:cubicBezTo>
                    <a:pt x="5167" y="14524"/>
                    <a:pt x="6398" y="12490"/>
                    <a:pt x="6398" y="10268"/>
                  </a:cubicBezTo>
                  <a:cubicBezTo>
                    <a:pt x="6398" y="8020"/>
                    <a:pt x="5167" y="5986"/>
                    <a:pt x="3186" y="4969"/>
                  </a:cubicBezTo>
                  <a:lnTo>
                    <a:pt x="3186" y="4942"/>
                  </a:lnTo>
                  <a:cubicBezTo>
                    <a:pt x="3186" y="3041"/>
                    <a:pt x="1981" y="1061"/>
                    <a:pt x="188" y="17"/>
                  </a:cubicBezTo>
                  <a:cubicBezTo>
                    <a:pt x="169" y="7"/>
                    <a:pt x="145" y="1"/>
                    <a:pt x="12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4" name="Google Shape;2014;p111"/>
            <p:cNvSpPr/>
            <p:nvPr/>
          </p:nvSpPr>
          <p:spPr>
            <a:xfrm>
              <a:off x="992900" y="566950"/>
              <a:ext cx="160625" cy="2033000"/>
            </a:xfrm>
            <a:custGeom>
              <a:avLst/>
              <a:gdLst/>
              <a:ahLst/>
              <a:cxnLst/>
              <a:rect l="l" t="t" r="r" b="b"/>
              <a:pathLst>
                <a:path w="6425" h="81320" extrusionOk="0">
                  <a:moveTo>
                    <a:pt x="145" y="1"/>
                  </a:moveTo>
                  <a:cubicBezTo>
                    <a:pt x="104" y="1"/>
                    <a:pt x="60" y="24"/>
                    <a:pt x="27" y="57"/>
                  </a:cubicBezTo>
                  <a:cubicBezTo>
                    <a:pt x="27" y="84"/>
                    <a:pt x="27" y="110"/>
                    <a:pt x="27" y="137"/>
                  </a:cubicBezTo>
                  <a:cubicBezTo>
                    <a:pt x="27" y="164"/>
                    <a:pt x="54" y="217"/>
                    <a:pt x="81" y="244"/>
                  </a:cubicBezTo>
                  <a:cubicBezTo>
                    <a:pt x="1821" y="1261"/>
                    <a:pt x="2972" y="3188"/>
                    <a:pt x="2945" y="5035"/>
                  </a:cubicBezTo>
                  <a:cubicBezTo>
                    <a:pt x="2945" y="5089"/>
                    <a:pt x="2972" y="5142"/>
                    <a:pt x="2998" y="5169"/>
                  </a:cubicBezTo>
                  <a:cubicBezTo>
                    <a:pt x="4952" y="6133"/>
                    <a:pt x="6157" y="8086"/>
                    <a:pt x="6157" y="10255"/>
                  </a:cubicBezTo>
                  <a:cubicBezTo>
                    <a:pt x="6157" y="12449"/>
                    <a:pt x="4952" y="14403"/>
                    <a:pt x="2998" y="15367"/>
                  </a:cubicBezTo>
                  <a:cubicBezTo>
                    <a:pt x="2972" y="15394"/>
                    <a:pt x="2945" y="15447"/>
                    <a:pt x="2945" y="15501"/>
                  </a:cubicBezTo>
                  <a:cubicBezTo>
                    <a:pt x="2998" y="17347"/>
                    <a:pt x="1847" y="19248"/>
                    <a:pt x="108" y="20292"/>
                  </a:cubicBezTo>
                  <a:cubicBezTo>
                    <a:pt x="54" y="20292"/>
                    <a:pt x="27" y="20318"/>
                    <a:pt x="27" y="20372"/>
                  </a:cubicBezTo>
                  <a:cubicBezTo>
                    <a:pt x="1" y="20425"/>
                    <a:pt x="27" y="20479"/>
                    <a:pt x="81" y="20506"/>
                  </a:cubicBezTo>
                  <a:cubicBezTo>
                    <a:pt x="1794" y="21496"/>
                    <a:pt x="2865" y="23289"/>
                    <a:pt x="2945" y="25324"/>
                  </a:cubicBezTo>
                  <a:cubicBezTo>
                    <a:pt x="2945" y="25350"/>
                    <a:pt x="2972" y="25404"/>
                    <a:pt x="2998" y="25431"/>
                  </a:cubicBezTo>
                  <a:cubicBezTo>
                    <a:pt x="4952" y="26394"/>
                    <a:pt x="6157" y="28348"/>
                    <a:pt x="6157" y="30543"/>
                  </a:cubicBezTo>
                  <a:cubicBezTo>
                    <a:pt x="6157" y="32711"/>
                    <a:pt x="4952" y="34665"/>
                    <a:pt x="2998" y="35628"/>
                  </a:cubicBezTo>
                  <a:cubicBezTo>
                    <a:pt x="2972" y="35655"/>
                    <a:pt x="2945" y="35709"/>
                    <a:pt x="2945" y="35762"/>
                  </a:cubicBezTo>
                  <a:cubicBezTo>
                    <a:pt x="3105" y="37823"/>
                    <a:pt x="1633" y="39643"/>
                    <a:pt x="108" y="40553"/>
                  </a:cubicBezTo>
                  <a:cubicBezTo>
                    <a:pt x="54" y="40553"/>
                    <a:pt x="27" y="40580"/>
                    <a:pt x="27" y="40633"/>
                  </a:cubicBezTo>
                  <a:cubicBezTo>
                    <a:pt x="1" y="40687"/>
                    <a:pt x="27" y="40741"/>
                    <a:pt x="81" y="40767"/>
                  </a:cubicBezTo>
                  <a:cubicBezTo>
                    <a:pt x="1821" y="41784"/>
                    <a:pt x="2945" y="43658"/>
                    <a:pt x="2945" y="45532"/>
                  </a:cubicBezTo>
                  <a:cubicBezTo>
                    <a:pt x="2945" y="45558"/>
                    <a:pt x="2945" y="45558"/>
                    <a:pt x="2945" y="45585"/>
                  </a:cubicBezTo>
                  <a:cubicBezTo>
                    <a:pt x="2945" y="45612"/>
                    <a:pt x="2972" y="45665"/>
                    <a:pt x="2998" y="45692"/>
                  </a:cubicBezTo>
                  <a:cubicBezTo>
                    <a:pt x="4952" y="46656"/>
                    <a:pt x="6157" y="48636"/>
                    <a:pt x="6157" y="50804"/>
                  </a:cubicBezTo>
                  <a:cubicBezTo>
                    <a:pt x="6157" y="52972"/>
                    <a:pt x="4952" y="54926"/>
                    <a:pt x="2998" y="55917"/>
                  </a:cubicBezTo>
                  <a:cubicBezTo>
                    <a:pt x="2972" y="55917"/>
                    <a:pt x="2945" y="55970"/>
                    <a:pt x="2945" y="56024"/>
                  </a:cubicBezTo>
                  <a:cubicBezTo>
                    <a:pt x="2891" y="58004"/>
                    <a:pt x="1821" y="59798"/>
                    <a:pt x="108" y="60815"/>
                  </a:cubicBezTo>
                  <a:cubicBezTo>
                    <a:pt x="54" y="60815"/>
                    <a:pt x="27" y="60868"/>
                    <a:pt x="27" y="60895"/>
                  </a:cubicBezTo>
                  <a:cubicBezTo>
                    <a:pt x="1" y="60949"/>
                    <a:pt x="27" y="61002"/>
                    <a:pt x="81" y="61029"/>
                  </a:cubicBezTo>
                  <a:cubicBezTo>
                    <a:pt x="1821" y="62046"/>
                    <a:pt x="2891" y="63839"/>
                    <a:pt x="2945" y="65847"/>
                  </a:cubicBezTo>
                  <a:cubicBezTo>
                    <a:pt x="2945" y="65900"/>
                    <a:pt x="2972" y="65927"/>
                    <a:pt x="2998" y="65954"/>
                  </a:cubicBezTo>
                  <a:cubicBezTo>
                    <a:pt x="4952" y="66944"/>
                    <a:pt x="6157" y="68898"/>
                    <a:pt x="6157" y="71066"/>
                  </a:cubicBezTo>
                  <a:cubicBezTo>
                    <a:pt x="6157" y="73234"/>
                    <a:pt x="4952" y="75188"/>
                    <a:pt x="2998" y="76178"/>
                  </a:cubicBezTo>
                  <a:cubicBezTo>
                    <a:pt x="2972" y="76178"/>
                    <a:pt x="2945" y="76232"/>
                    <a:pt x="2945" y="76285"/>
                  </a:cubicBezTo>
                  <a:cubicBezTo>
                    <a:pt x="2891" y="78266"/>
                    <a:pt x="1821" y="80086"/>
                    <a:pt x="81" y="81076"/>
                  </a:cubicBezTo>
                  <a:cubicBezTo>
                    <a:pt x="27" y="81130"/>
                    <a:pt x="1" y="81183"/>
                    <a:pt x="27" y="81264"/>
                  </a:cubicBezTo>
                  <a:cubicBezTo>
                    <a:pt x="60" y="81297"/>
                    <a:pt x="104" y="81320"/>
                    <a:pt x="145" y="81320"/>
                  </a:cubicBezTo>
                  <a:cubicBezTo>
                    <a:pt x="170" y="81320"/>
                    <a:pt x="194" y="81311"/>
                    <a:pt x="215" y="81290"/>
                  </a:cubicBezTo>
                  <a:cubicBezTo>
                    <a:pt x="2008" y="80273"/>
                    <a:pt x="3105" y="78427"/>
                    <a:pt x="3186" y="76366"/>
                  </a:cubicBezTo>
                  <a:cubicBezTo>
                    <a:pt x="5193" y="75322"/>
                    <a:pt x="6424" y="73314"/>
                    <a:pt x="6424" y="71066"/>
                  </a:cubicBezTo>
                  <a:cubicBezTo>
                    <a:pt x="6424" y="68818"/>
                    <a:pt x="5193" y="66784"/>
                    <a:pt x="3186" y="65766"/>
                  </a:cubicBezTo>
                  <a:cubicBezTo>
                    <a:pt x="3105" y="63786"/>
                    <a:pt x="2088" y="61992"/>
                    <a:pt x="402" y="60922"/>
                  </a:cubicBezTo>
                  <a:cubicBezTo>
                    <a:pt x="2088" y="59878"/>
                    <a:pt x="3105" y="58085"/>
                    <a:pt x="3186" y="56104"/>
                  </a:cubicBezTo>
                  <a:cubicBezTo>
                    <a:pt x="5193" y="55060"/>
                    <a:pt x="6424" y="53053"/>
                    <a:pt x="6424" y="50804"/>
                  </a:cubicBezTo>
                  <a:cubicBezTo>
                    <a:pt x="6424" y="48556"/>
                    <a:pt x="5193" y="46522"/>
                    <a:pt x="3186" y="45505"/>
                  </a:cubicBezTo>
                  <a:cubicBezTo>
                    <a:pt x="3159" y="43604"/>
                    <a:pt x="2088" y="41731"/>
                    <a:pt x="402" y="40660"/>
                  </a:cubicBezTo>
                  <a:cubicBezTo>
                    <a:pt x="1901" y="39723"/>
                    <a:pt x="3320" y="37877"/>
                    <a:pt x="3186" y="35816"/>
                  </a:cubicBezTo>
                  <a:cubicBezTo>
                    <a:pt x="5193" y="34799"/>
                    <a:pt x="6424" y="32764"/>
                    <a:pt x="6424" y="30543"/>
                  </a:cubicBezTo>
                  <a:cubicBezTo>
                    <a:pt x="6424" y="28295"/>
                    <a:pt x="5193" y="26260"/>
                    <a:pt x="3186" y="25243"/>
                  </a:cubicBezTo>
                  <a:cubicBezTo>
                    <a:pt x="3105" y="23236"/>
                    <a:pt x="2062" y="21443"/>
                    <a:pt x="402" y="20399"/>
                  </a:cubicBezTo>
                  <a:cubicBezTo>
                    <a:pt x="2088" y="19328"/>
                    <a:pt x="3186" y="17454"/>
                    <a:pt x="3186" y="15608"/>
                  </a:cubicBezTo>
                  <a:cubicBezTo>
                    <a:pt x="3186" y="15608"/>
                    <a:pt x="3186" y="15581"/>
                    <a:pt x="3186" y="15554"/>
                  </a:cubicBezTo>
                  <a:cubicBezTo>
                    <a:pt x="5193" y="14537"/>
                    <a:pt x="6424" y="12503"/>
                    <a:pt x="6424" y="10255"/>
                  </a:cubicBezTo>
                  <a:cubicBezTo>
                    <a:pt x="6424" y="8033"/>
                    <a:pt x="5193" y="5999"/>
                    <a:pt x="3186" y="4982"/>
                  </a:cubicBezTo>
                  <a:lnTo>
                    <a:pt x="3186" y="4955"/>
                  </a:lnTo>
                  <a:cubicBezTo>
                    <a:pt x="3186" y="3028"/>
                    <a:pt x="2008" y="1074"/>
                    <a:pt x="215" y="30"/>
                  </a:cubicBezTo>
                  <a:cubicBezTo>
                    <a:pt x="194" y="10"/>
                    <a:pt x="170" y="1"/>
                    <a:pt x="14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5" name="Google Shape;2015;p111"/>
            <p:cNvSpPr/>
            <p:nvPr/>
          </p:nvSpPr>
          <p:spPr>
            <a:xfrm>
              <a:off x="839675" y="818875"/>
              <a:ext cx="159950" cy="2032875"/>
            </a:xfrm>
            <a:custGeom>
              <a:avLst/>
              <a:gdLst/>
              <a:ahLst/>
              <a:cxnLst/>
              <a:rect l="l" t="t" r="r" b="b"/>
              <a:pathLst>
                <a:path w="6398" h="81315" extrusionOk="0">
                  <a:moveTo>
                    <a:pt x="122" y="1"/>
                  </a:moveTo>
                  <a:cubicBezTo>
                    <a:pt x="83" y="1"/>
                    <a:pt x="44" y="20"/>
                    <a:pt x="27" y="70"/>
                  </a:cubicBezTo>
                  <a:cubicBezTo>
                    <a:pt x="0" y="70"/>
                    <a:pt x="0" y="97"/>
                    <a:pt x="0" y="124"/>
                  </a:cubicBezTo>
                  <a:cubicBezTo>
                    <a:pt x="0" y="178"/>
                    <a:pt x="27" y="204"/>
                    <a:pt x="54" y="231"/>
                  </a:cubicBezTo>
                  <a:cubicBezTo>
                    <a:pt x="1794" y="1248"/>
                    <a:pt x="2971" y="3175"/>
                    <a:pt x="2918" y="5022"/>
                  </a:cubicBezTo>
                  <a:cubicBezTo>
                    <a:pt x="2918" y="5076"/>
                    <a:pt x="2945" y="5129"/>
                    <a:pt x="2998" y="5156"/>
                  </a:cubicBezTo>
                  <a:cubicBezTo>
                    <a:pt x="4925" y="6119"/>
                    <a:pt x="6156" y="8073"/>
                    <a:pt x="6156" y="10268"/>
                  </a:cubicBezTo>
                  <a:cubicBezTo>
                    <a:pt x="6156" y="12436"/>
                    <a:pt x="4925" y="14390"/>
                    <a:pt x="2998" y="15354"/>
                  </a:cubicBezTo>
                  <a:cubicBezTo>
                    <a:pt x="2945" y="15380"/>
                    <a:pt x="2918" y="15434"/>
                    <a:pt x="2918" y="15487"/>
                  </a:cubicBezTo>
                  <a:cubicBezTo>
                    <a:pt x="2971" y="17334"/>
                    <a:pt x="1847" y="19235"/>
                    <a:pt x="81" y="20278"/>
                  </a:cubicBezTo>
                  <a:cubicBezTo>
                    <a:pt x="54" y="20278"/>
                    <a:pt x="27" y="20305"/>
                    <a:pt x="0" y="20359"/>
                  </a:cubicBezTo>
                  <a:cubicBezTo>
                    <a:pt x="0" y="20412"/>
                    <a:pt x="27" y="20466"/>
                    <a:pt x="54" y="20493"/>
                  </a:cubicBezTo>
                  <a:cubicBezTo>
                    <a:pt x="1794" y="21510"/>
                    <a:pt x="2864" y="23303"/>
                    <a:pt x="2918" y="25310"/>
                  </a:cubicBezTo>
                  <a:cubicBezTo>
                    <a:pt x="2918" y="25364"/>
                    <a:pt x="2945" y="25391"/>
                    <a:pt x="2998" y="25417"/>
                  </a:cubicBezTo>
                  <a:cubicBezTo>
                    <a:pt x="4925" y="26381"/>
                    <a:pt x="6156" y="28362"/>
                    <a:pt x="6156" y="30530"/>
                  </a:cubicBezTo>
                  <a:cubicBezTo>
                    <a:pt x="6156" y="32698"/>
                    <a:pt x="4925" y="34652"/>
                    <a:pt x="2998" y="35642"/>
                  </a:cubicBezTo>
                  <a:cubicBezTo>
                    <a:pt x="2945" y="35642"/>
                    <a:pt x="2918" y="35695"/>
                    <a:pt x="2918" y="35749"/>
                  </a:cubicBezTo>
                  <a:cubicBezTo>
                    <a:pt x="3078" y="37837"/>
                    <a:pt x="1606" y="39630"/>
                    <a:pt x="81" y="40540"/>
                  </a:cubicBezTo>
                  <a:cubicBezTo>
                    <a:pt x="54" y="40540"/>
                    <a:pt x="27" y="40594"/>
                    <a:pt x="0" y="40620"/>
                  </a:cubicBezTo>
                  <a:cubicBezTo>
                    <a:pt x="0" y="40674"/>
                    <a:pt x="27" y="40727"/>
                    <a:pt x="54" y="40754"/>
                  </a:cubicBezTo>
                  <a:cubicBezTo>
                    <a:pt x="1794" y="41771"/>
                    <a:pt x="2918" y="43645"/>
                    <a:pt x="2918" y="45545"/>
                  </a:cubicBezTo>
                  <a:cubicBezTo>
                    <a:pt x="2918" y="45545"/>
                    <a:pt x="2918" y="45545"/>
                    <a:pt x="2918" y="45572"/>
                  </a:cubicBezTo>
                  <a:cubicBezTo>
                    <a:pt x="2918" y="45626"/>
                    <a:pt x="2945" y="45652"/>
                    <a:pt x="2998" y="45679"/>
                  </a:cubicBezTo>
                  <a:cubicBezTo>
                    <a:pt x="4925" y="46669"/>
                    <a:pt x="6156" y="48623"/>
                    <a:pt x="6156" y="50791"/>
                  </a:cubicBezTo>
                  <a:cubicBezTo>
                    <a:pt x="6156" y="52959"/>
                    <a:pt x="4925" y="54913"/>
                    <a:pt x="2998" y="55904"/>
                  </a:cubicBezTo>
                  <a:cubicBezTo>
                    <a:pt x="2945" y="55930"/>
                    <a:pt x="2918" y="55957"/>
                    <a:pt x="2918" y="56011"/>
                  </a:cubicBezTo>
                  <a:cubicBezTo>
                    <a:pt x="2864" y="57991"/>
                    <a:pt x="1820" y="59785"/>
                    <a:pt x="81" y="60802"/>
                  </a:cubicBezTo>
                  <a:cubicBezTo>
                    <a:pt x="54" y="60828"/>
                    <a:pt x="27" y="60855"/>
                    <a:pt x="0" y="60882"/>
                  </a:cubicBezTo>
                  <a:cubicBezTo>
                    <a:pt x="0" y="60935"/>
                    <a:pt x="27" y="60989"/>
                    <a:pt x="54" y="61016"/>
                  </a:cubicBezTo>
                  <a:cubicBezTo>
                    <a:pt x="1794" y="62033"/>
                    <a:pt x="2864" y="63826"/>
                    <a:pt x="2918" y="65834"/>
                  </a:cubicBezTo>
                  <a:cubicBezTo>
                    <a:pt x="2918" y="65887"/>
                    <a:pt x="2945" y="65914"/>
                    <a:pt x="2998" y="65941"/>
                  </a:cubicBezTo>
                  <a:cubicBezTo>
                    <a:pt x="4925" y="66931"/>
                    <a:pt x="6156" y="68885"/>
                    <a:pt x="6156" y="71053"/>
                  </a:cubicBezTo>
                  <a:cubicBezTo>
                    <a:pt x="6156" y="73221"/>
                    <a:pt x="4925" y="75175"/>
                    <a:pt x="2998" y="76165"/>
                  </a:cubicBezTo>
                  <a:cubicBezTo>
                    <a:pt x="2945" y="76192"/>
                    <a:pt x="2918" y="76219"/>
                    <a:pt x="2918" y="76272"/>
                  </a:cubicBezTo>
                  <a:cubicBezTo>
                    <a:pt x="2864" y="78280"/>
                    <a:pt x="1794" y="80073"/>
                    <a:pt x="81" y="81090"/>
                  </a:cubicBezTo>
                  <a:cubicBezTo>
                    <a:pt x="0" y="81117"/>
                    <a:pt x="0" y="81197"/>
                    <a:pt x="27" y="81251"/>
                  </a:cubicBezTo>
                  <a:cubicBezTo>
                    <a:pt x="47" y="81290"/>
                    <a:pt x="95" y="81315"/>
                    <a:pt x="140" y="81315"/>
                  </a:cubicBezTo>
                  <a:cubicBezTo>
                    <a:pt x="157" y="81315"/>
                    <a:pt x="173" y="81311"/>
                    <a:pt x="188" y="81304"/>
                  </a:cubicBezTo>
                  <a:cubicBezTo>
                    <a:pt x="1981" y="80260"/>
                    <a:pt x="3105" y="78413"/>
                    <a:pt x="3159" y="76352"/>
                  </a:cubicBezTo>
                  <a:cubicBezTo>
                    <a:pt x="5166" y="75309"/>
                    <a:pt x="6397" y="73301"/>
                    <a:pt x="6397" y="71053"/>
                  </a:cubicBezTo>
                  <a:cubicBezTo>
                    <a:pt x="6397" y="68805"/>
                    <a:pt x="5166" y="66797"/>
                    <a:pt x="3159" y="65753"/>
                  </a:cubicBezTo>
                  <a:cubicBezTo>
                    <a:pt x="3105" y="63773"/>
                    <a:pt x="2061" y="61979"/>
                    <a:pt x="375" y="60909"/>
                  </a:cubicBezTo>
                  <a:cubicBezTo>
                    <a:pt x="2061" y="59865"/>
                    <a:pt x="3105" y="58072"/>
                    <a:pt x="3159" y="56091"/>
                  </a:cubicBezTo>
                  <a:cubicBezTo>
                    <a:pt x="5166" y="55047"/>
                    <a:pt x="6397" y="53040"/>
                    <a:pt x="6397" y="50791"/>
                  </a:cubicBezTo>
                  <a:cubicBezTo>
                    <a:pt x="6397" y="48543"/>
                    <a:pt x="5166" y="46536"/>
                    <a:pt x="3159" y="45492"/>
                  </a:cubicBezTo>
                  <a:cubicBezTo>
                    <a:pt x="3159" y="43591"/>
                    <a:pt x="2061" y="41718"/>
                    <a:pt x="375" y="40647"/>
                  </a:cubicBezTo>
                  <a:cubicBezTo>
                    <a:pt x="1901" y="39710"/>
                    <a:pt x="3292" y="37890"/>
                    <a:pt x="3185" y="35829"/>
                  </a:cubicBezTo>
                  <a:cubicBezTo>
                    <a:pt x="5166" y="34785"/>
                    <a:pt x="6397" y="32751"/>
                    <a:pt x="6397" y="30530"/>
                  </a:cubicBezTo>
                  <a:cubicBezTo>
                    <a:pt x="6397" y="28281"/>
                    <a:pt x="5166" y="26247"/>
                    <a:pt x="3159" y="25230"/>
                  </a:cubicBezTo>
                  <a:cubicBezTo>
                    <a:pt x="3078" y="23223"/>
                    <a:pt x="2035" y="21429"/>
                    <a:pt x="375" y="20386"/>
                  </a:cubicBezTo>
                  <a:cubicBezTo>
                    <a:pt x="2061" y="19315"/>
                    <a:pt x="3159" y="17441"/>
                    <a:pt x="3159" y="15595"/>
                  </a:cubicBezTo>
                  <a:cubicBezTo>
                    <a:pt x="3159" y="15595"/>
                    <a:pt x="3159" y="15568"/>
                    <a:pt x="3159" y="15541"/>
                  </a:cubicBezTo>
                  <a:cubicBezTo>
                    <a:pt x="5166" y="14524"/>
                    <a:pt x="6397" y="12490"/>
                    <a:pt x="6397" y="10268"/>
                  </a:cubicBezTo>
                  <a:cubicBezTo>
                    <a:pt x="6397" y="8020"/>
                    <a:pt x="5166" y="5986"/>
                    <a:pt x="3159" y="4969"/>
                  </a:cubicBezTo>
                  <a:lnTo>
                    <a:pt x="3159" y="4942"/>
                  </a:lnTo>
                  <a:cubicBezTo>
                    <a:pt x="3159" y="3041"/>
                    <a:pt x="1981" y="1061"/>
                    <a:pt x="188" y="17"/>
                  </a:cubicBezTo>
                  <a:cubicBezTo>
                    <a:pt x="168" y="7"/>
                    <a:pt x="145" y="1"/>
                    <a:pt x="12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6" name="Google Shape;2016;p111"/>
            <p:cNvSpPr/>
            <p:nvPr/>
          </p:nvSpPr>
          <p:spPr>
            <a:xfrm>
              <a:off x="685775" y="566950"/>
              <a:ext cx="159950" cy="2033000"/>
            </a:xfrm>
            <a:custGeom>
              <a:avLst/>
              <a:gdLst/>
              <a:ahLst/>
              <a:cxnLst/>
              <a:rect l="l" t="t" r="r" b="b"/>
              <a:pathLst>
                <a:path w="6398" h="81320" extrusionOk="0">
                  <a:moveTo>
                    <a:pt x="119" y="1"/>
                  </a:moveTo>
                  <a:cubicBezTo>
                    <a:pt x="81" y="1"/>
                    <a:pt x="44" y="24"/>
                    <a:pt x="27" y="57"/>
                  </a:cubicBezTo>
                  <a:cubicBezTo>
                    <a:pt x="27" y="84"/>
                    <a:pt x="0" y="110"/>
                    <a:pt x="0" y="137"/>
                  </a:cubicBezTo>
                  <a:cubicBezTo>
                    <a:pt x="0" y="164"/>
                    <a:pt x="27" y="217"/>
                    <a:pt x="81" y="244"/>
                  </a:cubicBezTo>
                  <a:cubicBezTo>
                    <a:pt x="1820" y="1261"/>
                    <a:pt x="2944" y="3188"/>
                    <a:pt x="2918" y="5035"/>
                  </a:cubicBezTo>
                  <a:cubicBezTo>
                    <a:pt x="2918" y="5089"/>
                    <a:pt x="2944" y="5142"/>
                    <a:pt x="2998" y="5169"/>
                  </a:cubicBezTo>
                  <a:cubicBezTo>
                    <a:pt x="4952" y="6133"/>
                    <a:pt x="6156" y="8086"/>
                    <a:pt x="6156" y="10255"/>
                  </a:cubicBezTo>
                  <a:cubicBezTo>
                    <a:pt x="6156" y="12449"/>
                    <a:pt x="4952" y="14403"/>
                    <a:pt x="2998" y="15367"/>
                  </a:cubicBezTo>
                  <a:cubicBezTo>
                    <a:pt x="2944" y="15394"/>
                    <a:pt x="2918" y="15447"/>
                    <a:pt x="2918" y="15501"/>
                  </a:cubicBezTo>
                  <a:cubicBezTo>
                    <a:pt x="2998" y="17347"/>
                    <a:pt x="1847" y="19248"/>
                    <a:pt x="81" y="20292"/>
                  </a:cubicBezTo>
                  <a:cubicBezTo>
                    <a:pt x="54" y="20292"/>
                    <a:pt x="27" y="20318"/>
                    <a:pt x="27" y="20372"/>
                  </a:cubicBezTo>
                  <a:cubicBezTo>
                    <a:pt x="0" y="20425"/>
                    <a:pt x="27" y="20479"/>
                    <a:pt x="81" y="20506"/>
                  </a:cubicBezTo>
                  <a:cubicBezTo>
                    <a:pt x="1794" y="21496"/>
                    <a:pt x="2864" y="23316"/>
                    <a:pt x="2918" y="25324"/>
                  </a:cubicBezTo>
                  <a:cubicBezTo>
                    <a:pt x="2918" y="25350"/>
                    <a:pt x="2944" y="25404"/>
                    <a:pt x="2998" y="25431"/>
                  </a:cubicBezTo>
                  <a:cubicBezTo>
                    <a:pt x="4952" y="26394"/>
                    <a:pt x="6156" y="28348"/>
                    <a:pt x="6156" y="30543"/>
                  </a:cubicBezTo>
                  <a:cubicBezTo>
                    <a:pt x="6156" y="32711"/>
                    <a:pt x="4952" y="34665"/>
                    <a:pt x="2998" y="35628"/>
                  </a:cubicBezTo>
                  <a:cubicBezTo>
                    <a:pt x="2944" y="35655"/>
                    <a:pt x="2918" y="35709"/>
                    <a:pt x="2918" y="35762"/>
                  </a:cubicBezTo>
                  <a:cubicBezTo>
                    <a:pt x="3078" y="37823"/>
                    <a:pt x="1633" y="39643"/>
                    <a:pt x="81" y="40553"/>
                  </a:cubicBezTo>
                  <a:cubicBezTo>
                    <a:pt x="54" y="40553"/>
                    <a:pt x="27" y="40580"/>
                    <a:pt x="27" y="40633"/>
                  </a:cubicBezTo>
                  <a:cubicBezTo>
                    <a:pt x="0" y="40687"/>
                    <a:pt x="27" y="40741"/>
                    <a:pt x="81" y="40767"/>
                  </a:cubicBezTo>
                  <a:cubicBezTo>
                    <a:pt x="1820" y="41784"/>
                    <a:pt x="2918" y="43658"/>
                    <a:pt x="2918" y="45532"/>
                  </a:cubicBezTo>
                  <a:cubicBezTo>
                    <a:pt x="2918" y="45558"/>
                    <a:pt x="2918" y="45558"/>
                    <a:pt x="2918" y="45585"/>
                  </a:cubicBezTo>
                  <a:cubicBezTo>
                    <a:pt x="2918" y="45612"/>
                    <a:pt x="2944" y="45665"/>
                    <a:pt x="2998" y="45692"/>
                  </a:cubicBezTo>
                  <a:cubicBezTo>
                    <a:pt x="4952" y="46656"/>
                    <a:pt x="6156" y="48636"/>
                    <a:pt x="6156" y="50804"/>
                  </a:cubicBezTo>
                  <a:cubicBezTo>
                    <a:pt x="6156" y="52972"/>
                    <a:pt x="4952" y="54926"/>
                    <a:pt x="2998" y="55917"/>
                  </a:cubicBezTo>
                  <a:cubicBezTo>
                    <a:pt x="2944" y="55917"/>
                    <a:pt x="2918" y="55970"/>
                    <a:pt x="2918" y="56024"/>
                  </a:cubicBezTo>
                  <a:cubicBezTo>
                    <a:pt x="2891" y="58004"/>
                    <a:pt x="1820" y="59798"/>
                    <a:pt x="81" y="60815"/>
                  </a:cubicBezTo>
                  <a:cubicBezTo>
                    <a:pt x="54" y="60815"/>
                    <a:pt x="27" y="60868"/>
                    <a:pt x="27" y="60895"/>
                  </a:cubicBezTo>
                  <a:cubicBezTo>
                    <a:pt x="0" y="60949"/>
                    <a:pt x="27" y="61002"/>
                    <a:pt x="81" y="61029"/>
                  </a:cubicBezTo>
                  <a:cubicBezTo>
                    <a:pt x="1820" y="62046"/>
                    <a:pt x="2891" y="63839"/>
                    <a:pt x="2918" y="65847"/>
                  </a:cubicBezTo>
                  <a:cubicBezTo>
                    <a:pt x="2918" y="65900"/>
                    <a:pt x="2944" y="65927"/>
                    <a:pt x="2998" y="65954"/>
                  </a:cubicBezTo>
                  <a:cubicBezTo>
                    <a:pt x="4952" y="66944"/>
                    <a:pt x="6156" y="68898"/>
                    <a:pt x="6156" y="71066"/>
                  </a:cubicBezTo>
                  <a:cubicBezTo>
                    <a:pt x="6156" y="73234"/>
                    <a:pt x="4952" y="75188"/>
                    <a:pt x="2998" y="76178"/>
                  </a:cubicBezTo>
                  <a:cubicBezTo>
                    <a:pt x="2944" y="76178"/>
                    <a:pt x="2918" y="76232"/>
                    <a:pt x="2918" y="76285"/>
                  </a:cubicBezTo>
                  <a:cubicBezTo>
                    <a:pt x="2891" y="78293"/>
                    <a:pt x="1820" y="80086"/>
                    <a:pt x="81" y="81076"/>
                  </a:cubicBezTo>
                  <a:cubicBezTo>
                    <a:pt x="27" y="81130"/>
                    <a:pt x="0" y="81183"/>
                    <a:pt x="27" y="81264"/>
                  </a:cubicBezTo>
                  <a:cubicBezTo>
                    <a:pt x="60" y="81297"/>
                    <a:pt x="93" y="81320"/>
                    <a:pt x="133" y="81320"/>
                  </a:cubicBezTo>
                  <a:cubicBezTo>
                    <a:pt x="157" y="81320"/>
                    <a:pt x="184" y="81311"/>
                    <a:pt x="214" y="81290"/>
                  </a:cubicBezTo>
                  <a:cubicBezTo>
                    <a:pt x="2008" y="80273"/>
                    <a:pt x="3105" y="78427"/>
                    <a:pt x="3185" y="76366"/>
                  </a:cubicBezTo>
                  <a:cubicBezTo>
                    <a:pt x="5166" y="75322"/>
                    <a:pt x="6397" y="73314"/>
                    <a:pt x="6397" y="71066"/>
                  </a:cubicBezTo>
                  <a:cubicBezTo>
                    <a:pt x="6397" y="68818"/>
                    <a:pt x="5166" y="66784"/>
                    <a:pt x="3185" y="65766"/>
                  </a:cubicBezTo>
                  <a:cubicBezTo>
                    <a:pt x="3105" y="63786"/>
                    <a:pt x="2061" y="61992"/>
                    <a:pt x="375" y="60922"/>
                  </a:cubicBezTo>
                  <a:cubicBezTo>
                    <a:pt x="2061" y="59878"/>
                    <a:pt x="3105" y="58085"/>
                    <a:pt x="3185" y="56104"/>
                  </a:cubicBezTo>
                  <a:cubicBezTo>
                    <a:pt x="5166" y="55060"/>
                    <a:pt x="6397" y="53053"/>
                    <a:pt x="6397" y="50804"/>
                  </a:cubicBezTo>
                  <a:cubicBezTo>
                    <a:pt x="6397" y="48556"/>
                    <a:pt x="5166" y="46522"/>
                    <a:pt x="3185" y="45505"/>
                  </a:cubicBezTo>
                  <a:cubicBezTo>
                    <a:pt x="3159" y="43604"/>
                    <a:pt x="2088" y="41731"/>
                    <a:pt x="375" y="40660"/>
                  </a:cubicBezTo>
                  <a:cubicBezTo>
                    <a:pt x="1901" y="39723"/>
                    <a:pt x="3292" y="37903"/>
                    <a:pt x="3185" y="35816"/>
                  </a:cubicBezTo>
                  <a:cubicBezTo>
                    <a:pt x="5166" y="34799"/>
                    <a:pt x="6397" y="32764"/>
                    <a:pt x="6397" y="30543"/>
                  </a:cubicBezTo>
                  <a:cubicBezTo>
                    <a:pt x="6397" y="28295"/>
                    <a:pt x="5166" y="26260"/>
                    <a:pt x="3185" y="25243"/>
                  </a:cubicBezTo>
                  <a:cubicBezTo>
                    <a:pt x="3078" y="23236"/>
                    <a:pt x="2061" y="21443"/>
                    <a:pt x="375" y="20399"/>
                  </a:cubicBezTo>
                  <a:cubicBezTo>
                    <a:pt x="2088" y="19328"/>
                    <a:pt x="3185" y="17401"/>
                    <a:pt x="3185" y="15554"/>
                  </a:cubicBezTo>
                  <a:cubicBezTo>
                    <a:pt x="5166" y="14537"/>
                    <a:pt x="6397" y="12503"/>
                    <a:pt x="6397" y="10255"/>
                  </a:cubicBezTo>
                  <a:cubicBezTo>
                    <a:pt x="6397" y="8033"/>
                    <a:pt x="5166" y="5999"/>
                    <a:pt x="3185" y="4982"/>
                  </a:cubicBezTo>
                  <a:lnTo>
                    <a:pt x="3185" y="4955"/>
                  </a:lnTo>
                  <a:cubicBezTo>
                    <a:pt x="3185" y="3028"/>
                    <a:pt x="1981" y="1074"/>
                    <a:pt x="188" y="30"/>
                  </a:cubicBezTo>
                  <a:cubicBezTo>
                    <a:pt x="167" y="10"/>
                    <a:pt x="143" y="1"/>
                    <a:pt x="11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7" name="Google Shape;2017;p111"/>
            <p:cNvSpPr/>
            <p:nvPr/>
          </p:nvSpPr>
          <p:spPr>
            <a:xfrm>
              <a:off x="531875" y="818875"/>
              <a:ext cx="160600" cy="2032875"/>
            </a:xfrm>
            <a:custGeom>
              <a:avLst/>
              <a:gdLst/>
              <a:ahLst/>
              <a:cxnLst/>
              <a:rect l="l" t="t" r="r" b="b"/>
              <a:pathLst>
                <a:path w="6424" h="81315" extrusionOk="0">
                  <a:moveTo>
                    <a:pt x="147" y="1"/>
                  </a:moveTo>
                  <a:cubicBezTo>
                    <a:pt x="106" y="1"/>
                    <a:pt x="61" y="20"/>
                    <a:pt x="27" y="70"/>
                  </a:cubicBezTo>
                  <a:cubicBezTo>
                    <a:pt x="27" y="70"/>
                    <a:pt x="27" y="97"/>
                    <a:pt x="27" y="124"/>
                  </a:cubicBezTo>
                  <a:cubicBezTo>
                    <a:pt x="27" y="178"/>
                    <a:pt x="54" y="204"/>
                    <a:pt x="80" y="231"/>
                  </a:cubicBezTo>
                  <a:cubicBezTo>
                    <a:pt x="1820" y="1248"/>
                    <a:pt x="2971" y="3175"/>
                    <a:pt x="2944" y="5022"/>
                  </a:cubicBezTo>
                  <a:cubicBezTo>
                    <a:pt x="2944" y="5076"/>
                    <a:pt x="2971" y="5129"/>
                    <a:pt x="2998" y="5156"/>
                  </a:cubicBezTo>
                  <a:cubicBezTo>
                    <a:pt x="4952" y="6119"/>
                    <a:pt x="6156" y="8073"/>
                    <a:pt x="6156" y="10268"/>
                  </a:cubicBezTo>
                  <a:cubicBezTo>
                    <a:pt x="6156" y="12436"/>
                    <a:pt x="4952" y="14390"/>
                    <a:pt x="2998" y="15354"/>
                  </a:cubicBezTo>
                  <a:cubicBezTo>
                    <a:pt x="2971" y="15380"/>
                    <a:pt x="2944" y="15461"/>
                    <a:pt x="2944" y="15487"/>
                  </a:cubicBezTo>
                  <a:cubicBezTo>
                    <a:pt x="2998" y="17334"/>
                    <a:pt x="1847" y="19235"/>
                    <a:pt x="107" y="20278"/>
                  </a:cubicBezTo>
                  <a:cubicBezTo>
                    <a:pt x="54" y="20278"/>
                    <a:pt x="27" y="20305"/>
                    <a:pt x="27" y="20359"/>
                  </a:cubicBezTo>
                  <a:cubicBezTo>
                    <a:pt x="0" y="20412"/>
                    <a:pt x="27" y="20466"/>
                    <a:pt x="80" y="20493"/>
                  </a:cubicBezTo>
                  <a:cubicBezTo>
                    <a:pt x="1793" y="21510"/>
                    <a:pt x="2864" y="23303"/>
                    <a:pt x="2944" y="25310"/>
                  </a:cubicBezTo>
                  <a:cubicBezTo>
                    <a:pt x="2944" y="25364"/>
                    <a:pt x="2971" y="25391"/>
                    <a:pt x="2998" y="25417"/>
                  </a:cubicBezTo>
                  <a:cubicBezTo>
                    <a:pt x="4952" y="26381"/>
                    <a:pt x="6156" y="28362"/>
                    <a:pt x="6156" y="30530"/>
                  </a:cubicBezTo>
                  <a:cubicBezTo>
                    <a:pt x="6156" y="32698"/>
                    <a:pt x="4952" y="34652"/>
                    <a:pt x="2998" y="35642"/>
                  </a:cubicBezTo>
                  <a:cubicBezTo>
                    <a:pt x="2971" y="35642"/>
                    <a:pt x="2944" y="35695"/>
                    <a:pt x="2944" y="35749"/>
                  </a:cubicBezTo>
                  <a:cubicBezTo>
                    <a:pt x="3105" y="37837"/>
                    <a:pt x="1633" y="39630"/>
                    <a:pt x="107" y="40540"/>
                  </a:cubicBezTo>
                  <a:cubicBezTo>
                    <a:pt x="54" y="40540"/>
                    <a:pt x="27" y="40594"/>
                    <a:pt x="27" y="40620"/>
                  </a:cubicBezTo>
                  <a:cubicBezTo>
                    <a:pt x="0" y="40674"/>
                    <a:pt x="27" y="40727"/>
                    <a:pt x="80" y="40754"/>
                  </a:cubicBezTo>
                  <a:cubicBezTo>
                    <a:pt x="1820" y="41771"/>
                    <a:pt x="2944" y="43645"/>
                    <a:pt x="2944" y="45545"/>
                  </a:cubicBezTo>
                  <a:cubicBezTo>
                    <a:pt x="2944" y="45545"/>
                    <a:pt x="2944" y="45545"/>
                    <a:pt x="2944" y="45572"/>
                  </a:cubicBezTo>
                  <a:cubicBezTo>
                    <a:pt x="2944" y="45626"/>
                    <a:pt x="2971" y="45652"/>
                    <a:pt x="2998" y="45679"/>
                  </a:cubicBezTo>
                  <a:cubicBezTo>
                    <a:pt x="4952" y="46669"/>
                    <a:pt x="6156" y="48623"/>
                    <a:pt x="6156" y="50791"/>
                  </a:cubicBezTo>
                  <a:cubicBezTo>
                    <a:pt x="6156" y="52959"/>
                    <a:pt x="4952" y="54913"/>
                    <a:pt x="2998" y="55904"/>
                  </a:cubicBezTo>
                  <a:cubicBezTo>
                    <a:pt x="2971" y="55930"/>
                    <a:pt x="2944" y="55957"/>
                    <a:pt x="2944" y="56011"/>
                  </a:cubicBezTo>
                  <a:cubicBezTo>
                    <a:pt x="2891" y="57991"/>
                    <a:pt x="1820" y="59785"/>
                    <a:pt x="107" y="60802"/>
                  </a:cubicBezTo>
                  <a:cubicBezTo>
                    <a:pt x="54" y="60828"/>
                    <a:pt x="27" y="60855"/>
                    <a:pt x="27" y="60882"/>
                  </a:cubicBezTo>
                  <a:cubicBezTo>
                    <a:pt x="0" y="60935"/>
                    <a:pt x="27" y="60989"/>
                    <a:pt x="80" y="61016"/>
                  </a:cubicBezTo>
                  <a:cubicBezTo>
                    <a:pt x="1820" y="62033"/>
                    <a:pt x="2891" y="63826"/>
                    <a:pt x="2944" y="65834"/>
                  </a:cubicBezTo>
                  <a:cubicBezTo>
                    <a:pt x="2944" y="65887"/>
                    <a:pt x="2971" y="65914"/>
                    <a:pt x="2998" y="65941"/>
                  </a:cubicBezTo>
                  <a:cubicBezTo>
                    <a:pt x="4952" y="66931"/>
                    <a:pt x="6156" y="68885"/>
                    <a:pt x="6156" y="71053"/>
                  </a:cubicBezTo>
                  <a:cubicBezTo>
                    <a:pt x="6156" y="73221"/>
                    <a:pt x="4952" y="75175"/>
                    <a:pt x="2998" y="76165"/>
                  </a:cubicBezTo>
                  <a:cubicBezTo>
                    <a:pt x="2971" y="76192"/>
                    <a:pt x="2944" y="76219"/>
                    <a:pt x="2944" y="76272"/>
                  </a:cubicBezTo>
                  <a:cubicBezTo>
                    <a:pt x="2891" y="78280"/>
                    <a:pt x="1820" y="80073"/>
                    <a:pt x="80" y="81090"/>
                  </a:cubicBezTo>
                  <a:cubicBezTo>
                    <a:pt x="27" y="81117"/>
                    <a:pt x="0" y="81197"/>
                    <a:pt x="54" y="81251"/>
                  </a:cubicBezTo>
                  <a:cubicBezTo>
                    <a:pt x="73" y="81290"/>
                    <a:pt x="122" y="81315"/>
                    <a:pt x="167" y="81315"/>
                  </a:cubicBezTo>
                  <a:cubicBezTo>
                    <a:pt x="184" y="81315"/>
                    <a:pt x="200" y="81311"/>
                    <a:pt x="214" y="81304"/>
                  </a:cubicBezTo>
                  <a:cubicBezTo>
                    <a:pt x="2008" y="80260"/>
                    <a:pt x="3105" y="78413"/>
                    <a:pt x="3185" y="76352"/>
                  </a:cubicBezTo>
                  <a:cubicBezTo>
                    <a:pt x="5193" y="75309"/>
                    <a:pt x="6424" y="73301"/>
                    <a:pt x="6424" y="71053"/>
                  </a:cubicBezTo>
                  <a:cubicBezTo>
                    <a:pt x="6424" y="68805"/>
                    <a:pt x="5193" y="66797"/>
                    <a:pt x="3185" y="65753"/>
                  </a:cubicBezTo>
                  <a:cubicBezTo>
                    <a:pt x="3105" y="63773"/>
                    <a:pt x="2088" y="61979"/>
                    <a:pt x="402" y="60909"/>
                  </a:cubicBezTo>
                  <a:cubicBezTo>
                    <a:pt x="2088" y="59865"/>
                    <a:pt x="3105" y="58072"/>
                    <a:pt x="3185" y="56091"/>
                  </a:cubicBezTo>
                  <a:cubicBezTo>
                    <a:pt x="5193" y="55047"/>
                    <a:pt x="6424" y="53040"/>
                    <a:pt x="6424" y="50791"/>
                  </a:cubicBezTo>
                  <a:cubicBezTo>
                    <a:pt x="6424" y="48543"/>
                    <a:pt x="5193" y="46536"/>
                    <a:pt x="3185" y="45492"/>
                  </a:cubicBezTo>
                  <a:cubicBezTo>
                    <a:pt x="3185" y="43591"/>
                    <a:pt x="2088" y="41718"/>
                    <a:pt x="402" y="40647"/>
                  </a:cubicBezTo>
                  <a:cubicBezTo>
                    <a:pt x="1900" y="39710"/>
                    <a:pt x="3319" y="37890"/>
                    <a:pt x="3185" y="35829"/>
                  </a:cubicBezTo>
                  <a:cubicBezTo>
                    <a:pt x="5193" y="34785"/>
                    <a:pt x="6424" y="32751"/>
                    <a:pt x="6424" y="30530"/>
                  </a:cubicBezTo>
                  <a:cubicBezTo>
                    <a:pt x="6424" y="28281"/>
                    <a:pt x="5193" y="26247"/>
                    <a:pt x="3185" y="25230"/>
                  </a:cubicBezTo>
                  <a:cubicBezTo>
                    <a:pt x="3105" y="23223"/>
                    <a:pt x="2061" y="21429"/>
                    <a:pt x="402" y="20386"/>
                  </a:cubicBezTo>
                  <a:cubicBezTo>
                    <a:pt x="2088" y="19315"/>
                    <a:pt x="3185" y="17441"/>
                    <a:pt x="3185" y="15595"/>
                  </a:cubicBezTo>
                  <a:cubicBezTo>
                    <a:pt x="3185" y="15595"/>
                    <a:pt x="3185" y="15568"/>
                    <a:pt x="3185" y="15541"/>
                  </a:cubicBezTo>
                  <a:cubicBezTo>
                    <a:pt x="5193" y="14524"/>
                    <a:pt x="6424" y="12490"/>
                    <a:pt x="6424" y="10268"/>
                  </a:cubicBezTo>
                  <a:cubicBezTo>
                    <a:pt x="6424" y="8020"/>
                    <a:pt x="5193" y="5986"/>
                    <a:pt x="3185" y="4969"/>
                  </a:cubicBezTo>
                  <a:lnTo>
                    <a:pt x="3185" y="4942"/>
                  </a:lnTo>
                  <a:cubicBezTo>
                    <a:pt x="3185" y="3041"/>
                    <a:pt x="2008" y="1061"/>
                    <a:pt x="214" y="17"/>
                  </a:cubicBezTo>
                  <a:cubicBezTo>
                    <a:pt x="195" y="7"/>
                    <a:pt x="171" y="1"/>
                    <a:pt x="1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8" name="Google Shape;2018;p111"/>
            <p:cNvSpPr/>
            <p:nvPr/>
          </p:nvSpPr>
          <p:spPr>
            <a:xfrm>
              <a:off x="378625" y="566950"/>
              <a:ext cx="159950" cy="2033000"/>
            </a:xfrm>
            <a:custGeom>
              <a:avLst/>
              <a:gdLst/>
              <a:ahLst/>
              <a:cxnLst/>
              <a:rect l="l" t="t" r="r" b="b"/>
              <a:pathLst>
                <a:path w="6398" h="81320" extrusionOk="0">
                  <a:moveTo>
                    <a:pt x="120" y="1"/>
                  </a:moveTo>
                  <a:cubicBezTo>
                    <a:pt x="81" y="1"/>
                    <a:pt x="44" y="24"/>
                    <a:pt x="28" y="57"/>
                  </a:cubicBezTo>
                  <a:cubicBezTo>
                    <a:pt x="1" y="84"/>
                    <a:pt x="1" y="110"/>
                    <a:pt x="1" y="137"/>
                  </a:cubicBezTo>
                  <a:cubicBezTo>
                    <a:pt x="1" y="164"/>
                    <a:pt x="28" y="217"/>
                    <a:pt x="54" y="244"/>
                  </a:cubicBezTo>
                  <a:cubicBezTo>
                    <a:pt x="1821" y="1261"/>
                    <a:pt x="2972" y="3188"/>
                    <a:pt x="2918" y="5035"/>
                  </a:cubicBezTo>
                  <a:cubicBezTo>
                    <a:pt x="2918" y="5116"/>
                    <a:pt x="2945" y="5142"/>
                    <a:pt x="2999" y="5169"/>
                  </a:cubicBezTo>
                  <a:cubicBezTo>
                    <a:pt x="4952" y="6133"/>
                    <a:pt x="6157" y="8086"/>
                    <a:pt x="6157" y="10255"/>
                  </a:cubicBezTo>
                  <a:cubicBezTo>
                    <a:pt x="6157" y="12449"/>
                    <a:pt x="4952" y="14403"/>
                    <a:pt x="2999" y="15367"/>
                  </a:cubicBezTo>
                  <a:cubicBezTo>
                    <a:pt x="2945" y="15394"/>
                    <a:pt x="2918" y="15447"/>
                    <a:pt x="2918" y="15501"/>
                  </a:cubicBezTo>
                  <a:cubicBezTo>
                    <a:pt x="2972" y="17347"/>
                    <a:pt x="1848" y="19248"/>
                    <a:pt x="81" y="20292"/>
                  </a:cubicBezTo>
                  <a:cubicBezTo>
                    <a:pt x="54" y="20292"/>
                    <a:pt x="28" y="20318"/>
                    <a:pt x="1" y="20372"/>
                  </a:cubicBezTo>
                  <a:cubicBezTo>
                    <a:pt x="1" y="20425"/>
                    <a:pt x="28" y="20479"/>
                    <a:pt x="54" y="20506"/>
                  </a:cubicBezTo>
                  <a:cubicBezTo>
                    <a:pt x="1794" y="21496"/>
                    <a:pt x="2865" y="23316"/>
                    <a:pt x="2918" y="25324"/>
                  </a:cubicBezTo>
                  <a:cubicBezTo>
                    <a:pt x="2918" y="25350"/>
                    <a:pt x="2945" y="25404"/>
                    <a:pt x="2999" y="25431"/>
                  </a:cubicBezTo>
                  <a:cubicBezTo>
                    <a:pt x="4952" y="26394"/>
                    <a:pt x="6157" y="28348"/>
                    <a:pt x="6157" y="30543"/>
                  </a:cubicBezTo>
                  <a:cubicBezTo>
                    <a:pt x="6157" y="32711"/>
                    <a:pt x="4952" y="34665"/>
                    <a:pt x="2999" y="35628"/>
                  </a:cubicBezTo>
                  <a:cubicBezTo>
                    <a:pt x="2945" y="35655"/>
                    <a:pt x="2918" y="35709"/>
                    <a:pt x="2918" y="35762"/>
                  </a:cubicBezTo>
                  <a:cubicBezTo>
                    <a:pt x="3079" y="37823"/>
                    <a:pt x="1607" y="39643"/>
                    <a:pt x="81" y="40553"/>
                  </a:cubicBezTo>
                  <a:cubicBezTo>
                    <a:pt x="54" y="40553"/>
                    <a:pt x="28" y="40580"/>
                    <a:pt x="1" y="40633"/>
                  </a:cubicBezTo>
                  <a:cubicBezTo>
                    <a:pt x="1" y="40687"/>
                    <a:pt x="28" y="40741"/>
                    <a:pt x="54" y="40767"/>
                  </a:cubicBezTo>
                  <a:cubicBezTo>
                    <a:pt x="1794" y="41784"/>
                    <a:pt x="2918" y="43658"/>
                    <a:pt x="2918" y="45532"/>
                  </a:cubicBezTo>
                  <a:cubicBezTo>
                    <a:pt x="2918" y="45558"/>
                    <a:pt x="2918" y="45558"/>
                    <a:pt x="2918" y="45585"/>
                  </a:cubicBezTo>
                  <a:cubicBezTo>
                    <a:pt x="2918" y="45612"/>
                    <a:pt x="2945" y="45665"/>
                    <a:pt x="2999" y="45692"/>
                  </a:cubicBezTo>
                  <a:cubicBezTo>
                    <a:pt x="4952" y="46656"/>
                    <a:pt x="6157" y="48636"/>
                    <a:pt x="6157" y="50804"/>
                  </a:cubicBezTo>
                  <a:cubicBezTo>
                    <a:pt x="6157" y="52972"/>
                    <a:pt x="4952" y="54926"/>
                    <a:pt x="2999" y="55917"/>
                  </a:cubicBezTo>
                  <a:cubicBezTo>
                    <a:pt x="2945" y="55917"/>
                    <a:pt x="2918" y="55970"/>
                    <a:pt x="2918" y="56024"/>
                  </a:cubicBezTo>
                  <a:cubicBezTo>
                    <a:pt x="2865" y="58004"/>
                    <a:pt x="1821" y="59798"/>
                    <a:pt x="81" y="60815"/>
                  </a:cubicBezTo>
                  <a:cubicBezTo>
                    <a:pt x="54" y="60815"/>
                    <a:pt x="28" y="60868"/>
                    <a:pt x="1" y="60895"/>
                  </a:cubicBezTo>
                  <a:cubicBezTo>
                    <a:pt x="1" y="60949"/>
                    <a:pt x="28" y="61002"/>
                    <a:pt x="54" y="61029"/>
                  </a:cubicBezTo>
                  <a:cubicBezTo>
                    <a:pt x="1794" y="62046"/>
                    <a:pt x="2865" y="63839"/>
                    <a:pt x="2918" y="65847"/>
                  </a:cubicBezTo>
                  <a:cubicBezTo>
                    <a:pt x="2918" y="65900"/>
                    <a:pt x="2945" y="65927"/>
                    <a:pt x="2999" y="65954"/>
                  </a:cubicBezTo>
                  <a:cubicBezTo>
                    <a:pt x="4952" y="66944"/>
                    <a:pt x="6157" y="68898"/>
                    <a:pt x="6157" y="71066"/>
                  </a:cubicBezTo>
                  <a:cubicBezTo>
                    <a:pt x="6157" y="73234"/>
                    <a:pt x="4952" y="75188"/>
                    <a:pt x="2999" y="76178"/>
                  </a:cubicBezTo>
                  <a:cubicBezTo>
                    <a:pt x="2945" y="76178"/>
                    <a:pt x="2918" y="76232"/>
                    <a:pt x="2918" y="76285"/>
                  </a:cubicBezTo>
                  <a:cubicBezTo>
                    <a:pt x="2865" y="78293"/>
                    <a:pt x="1821" y="80086"/>
                    <a:pt x="81" y="81076"/>
                  </a:cubicBezTo>
                  <a:cubicBezTo>
                    <a:pt x="1" y="81130"/>
                    <a:pt x="1" y="81183"/>
                    <a:pt x="28" y="81264"/>
                  </a:cubicBezTo>
                  <a:cubicBezTo>
                    <a:pt x="44" y="81297"/>
                    <a:pt x="81" y="81320"/>
                    <a:pt x="120" y="81320"/>
                  </a:cubicBezTo>
                  <a:cubicBezTo>
                    <a:pt x="143" y="81320"/>
                    <a:pt x="168" y="81311"/>
                    <a:pt x="188" y="81290"/>
                  </a:cubicBezTo>
                  <a:cubicBezTo>
                    <a:pt x="1981" y="80273"/>
                    <a:pt x="3106" y="78427"/>
                    <a:pt x="3159" y="76366"/>
                  </a:cubicBezTo>
                  <a:cubicBezTo>
                    <a:pt x="5167" y="75322"/>
                    <a:pt x="6398" y="73314"/>
                    <a:pt x="6398" y="71066"/>
                  </a:cubicBezTo>
                  <a:cubicBezTo>
                    <a:pt x="6398" y="68818"/>
                    <a:pt x="5167" y="66784"/>
                    <a:pt x="3159" y="65766"/>
                  </a:cubicBezTo>
                  <a:cubicBezTo>
                    <a:pt x="3106" y="63786"/>
                    <a:pt x="2062" y="61992"/>
                    <a:pt x="376" y="60922"/>
                  </a:cubicBezTo>
                  <a:cubicBezTo>
                    <a:pt x="2062" y="59878"/>
                    <a:pt x="3106" y="58085"/>
                    <a:pt x="3159" y="56104"/>
                  </a:cubicBezTo>
                  <a:cubicBezTo>
                    <a:pt x="5167" y="55060"/>
                    <a:pt x="6398" y="53053"/>
                    <a:pt x="6398" y="50804"/>
                  </a:cubicBezTo>
                  <a:cubicBezTo>
                    <a:pt x="6398" y="48556"/>
                    <a:pt x="5167" y="46522"/>
                    <a:pt x="3159" y="45505"/>
                  </a:cubicBezTo>
                  <a:cubicBezTo>
                    <a:pt x="3159" y="43604"/>
                    <a:pt x="2062" y="41731"/>
                    <a:pt x="376" y="40660"/>
                  </a:cubicBezTo>
                  <a:cubicBezTo>
                    <a:pt x="1901" y="39723"/>
                    <a:pt x="3293" y="37903"/>
                    <a:pt x="3186" y="35816"/>
                  </a:cubicBezTo>
                  <a:cubicBezTo>
                    <a:pt x="5167" y="34799"/>
                    <a:pt x="6398" y="32764"/>
                    <a:pt x="6398" y="30543"/>
                  </a:cubicBezTo>
                  <a:cubicBezTo>
                    <a:pt x="6398" y="28295"/>
                    <a:pt x="5167" y="26260"/>
                    <a:pt x="3159" y="25243"/>
                  </a:cubicBezTo>
                  <a:cubicBezTo>
                    <a:pt x="3079" y="23236"/>
                    <a:pt x="2035" y="21443"/>
                    <a:pt x="376" y="20399"/>
                  </a:cubicBezTo>
                  <a:cubicBezTo>
                    <a:pt x="2089" y="19328"/>
                    <a:pt x="3186" y="17401"/>
                    <a:pt x="3186" y="15554"/>
                  </a:cubicBezTo>
                  <a:cubicBezTo>
                    <a:pt x="5167" y="14537"/>
                    <a:pt x="6398" y="12503"/>
                    <a:pt x="6398" y="10255"/>
                  </a:cubicBezTo>
                  <a:cubicBezTo>
                    <a:pt x="6398" y="8033"/>
                    <a:pt x="5167" y="5999"/>
                    <a:pt x="3186" y="4982"/>
                  </a:cubicBezTo>
                  <a:lnTo>
                    <a:pt x="3186" y="4955"/>
                  </a:lnTo>
                  <a:cubicBezTo>
                    <a:pt x="3186" y="3028"/>
                    <a:pt x="1981" y="1074"/>
                    <a:pt x="188" y="30"/>
                  </a:cubicBezTo>
                  <a:cubicBezTo>
                    <a:pt x="168" y="10"/>
                    <a:pt x="143" y="1"/>
                    <a:pt x="12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9" name="Google Shape;2019;p111"/>
            <p:cNvSpPr/>
            <p:nvPr/>
          </p:nvSpPr>
          <p:spPr>
            <a:xfrm>
              <a:off x="224725" y="818875"/>
              <a:ext cx="159950" cy="2032875"/>
            </a:xfrm>
            <a:custGeom>
              <a:avLst/>
              <a:gdLst/>
              <a:ahLst/>
              <a:cxnLst/>
              <a:rect l="l" t="t" r="r" b="b"/>
              <a:pathLst>
                <a:path w="6398" h="81315" extrusionOk="0">
                  <a:moveTo>
                    <a:pt x="129" y="1"/>
                  </a:moveTo>
                  <a:cubicBezTo>
                    <a:pt x="83" y="1"/>
                    <a:pt x="44" y="20"/>
                    <a:pt x="27" y="70"/>
                  </a:cubicBezTo>
                  <a:cubicBezTo>
                    <a:pt x="27" y="70"/>
                    <a:pt x="1" y="97"/>
                    <a:pt x="1" y="124"/>
                  </a:cubicBezTo>
                  <a:cubicBezTo>
                    <a:pt x="1" y="178"/>
                    <a:pt x="27" y="204"/>
                    <a:pt x="81" y="231"/>
                  </a:cubicBezTo>
                  <a:cubicBezTo>
                    <a:pt x="1821" y="1248"/>
                    <a:pt x="2972" y="3175"/>
                    <a:pt x="2918" y="5022"/>
                  </a:cubicBezTo>
                  <a:cubicBezTo>
                    <a:pt x="2945" y="5076"/>
                    <a:pt x="2945" y="5129"/>
                    <a:pt x="2998" y="5156"/>
                  </a:cubicBezTo>
                  <a:cubicBezTo>
                    <a:pt x="4952" y="6119"/>
                    <a:pt x="6157" y="8073"/>
                    <a:pt x="6157" y="10268"/>
                  </a:cubicBezTo>
                  <a:cubicBezTo>
                    <a:pt x="6157" y="12436"/>
                    <a:pt x="4952" y="14390"/>
                    <a:pt x="2998" y="15354"/>
                  </a:cubicBezTo>
                  <a:cubicBezTo>
                    <a:pt x="2945" y="15380"/>
                    <a:pt x="2918" y="15461"/>
                    <a:pt x="2918" y="15487"/>
                  </a:cubicBezTo>
                  <a:cubicBezTo>
                    <a:pt x="2998" y="17334"/>
                    <a:pt x="1848" y="19235"/>
                    <a:pt x="108" y="20278"/>
                  </a:cubicBezTo>
                  <a:cubicBezTo>
                    <a:pt x="54" y="20278"/>
                    <a:pt x="27" y="20305"/>
                    <a:pt x="27" y="20359"/>
                  </a:cubicBezTo>
                  <a:cubicBezTo>
                    <a:pt x="1" y="20412"/>
                    <a:pt x="27" y="20466"/>
                    <a:pt x="81" y="20493"/>
                  </a:cubicBezTo>
                  <a:cubicBezTo>
                    <a:pt x="1794" y="21510"/>
                    <a:pt x="2865" y="23303"/>
                    <a:pt x="2918" y="25310"/>
                  </a:cubicBezTo>
                  <a:cubicBezTo>
                    <a:pt x="2945" y="25364"/>
                    <a:pt x="2972" y="25391"/>
                    <a:pt x="2998" y="25417"/>
                  </a:cubicBezTo>
                  <a:cubicBezTo>
                    <a:pt x="4952" y="26381"/>
                    <a:pt x="6157" y="28362"/>
                    <a:pt x="6157" y="30530"/>
                  </a:cubicBezTo>
                  <a:cubicBezTo>
                    <a:pt x="6157" y="32698"/>
                    <a:pt x="4952" y="34652"/>
                    <a:pt x="2998" y="35642"/>
                  </a:cubicBezTo>
                  <a:cubicBezTo>
                    <a:pt x="2945" y="35642"/>
                    <a:pt x="2918" y="35695"/>
                    <a:pt x="2918" y="35749"/>
                  </a:cubicBezTo>
                  <a:cubicBezTo>
                    <a:pt x="3106" y="37837"/>
                    <a:pt x="1633" y="39630"/>
                    <a:pt x="108" y="40540"/>
                  </a:cubicBezTo>
                  <a:cubicBezTo>
                    <a:pt x="54" y="40540"/>
                    <a:pt x="27" y="40594"/>
                    <a:pt x="27" y="40620"/>
                  </a:cubicBezTo>
                  <a:cubicBezTo>
                    <a:pt x="1" y="40674"/>
                    <a:pt x="27" y="40727"/>
                    <a:pt x="81" y="40754"/>
                  </a:cubicBezTo>
                  <a:cubicBezTo>
                    <a:pt x="1821" y="41771"/>
                    <a:pt x="2918" y="43645"/>
                    <a:pt x="2918" y="45545"/>
                  </a:cubicBezTo>
                  <a:cubicBezTo>
                    <a:pt x="2918" y="45545"/>
                    <a:pt x="2918" y="45545"/>
                    <a:pt x="2918" y="45572"/>
                  </a:cubicBezTo>
                  <a:cubicBezTo>
                    <a:pt x="2918" y="45626"/>
                    <a:pt x="2945" y="45652"/>
                    <a:pt x="2998" y="45679"/>
                  </a:cubicBezTo>
                  <a:cubicBezTo>
                    <a:pt x="4952" y="46669"/>
                    <a:pt x="6157" y="48623"/>
                    <a:pt x="6157" y="50791"/>
                  </a:cubicBezTo>
                  <a:cubicBezTo>
                    <a:pt x="6157" y="52959"/>
                    <a:pt x="4952" y="54913"/>
                    <a:pt x="2998" y="55904"/>
                  </a:cubicBezTo>
                  <a:cubicBezTo>
                    <a:pt x="2945" y="55930"/>
                    <a:pt x="2918" y="55957"/>
                    <a:pt x="2918" y="56011"/>
                  </a:cubicBezTo>
                  <a:cubicBezTo>
                    <a:pt x="2891" y="57991"/>
                    <a:pt x="1821" y="59785"/>
                    <a:pt x="108" y="60802"/>
                  </a:cubicBezTo>
                  <a:cubicBezTo>
                    <a:pt x="54" y="60828"/>
                    <a:pt x="27" y="60855"/>
                    <a:pt x="27" y="60882"/>
                  </a:cubicBezTo>
                  <a:cubicBezTo>
                    <a:pt x="1" y="60935"/>
                    <a:pt x="27" y="60989"/>
                    <a:pt x="81" y="61016"/>
                  </a:cubicBezTo>
                  <a:cubicBezTo>
                    <a:pt x="1821" y="62033"/>
                    <a:pt x="2891" y="63826"/>
                    <a:pt x="2918" y="65834"/>
                  </a:cubicBezTo>
                  <a:cubicBezTo>
                    <a:pt x="2918" y="65887"/>
                    <a:pt x="2945" y="65914"/>
                    <a:pt x="2998" y="65941"/>
                  </a:cubicBezTo>
                  <a:cubicBezTo>
                    <a:pt x="4952" y="66931"/>
                    <a:pt x="6157" y="68885"/>
                    <a:pt x="6157" y="71053"/>
                  </a:cubicBezTo>
                  <a:cubicBezTo>
                    <a:pt x="6157" y="73221"/>
                    <a:pt x="4952" y="75175"/>
                    <a:pt x="2998" y="76165"/>
                  </a:cubicBezTo>
                  <a:cubicBezTo>
                    <a:pt x="2945" y="76192"/>
                    <a:pt x="2918" y="76219"/>
                    <a:pt x="2918" y="76272"/>
                  </a:cubicBezTo>
                  <a:cubicBezTo>
                    <a:pt x="2891" y="78280"/>
                    <a:pt x="1821" y="80073"/>
                    <a:pt x="81" y="81090"/>
                  </a:cubicBezTo>
                  <a:cubicBezTo>
                    <a:pt x="27" y="81117"/>
                    <a:pt x="1" y="81197"/>
                    <a:pt x="27" y="81251"/>
                  </a:cubicBezTo>
                  <a:cubicBezTo>
                    <a:pt x="67" y="81290"/>
                    <a:pt x="106" y="81315"/>
                    <a:pt x="156" y="81315"/>
                  </a:cubicBezTo>
                  <a:cubicBezTo>
                    <a:pt x="174" y="81315"/>
                    <a:pt x="193" y="81311"/>
                    <a:pt x="215" y="81304"/>
                  </a:cubicBezTo>
                  <a:cubicBezTo>
                    <a:pt x="2008" y="80260"/>
                    <a:pt x="3106" y="78413"/>
                    <a:pt x="3186" y="76352"/>
                  </a:cubicBezTo>
                  <a:cubicBezTo>
                    <a:pt x="5166" y="75309"/>
                    <a:pt x="6398" y="73301"/>
                    <a:pt x="6398" y="71053"/>
                  </a:cubicBezTo>
                  <a:cubicBezTo>
                    <a:pt x="6398" y="68805"/>
                    <a:pt x="5166" y="66797"/>
                    <a:pt x="3186" y="65753"/>
                  </a:cubicBezTo>
                  <a:cubicBezTo>
                    <a:pt x="3106" y="63773"/>
                    <a:pt x="2062" y="61979"/>
                    <a:pt x="375" y="60909"/>
                  </a:cubicBezTo>
                  <a:cubicBezTo>
                    <a:pt x="2062" y="59865"/>
                    <a:pt x="3106" y="58072"/>
                    <a:pt x="3186" y="56091"/>
                  </a:cubicBezTo>
                  <a:cubicBezTo>
                    <a:pt x="5166" y="55047"/>
                    <a:pt x="6398" y="53040"/>
                    <a:pt x="6398" y="50791"/>
                  </a:cubicBezTo>
                  <a:cubicBezTo>
                    <a:pt x="6398" y="48543"/>
                    <a:pt x="5166" y="46536"/>
                    <a:pt x="3186" y="45492"/>
                  </a:cubicBezTo>
                  <a:cubicBezTo>
                    <a:pt x="3159" y="43591"/>
                    <a:pt x="2088" y="41718"/>
                    <a:pt x="375" y="40647"/>
                  </a:cubicBezTo>
                  <a:cubicBezTo>
                    <a:pt x="1901" y="39710"/>
                    <a:pt x="3320" y="37890"/>
                    <a:pt x="3186" y="35829"/>
                  </a:cubicBezTo>
                  <a:cubicBezTo>
                    <a:pt x="5166" y="34785"/>
                    <a:pt x="6398" y="32751"/>
                    <a:pt x="6398" y="30530"/>
                  </a:cubicBezTo>
                  <a:cubicBezTo>
                    <a:pt x="6398" y="28281"/>
                    <a:pt x="5166" y="26247"/>
                    <a:pt x="3186" y="25230"/>
                  </a:cubicBezTo>
                  <a:cubicBezTo>
                    <a:pt x="3079" y="23223"/>
                    <a:pt x="2062" y="21429"/>
                    <a:pt x="375" y="20386"/>
                  </a:cubicBezTo>
                  <a:cubicBezTo>
                    <a:pt x="2088" y="19315"/>
                    <a:pt x="3186" y="17441"/>
                    <a:pt x="3186" y="15595"/>
                  </a:cubicBezTo>
                  <a:cubicBezTo>
                    <a:pt x="3186" y="15595"/>
                    <a:pt x="3186" y="15568"/>
                    <a:pt x="3186" y="15541"/>
                  </a:cubicBezTo>
                  <a:cubicBezTo>
                    <a:pt x="5166" y="14524"/>
                    <a:pt x="6398" y="12490"/>
                    <a:pt x="6398" y="10268"/>
                  </a:cubicBezTo>
                  <a:cubicBezTo>
                    <a:pt x="6398" y="8020"/>
                    <a:pt x="5166" y="5986"/>
                    <a:pt x="3186" y="4969"/>
                  </a:cubicBezTo>
                  <a:lnTo>
                    <a:pt x="3186" y="4942"/>
                  </a:lnTo>
                  <a:cubicBezTo>
                    <a:pt x="3186" y="3041"/>
                    <a:pt x="1981" y="1061"/>
                    <a:pt x="215" y="17"/>
                  </a:cubicBezTo>
                  <a:cubicBezTo>
                    <a:pt x="185" y="7"/>
                    <a:pt x="156" y="1"/>
                    <a:pt x="12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0" name="Google Shape;2020;p111"/>
            <p:cNvSpPr/>
            <p:nvPr/>
          </p:nvSpPr>
          <p:spPr>
            <a:xfrm>
              <a:off x="1914975" y="2593575"/>
              <a:ext cx="160625" cy="2032875"/>
            </a:xfrm>
            <a:custGeom>
              <a:avLst/>
              <a:gdLst/>
              <a:ahLst/>
              <a:cxnLst/>
              <a:rect l="l" t="t" r="r" b="b"/>
              <a:pathLst>
                <a:path w="6425" h="81315" extrusionOk="0">
                  <a:moveTo>
                    <a:pt x="151" y="1"/>
                  </a:moveTo>
                  <a:cubicBezTo>
                    <a:pt x="95" y="1"/>
                    <a:pt x="47" y="26"/>
                    <a:pt x="27" y="65"/>
                  </a:cubicBezTo>
                  <a:cubicBezTo>
                    <a:pt x="27" y="92"/>
                    <a:pt x="27" y="118"/>
                    <a:pt x="27" y="118"/>
                  </a:cubicBezTo>
                  <a:cubicBezTo>
                    <a:pt x="27" y="172"/>
                    <a:pt x="27" y="225"/>
                    <a:pt x="81" y="225"/>
                  </a:cubicBezTo>
                  <a:cubicBezTo>
                    <a:pt x="1821" y="1243"/>
                    <a:pt x="2972" y="3170"/>
                    <a:pt x="2945" y="5043"/>
                  </a:cubicBezTo>
                  <a:cubicBezTo>
                    <a:pt x="2945" y="5070"/>
                    <a:pt x="2972" y="5124"/>
                    <a:pt x="2998" y="5150"/>
                  </a:cubicBezTo>
                  <a:cubicBezTo>
                    <a:pt x="4952" y="6141"/>
                    <a:pt x="6157" y="8095"/>
                    <a:pt x="6157" y="10263"/>
                  </a:cubicBezTo>
                  <a:cubicBezTo>
                    <a:pt x="6157" y="12431"/>
                    <a:pt x="4952" y="14384"/>
                    <a:pt x="2998" y="15375"/>
                  </a:cubicBezTo>
                  <a:cubicBezTo>
                    <a:pt x="2945" y="15402"/>
                    <a:pt x="2945" y="15428"/>
                    <a:pt x="2945" y="15482"/>
                  </a:cubicBezTo>
                  <a:cubicBezTo>
                    <a:pt x="2998" y="17355"/>
                    <a:pt x="1848" y="19256"/>
                    <a:pt x="108" y="20273"/>
                  </a:cubicBezTo>
                  <a:cubicBezTo>
                    <a:pt x="54" y="20300"/>
                    <a:pt x="27" y="20326"/>
                    <a:pt x="27" y="20353"/>
                  </a:cubicBezTo>
                  <a:cubicBezTo>
                    <a:pt x="1" y="20407"/>
                    <a:pt x="27" y="20460"/>
                    <a:pt x="81" y="20514"/>
                  </a:cubicBezTo>
                  <a:cubicBezTo>
                    <a:pt x="1794" y="21504"/>
                    <a:pt x="2865" y="23297"/>
                    <a:pt x="2945" y="25305"/>
                  </a:cubicBezTo>
                  <a:cubicBezTo>
                    <a:pt x="2945" y="25358"/>
                    <a:pt x="2972" y="25385"/>
                    <a:pt x="2998" y="25412"/>
                  </a:cubicBezTo>
                  <a:cubicBezTo>
                    <a:pt x="4952" y="26402"/>
                    <a:pt x="6157" y="28356"/>
                    <a:pt x="6157" y="30524"/>
                  </a:cubicBezTo>
                  <a:cubicBezTo>
                    <a:pt x="6157" y="32692"/>
                    <a:pt x="4952" y="34646"/>
                    <a:pt x="2998" y="35636"/>
                  </a:cubicBezTo>
                  <a:cubicBezTo>
                    <a:pt x="2945" y="35663"/>
                    <a:pt x="2918" y="35717"/>
                    <a:pt x="2945" y="35770"/>
                  </a:cubicBezTo>
                  <a:cubicBezTo>
                    <a:pt x="3106" y="37831"/>
                    <a:pt x="1633" y="39651"/>
                    <a:pt x="108" y="40535"/>
                  </a:cubicBezTo>
                  <a:cubicBezTo>
                    <a:pt x="54" y="40561"/>
                    <a:pt x="27" y="40588"/>
                    <a:pt x="27" y="40615"/>
                  </a:cubicBezTo>
                  <a:cubicBezTo>
                    <a:pt x="1" y="40668"/>
                    <a:pt x="27" y="40749"/>
                    <a:pt x="81" y="40775"/>
                  </a:cubicBezTo>
                  <a:cubicBezTo>
                    <a:pt x="1821" y="41766"/>
                    <a:pt x="2945" y="43639"/>
                    <a:pt x="2945" y="45540"/>
                  </a:cubicBezTo>
                  <a:cubicBezTo>
                    <a:pt x="2945" y="45540"/>
                    <a:pt x="2945" y="45566"/>
                    <a:pt x="2945" y="45566"/>
                  </a:cubicBezTo>
                  <a:cubicBezTo>
                    <a:pt x="2945" y="45620"/>
                    <a:pt x="2972" y="45674"/>
                    <a:pt x="2998" y="45674"/>
                  </a:cubicBezTo>
                  <a:cubicBezTo>
                    <a:pt x="4952" y="46664"/>
                    <a:pt x="6157" y="48618"/>
                    <a:pt x="6157" y="50786"/>
                  </a:cubicBezTo>
                  <a:cubicBezTo>
                    <a:pt x="6157" y="52954"/>
                    <a:pt x="4952" y="54934"/>
                    <a:pt x="2998" y="55898"/>
                  </a:cubicBezTo>
                  <a:cubicBezTo>
                    <a:pt x="2972" y="55925"/>
                    <a:pt x="2945" y="55952"/>
                    <a:pt x="2945" y="56005"/>
                  </a:cubicBezTo>
                  <a:cubicBezTo>
                    <a:pt x="2891" y="58012"/>
                    <a:pt x="1821" y="59806"/>
                    <a:pt x="108" y="60796"/>
                  </a:cubicBezTo>
                  <a:cubicBezTo>
                    <a:pt x="54" y="60823"/>
                    <a:pt x="27" y="60850"/>
                    <a:pt x="27" y="60903"/>
                  </a:cubicBezTo>
                  <a:cubicBezTo>
                    <a:pt x="1" y="60957"/>
                    <a:pt x="27" y="61010"/>
                    <a:pt x="81" y="61037"/>
                  </a:cubicBezTo>
                  <a:cubicBezTo>
                    <a:pt x="1821" y="62054"/>
                    <a:pt x="2891" y="63847"/>
                    <a:pt x="2945" y="65828"/>
                  </a:cubicBezTo>
                  <a:cubicBezTo>
                    <a:pt x="2945" y="65882"/>
                    <a:pt x="2972" y="65935"/>
                    <a:pt x="2998" y="65962"/>
                  </a:cubicBezTo>
                  <a:cubicBezTo>
                    <a:pt x="4952" y="66925"/>
                    <a:pt x="6157" y="68879"/>
                    <a:pt x="6157" y="71047"/>
                  </a:cubicBezTo>
                  <a:cubicBezTo>
                    <a:pt x="6157" y="73242"/>
                    <a:pt x="4952" y="75196"/>
                    <a:pt x="2998" y="76160"/>
                  </a:cubicBezTo>
                  <a:cubicBezTo>
                    <a:pt x="2972" y="76186"/>
                    <a:pt x="2945" y="76240"/>
                    <a:pt x="2945" y="76267"/>
                  </a:cubicBezTo>
                  <a:cubicBezTo>
                    <a:pt x="2891" y="78274"/>
                    <a:pt x="1821" y="80067"/>
                    <a:pt x="81" y="81084"/>
                  </a:cubicBezTo>
                  <a:cubicBezTo>
                    <a:pt x="27" y="81111"/>
                    <a:pt x="1" y="81191"/>
                    <a:pt x="27" y="81245"/>
                  </a:cubicBezTo>
                  <a:cubicBezTo>
                    <a:pt x="61" y="81296"/>
                    <a:pt x="106" y="81315"/>
                    <a:pt x="148" y="81315"/>
                  </a:cubicBezTo>
                  <a:cubicBezTo>
                    <a:pt x="172" y="81315"/>
                    <a:pt x="195" y="81308"/>
                    <a:pt x="215" y="81299"/>
                  </a:cubicBezTo>
                  <a:cubicBezTo>
                    <a:pt x="2008" y="80255"/>
                    <a:pt x="3106" y="78408"/>
                    <a:pt x="3186" y="76347"/>
                  </a:cubicBezTo>
                  <a:cubicBezTo>
                    <a:pt x="5166" y="75330"/>
                    <a:pt x="6424" y="73296"/>
                    <a:pt x="6424" y="71047"/>
                  </a:cubicBezTo>
                  <a:cubicBezTo>
                    <a:pt x="6424" y="68826"/>
                    <a:pt x="5166" y="66792"/>
                    <a:pt x="3186" y="65748"/>
                  </a:cubicBezTo>
                  <a:cubicBezTo>
                    <a:pt x="3106" y="63767"/>
                    <a:pt x="2062" y="61974"/>
                    <a:pt x="375" y="60930"/>
                  </a:cubicBezTo>
                  <a:cubicBezTo>
                    <a:pt x="2062" y="59859"/>
                    <a:pt x="3106" y="58093"/>
                    <a:pt x="3186" y="56085"/>
                  </a:cubicBezTo>
                  <a:cubicBezTo>
                    <a:pt x="5166" y="55068"/>
                    <a:pt x="6424" y="53034"/>
                    <a:pt x="6424" y="50786"/>
                  </a:cubicBezTo>
                  <a:cubicBezTo>
                    <a:pt x="6424" y="48537"/>
                    <a:pt x="5166" y="46530"/>
                    <a:pt x="3186" y="45486"/>
                  </a:cubicBezTo>
                  <a:cubicBezTo>
                    <a:pt x="3159" y="43586"/>
                    <a:pt x="2088" y="41739"/>
                    <a:pt x="375" y="40668"/>
                  </a:cubicBezTo>
                  <a:cubicBezTo>
                    <a:pt x="1901" y="39705"/>
                    <a:pt x="3320" y="37885"/>
                    <a:pt x="3186" y="35824"/>
                  </a:cubicBezTo>
                  <a:cubicBezTo>
                    <a:pt x="5193" y="34780"/>
                    <a:pt x="6424" y="32772"/>
                    <a:pt x="6424" y="30524"/>
                  </a:cubicBezTo>
                  <a:cubicBezTo>
                    <a:pt x="6424" y="28276"/>
                    <a:pt x="5166" y="26268"/>
                    <a:pt x="3186" y="25225"/>
                  </a:cubicBezTo>
                  <a:cubicBezTo>
                    <a:pt x="3106" y="23244"/>
                    <a:pt x="2062" y="21451"/>
                    <a:pt x="375" y="20407"/>
                  </a:cubicBezTo>
                  <a:cubicBezTo>
                    <a:pt x="2088" y="19336"/>
                    <a:pt x="3186" y="17436"/>
                    <a:pt x="3186" y="15616"/>
                  </a:cubicBezTo>
                  <a:cubicBezTo>
                    <a:pt x="3186" y="15589"/>
                    <a:pt x="3186" y="15562"/>
                    <a:pt x="3186" y="15562"/>
                  </a:cubicBezTo>
                  <a:cubicBezTo>
                    <a:pt x="5166" y="14518"/>
                    <a:pt x="6424" y="12511"/>
                    <a:pt x="6424" y="10263"/>
                  </a:cubicBezTo>
                  <a:cubicBezTo>
                    <a:pt x="6424" y="8014"/>
                    <a:pt x="5166" y="6007"/>
                    <a:pt x="3186" y="4963"/>
                  </a:cubicBezTo>
                  <a:cubicBezTo>
                    <a:pt x="3186" y="3036"/>
                    <a:pt x="2008" y="1055"/>
                    <a:pt x="215" y="11"/>
                  </a:cubicBezTo>
                  <a:cubicBezTo>
                    <a:pt x="193" y="4"/>
                    <a:pt x="172" y="1"/>
                    <a:pt x="15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1" name="Google Shape;2021;p111"/>
            <p:cNvSpPr/>
            <p:nvPr/>
          </p:nvSpPr>
          <p:spPr>
            <a:xfrm>
              <a:off x="1761075" y="2845375"/>
              <a:ext cx="160625" cy="2032675"/>
            </a:xfrm>
            <a:custGeom>
              <a:avLst/>
              <a:gdLst/>
              <a:ahLst/>
              <a:cxnLst/>
              <a:rect l="l" t="t" r="r" b="b"/>
              <a:pathLst>
                <a:path w="6425" h="81307" extrusionOk="0">
                  <a:moveTo>
                    <a:pt x="146" y="1"/>
                  </a:moveTo>
                  <a:cubicBezTo>
                    <a:pt x="108" y="1"/>
                    <a:pt x="71" y="24"/>
                    <a:pt x="54" y="57"/>
                  </a:cubicBezTo>
                  <a:cubicBezTo>
                    <a:pt x="27" y="84"/>
                    <a:pt x="27" y="110"/>
                    <a:pt x="27" y="137"/>
                  </a:cubicBezTo>
                  <a:cubicBezTo>
                    <a:pt x="27" y="164"/>
                    <a:pt x="54" y="217"/>
                    <a:pt x="81" y="244"/>
                  </a:cubicBezTo>
                  <a:cubicBezTo>
                    <a:pt x="1821" y="1234"/>
                    <a:pt x="2972" y="3162"/>
                    <a:pt x="2945" y="5035"/>
                  </a:cubicBezTo>
                  <a:cubicBezTo>
                    <a:pt x="2945" y="5089"/>
                    <a:pt x="2972" y="5142"/>
                    <a:pt x="2998" y="5142"/>
                  </a:cubicBezTo>
                  <a:cubicBezTo>
                    <a:pt x="4952" y="6133"/>
                    <a:pt x="6183" y="8086"/>
                    <a:pt x="6183" y="10254"/>
                  </a:cubicBezTo>
                  <a:cubicBezTo>
                    <a:pt x="6183" y="12422"/>
                    <a:pt x="4952" y="14376"/>
                    <a:pt x="2998" y="15367"/>
                  </a:cubicBezTo>
                  <a:cubicBezTo>
                    <a:pt x="2972" y="15393"/>
                    <a:pt x="2945" y="15447"/>
                    <a:pt x="2945" y="15474"/>
                  </a:cubicBezTo>
                  <a:cubicBezTo>
                    <a:pt x="2998" y="17321"/>
                    <a:pt x="1847" y="19248"/>
                    <a:pt x="108" y="20265"/>
                  </a:cubicBezTo>
                  <a:cubicBezTo>
                    <a:pt x="81" y="20292"/>
                    <a:pt x="27" y="20318"/>
                    <a:pt x="27" y="20345"/>
                  </a:cubicBezTo>
                  <a:cubicBezTo>
                    <a:pt x="27" y="20425"/>
                    <a:pt x="27" y="20479"/>
                    <a:pt x="81" y="20506"/>
                  </a:cubicBezTo>
                  <a:cubicBezTo>
                    <a:pt x="1821" y="21496"/>
                    <a:pt x="2891" y="23289"/>
                    <a:pt x="2945" y="25297"/>
                  </a:cubicBezTo>
                  <a:cubicBezTo>
                    <a:pt x="2945" y="25350"/>
                    <a:pt x="2972" y="25404"/>
                    <a:pt x="2998" y="25404"/>
                  </a:cubicBezTo>
                  <a:cubicBezTo>
                    <a:pt x="4952" y="26394"/>
                    <a:pt x="6183" y="28348"/>
                    <a:pt x="6183" y="30516"/>
                  </a:cubicBezTo>
                  <a:cubicBezTo>
                    <a:pt x="6183" y="32684"/>
                    <a:pt x="4952" y="34665"/>
                    <a:pt x="2998" y="35628"/>
                  </a:cubicBezTo>
                  <a:cubicBezTo>
                    <a:pt x="2972" y="35655"/>
                    <a:pt x="2945" y="35709"/>
                    <a:pt x="2945" y="35762"/>
                  </a:cubicBezTo>
                  <a:cubicBezTo>
                    <a:pt x="3105" y="37823"/>
                    <a:pt x="1633" y="39643"/>
                    <a:pt x="108" y="40526"/>
                  </a:cubicBezTo>
                  <a:cubicBezTo>
                    <a:pt x="81" y="40553"/>
                    <a:pt x="27" y="40580"/>
                    <a:pt x="27" y="40633"/>
                  </a:cubicBezTo>
                  <a:cubicBezTo>
                    <a:pt x="27" y="40687"/>
                    <a:pt x="27" y="40741"/>
                    <a:pt x="81" y="40767"/>
                  </a:cubicBezTo>
                  <a:cubicBezTo>
                    <a:pt x="1821" y="41784"/>
                    <a:pt x="2945" y="43631"/>
                    <a:pt x="2945" y="45532"/>
                  </a:cubicBezTo>
                  <a:lnTo>
                    <a:pt x="2945" y="45558"/>
                  </a:lnTo>
                  <a:cubicBezTo>
                    <a:pt x="2945" y="45612"/>
                    <a:pt x="2972" y="45665"/>
                    <a:pt x="2998" y="45692"/>
                  </a:cubicBezTo>
                  <a:cubicBezTo>
                    <a:pt x="4952" y="46656"/>
                    <a:pt x="6183" y="48610"/>
                    <a:pt x="6183" y="50778"/>
                  </a:cubicBezTo>
                  <a:cubicBezTo>
                    <a:pt x="6183" y="52972"/>
                    <a:pt x="4952" y="54926"/>
                    <a:pt x="2998" y="55890"/>
                  </a:cubicBezTo>
                  <a:cubicBezTo>
                    <a:pt x="2972" y="55917"/>
                    <a:pt x="2945" y="55970"/>
                    <a:pt x="2945" y="55997"/>
                  </a:cubicBezTo>
                  <a:cubicBezTo>
                    <a:pt x="2891" y="58004"/>
                    <a:pt x="1847" y="59798"/>
                    <a:pt x="108" y="60815"/>
                  </a:cubicBezTo>
                  <a:cubicBezTo>
                    <a:pt x="81" y="60815"/>
                    <a:pt x="27" y="60841"/>
                    <a:pt x="27" y="60895"/>
                  </a:cubicBezTo>
                  <a:cubicBezTo>
                    <a:pt x="27" y="60949"/>
                    <a:pt x="27" y="61002"/>
                    <a:pt x="81" y="61029"/>
                  </a:cubicBezTo>
                  <a:cubicBezTo>
                    <a:pt x="1821" y="62046"/>
                    <a:pt x="2891" y="63839"/>
                    <a:pt x="2945" y="65847"/>
                  </a:cubicBezTo>
                  <a:cubicBezTo>
                    <a:pt x="2945" y="65873"/>
                    <a:pt x="2972" y="65927"/>
                    <a:pt x="2998" y="65954"/>
                  </a:cubicBezTo>
                  <a:cubicBezTo>
                    <a:pt x="4952" y="66917"/>
                    <a:pt x="6183" y="68871"/>
                    <a:pt x="6183" y="71066"/>
                  </a:cubicBezTo>
                  <a:cubicBezTo>
                    <a:pt x="6183" y="73234"/>
                    <a:pt x="4952" y="75188"/>
                    <a:pt x="2998" y="76151"/>
                  </a:cubicBezTo>
                  <a:cubicBezTo>
                    <a:pt x="2972" y="76178"/>
                    <a:pt x="2945" y="76232"/>
                    <a:pt x="2945" y="76285"/>
                  </a:cubicBezTo>
                  <a:cubicBezTo>
                    <a:pt x="2891" y="78266"/>
                    <a:pt x="1821" y="80059"/>
                    <a:pt x="81" y="81076"/>
                  </a:cubicBezTo>
                  <a:cubicBezTo>
                    <a:pt x="27" y="81103"/>
                    <a:pt x="1" y="81183"/>
                    <a:pt x="54" y="81237"/>
                  </a:cubicBezTo>
                  <a:cubicBezTo>
                    <a:pt x="71" y="81288"/>
                    <a:pt x="110" y="81306"/>
                    <a:pt x="149" y="81306"/>
                  </a:cubicBezTo>
                  <a:cubicBezTo>
                    <a:pt x="172" y="81306"/>
                    <a:pt x="195" y="81300"/>
                    <a:pt x="215" y="81290"/>
                  </a:cubicBezTo>
                  <a:cubicBezTo>
                    <a:pt x="2008" y="80247"/>
                    <a:pt x="3105" y="78400"/>
                    <a:pt x="3186" y="76366"/>
                  </a:cubicBezTo>
                  <a:cubicBezTo>
                    <a:pt x="5193" y="75322"/>
                    <a:pt x="6424" y="73288"/>
                    <a:pt x="6424" y="71066"/>
                  </a:cubicBezTo>
                  <a:cubicBezTo>
                    <a:pt x="6424" y="68818"/>
                    <a:pt x="5193" y="66783"/>
                    <a:pt x="3186" y="65766"/>
                  </a:cubicBezTo>
                  <a:cubicBezTo>
                    <a:pt x="3132" y="63759"/>
                    <a:pt x="2088" y="61992"/>
                    <a:pt x="402" y="60922"/>
                  </a:cubicBezTo>
                  <a:cubicBezTo>
                    <a:pt x="2088" y="59878"/>
                    <a:pt x="3132" y="58085"/>
                    <a:pt x="3186" y="56077"/>
                  </a:cubicBezTo>
                  <a:cubicBezTo>
                    <a:pt x="5193" y="55060"/>
                    <a:pt x="6424" y="53026"/>
                    <a:pt x="6424" y="50778"/>
                  </a:cubicBezTo>
                  <a:cubicBezTo>
                    <a:pt x="6424" y="48556"/>
                    <a:pt x="5193" y="46522"/>
                    <a:pt x="3186" y="45505"/>
                  </a:cubicBezTo>
                  <a:cubicBezTo>
                    <a:pt x="3186" y="43604"/>
                    <a:pt x="2088" y="41731"/>
                    <a:pt x="402" y="40660"/>
                  </a:cubicBezTo>
                  <a:cubicBezTo>
                    <a:pt x="1901" y="39697"/>
                    <a:pt x="3320" y="37877"/>
                    <a:pt x="3186" y="35816"/>
                  </a:cubicBezTo>
                  <a:cubicBezTo>
                    <a:pt x="5193" y="34799"/>
                    <a:pt x="6424" y="32764"/>
                    <a:pt x="6424" y="30516"/>
                  </a:cubicBezTo>
                  <a:cubicBezTo>
                    <a:pt x="6424" y="28268"/>
                    <a:pt x="5193" y="26260"/>
                    <a:pt x="3186" y="25216"/>
                  </a:cubicBezTo>
                  <a:cubicBezTo>
                    <a:pt x="3105" y="23236"/>
                    <a:pt x="2062" y="21442"/>
                    <a:pt x="402" y="20399"/>
                  </a:cubicBezTo>
                  <a:cubicBezTo>
                    <a:pt x="2115" y="19328"/>
                    <a:pt x="3212" y="17401"/>
                    <a:pt x="3186" y="15554"/>
                  </a:cubicBezTo>
                  <a:cubicBezTo>
                    <a:pt x="5193" y="14510"/>
                    <a:pt x="6424" y="12503"/>
                    <a:pt x="6424" y="10254"/>
                  </a:cubicBezTo>
                  <a:cubicBezTo>
                    <a:pt x="6424" y="8006"/>
                    <a:pt x="5193" y="5999"/>
                    <a:pt x="3186" y="4955"/>
                  </a:cubicBezTo>
                  <a:cubicBezTo>
                    <a:pt x="3186" y="3028"/>
                    <a:pt x="2008" y="1047"/>
                    <a:pt x="215" y="30"/>
                  </a:cubicBezTo>
                  <a:cubicBezTo>
                    <a:pt x="194" y="10"/>
                    <a:pt x="170" y="1"/>
                    <a:pt x="14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2" name="Google Shape;2022;p111"/>
            <p:cNvSpPr/>
            <p:nvPr/>
          </p:nvSpPr>
          <p:spPr>
            <a:xfrm>
              <a:off x="1607850" y="2593575"/>
              <a:ext cx="159950" cy="2032875"/>
            </a:xfrm>
            <a:custGeom>
              <a:avLst/>
              <a:gdLst/>
              <a:ahLst/>
              <a:cxnLst/>
              <a:rect l="l" t="t" r="r" b="b"/>
              <a:pathLst>
                <a:path w="6398" h="81315" extrusionOk="0">
                  <a:moveTo>
                    <a:pt x="140" y="1"/>
                  </a:moveTo>
                  <a:cubicBezTo>
                    <a:pt x="95" y="1"/>
                    <a:pt x="47" y="26"/>
                    <a:pt x="27" y="65"/>
                  </a:cubicBezTo>
                  <a:cubicBezTo>
                    <a:pt x="0" y="92"/>
                    <a:pt x="0" y="118"/>
                    <a:pt x="0" y="118"/>
                  </a:cubicBezTo>
                  <a:cubicBezTo>
                    <a:pt x="0" y="172"/>
                    <a:pt x="27" y="225"/>
                    <a:pt x="81" y="225"/>
                  </a:cubicBezTo>
                  <a:cubicBezTo>
                    <a:pt x="1820" y="1243"/>
                    <a:pt x="2944" y="3170"/>
                    <a:pt x="2918" y="5043"/>
                  </a:cubicBezTo>
                  <a:cubicBezTo>
                    <a:pt x="2918" y="5070"/>
                    <a:pt x="2944" y="5124"/>
                    <a:pt x="2998" y="5150"/>
                  </a:cubicBezTo>
                  <a:cubicBezTo>
                    <a:pt x="4952" y="6141"/>
                    <a:pt x="6156" y="8095"/>
                    <a:pt x="6156" y="10263"/>
                  </a:cubicBezTo>
                  <a:cubicBezTo>
                    <a:pt x="6156" y="12431"/>
                    <a:pt x="4952" y="14384"/>
                    <a:pt x="2998" y="15375"/>
                  </a:cubicBezTo>
                  <a:cubicBezTo>
                    <a:pt x="2944" y="15402"/>
                    <a:pt x="2918" y="15428"/>
                    <a:pt x="2918" y="15482"/>
                  </a:cubicBezTo>
                  <a:cubicBezTo>
                    <a:pt x="2971" y="17329"/>
                    <a:pt x="1847" y="19256"/>
                    <a:pt x="81" y="20273"/>
                  </a:cubicBezTo>
                  <a:cubicBezTo>
                    <a:pt x="54" y="20300"/>
                    <a:pt x="27" y="20326"/>
                    <a:pt x="0" y="20353"/>
                  </a:cubicBezTo>
                  <a:cubicBezTo>
                    <a:pt x="0" y="20407"/>
                    <a:pt x="27" y="20460"/>
                    <a:pt x="81" y="20514"/>
                  </a:cubicBezTo>
                  <a:cubicBezTo>
                    <a:pt x="1794" y="21504"/>
                    <a:pt x="2864" y="23297"/>
                    <a:pt x="2918" y="25305"/>
                  </a:cubicBezTo>
                  <a:cubicBezTo>
                    <a:pt x="2918" y="25358"/>
                    <a:pt x="2944" y="25385"/>
                    <a:pt x="2998" y="25412"/>
                  </a:cubicBezTo>
                  <a:cubicBezTo>
                    <a:pt x="4952" y="26402"/>
                    <a:pt x="6156" y="28356"/>
                    <a:pt x="6156" y="30524"/>
                  </a:cubicBezTo>
                  <a:cubicBezTo>
                    <a:pt x="6156" y="32692"/>
                    <a:pt x="4952" y="34646"/>
                    <a:pt x="2998" y="35636"/>
                  </a:cubicBezTo>
                  <a:cubicBezTo>
                    <a:pt x="2944" y="35663"/>
                    <a:pt x="2918" y="35717"/>
                    <a:pt x="2918" y="35770"/>
                  </a:cubicBezTo>
                  <a:cubicBezTo>
                    <a:pt x="3078" y="37831"/>
                    <a:pt x="1633" y="39651"/>
                    <a:pt x="81" y="40535"/>
                  </a:cubicBezTo>
                  <a:cubicBezTo>
                    <a:pt x="54" y="40561"/>
                    <a:pt x="27" y="40588"/>
                    <a:pt x="0" y="40615"/>
                  </a:cubicBezTo>
                  <a:cubicBezTo>
                    <a:pt x="0" y="40668"/>
                    <a:pt x="27" y="40749"/>
                    <a:pt x="81" y="40775"/>
                  </a:cubicBezTo>
                  <a:cubicBezTo>
                    <a:pt x="1820" y="41766"/>
                    <a:pt x="2918" y="43639"/>
                    <a:pt x="2918" y="45540"/>
                  </a:cubicBezTo>
                  <a:cubicBezTo>
                    <a:pt x="2918" y="45540"/>
                    <a:pt x="2918" y="45566"/>
                    <a:pt x="2918" y="45566"/>
                  </a:cubicBezTo>
                  <a:cubicBezTo>
                    <a:pt x="2918" y="45620"/>
                    <a:pt x="2944" y="45674"/>
                    <a:pt x="2998" y="45674"/>
                  </a:cubicBezTo>
                  <a:cubicBezTo>
                    <a:pt x="4952" y="46664"/>
                    <a:pt x="6156" y="48618"/>
                    <a:pt x="6156" y="50786"/>
                  </a:cubicBezTo>
                  <a:cubicBezTo>
                    <a:pt x="6156" y="52954"/>
                    <a:pt x="4952" y="54934"/>
                    <a:pt x="2998" y="55898"/>
                  </a:cubicBezTo>
                  <a:cubicBezTo>
                    <a:pt x="2944" y="55925"/>
                    <a:pt x="2918" y="55952"/>
                    <a:pt x="2918" y="56005"/>
                  </a:cubicBezTo>
                  <a:cubicBezTo>
                    <a:pt x="2864" y="58012"/>
                    <a:pt x="1820" y="59806"/>
                    <a:pt x="81" y="60796"/>
                  </a:cubicBezTo>
                  <a:cubicBezTo>
                    <a:pt x="54" y="60823"/>
                    <a:pt x="27" y="60850"/>
                    <a:pt x="0" y="60903"/>
                  </a:cubicBezTo>
                  <a:cubicBezTo>
                    <a:pt x="0" y="60957"/>
                    <a:pt x="27" y="61010"/>
                    <a:pt x="81" y="61037"/>
                  </a:cubicBezTo>
                  <a:cubicBezTo>
                    <a:pt x="1820" y="62054"/>
                    <a:pt x="2864" y="63847"/>
                    <a:pt x="2918" y="65828"/>
                  </a:cubicBezTo>
                  <a:cubicBezTo>
                    <a:pt x="2918" y="65882"/>
                    <a:pt x="2944" y="65935"/>
                    <a:pt x="2998" y="65962"/>
                  </a:cubicBezTo>
                  <a:cubicBezTo>
                    <a:pt x="4952" y="66925"/>
                    <a:pt x="6156" y="68879"/>
                    <a:pt x="6156" y="71047"/>
                  </a:cubicBezTo>
                  <a:cubicBezTo>
                    <a:pt x="6156" y="73242"/>
                    <a:pt x="4952" y="75196"/>
                    <a:pt x="2998" y="76160"/>
                  </a:cubicBezTo>
                  <a:cubicBezTo>
                    <a:pt x="2944" y="76186"/>
                    <a:pt x="2918" y="76240"/>
                    <a:pt x="2918" y="76267"/>
                  </a:cubicBezTo>
                  <a:cubicBezTo>
                    <a:pt x="2864" y="78274"/>
                    <a:pt x="1820" y="80067"/>
                    <a:pt x="81" y="81084"/>
                  </a:cubicBezTo>
                  <a:cubicBezTo>
                    <a:pt x="27" y="81111"/>
                    <a:pt x="0" y="81191"/>
                    <a:pt x="27" y="81245"/>
                  </a:cubicBezTo>
                  <a:cubicBezTo>
                    <a:pt x="44" y="81296"/>
                    <a:pt x="82" y="81315"/>
                    <a:pt x="122" y="81315"/>
                  </a:cubicBezTo>
                  <a:cubicBezTo>
                    <a:pt x="145" y="81315"/>
                    <a:pt x="168" y="81308"/>
                    <a:pt x="188" y="81299"/>
                  </a:cubicBezTo>
                  <a:cubicBezTo>
                    <a:pt x="1981" y="80255"/>
                    <a:pt x="3105" y="78408"/>
                    <a:pt x="3185" y="76347"/>
                  </a:cubicBezTo>
                  <a:cubicBezTo>
                    <a:pt x="5166" y="75330"/>
                    <a:pt x="6397" y="73296"/>
                    <a:pt x="6397" y="71047"/>
                  </a:cubicBezTo>
                  <a:cubicBezTo>
                    <a:pt x="6397" y="68826"/>
                    <a:pt x="5166" y="66792"/>
                    <a:pt x="3185" y="65748"/>
                  </a:cubicBezTo>
                  <a:cubicBezTo>
                    <a:pt x="3105" y="63767"/>
                    <a:pt x="2061" y="61974"/>
                    <a:pt x="375" y="60930"/>
                  </a:cubicBezTo>
                  <a:cubicBezTo>
                    <a:pt x="2061" y="59859"/>
                    <a:pt x="3105" y="58093"/>
                    <a:pt x="3185" y="56085"/>
                  </a:cubicBezTo>
                  <a:cubicBezTo>
                    <a:pt x="5166" y="55068"/>
                    <a:pt x="6397" y="53034"/>
                    <a:pt x="6397" y="50786"/>
                  </a:cubicBezTo>
                  <a:cubicBezTo>
                    <a:pt x="6397" y="48537"/>
                    <a:pt x="5166" y="46530"/>
                    <a:pt x="3185" y="45486"/>
                  </a:cubicBezTo>
                  <a:cubicBezTo>
                    <a:pt x="3159" y="43586"/>
                    <a:pt x="2061" y="41739"/>
                    <a:pt x="375" y="40668"/>
                  </a:cubicBezTo>
                  <a:cubicBezTo>
                    <a:pt x="1901" y="39705"/>
                    <a:pt x="3292" y="37885"/>
                    <a:pt x="3185" y="35824"/>
                  </a:cubicBezTo>
                  <a:cubicBezTo>
                    <a:pt x="5166" y="34780"/>
                    <a:pt x="6397" y="32772"/>
                    <a:pt x="6397" y="30524"/>
                  </a:cubicBezTo>
                  <a:cubicBezTo>
                    <a:pt x="6397" y="28276"/>
                    <a:pt x="5166" y="26268"/>
                    <a:pt x="3185" y="25225"/>
                  </a:cubicBezTo>
                  <a:cubicBezTo>
                    <a:pt x="3078" y="23244"/>
                    <a:pt x="2061" y="21451"/>
                    <a:pt x="375" y="20407"/>
                  </a:cubicBezTo>
                  <a:cubicBezTo>
                    <a:pt x="2061" y="19336"/>
                    <a:pt x="3185" y="17436"/>
                    <a:pt x="3185" y="15616"/>
                  </a:cubicBezTo>
                  <a:cubicBezTo>
                    <a:pt x="3185" y="15589"/>
                    <a:pt x="3185" y="15562"/>
                    <a:pt x="3185" y="15562"/>
                  </a:cubicBezTo>
                  <a:cubicBezTo>
                    <a:pt x="5166" y="14518"/>
                    <a:pt x="6397" y="12511"/>
                    <a:pt x="6397" y="10263"/>
                  </a:cubicBezTo>
                  <a:cubicBezTo>
                    <a:pt x="6397" y="8014"/>
                    <a:pt x="5166" y="6007"/>
                    <a:pt x="3185" y="4963"/>
                  </a:cubicBezTo>
                  <a:cubicBezTo>
                    <a:pt x="3185" y="3036"/>
                    <a:pt x="1981" y="1055"/>
                    <a:pt x="188" y="11"/>
                  </a:cubicBezTo>
                  <a:cubicBezTo>
                    <a:pt x="173" y="4"/>
                    <a:pt x="157" y="1"/>
                    <a:pt x="14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3" name="Google Shape;2023;p111"/>
            <p:cNvSpPr/>
            <p:nvPr/>
          </p:nvSpPr>
          <p:spPr>
            <a:xfrm>
              <a:off x="1453950" y="2845375"/>
              <a:ext cx="160600" cy="2032675"/>
            </a:xfrm>
            <a:custGeom>
              <a:avLst/>
              <a:gdLst/>
              <a:ahLst/>
              <a:cxnLst/>
              <a:rect l="l" t="t" r="r" b="b"/>
              <a:pathLst>
                <a:path w="6424" h="81307" extrusionOk="0">
                  <a:moveTo>
                    <a:pt x="133" y="1"/>
                  </a:moveTo>
                  <a:cubicBezTo>
                    <a:pt x="93" y="1"/>
                    <a:pt x="60" y="24"/>
                    <a:pt x="27" y="57"/>
                  </a:cubicBezTo>
                  <a:cubicBezTo>
                    <a:pt x="27" y="84"/>
                    <a:pt x="27" y="110"/>
                    <a:pt x="27" y="137"/>
                  </a:cubicBezTo>
                  <a:cubicBezTo>
                    <a:pt x="27" y="164"/>
                    <a:pt x="27" y="217"/>
                    <a:pt x="80" y="244"/>
                  </a:cubicBezTo>
                  <a:cubicBezTo>
                    <a:pt x="1820" y="1234"/>
                    <a:pt x="2971" y="3188"/>
                    <a:pt x="2944" y="5035"/>
                  </a:cubicBezTo>
                  <a:cubicBezTo>
                    <a:pt x="2944" y="5089"/>
                    <a:pt x="2971" y="5142"/>
                    <a:pt x="2998" y="5142"/>
                  </a:cubicBezTo>
                  <a:cubicBezTo>
                    <a:pt x="4952" y="6133"/>
                    <a:pt x="6156" y="8086"/>
                    <a:pt x="6156" y="10254"/>
                  </a:cubicBezTo>
                  <a:cubicBezTo>
                    <a:pt x="6156" y="12422"/>
                    <a:pt x="4952" y="14376"/>
                    <a:pt x="2998" y="15367"/>
                  </a:cubicBezTo>
                  <a:cubicBezTo>
                    <a:pt x="2971" y="15393"/>
                    <a:pt x="2944" y="15420"/>
                    <a:pt x="2944" y="15474"/>
                  </a:cubicBezTo>
                  <a:cubicBezTo>
                    <a:pt x="2998" y="17347"/>
                    <a:pt x="1847" y="19248"/>
                    <a:pt x="107" y="20265"/>
                  </a:cubicBezTo>
                  <a:cubicBezTo>
                    <a:pt x="54" y="20292"/>
                    <a:pt x="27" y="20318"/>
                    <a:pt x="27" y="20345"/>
                  </a:cubicBezTo>
                  <a:cubicBezTo>
                    <a:pt x="0" y="20425"/>
                    <a:pt x="27" y="20479"/>
                    <a:pt x="80" y="20506"/>
                  </a:cubicBezTo>
                  <a:cubicBezTo>
                    <a:pt x="1793" y="21496"/>
                    <a:pt x="2864" y="23289"/>
                    <a:pt x="2944" y="25297"/>
                  </a:cubicBezTo>
                  <a:cubicBezTo>
                    <a:pt x="2944" y="25350"/>
                    <a:pt x="2971" y="25404"/>
                    <a:pt x="2998" y="25404"/>
                  </a:cubicBezTo>
                  <a:cubicBezTo>
                    <a:pt x="4952" y="26394"/>
                    <a:pt x="6156" y="28348"/>
                    <a:pt x="6156" y="30516"/>
                  </a:cubicBezTo>
                  <a:cubicBezTo>
                    <a:pt x="6156" y="32684"/>
                    <a:pt x="4952" y="34665"/>
                    <a:pt x="2998" y="35628"/>
                  </a:cubicBezTo>
                  <a:cubicBezTo>
                    <a:pt x="2944" y="35655"/>
                    <a:pt x="2918" y="35709"/>
                    <a:pt x="2944" y="35762"/>
                  </a:cubicBezTo>
                  <a:cubicBezTo>
                    <a:pt x="3105" y="37823"/>
                    <a:pt x="1633" y="39643"/>
                    <a:pt x="107" y="40526"/>
                  </a:cubicBezTo>
                  <a:cubicBezTo>
                    <a:pt x="54" y="40553"/>
                    <a:pt x="27" y="40580"/>
                    <a:pt x="27" y="40633"/>
                  </a:cubicBezTo>
                  <a:cubicBezTo>
                    <a:pt x="0" y="40687"/>
                    <a:pt x="27" y="40741"/>
                    <a:pt x="80" y="40767"/>
                  </a:cubicBezTo>
                  <a:cubicBezTo>
                    <a:pt x="1820" y="41784"/>
                    <a:pt x="2944" y="43631"/>
                    <a:pt x="2944" y="45532"/>
                  </a:cubicBezTo>
                  <a:cubicBezTo>
                    <a:pt x="2944" y="45558"/>
                    <a:pt x="2944" y="45558"/>
                    <a:pt x="2944" y="45558"/>
                  </a:cubicBezTo>
                  <a:cubicBezTo>
                    <a:pt x="2918" y="45612"/>
                    <a:pt x="2971" y="45665"/>
                    <a:pt x="2998" y="45692"/>
                  </a:cubicBezTo>
                  <a:cubicBezTo>
                    <a:pt x="4952" y="46656"/>
                    <a:pt x="6156" y="48610"/>
                    <a:pt x="6156" y="50778"/>
                  </a:cubicBezTo>
                  <a:cubicBezTo>
                    <a:pt x="6156" y="52972"/>
                    <a:pt x="4952" y="54926"/>
                    <a:pt x="2998" y="55890"/>
                  </a:cubicBezTo>
                  <a:cubicBezTo>
                    <a:pt x="2971" y="55917"/>
                    <a:pt x="2944" y="55970"/>
                    <a:pt x="2944" y="55997"/>
                  </a:cubicBezTo>
                  <a:cubicBezTo>
                    <a:pt x="2891" y="58004"/>
                    <a:pt x="1820" y="59798"/>
                    <a:pt x="107" y="60815"/>
                  </a:cubicBezTo>
                  <a:cubicBezTo>
                    <a:pt x="54" y="60815"/>
                    <a:pt x="27" y="60841"/>
                    <a:pt x="27" y="60895"/>
                  </a:cubicBezTo>
                  <a:cubicBezTo>
                    <a:pt x="0" y="60949"/>
                    <a:pt x="27" y="61002"/>
                    <a:pt x="80" y="61029"/>
                  </a:cubicBezTo>
                  <a:cubicBezTo>
                    <a:pt x="1820" y="62046"/>
                    <a:pt x="2891" y="63839"/>
                    <a:pt x="2944" y="65847"/>
                  </a:cubicBezTo>
                  <a:cubicBezTo>
                    <a:pt x="2944" y="65873"/>
                    <a:pt x="2971" y="65927"/>
                    <a:pt x="2998" y="65954"/>
                  </a:cubicBezTo>
                  <a:cubicBezTo>
                    <a:pt x="4952" y="66917"/>
                    <a:pt x="6156" y="68871"/>
                    <a:pt x="6156" y="71066"/>
                  </a:cubicBezTo>
                  <a:cubicBezTo>
                    <a:pt x="6156" y="73234"/>
                    <a:pt x="4952" y="75188"/>
                    <a:pt x="2998" y="76151"/>
                  </a:cubicBezTo>
                  <a:cubicBezTo>
                    <a:pt x="2971" y="76178"/>
                    <a:pt x="2944" y="76232"/>
                    <a:pt x="2944" y="76285"/>
                  </a:cubicBezTo>
                  <a:cubicBezTo>
                    <a:pt x="2891" y="78266"/>
                    <a:pt x="1820" y="80059"/>
                    <a:pt x="80" y="81076"/>
                  </a:cubicBezTo>
                  <a:cubicBezTo>
                    <a:pt x="27" y="81103"/>
                    <a:pt x="0" y="81183"/>
                    <a:pt x="27" y="81237"/>
                  </a:cubicBezTo>
                  <a:cubicBezTo>
                    <a:pt x="61" y="81288"/>
                    <a:pt x="106" y="81306"/>
                    <a:pt x="147" y="81306"/>
                  </a:cubicBezTo>
                  <a:cubicBezTo>
                    <a:pt x="172" y="81306"/>
                    <a:pt x="195" y="81300"/>
                    <a:pt x="214" y="81290"/>
                  </a:cubicBezTo>
                  <a:cubicBezTo>
                    <a:pt x="2008" y="80247"/>
                    <a:pt x="3105" y="78400"/>
                    <a:pt x="3185" y="76366"/>
                  </a:cubicBezTo>
                  <a:cubicBezTo>
                    <a:pt x="5166" y="75322"/>
                    <a:pt x="6424" y="73288"/>
                    <a:pt x="6424" y="71066"/>
                  </a:cubicBezTo>
                  <a:cubicBezTo>
                    <a:pt x="6424" y="68818"/>
                    <a:pt x="5166" y="66783"/>
                    <a:pt x="3185" y="65766"/>
                  </a:cubicBezTo>
                  <a:cubicBezTo>
                    <a:pt x="3105" y="63759"/>
                    <a:pt x="2061" y="61992"/>
                    <a:pt x="375" y="60922"/>
                  </a:cubicBezTo>
                  <a:cubicBezTo>
                    <a:pt x="2061" y="59878"/>
                    <a:pt x="3105" y="58085"/>
                    <a:pt x="3185" y="56077"/>
                  </a:cubicBezTo>
                  <a:cubicBezTo>
                    <a:pt x="5166" y="55060"/>
                    <a:pt x="6424" y="53026"/>
                    <a:pt x="6424" y="50778"/>
                  </a:cubicBezTo>
                  <a:cubicBezTo>
                    <a:pt x="6424" y="48556"/>
                    <a:pt x="5193" y="46522"/>
                    <a:pt x="3185" y="45505"/>
                  </a:cubicBezTo>
                  <a:cubicBezTo>
                    <a:pt x="3159" y="43604"/>
                    <a:pt x="2088" y="41731"/>
                    <a:pt x="375" y="40660"/>
                  </a:cubicBezTo>
                  <a:cubicBezTo>
                    <a:pt x="1901" y="39697"/>
                    <a:pt x="3319" y="37877"/>
                    <a:pt x="3185" y="35816"/>
                  </a:cubicBezTo>
                  <a:cubicBezTo>
                    <a:pt x="5193" y="34799"/>
                    <a:pt x="6424" y="32764"/>
                    <a:pt x="6424" y="30516"/>
                  </a:cubicBezTo>
                  <a:cubicBezTo>
                    <a:pt x="6424" y="28268"/>
                    <a:pt x="5166" y="26260"/>
                    <a:pt x="3185" y="25216"/>
                  </a:cubicBezTo>
                  <a:cubicBezTo>
                    <a:pt x="3105" y="23236"/>
                    <a:pt x="2061" y="21442"/>
                    <a:pt x="375" y="20399"/>
                  </a:cubicBezTo>
                  <a:cubicBezTo>
                    <a:pt x="2088" y="19328"/>
                    <a:pt x="3185" y="17454"/>
                    <a:pt x="3185" y="15608"/>
                  </a:cubicBezTo>
                  <a:cubicBezTo>
                    <a:pt x="3185" y="15581"/>
                    <a:pt x="3185" y="15581"/>
                    <a:pt x="3185" y="15554"/>
                  </a:cubicBezTo>
                  <a:cubicBezTo>
                    <a:pt x="5193" y="14510"/>
                    <a:pt x="6424" y="12503"/>
                    <a:pt x="6424" y="10254"/>
                  </a:cubicBezTo>
                  <a:cubicBezTo>
                    <a:pt x="6424" y="8006"/>
                    <a:pt x="5193" y="5999"/>
                    <a:pt x="3185" y="4955"/>
                  </a:cubicBezTo>
                  <a:cubicBezTo>
                    <a:pt x="3185" y="3028"/>
                    <a:pt x="2008" y="1047"/>
                    <a:pt x="214" y="30"/>
                  </a:cubicBezTo>
                  <a:cubicBezTo>
                    <a:pt x="184" y="10"/>
                    <a:pt x="157" y="1"/>
                    <a:pt x="13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4" name="Google Shape;2024;p111"/>
            <p:cNvSpPr/>
            <p:nvPr/>
          </p:nvSpPr>
          <p:spPr>
            <a:xfrm>
              <a:off x="1300050" y="2593575"/>
              <a:ext cx="160600" cy="2032875"/>
            </a:xfrm>
            <a:custGeom>
              <a:avLst/>
              <a:gdLst/>
              <a:ahLst/>
              <a:cxnLst/>
              <a:rect l="l" t="t" r="r" b="b"/>
              <a:pathLst>
                <a:path w="6424" h="81315" extrusionOk="0">
                  <a:moveTo>
                    <a:pt x="167" y="1"/>
                  </a:moveTo>
                  <a:cubicBezTo>
                    <a:pt x="121" y="1"/>
                    <a:pt x="73" y="26"/>
                    <a:pt x="54" y="65"/>
                  </a:cubicBezTo>
                  <a:cubicBezTo>
                    <a:pt x="27" y="92"/>
                    <a:pt x="27" y="118"/>
                    <a:pt x="27" y="118"/>
                  </a:cubicBezTo>
                  <a:cubicBezTo>
                    <a:pt x="27" y="172"/>
                    <a:pt x="54" y="225"/>
                    <a:pt x="80" y="225"/>
                  </a:cubicBezTo>
                  <a:cubicBezTo>
                    <a:pt x="1820" y="1243"/>
                    <a:pt x="2971" y="3170"/>
                    <a:pt x="2944" y="5043"/>
                  </a:cubicBezTo>
                  <a:cubicBezTo>
                    <a:pt x="2944" y="5070"/>
                    <a:pt x="2971" y="5124"/>
                    <a:pt x="3025" y="5150"/>
                  </a:cubicBezTo>
                  <a:cubicBezTo>
                    <a:pt x="4952" y="6141"/>
                    <a:pt x="6183" y="8095"/>
                    <a:pt x="6183" y="10263"/>
                  </a:cubicBezTo>
                  <a:cubicBezTo>
                    <a:pt x="6183" y="12431"/>
                    <a:pt x="4952" y="14384"/>
                    <a:pt x="3025" y="15375"/>
                  </a:cubicBezTo>
                  <a:cubicBezTo>
                    <a:pt x="2971" y="15402"/>
                    <a:pt x="2944" y="15428"/>
                    <a:pt x="2944" y="15482"/>
                  </a:cubicBezTo>
                  <a:cubicBezTo>
                    <a:pt x="2998" y="17355"/>
                    <a:pt x="1847" y="19256"/>
                    <a:pt x="107" y="20273"/>
                  </a:cubicBezTo>
                  <a:cubicBezTo>
                    <a:pt x="80" y="20300"/>
                    <a:pt x="54" y="20326"/>
                    <a:pt x="27" y="20353"/>
                  </a:cubicBezTo>
                  <a:cubicBezTo>
                    <a:pt x="27" y="20407"/>
                    <a:pt x="27" y="20460"/>
                    <a:pt x="80" y="20514"/>
                  </a:cubicBezTo>
                  <a:cubicBezTo>
                    <a:pt x="1820" y="21504"/>
                    <a:pt x="2891" y="23297"/>
                    <a:pt x="2944" y="25305"/>
                  </a:cubicBezTo>
                  <a:cubicBezTo>
                    <a:pt x="2944" y="25358"/>
                    <a:pt x="2971" y="25385"/>
                    <a:pt x="3025" y="25412"/>
                  </a:cubicBezTo>
                  <a:cubicBezTo>
                    <a:pt x="4952" y="26402"/>
                    <a:pt x="6183" y="28356"/>
                    <a:pt x="6183" y="30524"/>
                  </a:cubicBezTo>
                  <a:cubicBezTo>
                    <a:pt x="6183" y="32692"/>
                    <a:pt x="4952" y="34646"/>
                    <a:pt x="3025" y="35636"/>
                  </a:cubicBezTo>
                  <a:cubicBezTo>
                    <a:pt x="2971" y="35663"/>
                    <a:pt x="2944" y="35717"/>
                    <a:pt x="2944" y="35770"/>
                  </a:cubicBezTo>
                  <a:cubicBezTo>
                    <a:pt x="3105" y="37831"/>
                    <a:pt x="1633" y="39651"/>
                    <a:pt x="107" y="40535"/>
                  </a:cubicBezTo>
                  <a:cubicBezTo>
                    <a:pt x="80" y="40561"/>
                    <a:pt x="54" y="40588"/>
                    <a:pt x="27" y="40615"/>
                  </a:cubicBezTo>
                  <a:cubicBezTo>
                    <a:pt x="27" y="40668"/>
                    <a:pt x="27" y="40749"/>
                    <a:pt x="80" y="40775"/>
                  </a:cubicBezTo>
                  <a:cubicBezTo>
                    <a:pt x="1820" y="41766"/>
                    <a:pt x="2944" y="43639"/>
                    <a:pt x="2944" y="45540"/>
                  </a:cubicBezTo>
                  <a:cubicBezTo>
                    <a:pt x="2944" y="45540"/>
                    <a:pt x="2944" y="45566"/>
                    <a:pt x="2944" y="45566"/>
                  </a:cubicBezTo>
                  <a:cubicBezTo>
                    <a:pt x="2944" y="45620"/>
                    <a:pt x="2971" y="45674"/>
                    <a:pt x="3025" y="45674"/>
                  </a:cubicBezTo>
                  <a:cubicBezTo>
                    <a:pt x="4952" y="46664"/>
                    <a:pt x="6183" y="48618"/>
                    <a:pt x="6183" y="50786"/>
                  </a:cubicBezTo>
                  <a:cubicBezTo>
                    <a:pt x="6183" y="52954"/>
                    <a:pt x="4952" y="54934"/>
                    <a:pt x="3025" y="55898"/>
                  </a:cubicBezTo>
                  <a:cubicBezTo>
                    <a:pt x="2971" y="55925"/>
                    <a:pt x="2944" y="55952"/>
                    <a:pt x="2944" y="56005"/>
                  </a:cubicBezTo>
                  <a:cubicBezTo>
                    <a:pt x="2891" y="58012"/>
                    <a:pt x="1847" y="59806"/>
                    <a:pt x="107" y="60796"/>
                  </a:cubicBezTo>
                  <a:cubicBezTo>
                    <a:pt x="80" y="60823"/>
                    <a:pt x="54" y="60850"/>
                    <a:pt x="27" y="60903"/>
                  </a:cubicBezTo>
                  <a:cubicBezTo>
                    <a:pt x="27" y="60957"/>
                    <a:pt x="27" y="61010"/>
                    <a:pt x="80" y="61037"/>
                  </a:cubicBezTo>
                  <a:cubicBezTo>
                    <a:pt x="1820" y="62054"/>
                    <a:pt x="2891" y="63847"/>
                    <a:pt x="2944" y="65828"/>
                  </a:cubicBezTo>
                  <a:cubicBezTo>
                    <a:pt x="2944" y="65882"/>
                    <a:pt x="2971" y="65935"/>
                    <a:pt x="3025" y="65962"/>
                  </a:cubicBezTo>
                  <a:cubicBezTo>
                    <a:pt x="4952" y="66925"/>
                    <a:pt x="6183" y="68879"/>
                    <a:pt x="6183" y="71047"/>
                  </a:cubicBezTo>
                  <a:cubicBezTo>
                    <a:pt x="6183" y="73242"/>
                    <a:pt x="4952" y="75196"/>
                    <a:pt x="3025" y="76160"/>
                  </a:cubicBezTo>
                  <a:cubicBezTo>
                    <a:pt x="2971" y="76186"/>
                    <a:pt x="2944" y="76240"/>
                    <a:pt x="2944" y="76267"/>
                  </a:cubicBezTo>
                  <a:cubicBezTo>
                    <a:pt x="2891" y="78274"/>
                    <a:pt x="1820" y="80067"/>
                    <a:pt x="80" y="81084"/>
                  </a:cubicBezTo>
                  <a:cubicBezTo>
                    <a:pt x="27" y="81111"/>
                    <a:pt x="0" y="81191"/>
                    <a:pt x="54" y="81245"/>
                  </a:cubicBezTo>
                  <a:cubicBezTo>
                    <a:pt x="71" y="81296"/>
                    <a:pt x="109" y="81315"/>
                    <a:pt x="149" y="81315"/>
                  </a:cubicBezTo>
                  <a:cubicBezTo>
                    <a:pt x="171" y="81315"/>
                    <a:pt x="195" y="81308"/>
                    <a:pt x="214" y="81299"/>
                  </a:cubicBezTo>
                  <a:cubicBezTo>
                    <a:pt x="2007" y="80255"/>
                    <a:pt x="3105" y="78408"/>
                    <a:pt x="3185" y="76347"/>
                  </a:cubicBezTo>
                  <a:cubicBezTo>
                    <a:pt x="5193" y="75330"/>
                    <a:pt x="6424" y="73296"/>
                    <a:pt x="6424" y="71047"/>
                  </a:cubicBezTo>
                  <a:cubicBezTo>
                    <a:pt x="6424" y="68826"/>
                    <a:pt x="5193" y="66792"/>
                    <a:pt x="3185" y="65748"/>
                  </a:cubicBezTo>
                  <a:cubicBezTo>
                    <a:pt x="3132" y="63767"/>
                    <a:pt x="2088" y="61974"/>
                    <a:pt x="402" y="60930"/>
                  </a:cubicBezTo>
                  <a:cubicBezTo>
                    <a:pt x="2088" y="59859"/>
                    <a:pt x="3132" y="58093"/>
                    <a:pt x="3185" y="56085"/>
                  </a:cubicBezTo>
                  <a:cubicBezTo>
                    <a:pt x="5193" y="55068"/>
                    <a:pt x="6424" y="53034"/>
                    <a:pt x="6424" y="50786"/>
                  </a:cubicBezTo>
                  <a:cubicBezTo>
                    <a:pt x="6424" y="48537"/>
                    <a:pt x="5193" y="46530"/>
                    <a:pt x="3185" y="45486"/>
                  </a:cubicBezTo>
                  <a:cubicBezTo>
                    <a:pt x="3185" y="43586"/>
                    <a:pt x="2088" y="41739"/>
                    <a:pt x="402" y="40668"/>
                  </a:cubicBezTo>
                  <a:cubicBezTo>
                    <a:pt x="1927" y="39705"/>
                    <a:pt x="3319" y="37885"/>
                    <a:pt x="3212" y="35824"/>
                  </a:cubicBezTo>
                  <a:cubicBezTo>
                    <a:pt x="5193" y="34780"/>
                    <a:pt x="6424" y="32772"/>
                    <a:pt x="6424" y="30524"/>
                  </a:cubicBezTo>
                  <a:cubicBezTo>
                    <a:pt x="6424" y="28276"/>
                    <a:pt x="5193" y="26268"/>
                    <a:pt x="3185" y="25225"/>
                  </a:cubicBezTo>
                  <a:cubicBezTo>
                    <a:pt x="3105" y="23244"/>
                    <a:pt x="2061" y="21451"/>
                    <a:pt x="402" y="20407"/>
                  </a:cubicBezTo>
                  <a:cubicBezTo>
                    <a:pt x="2088" y="19336"/>
                    <a:pt x="3185" y="17436"/>
                    <a:pt x="3185" y="15616"/>
                  </a:cubicBezTo>
                  <a:cubicBezTo>
                    <a:pt x="3185" y="15589"/>
                    <a:pt x="3185" y="15562"/>
                    <a:pt x="3185" y="15562"/>
                  </a:cubicBezTo>
                  <a:cubicBezTo>
                    <a:pt x="5193" y="14518"/>
                    <a:pt x="6424" y="12511"/>
                    <a:pt x="6424" y="10263"/>
                  </a:cubicBezTo>
                  <a:cubicBezTo>
                    <a:pt x="6424" y="8014"/>
                    <a:pt x="5193" y="6007"/>
                    <a:pt x="3185" y="4963"/>
                  </a:cubicBezTo>
                  <a:cubicBezTo>
                    <a:pt x="3185" y="3036"/>
                    <a:pt x="2007" y="1055"/>
                    <a:pt x="214" y="11"/>
                  </a:cubicBezTo>
                  <a:cubicBezTo>
                    <a:pt x="200" y="4"/>
                    <a:pt x="184" y="1"/>
                    <a:pt x="16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5" name="Google Shape;2025;p111"/>
            <p:cNvSpPr/>
            <p:nvPr/>
          </p:nvSpPr>
          <p:spPr>
            <a:xfrm>
              <a:off x="1146800" y="2845375"/>
              <a:ext cx="159950" cy="2032675"/>
            </a:xfrm>
            <a:custGeom>
              <a:avLst/>
              <a:gdLst/>
              <a:ahLst/>
              <a:cxnLst/>
              <a:rect l="l" t="t" r="r" b="b"/>
              <a:pathLst>
                <a:path w="6398" h="81307" extrusionOk="0">
                  <a:moveTo>
                    <a:pt x="120" y="1"/>
                  </a:moveTo>
                  <a:cubicBezTo>
                    <a:pt x="81" y="1"/>
                    <a:pt x="44" y="24"/>
                    <a:pt x="28" y="57"/>
                  </a:cubicBezTo>
                  <a:cubicBezTo>
                    <a:pt x="28" y="84"/>
                    <a:pt x="1" y="110"/>
                    <a:pt x="1" y="137"/>
                  </a:cubicBezTo>
                  <a:cubicBezTo>
                    <a:pt x="1" y="164"/>
                    <a:pt x="28" y="217"/>
                    <a:pt x="81" y="244"/>
                  </a:cubicBezTo>
                  <a:cubicBezTo>
                    <a:pt x="1821" y="1234"/>
                    <a:pt x="2972" y="3162"/>
                    <a:pt x="2918" y="5035"/>
                  </a:cubicBezTo>
                  <a:cubicBezTo>
                    <a:pt x="2918" y="5089"/>
                    <a:pt x="2945" y="5142"/>
                    <a:pt x="2998" y="5142"/>
                  </a:cubicBezTo>
                  <a:cubicBezTo>
                    <a:pt x="4952" y="6133"/>
                    <a:pt x="6157" y="8086"/>
                    <a:pt x="6157" y="10254"/>
                  </a:cubicBezTo>
                  <a:cubicBezTo>
                    <a:pt x="6157" y="12422"/>
                    <a:pt x="4952" y="14376"/>
                    <a:pt x="2998" y="15367"/>
                  </a:cubicBezTo>
                  <a:cubicBezTo>
                    <a:pt x="2945" y="15393"/>
                    <a:pt x="2918" y="15420"/>
                    <a:pt x="2918" y="15474"/>
                  </a:cubicBezTo>
                  <a:cubicBezTo>
                    <a:pt x="2972" y="17321"/>
                    <a:pt x="1848" y="19248"/>
                    <a:pt x="81" y="20265"/>
                  </a:cubicBezTo>
                  <a:cubicBezTo>
                    <a:pt x="54" y="20292"/>
                    <a:pt x="28" y="20318"/>
                    <a:pt x="1" y="20345"/>
                  </a:cubicBezTo>
                  <a:cubicBezTo>
                    <a:pt x="1" y="20425"/>
                    <a:pt x="28" y="20479"/>
                    <a:pt x="81" y="20506"/>
                  </a:cubicBezTo>
                  <a:cubicBezTo>
                    <a:pt x="1794" y="21496"/>
                    <a:pt x="2865" y="23289"/>
                    <a:pt x="2918" y="25297"/>
                  </a:cubicBezTo>
                  <a:cubicBezTo>
                    <a:pt x="2918" y="25350"/>
                    <a:pt x="2945" y="25404"/>
                    <a:pt x="2998" y="25404"/>
                  </a:cubicBezTo>
                  <a:cubicBezTo>
                    <a:pt x="4952" y="26394"/>
                    <a:pt x="6157" y="28348"/>
                    <a:pt x="6157" y="30516"/>
                  </a:cubicBezTo>
                  <a:cubicBezTo>
                    <a:pt x="6157" y="32684"/>
                    <a:pt x="4952" y="34665"/>
                    <a:pt x="2998" y="35628"/>
                  </a:cubicBezTo>
                  <a:cubicBezTo>
                    <a:pt x="2945" y="35655"/>
                    <a:pt x="2918" y="35709"/>
                    <a:pt x="2918" y="35762"/>
                  </a:cubicBezTo>
                  <a:cubicBezTo>
                    <a:pt x="3079" y="37823"/>
                    <a:pt x="1633" y="39643"/>
                    <a:pt x="81" y="40526"/>
                  </a:cubicBezTo>
                  <a:cubicBezTo>
                    <a:pt x="54" y="40553"/>
                    <a:pt x="28" y="40580"/>
                    <a:pt x="1" y="40633"/>
                  </a:cubicBezTo>
                  <a:cubicBezTo>
                    <a:pt x="1" y="40687"/>
                    <a:pt x="28" y="40741"/>
                    <a:pt x="81" y="40767"/>
                  </a:cubicBezTo>
                  <a:cubicBezTo>
                    <a:pt x="1821" y="41784"/>
                    <a:pt x="2918" y="43631"/>
                    <a:pt x="2918" y="45532"/>
                  </a:cubicBezTo>
                  <a:cubicBezTo>
                    <a:pt x="2918" y="45532"/>
                    <a:pt x="2918" y="45558"/>
                    <a:pt x="2918" y="45558"/>
                  </a:cubicBezTo>
                  <a:cubicBezTo>
                    <a:pt x="2918" y="45612"/>
                    <a:pt x="2945" y="45665"/>
                    <a:pt x="2998" y="45692"/>
                  </a:cubicBezTo>
                  <a:cubicBezTo>
                    <a:pt x="4952" y="46656"/>
                    <a:pt x="6157" y="48610"/>
                    <a:pt x="6157" y="50778"/>
                  </a:cubicBezTo>
                  <a:cubicBezTo>
                    <a:pt x="6157" y="52972"/>
                    <a:pt x="4952" y="54926"/>
                    <a:pt x="2998" y="55890"/>
                  </a:cubicBezTo>
                  <a:cubicBezTo>
                    <a:pt x="2945" y="55917"/>
                    <a:pt x="2918" y="55970"/>
                    <a:pt x="2918" y="55997"/>
                  </a:cubicBezTo>
                  <a:cubicBezTo>
                    <a:pt x="2891" y="58004"/>
                    <a:pt x="1821" y="59798"/>
                    <a:pt x="81" y="60815"/>
                  </a:cubicBezTo>
                  <a:cubicBezTo>
                    <a:pt x="54" y="60815"/>
                    <a:pt x="28" y="60841"/>
                    <a:pt x="1" y="60895"/>
                  </a:cubicBezTo>
                  <a:cubicBezTo>
                    <a:pt x="1" y="60949"/>
                    <a:pt x="28" y="61002"/>
                    <a:pt x="81" y="61029"/>
                  </a:cubicBezTo>
                  <a:cubicBezTo>
                    <a:pt x="1821" y="62046"/>
                    <a:pt x="2891" y="63839"/>
                    <a:pt x="2918" y="65847"/>
                  </a:cubicBezTo>
                  <a:cubicBezTo>
                    <a:pt x="2918" y="65873"/>
                    <a:pt x="2945" y="65927"/>
                    <a:pt x="2998" y="65954"/>
                  </a:cubicBezTo>
                  <a:cubicBezTo>
                    <a:pt x="4952" y="66917"/>
                    <a:pt x="6157" y="68871"/>
                    <a:pt x="6157" y="71066"/>
                  </a:cubicBezTo>
                  <a:cubicBezTo>
                    <a:pt x="6157" y="73234"/>
                    <a:pt x="4952" y="75188"/>
                    <a:pt x="2998" y="76151"/>
                  </a:cubicBezTo>
                  <a:cubicBezTo>
                    <a:pt x="2945" y="76178"/>
                    <a:pt x="2918" y="76232"/>
                    <a:pt x="2918" y="76285"/>
                  </a:cubicBezTo>
                  <a:cubicBezTo>
                    <a:pt x="2891" y="78266"/>
                    <a:pt x="1821" y="80059"/>
                    <a:pt x="81" y="81076"/>
                  </a:cubicBezTo>
                  <a:cubicBezTo>
                    <a:pt x="28" y="81103"/>
                    <a:pt x="1" y="81183"/>
                    <a:pt x="28" y="81237"/>
                  </a:cubicBezTo>
                  <a:cubicBezTo>
                    <a:pt x="44" y="81288"/>
                    <a:pt x="83" y="81306"/>
                    <a:pt x="129" y="81306"/>
                  </a:cubicBezTo>
                  <a:cubicBezTo>
                    <a:pt x="156" y="81306"/>
                    <a:pt x="185" y="81300"/>
                    <a:pt x="215" y="81290"/>
                  </a:cubicBezTo>
                  <a:cubicBezTo>
                    <a:pt x="1981" y="80247"/>
                    <a:pt x="3106" y="78400"/>
                    <a:pt x="3186" y="76366"/>
                  </a:cubicBezTo>
                  <a:cubicBezTo>
                    <a:pt x="5167" y="75322"/>
                    <a:pt x="6398" y="73288"/>
                    <a:pt x="6398" y="71066"/>
                  </a:cubicBezTo>
                  <a:cubicBezTo>
                    <a:pt x="6398" y="68818"/>
                    <a:pt x="5167" y="66783"/>
                    <a:pt x="3186" y="65766"/>
                  </a:cubicBezTo>
                  <a:cubicBezTo>
                    <a:pt x="3106" y="63759"/>
                    <a:pt x="2062" y="61992"/>
                    <a:pt x="375" y="60922"/>
                  </a:cubicBezTo>
                  <a:cubicBezTo>
                    <a:pt x="2062" y="59878"/>
                    <a:pt x="3106" y="58085"/>
                    <a:pt x="3186" y="56077"/>
                  </a:cubicBezTo>
                  <a:cubicBezTo>
                    <a:pt x="5167" y="55060"/>
                    <a:pt x="6398" y="53026"/>
                    <a:pt x="6398" y="50778"/>
                  </a:cubicBezTo>
                  <a:cubicBezTo>
                    <a:pt x="6398" y="48556"/>
                    <a:pt x="5167" y="46522"/>
                    <a:pt x="3186" y="45505"/>
                  </a:cubicBezTo>
                  <a:cubicBezTo>
                    <a:pt x="3159" y="43604"/>
                    <a:pt x="2088" y="41731"/>
                    <a:pt x="375" y="40660"/>
                  </a:cubicBezTo>
                  <a:cubicBezTo>
                    <a:pt x="1901" y="39697"/>
                    <a:pt x="3293" y="37877"/>
                    <a:pt x="3186" y="35816"/>
                  </a:cubicBezTo>
                  <a:cubicBezTo>
                    <a:pt x="5167" y="34799"/>
                    <a:pt x="6398" y="32764"/>
                    <a:pt x="6398" y="30516"/>
                  </a:cubicBezTo>
                  <a:cubicBezTo>
                    <a:pt x="6398" y="28268"/>
                    <a:pt x="5167" y="26260"/>
                    <a:pt x="3186" y="25216"/>
                  </a:cubicBezTo>
                  <a:cubicBezTo>
                    <a:pt x="3079" y="23236"/>
                    <a:pt x="2062" y="21442"/>
                    <a:pt x="375" y="20399"/>
                  </a:cubicBezTo>
                  <a:cubicBezTo>
                    <a:pt x="2088" y="19328"/>
                    <a:pt x="3186" y="17401"/>
                    <a:pt x="3186" y="15554"/>
                  </a:cubicBezTo>
                  <a:cubicBezTo>
                    <a:pt x="5167" y="14510"/>
                    <a:pt x="6398" y="12503"/>
                    <a:pt x="6398" y="10254"/>
                  </a:cubicBezTo>
                  <a:cubicBezTo>
                    <a:pt x="6398" y="8006"/>
                    <a:pt x="5167" y="5999"/>
                    <a:pt x="3186" y="4955"/>
                  </a:cubicBezTo>
                  <a:cubicBezTo>
                    <a:pt x="3186" y="3028"/>
                    <a:pt x="1981" y="1047"/>
                    <a:pt x="188" y="30"/>
                  </a:cubicBezTo>
                  <a:cubicBezTo>
                    <a:pt x="168" y="10"/>
                    <a:pt x="143" y="1"/>
                    <a:pt x="12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6" name="Google Shape;2026;p111"/>
            <p:cNvSpPr/>
            <p:nvPr/>
          </p:nvSpPr>
          <p:spPr>
            <a:xfrm>
              <a:off x="992900" y="2593575"/>
              <a:ext cx="160625" cy="2032875"/>
            </a:xfrm>
            <a:custGeom>
              <a:avLst/>
              <a:gdLst/>
              <a:ahLst/>
              <a:cxnLst/>
              <a:rect l="l" t="t" r="r" b="b"/>
              <a:pathLst>
                <a:path w="6425" h="81315" extrusionOk="0">
                  <a:moveTo>
                    <a:pt x="167" y="1"/>
                  </a:moveTo>
                  <a:cubicBezTo>
                    <a:pt x="120" y="1"/>
                    <a:pt x="67" y="26"/>
                    <a:pt x="27" y="65"/>
                  </a:cubicBezTo>
                  <a:cubicBezTo>
                    <a:pt x="27" y="92"/>
                    <a:pt x="27" y="118"/>
                    <a:pt x="27" y="118"/>
                  </a:cubicBezTo>
                  <a:cubicBezTo>
                    <a:pt x="27" y="172"/>
                    <a:pt x="54" y="225"/>
                    <a:pt x="81" y="225"/>
                  </a:cubicBezTo>
                  <a:cubicBezTo>
                    <a:pt x="1821" y="1243"/>
                    <a:pt x="2972" y="3170"/>
                    <a:pt x="2945" y="5043"/>
                  </a:cubicBezTo>
                  <a:cubicBezTo>
                    <a:pt x="2945" y="5070"/>
                    <a:pt x="2972" y="5124"/>
                    <a:pt x="2998" y="5150"/>
                  </a:cubicBezTo>
                  <a:cubicBezTo>
                    <a:pt x="4952" y="6141"/>
                    <a:pt x="6157" y="8095"/>
                    <a:pt x="6157" y="10263"/>
                  </a:cubicBezTo>
                  <a:cubicBezTo>
                    <a:pt x="6157" y="12431"/>
                    <a:pt x="4952" y="14384"/>
                    <a:pt x="2998" y="15375"/>
                  </a:cubicBezTo>
                  <a:cubicBezTo>
                    <a:pt x="2972" y="15402"/>
                    <a:pt x="2945" y="15428"/>
                    <a:pt x="2945" y="15482"/>
                  </a:cubicBezTo>
                  <a:cubicBezTo>
                    <a:pt x="2998" y="17329"/>
                    <a:pt x="1847" y="19256"/>
                    <a:pt x="108" y="20273"/>
                  </a:cubicBezTo>
                  <a:cubicBezTo>
                    <a:pt x="54" y="20300"/>
                    <a:pt x="27" y="20326"/>
                    <a:pt x="27" y="20353"/>
                  </a:cubicBezTo>
                  <a:cubicBezTo>
                    <a:pt x="1" y="20407"/>
                    <a:pt x="27" y="20460"/>
                    <a:pt x="81" y="20514"/>
                  </a:cubicBezTo>
                  <a:cubicBezTo>
                    <a:pt x="1794" y="21504"/>
                    <a:pt x="2865" y="23297"/>
                    <a:pt x="2945" y="25305"/>
                  </a:cubicBezTo>
                  <a:cubicBezTo>
                    <a:pt x="2945" y="25358"/>
                    <a:pt x="2972" y="25385"/>
                    <a:pt x="2998" y="25412"/>
                  </a:cubicBezTo>
                  <a:cubicBezTo>
                    <a:pt x="4952" y="26402"/>
                    <a:pt x="6157" y="28356"/>
                    <a:pt x="6157" y="30524"/>
                  </a:cubicBezTo>
                  <a:cubicBezTo>
                    <a:pt x="6157" y="32692"/>
                    <a:pt x="4952" y="34646"/>
                    <a:pt x="2998" y="35636"/>
                  </a:cubicBezTo>
                  <a:cubicBezTo>
                    <a:pt x="2972" y="35663"/>
                    <a:pt x="2945" y="35717"/>
                    <a:pt x="2945" y="35770"/>
                  </a:cubicBezTo>
                  <a:cubicBezTo>
                    <a:pt x="3105" y="37831"/>
                    <a:pt x="1633" y="39651"/>
                    <a:pt x="108" y="40535"/>
                  </a:cubicBezTo>
                  <a:cubicBezTo>
                    <a:pt x="54" y="40561"/>
                    <a:pt x="27" y="40588"/>
                    <a:pt x="27" y="40615"/>
                  </a:cubicBezTo>
                  <a:cubicBezTo>
                    <a:pt x="1" y="40668"/>
                    <a:pt x="27" y="40749"/>
                    <a:pt x="81" y="40775"/>
                  </a:cubicBezTo>
                  <a:cubicBezTo>
                    <a:pt x="1821" y="41766"/>
                    <a:pt x="2945" y="43639"/>
                    <a:pt x="2945" y="45540"/>
                  </a:cubicBezTo>
                  <a:cubicBezTo>
                    <a:pt x="2945" y="45540"/>
                    <a:pt x="2945" y="45566"/>
                    <a:pt x="2945" y="45566"/>
                  </a:cubicBezTo>
                  <a:cubicBezTo>
                    <a:pt x="2918" y="45620"/>
                    <a:pt x="2972" y="45674"/>
                    <a:pt x="2998" y="45674"/>
                  </a:cubicBezTo>
                  <a:cubicBezTo>
                    <a:pt x="4952" y="46664"/>
                    <a:pt x="6157" y="48618"/>
                    <a:pt x="6157" y="50786"/>
                  </a:cubicBezTo>
                  <a:cubicBezTo>
                    <a:pt x="6157" y="52954"/>
                    <a:pt x="4952" y="54934"/>
                    <a:pt x="2998" y="55898"/>
                  </a:cubicBezTo>
                  <a:cubicBezTo>
                    <a:pt x="2972" y="55925"/>
                    <a:pt x="2945" y="55952"/>
                    <a:pt x="2945" y="56005"/>
                  </a:cubicBezTo>
                  <a:cubicBezTo>
                    <a:pt x="2891" y="58012"/>
                    <a:pt x="1821" y="59806"/>
                    <a:pt x="108" y="60796"/>
                  </a:cubicBezTo>
                  <a:cubicBezTo>
                    <a:pt x="54" y="60823"/>
                    <a:pt x="27" y="60850"/>
                    <a:pt x="27" y="60903"/>
                  </a:cubicBezTo>
                  <a:cubicBezTo>
                    <a:pt x="1" y="60957"/>
                    <a:pt x="27" y="61010"/>
                    <a:pt x="81" y="61037"/>
                  </a:cubicBezTo>
                  <a:cubicBezTo>
                    <a:pt x="1821" y="62054"/>
                    <a:pt x="2891" y="63847"/>
                    <a:pt x="2945" y="65828"/>
                  </a:cubicBezTo>
                  <a:cubicBezTo>
                    <a:pt x="2945" y="65882"/>
                    <a:pt x="2972" y="65935"/>
                    <a:pt x="2998" y="65962"/>
                  </a:cubicBezTo>
                  <a:cubicBezTo>
                    <a:pt x="4952" y="66925"/>
                    <a:pt x="6157" y="68879"/>
                    <a:pt x="6157" y="71047"/>
                  </a:cubicBezTo>
                  <a:cubicBezTo>
                    <a:pt x="6157" y="73242"/>
                    <a:pt x="4952" y="75196"/>
                    <a:pt x="2998" y="76160"/>
                  </a:cubicBezTo>
                  <a:cubicBezTo>
                    <a:pt x="2972" y="76186"/>
                    <a:pt x="2945" y="76240"/>
                    <a:pt x="2945" y="76267"/>
                  </a:cubicBezTo>
                  <a:cubicBezTo>
                    <a:pt x="2891" y="78274"/>
                    <a:pt x="1821" y="80067"/>
                    <a:pt x="81" y="81084"/>
                  </a:cubicBezTo>
                  <a:cubicBezTo>
                    <a:pt x="27" y="81111"/>
                    <a:pt x="1" y="81191"/>
                    <a:pt x="27" y="81245"/>
                  </a:cubicBezTo>
                  <a:cubicBezTo>
                    <a:pt x="61" y="81296"/>
                    <a:pt x="106" y="81315"/>
                    <a:pt x="148" y="81315"/>
                  </a:cubicBezTo>
                  <a:cubicBezTo>
                    <a:pt x="172" y="81315"/>
                    <a:pt x="195" y="81308"/>
                    <a:pt x="215" y="81299"/>
                  </a:cubicBezTo>
                  <a:cubicBezTo>
                    <a:pt x="2008" y="80255"/>
                    <a:pt x="3105" y="78408"/>
                    <a:pt x="3186" y="76347"/>
                  </a:cubicBezTo>
                  <a:cubicBezTo>
                    <a:pt x="5193" y="75330"/>
                    <a:pt x="6424" y="73296"/>
                    <a:pt x="6424" y="71047"/>
                  </a:cubicBezTo>
                  <a:cubicBezTo>
                    <a:pt x="6424" y="68826"/>
                    <a:pt x="5193" y="66792"/>
                    <a:pt x="3186" y="65748"/>
                  </a:cubicBezTo>
                  <a:cubicBezTo>
                    <a:pt x="3105" y="63767"/>
                    <a:pt x="2088" y="61974"/>
                    <a:pt x="402" y="60930"/>
                  </a:cubicBezTo>
                  <a:cubicBezTo>
                    <a:pt x="2088" y="59859"/>
                    <a:pt x="3105" y="58093"/>
                    <a:pt x="3186" y="56085"/>
                  </a:cubicBezTo>
                  <a:cubicBezTo>
                    <a:pt x="5193" y="55068"/>
                    <a:pt x="6424" y="53034"/>
                    <a:pt x="6424" y="50786"/>
                  </a:cubicBezTo>
                  <a:cubicBezTo>
                    <a:pt x="6424" y="48537"/>
                    <a:pt x="5193" y="46530"/>
                    <a:pt x="3186" y="45486"/>
                  </a:cubicBezTo>
                  <a:cubicBezTo>
                    <a:pt x="3159" y="43586"/>
                    <a:pt x="2088" y="41739"/>
                    <a:pt x="402" y="40668"/>
                  </a:cubicBezTo>
                  <a:cubicBezTo>
                    <a:pt x="1901" y="39705"/>
                    <a:pt x="3320" y="37885"/>
                    <a:pt x="3186" y="35824"/>
                  </a:cubicBezTo>
                  <a:cubicBezTo>
                    <a:pt x="5193" y="34780"/>
                    <a:pt x="6424" y="32772"/>
                    <a:pt x="6424" y="30524"/>
                  </a:cubicBezTo>
                  <a:cubicBezTo>
                    <a:pt x="6424" y="28276"/>
                    <a:pt x="5193" y="26268"/>
                    <a:pt x="3186" y="25225"/>
                  </a:cubicBezTo>
                  <a:cubicBezTo>
                    <a:pt x="3105" y="23244"/>
                    <a:pt x="2062" y="21451"/>
                    <a:pt x="402" y="20407"/>
                  </a:cubicBezTo>
                  <a:cubicBezTo>
                    <a:pt x="2088" y="19336"/>
                    <a:pt x="3186" y="17436"/>
                    <a:pt x="3186" y="15616"/>
                  </a:cubicBezTo>
                  <a:cubicBezTo>
                    <a:pt x="3186" y="15589"/>
                    <a:pt x="3186" y="15562"/>
                    <a:pt x="3186" y="15562"/>
                  </a:cubicBezTo>
                  <a:cubicBezTo>
                    <a:pt x="5193" y="14518"/>
                    <a:pt x="6424" y="12511"/>
                    <a:pt x="6424" y="10263"/>
                  </a:cubicBezTo>
                  <a:cubicBezTo>
                    <a:pt x="6424" y="8014"/>
                    <a:pt x="5193" y="6007"/>
                    <a:pt x="3186" y="4963"/>
                  </a:cubicBezTo>
                  <a:cubicBezTo>
                    <a:pt x="3186" y="3036"/>
                    <a:pt x="2008" y="1055"/>
                    <a:pt x="215" y="11"/>
                  </a:cubicBezTo>
                  <a:cubicBezTo>
                    <a:pt x="200" y="4"/>
                    <a:pt x="184" y="1"/>
                    <a:pt x="16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7" name="Google Shape;2027;p111"/>
            <p:cNvSpPr/>
            <p:nvPr/>
          </p:nvSpPr>
          <p:spPr>
            <a:xfrm>
              <a:off x="839675" y="2845375"/>
              <a:ext cx="159950" cy="2032675"/>
            </a:xfrm>
            <a:custGeom>
              <a:avLst/>
              <a:gdLst/>
              <a:ahLst/>
              <a:cxnLst/>
              <a:rect l="l" t="t" r="r" b="b"/>
              <a:pathLst>
                <a:path w="6398" h="81307" extrusionOk="0">
                  <a:moveTo>
                    <a:pt x="119" y="1"/>
                  </a:moveTo>
                  <a:cubicBezTo>
                    <a:pt x="81" y="1"/>
                    <a:pt x="44" y="24"/>
                    <a:pt x="27" y="57"/>
                  </a:cubicBezTo>
                  <a:cubicBezTo>
                    <a:pt x="0" y="84"/>
                    <a:pt x="0" y="110"/>
                    <a:pt x="0" y="137"/>
                  </a:cubicBezTo>
                  <a:cubicBezTo>
                    <a:pt x="0" y="164"/>
                    <a:pt x="27" y="217"/>
                    <a:pt x="54" y="244"/>
                  </a:cubicBezTo>
                  <a:cubicBezTo>
                    <a:pt x="1794" y="1234"/>
                    <a:pt x="2971" y="3162"/>
                    <a:pt x="2918" y="5035"/>
                  </a:cubicBezTo>
                  <a:cubicBezTo>
                    <a:pt x="2918" y="5089"/>
                    <a:pt x="2945" y="5142"/>
                    <a:pt x="2998" y="5142"/>
                  </a:cubicBezTo>
                  <a:cubicBezTo>
                    <a:pt x="4925" y="6133"/>
                    <a:pt x="6156" y="8086"/>
                    <a:pt x="6156" y="10254"/>
                  </a:cubicBezTo>
                  <a:cubicBezTo>
                    <a:pt x="6156" y="12422"/>
                    <a:pt x="4925" y="14376"/>
                    <a:pt x="2998" y="15367"/>
                  </a:cubicBezTo>
                  <a:cubicBezTo>
                    <a:pt x="2945" y="15393"/>
                    <a:pt x="2918" y="15420"/>
                    <a:pt x="2918" y="15474"/>
                  </a:cubicBezTo>
                  <a:cubicBezTo>
                    <a:pt x="2971" y="17321"/>
                    <a:pt x="1847" y="19248"/>
                    <a:pt x="81" y="20265"/>
                  </a:cubicBezTo>
                  <a:cubicBezTo>
                    <a:pt x="54" y="20292"/>
                    <a:pt x="27" y="20318"/>
                    <a:pt x="0" y="20345"/>
                  </a:cubicBezTo>
                  <a:cubicBezTo>
                    <a:pt x="0" y="20425"/>
                    <a:pt x="27" y="20479"/>
                    <a:pt x="54" y="20506"/>
                  </a:cubicBezTo>
                  <a:cubicBezTo>
                    <a:pt x="1794" y="21496"/>
                    <a:pt x="2864" y="23289"/>
                    <a:pt x="2918" y="25297"/>
                  </a:cubicBezTo>
                  <a:cubicBezTo>
                    <a:pt x="2918" y="25350"/>
                    <a:pt x="2945" y="25404"/>
                    <a:pt x="2998" y="25404"/>
                  </a:cubicBezTo>
                  <a:cubicBezTo>
                    <a:pt x="4925" y="26394"/>
                    <a:pt x="6156" y="28348"/>
                    <a:pt x="6156" y="30516"/>
                  </a:cubicBezTo>
                  <a:cubicBezTo>
                    <a:pt x="6156" y="32684"/>
                    <a:pt x="4925" y="34665"/>
                    <a:pt x="2998" y="35628"/>
                  </a:cubicBezTo>
                  <a:cubicBezTo>
                    <a:pt x="2945" y="35655"/>
                    <a:pt x="2918" y="35709"/>
                    <a:pt x="2918" y="35762"/>
                  </a:cubicBezTo>
                  <a:cubicBezTo>
                    <a:pt x="3078" y="37823"/>
                    <a:pt x="1606" y="39643"/>
                    <a:pt x="81" y="40526"/>
                  </a:cubicBezTo>
                  <a:cubicBezTo>
                    <a:pt x="54" y="40553"/>
                    <a:pt x="27" y="40580"/>
                    <a:pt x="0" y="40633"/>
                  </a:cubicBezTo>
                  <a:cubicBezTo>
                    <a:pt x="0" y="40687"/>
                    <a:pt x="27" y="40741"/>
                    <a:pt x="54" y="40767"/>
                  </a:cubicBezTo>
                  <a:cubicBezTo>
                    <a:pt x="1794" y="41784"/>
                    <a:pt x="2918" y="43631"/>
                    <a:pt x="2918" y="45532"/>
                  </a:cubicBezTo>
                  <a:cubicBezTo>
                    <a:pt x="2918" y="45558"/>
                    <a:pt x="2918" y="45558"/>
                    <a:pt x="2918" y="45558"/>
                  </a:cubicBezTo>
                  <a:cubicBezTo>
                    <a:pt x="2918" y="45612"/>
                    <a:pt x="2945" y="45665"/>
                    <a:pt x="2998" y="45692"/>
                  </a:cubicBezTo>
                  <a:cubicBezTo>
                    <a:pt x="4925" y="46656"/>
                    <a:pt x="6156" y="48610"/>
                    <a:pt x="6156" y="50778"/>
                  </a:cubicBezTo>
                  <a:cubicBezTo>
                    <a:pt x="6156" y="52972"/>
                    <a:pt x="4925" y="54926"/>
                    <a:pt x="2998" y="55890"/>
                  </a:cubicBezTo>
                  <a:cubicBezTo>
                    <a:pt x="2945" y="55917"/>
                    <a:pt x="2918" y="55970"/>
                    <a:pt x="2918" y="55997"/>
                  </a:cubicBezTo>
                  <a:cubicBezTo>
                    <a:pt x="2864" y="58004"/>
                    <a:pt x="1820" y="59798"/>
                    <a:pt x="81" y="60815"/>
                  </a:cubicBezTo>
                  <a:cubicBezTo>
                    <a:pt x="54" y="60815"/>
                    <a:pt x="27" y="60841"/>
                    <a:pt x="0" y="60895"/>
                  </a:cubicBezTo>
                  <a:cubicBezTo>
                    <a:pt x="0" y="60949"/>
                    <a:pt x="27" y="61002"/>
                    <a:pt x="54" y="61029"/>
                  </a:cubicBezTo>
                  <a:cubicBezTo>
                    <a:pt x="1794" y="62046"/>
                    <a:pt x="2864" y="63839"/>
                    <a:pt x="2918" y="65847"/>
                  </a:cubicBezTo>
                  <a:cubicBezTo>
                    <a:pt x="2918" y="65873"/>
                    <a:pt x="2945" y="65927"/>
                    <a:pt x="2998" y="65954"/>
                  </a:cubicBezTo>
                  <a:cubicBezTo>
                    <a:pt x="4925" y="66917"/>
                    <a:pt x="6156" y="68871"/>
                    <a:pt x="6156" y="71066"/>
                  </a:cubicBezTo>
                  <a:cubicBezTo>
                    <a:pt x="6156" y="73234"/>
                    <a:pt x="4925" y="75188"/>
                    <a:pt x="2998" y="76151"/>
                  </a:cubicBezTo>
                  <a:cubicBezTo>
                    <a:pt x="2945" y="76178"/>
                    <a:pt x="2918" y="76232"/>
                    <a:pt x="2918" y="76285"/>
                  </a:cubicBezTo>
                  <a:cubicBezTo>
                    <a:pt x="2864" y="78266"/>
                    <a:pt x="1794" y="80059"/>
                    <a:pt x="81" y="81076"/>
                  </a:cubicBezTo>
                  <a:cubicBezTo>
                    <a:pt x="0" y="81103"/>
                    <a:pt x="0" y="81183"/>
                    <a:pt x="27" y="81237"/>
                  </a:cubicBezTo>
                  <a:cubicBezTo>
                    <a:pt x="44" y="81288"/>
                    <a:pt x="83" y="81306"/>
                    <a:pt x="122" y="81306"/>
                  </a:cubicBezTo>
                  <a:cubicBezTo>
                    <a:pt x="145" y="81306"/>
                    <a:pt x="168" y="81300"/>
                    <a:pt x="188" y="81290"/>
                  </a:cubicBezTo>
                  <a:cubicBezTo>
                    <a:pt x="1981" y="80247"/>
                    <a:pt x="3105" y="78400"/>
                    <a:pt x="3159" y="76366"/>
                  </a:cubicBezTo>
                  <a:cubicBezTo>
                    <a:pt x="5166" y="75322"/>
                    <a:pt x="6397" y="73288"/>
                    <a:pt x="6397" y="71066"/>
                  </a:cubicBezTo>
                  <a:cubicBezTo>
                    <a:pt x="6397" y="68818"/>
                    <a:pt x="5166" y="66783"/>
                    <a:pt x="3159" y="65766"/>
                  </a:cubicBezTo>
                  <a:cubicBezTo>
                    <a:pt x="3105" y="63759"/>
                    <a:pt x="2061" y="61992"/>
                    <a:pt x="375" y="60922"/>
                  </a:cubicBezTo>
                  <a:cubicBezTo>
                    <a:pt x="2061" y="59878"/>
                    <a:pt x="3105" y="58085"/>
                    <a:pt x="3159" y="56077"/>
                  </a:cubicBezTo>
                  <a:cubicBezTo>
                    <a:pt x="5166" y="55060"/>
                    <a:pt x="6397" y="53026"/>
                    <a:pt x="6397" y="50778"/>
                  </a:cubicBezTo>
                  <a:cubicBezTo>
                    <a:pt x="6397" y="48556"/>
                    <a:pt x="5166" y="46522"/>
                    <a:pt x="3159" y="45505"/>
                  </a:cubicBezTo>
                  <a:cubicBezTo>
                    <a:pt x="3159" y="43604"/>
                    <a:pt x="2061" y="41731"/>
                    <a:pt x="375" y="40660"/>
                  </a:cubicBezTo>
                  <a:cubicBezTo>
                    <a:pt x="1901" y="39697"/>
                    <a:pt x="3292" y="37877"/>
                    <a:pt x="3185" y="35816"/>
                  </a:cubicBezTo>
                  <a:cubicBezTo>
                    <a:pt x="5166" y="34799"/>
                    <a:pt x="6397" y="32764"/>
                    <a:pt x="6397" y="30516"/>
                  </a:cubicBezTo>
                  <a:cubicBezTo>
                    <a:pt x="6397" y="28268"/>
                    <a:pt x="5166" y="26260"/>
                    <a:pt x="3159" y="25216"/>
                  </a:cubicBezTo>
                  <a:cubicBezTo>
                    <a:pt x="3078" y="23236"/>
                    <a:pt x="2035" y="21442"/>
                    <a:pt x="375" y="20399"/>
                  </a:cubicBezTo>
                  <a:cubicBezTo>
                    <a:pt x="2061" y="19328"/>
                    <a:pt x="3159" y="17454"/>
                    <a:pt x="3159" y="15608"/>
                  </a:cubicBezTo>
                  <a:cubicBezTo>
                    <a:pt x="3159" y="15581"/>
                    <a:pt x="3159" y="15581"/>
                    <a:pt x="3159" y="15554"/>
                  </a:cubicBezTo>
                  <a:cubicBezTo>
                    <a:pt x="5166" y="14510"/>
                    <a:pt x="6397" y="12503"/>
                    <a:pt x="6397" y="10254"/>
                  </a:cubicBezTo>
                  <a:cubicBezTo>
                    <a:pt x="6397" y="8006"/>
                    <a:pt x="5166" y="5999"/>
                    <a:pt x="3159" y="4955"/>
                  </a:cubicBezTo>
                  <a:cubicBezTo>
                    <a:pt x="3159" y="3028"/>
                    <a:pt x="1981" y="1047"/>
                    <a:pt x="188" y="30"/>
                  </a:cubicBezTo>
                  <a:cubicBezTo>
                    <a:pt x="167" y="10"/>
                    <a:pt x="143" y="1"/>
                    <a:pt x="11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8" name="Google Shape;2028;p111"/>
            <p:cNvSpPr/>
            <p:nvPr/>
          </p:nvSpPr>
          <p:spPr>
            <a:xfrm>
              <a:off x="685775" y="2593575"/>
              <a:ext cx="159950" cy="2032875"/>
            </a:xfrm>
            <a:custGeom>
              <a:avLst/>
              <a:gdLst/>
              <a:ahLst/>
              <a:cxnLst/>
              <a:rect l="l" t="t" r="r" b="b"/>
              <a:pathLst>
                <a:path w="6398" h="81315" extrusionOk="0">
                  <a:moveTo>
                    <a:pt x="140" y="1"/>
                  </a:moveTo>
                  <a:cubicBezTo>
                    <a:pt x="95" y="1"/>
                    <a:pt x="47" y="26"/>
                    <a:pt x="27" y="65"/>
                  </a:cubicBezTo>
                  <a:cubicBezTo>
                    <a:pt x="27" y="92"/>
                    <a:pt x="0" y="118"/>
                    <a:pt x="0" y="118"/>
                  </a:cubicBezTo>
                  <a:cubicBezTo>
                    <a:pt x="0" y="172"/>
                    <a:pt x="27" y="225"/>
                    <a:pt x="81" y="225"/>
                  </a:cubicBezTo>
                  <a:cubicBezTo>
                    <a:pt x="1820" y="1243"/>
                    <a:pt x="2944" y="3170"/>
                    <a:pt x="2918" y="5043"/>
                  </a:cubicBezTo>
                  <a:cubicBezTo>
                    <a:pt x="2918" y="5070"/>
                    <a:pt x="2944" y="5124"/>
                    <a:pt x="2998" y="5150"/>
                  </a:cubicBezTo>
                  <a:cubicBezTo>
                    <a:pt x="4952" y="6141"/>
                    <a:pt x="6156" y="8095"/>
                    <a:pt x="6156" y="10263"/>
                  </a:cubicBezTo>
                  <a:cubicBezTo>
                    <a:pt x="6156" y="12431"/>
                    <a:pt x="4952" y="14384"/>
                    <a:pt x="2998" y="15375"/>
                  </a:cubicBezTo>
                  <a:cubicBezTo>
                    <a:pt x="2944" y="15402"/>
                    <a:pt x="2918" y="15428"/>
                    <a:pt x="2918" y="15482"/>
                  </a:cubicBezTo>
                  <a:cubicBezTo>
                    <a:pt x="2998" y="17329"/>
                    <a:pt x="1847" y="19256"/>
                    <a:pt x="81" y="20273"/>
                  </a:cubicBezTo>
                  <a:cubicBezTo>
                    <a:pt x="54" y="20300"/>
                    <a:pt x="27" y="20326"/>
                    <a:pt x="27" y="20353"/>
                  </a:cubicBezTo>
                  <a:cubicBezTo>
                    <a:pt x="0" y="20407"/>
                    <a:pt x="27" y="20460"/>
                    <a:pt x="81" y="20514"/>
                  </a:cubicBezTo>
                  <a:cubicBezTo>
                    <a:pt x="1794" y="21504"/>
                    <a:pt x="2864" y="23297"/>
                    <a:pt x="2918" y="25305"/>
                  </a:cubicBezTo>
                  <a:cubicBezTo>
                    <a:pt x="2918" y="25358"/>
                    <a:pt x="2944" y="25385"/>
                    <a:pt x="2998" y="25412"/>
                  </a:cubicBezTo>
                  <a:cubicBezTo>
                    <a:pt x="4952" y="26402"/>
                    <a:pt x="6156" y="28356"/>
                    <a:pt x="6156" y="30524"/>
                  </a:cubicBezTo>
                  <a:cubicBezTo>
                    <a:pt x="6156" y="32692"/>
                    <a:pt x="4952" y="34646"/>
                    <a:pt x="2998" y="35636"/>
                  </a:cubicBezTo>
                  <a:cubicBezTo>
                    <a:pt x="2944" y="35663"/>
                    <a:pt x="2918" y="35717"/>
                    <a:pt x="2918" y="35770"/>
                  </a:cubicBezTo>
                  <a:cubicBezTo>
                    <a:pt x="3078" y="37831"/>
                    <a:pt x="1633" y="39651"/>
                    <a:pt x="81" y="40535"/>
                  </a:cubicBezTo>
                  <a:cubicBezTo>
                    <a:pt x="54" y="40561"/>
                    <a:pt x="27" y="40588"/>
                    <a:pt x="27" y="40615"/>
                  </a:cubicBezTo>
                  <a:cubicBezTo>
                    <a:pt x="0" y="40668"/>
                    <a:pt x="27" y="40749"/>
                    <a:pt x="81" y="40775"/>
                  </a:cubicBezTo>
                  <a:cubicBezTo>
                    <a:pt x="1820" y="41766"/>
                    <a:pt x="2918" y="43639"/>
                    <a:pt x="2918" y="45540"/>
                  </a:cubicBezTo>
                  <a:lnTo>
                    <a:pt x="2918" y="45566"/>
                  </a:lnTo>
                  <a:cubicBezTo>
                    <a:pt x="2918" y="45620"/>
                    <a:pt x="2944" y="45674"/>
                    <a:pt x="2998" y="45674"/>
                  </a:cubicBezTo>
                  <a:cubicBezTo>
                    <a:pt x="4952" y="46664"/>
                    <a:pt x="6156" y="48618"/>
                    <a:pt x="6156" y="50786"/>
                  </a:cubicBezTo>
                  <a:cubicBezTo>
                    <a:pt x="6156" y="52954"/>
                    <a:pt x="4952" y="54934"/>
                    <a:pt x="2998" y="55898"/>
                  </a:cubicBezTo>
                  <a:cubicBezTo>
                    <a:pt x="2944" y="55925"/>
                    <a:pt x="2918" y="55952"/>
                    <a:pt x="2918" y="56005"/>
                  </a:cubicBezTo>
                  <a:cubicBezTo>
                    <a:pt x="2891" y="58012"/>
                    <a:pt x="1820" y="59806"/>
                    <a:pt x="81" y="60796"/>
                  </a:cubicBezTo>
                  <a:cubicBezTo>
                    <a:pt x="54" y="60823"/>
                    <a:pt x="27" y="60850"/>
                    <a:pt x="27" y="60903"/>
                  </a:cubicBezTo>
                  <a:cubicBezTo>
                    <a:pt x="0" y="60957"/>
                    <a:pt x="27" y="61010"/>
                    <a:pt x="81" y="61037"/>
                  </a:cubicBezTo>
                  <a:cubicBezTo>
                    <a:pt x="1820" y="62054"/>
                    <a:pt x="2891" y="63847"/>
                    <a:pt x="2918" y="65828"/>
                  </a:cubicBezTo>
                  <a:cubicBezTo>
                    <a:pt x="2918" y="65882"/>
                    <a:pt x="2944" y="65935"/>
                    <a:pt x="2998" y="65962"/>
                  </a:cubicBezTo>
                  <a:cubicBezTo>
                    <a:pt x="4952" y="66925"/>
                    <a:pt x="6156" y="68879"/>
                    <a:pt x="6156" y="71047"/>
                  </a:cubicBezTo>
                  <a:cubicBezTo>
                    <a:pt x="6156" y="73242"/>
                    <a:pt x="4952" y="75196"/>
                    <a:pt x="2998" y="76160"/>
                  </a:cubicBezTo>
                  <a:cubicBezTo>
                    <a:pt x="2944" y="76186"/>
                    <a:pt x="2918" y="76240"/>
                    <a:pt x="2918" y="76267"/>
                  </a:cubicBezTo>
                  <a:cubicBezTo>
                    <a:pt x="2891" y="78274"/>
                    <a:pt x="1820" y="80067"/>
                    <a:pt x="81" y="81084"/>
                  </a:cubicBezTo>
                  <a:cubicBezTo>
                    <a:pt x="27" y="81111"/>
                    <a:pt x="0" y="81191"/>
                    <a:pt x="27" y="81245"/>
                  </a:cubicBezTo>
                  <a:cubicBezTo>
                    <a:pt x="61" y="81296"/>
                    <a:pt x="95" y="81315"/>
                    <a:pt x="136" y="81315"/>
                  </a:cubicBezTo>
                  <a:cubicBezTo>
                    <a:pt x="159" y="81315"/>
                    <a:pt x="185" y="81308"/>
                    <a:pt x="214" y="81299"/>
                  </a:cubicBezTo>
                  <a:cubicBezTo>
                    <a:pt x="2008" y="80255"/>
                    <a:pt x="3105" y="78408"/>
                    <a:pt x="3185" y="76347"/>
                  </a:cubicBezTo>
                  <a:cubicBezTo>
                    <a:pt x="5166" y="75330"/>
                    <a:pt x="6397" y="73296"/>
                    <a:pt x="6397" y="71047"/>
                  </a:cubicBezTo>
                  <a:cubicBezTo>
                    <a:pt x="6397" y="68826"/>
                    <a:pt x="5166" y="66792"/>
                    <a:pt x="3185" y="65748"/>
                  </a:cubicBezTo>
                  <a:cubicBezTo>
                    <a:pt x="3105" y="63767"/>
                    <a:pt x="2061" y="61974"/>
                    <a:pt x="375" y="60930"/>
                  </a:cubicBezTo>
                  <a:cubicBezTo>
                    <a:pt x="2061" y="59859"/>
                    <a:pt x="3105" y="58093"/>
                    <a:pt x="3185" y="56085"/>
                  </a:cubicBezTo>
                  <a:cubicBezTo>
                    <a:pt x="5166" y="55068"/>
                    <a:pt x="6397" y="53034"/>
                    <a:pt x="6397" y="50786"/>
                  </a:cubicBezTo>
                  <a:cubicBezTo>
                    <a:pt x="6397" y="48537"/>
                    <a:pt x="5166" y="46530"/>
                    <a:pt x="3185" y="45486"/>
                  </a:cubicBezTo>
                  <a:cubicBezTo>
                    <a:pt x="3159" y="43586"/>
                    <a:pt x="2088" y="41739"/>
                    <a:pt x="375" y="40668"/>
                  </a:cubicBezTo>
                  <a:cubicBezTo>
                    <a:pt x="1901" y="39705"/>
                    <a:pt x="3292" y="37885"/>
                    <a:pt x="3185" y="35824"/>
                  </a:cubicBezTo>
                  <a:cubicBezTo>
                    <a:pt x="5166" y="34780"/>
                    <a:pt x="6397" y="32772"/>
                    <a:pt x="6397" y="30524"/>
                  </a:cubicBezTo>
                  <a:cubicBezTo>
                    <a:pt x="6397" y="28276"/>
                    <a:pt x="5166" y="26268"/>
                    <a:pt x="3185" y="25225"/>
                  </a:cubicBezTo>
                  <a:cubicBezTo>
                    <a:pt x="3078" y="23244"/>
                    <a:pt x="2061" y="21451"/>
                    <a:pt x="375" y="20407"/>
                  </a:cubicBezTo>
                  <a:cubicBezTo>
                    <a:pt x="2088" y="19336"/>
                    <a:pt x="3185" y="17436"/>
                    <a:pt x="3185" y="15616"/>
                  </a:cubicBezTo>
                  <a:cubicBezTo>
                    <a:pt x="3185" y="15589"/>
                    <a:pt x="3185" y="15589"/>
                    <a:pt x="3185" y="15562"/>
                  </a:cubicBezTo>
                  <a:cubicBezTo>
                    <a:pt x="5166" y="14518"/>
                    <a:pt x="6397" y="12511"/>
                    <a:pt x="6397" y="10263"/>
                  </a:cubicBezTo>
                  <a:cubicBezTo>
                    <a:pt x="6397" y="8014"/>
                    <a:pt x="5166" y="6007"/>
                    <a:pt x="3185" y="4963"/>
                  </a:cubicBezTo>
                  <a:cubicBezTo>
                    <a:pt x="3185" y="3036"/>
                    <a:pt x="1981" y="1055"/>
                    <a:pt x="188" y="11"/>
                  </a:cubicBezTo>
                  <a:cubicBezTo>
                    <a:pt x="173" y="4"/>
                    <a:pt x="157" y="1"/>
                    <a:pt x="14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9" name="Google Shape;2029;p111"/>
            <p:cNvSpPr/>
            <p:nvPr/>
          </p:nvSpPr>
          <p:spPr>
            <a:xfrm>
              <a:off x="531875" y="2845375"/>
              <a:ext cx="160600" cy="2032675"/>
            </a:xfrm>
            <a:custGeom>
              <a:avLst/>
              <a:gdLst/>
              <a:ahLst/>
              <a:cxnLst/>
              <a:rect l="l" t="t" r="r" b="b"/>
              <a:pathLst>
                <a:path w="6424" h="81307" extrusionOk="0">
                  <a:moveTo>
                    <a:pt x="144" y="1"/>
                  </a:moveTo>
                  <a:cubicBezTo>
                    <a:pt x="103" y="1"/>
                    <a:pt x="60" y="24"/>
                    <a:pt x="27" y="57"/>
                  </a:cubicBezTo>
                  <a:cubicBezTo>
                    <a:pt x="27" y="84"/>
                    <a:pt x="27" y="110"/>
                    <a:pt x="27" y="137"/>
                  </a:cubicBezTo>
                  <a:cubicBezTo>
                    <a:pt x="27" y="164"/>
                    <a:pt x="54" y="217"/>
                    <a:pt x="80" y="244"/>
                  </a:cubicBezTo>
                  <a:cubicBezTo>
                    <a:pt x="1820" y="1234"/>
                    <a:pt x="2971" y="3162"/>
                    <a:pt x="2944" y="5035"/>
                  </a:cubicBezTo>
                  <a:cubicBezTo>
                    <a:pt x="2944" y="5089"/>
                    <a:pt x="2971" y="5142"/>
                    <a:pt x="2998" y="5142"/>
                  </a:cubicBezTo>
                  <a:cubicBezTo>
                    <a:pt x="4952" y="6133"/>
                    <a:pt x="6156" y="8086"/>
                    <a:pt x="6156" y="10254"/>
                  </a:cubicBezTo>
                  <a:cubicBezTo>
                    <a:pt x="6156" y="12422"/>
                    <a:pt x="4952" y="14376"/>
                    <a:pt x="2998" y="15367"/>
                  </a:cubicBezTo>
                  <a:cubicBezTo>
                    <a:pt x="2971" y="15393"/>
                    <a:pt x="2944" y="15447"/>
                    <a:pt x="2944" y="15474"/>
                  </a:cubicBezTo>
                  <a:cubicBezTo>
                    <a:pt x="2998" y="17321"/>
                    <a:pt x="1847" y="19248"/>
                    <a:pt x="107" y="20265"/>
                  </a:cubicBezTo>
                  <a:cubicBezTo>
                    <a:pt x="54" y="20292"/>
                    <a:pt x="27" y="20318"/>
                    <a:pt x="27" y="20345"/>
                  </a:cubicBezTo>
                  <a:cubicBezTo>
                    <a:pt x="0" y="20425"/>
                    <a:pt x="27" y="20479"/>
                    <a:pt x="80" y="20506"/>
                  </a:cubicBezTo>
                  <a:cubicBezTo>
                    <a:pt x="1793" y="21496"/>
                    <a:pt x="2864" y="23289"/>
                    <a:pt x="2944" y="25297"/>
                  </a:cubicBezTo>
                  <a:cubicBezTo>
                    <a:pt x="2944" y="25350"/>
                    <a:pt x="2971" y="25404"/>
                    <a:pt x="2998" y="25404"/>
                  </a:cubicBezTo>
                  <a:cubicBezTo>
                    <a:pt x="4952" y="26394"/>
                    <a:pt x="6156" y="28348"/>
                    <a:pt x="6156" y="30516"/>
                  </a:cubicBezTo>
                  <a:cubicBezTo>
                    <a:pt x="6156" y="32684"/>
                    <a:pt x="4952" y="34665"/>
                    <a:pt x="2998" y="35628"/>
                  </a:cubicBezTo>
                  <a:cubicBezTo>
                    <a:pt x="2971" y="35655"/>
                    <a:pt x="2944" y="35709"/>
                    <a:pt x="2944" y="35762"/>
                  </a:cubicBezTo>
                  <a:cubicBezTo>
                    <a:pt x="3105" y="37823"/>
                    <a:pt x="1633" y="39643"/>
                    <a:pt x="107" y="40526"/>
                  </a:cubicBezTo>
                  <a:cubicBezTo>
                    <a:pt x="54" y="40553"/>
                    <a:pt x="27" y="40580"/>
                    <a:pt x="27" y="40633"/>
                  </a:cubicBezTo>
                  <a:cubicBezTo>
                    <a:pt x="0" y="40687"/>
                    <a:pt x="27" y="40741"/>
                    <a:pt x="80" y="40767"/>
                  </a:cubicBezTo>
                  <a:cubicBezTo>
                    <a:pt x="1820" y="41784"/>
                    <a:pt x="2944" y="43631"/>
                    <a:pt x="2944" y="45532"/>
                  </a:cubicBezTo>
                  <a:lnTo>
                    <a:pt x="2944" y="45558"/>
                  </a:lnTo>
                  <a:cubicBezTo>
                    <a:pt x="2918" y="45612"/>
                    <a:pt x="2971" y="45665"/>
                    <a:pt x="2998" y="45692"/>
                  </a:cubicBezTo>
                  <a:cubicBezTo>
                    <a:pt x="4952" y="46656"/>
                    <a:pt x="6156" y="48610"/>
                    <a:pt x="6156" y="50778"/>
                  </a:cubicBezTo>
                  <a:cubicBezTo>
                    <a:pt x="6156" y="52972"/>
                    <a:pt x="4952" y="54926"/>
                    <a:pt x="2998" y="55890"/>
                  </a:cubicBezTo>
                  <a:cubicBezTo>
                    <a:pt x="2971" y="55917"/>
                    <a:pt x="2944" y="55970"/>
                    <a:pt x="2944" y="55997"/>
                  </a:cubicBezTo>
                  <a:cubicBezTo>
                    <a:pt x="2891" y="58004"/>
                    <a:pt x="1820" y="59798"/>
                    <a:pt x="107" y="60815"/>
                  </a:cubicBezTo>
                  <a:cubicBezTo>
                    <a:pt x="54" y="60815"/>
                    <a:pt x="27" y="60841"/>
                    <a:pt x="27" y="60895"/>
                  </a:cubicBezTo>
                  <a:cubicBezTo>
                    <a:pt x="0" y="60949"/>
                    <a:pt x="27" y="61002"/>
                    <a:pt x="80" y="61029"/>
                  </a:cubicBezTo>
                  <a:cubicBezTo>
                    <a:pt x="1820" y="62046"/>
                    <a:pt x="2891" y="63839"/>
                    <a:pt x="2944" y="65847"/>
                  </a:cubicBezTo>
                  <a:cubicBezTo>
                    <a:pt x="2944" y="65873"/>
                    <a:pt x="2971" y="65927"/>
                    <a:pt x="2998" y="65954"/>
                  </a:cubicBezTo>
                  <a:cubicBezTo>
                    <a:pt x="4952" y="66917"/>
                    <a:pt x="6156" y="68871"/>
                    <a:pt x="6156" y="71066"/>
                  </a:cubicBezTo>
                  <a:cubicBezTo>
                    <a:pt x="6156" y="73234"/>
                    <a:pt x="4952" y="75188"/>
                    <a:pt x="2998" y="76151"/>
                  </a:cubicBezTo>
                  <a:cubicBezTo>
                    <a:pt x="2971" y="76178"/>
                    <a:pt x="2944" y="76232"/>
                    <a:pt x="2944" y="76285"/>
                  </a:cubicBezTo>
                  <a:cubicBezTo>
                    <a:pt x="2891" y="78266"/>
                    <a:pt x="1820" y="80059"/>
                    <a:pt x="80" y="81076"/>
                  </a:cubicBezTo>
                  <a:cubicBezTo>
                    <a:pt x="27" y="81103"/>
                    <a:pt x="0" y="81183"/>
                    <a:pt x="54" y="81237"/>
                  </a:cubicBezTo>
                  <a:cubicBezTo>
                    <a:pt x="71" y="81288"/>
                    <a:pt x="109" y="81306"/>
                    <a:pt x="149" y="81306"/>
                  </a:cubicBezTo>
                  <a:cubicBezTo>
                    <a:pt x="171" y="81306"/>
                    <a:pt x="195" y="81300"/>
                    <a:pt x="214" y="81290"/>
                  </a:cubicBezTo>
                  <a:cubicBezTo>
                    <a:pt x="2008" y="80247"/>
                    <a:pt x="3105" y="78400"/>
                    <a:pt x="3185" y="76366"/>
                  </a:cubicBezTo>
                  <a:cubicBezTo>
                    <a:pt x="5193" y="75322"/>
                    <a:pt x="6424" y="73288"/>
                    <a:pt x="6424" y="71066"/>
                  </a:cubicBezTo>
                  <a:cubicBezTo>
                    <a:pt x="6424" y="68818"/>
                    <a:pt x="5193" y="66783"/>
                    <a:pt x="3185" y="65766"/>
                  </a:cubicBezTo>
                  <a:cubicBezTo>
                    <a:pt x="3105" y="63759"/>
                    <a:pt x="2088" y="61992"/>
                    <a:pt x="402" y="60922"/>
                  </a:cubicBezTo>
                  <a:cubicBezTo>
                    <a:pt x="2088" y="59878"/>
                    <a:pt x="3105" y="58085"/>
                    <a:pt x="3185" y="56077"/>
                  </a:cubicBezTo>
                  <a:cubicBezTo>
                    <a:pt x="5193" y="55060"/>
                    <a:pt x="6424" y="53026"/>
                    <a:pt x="6424" y="50778"/>
                  </a:cubicBezTo>
                  <a:cubicBezTo>
                    <a:pt x="6424" y="48556"/>
                    <a:pt x="5193" y="46522"/>
                    <a:pt x="3185" y="45505"/>
                  </a:cubicBezTo>
                  <a:cubicBezTo>
                    <a:pt x="3185" y="43604"/>
                    <a:pt x="2088" y="41731"/>
                    <a:pt x="402" y="40660"/>
                  </a:cubicBezTo>
                  <a:cubicBezTo>
                    <a:pt x="1900" y="39697"/>
                    <a:pt x="3319" y="37877"/>
                    <a:pt x="3185" y="35816"/>
                  </a:cubicBezTo>
                  <a:cubicBezTo>
                    <a:pt x="5193" y="34799"/>
                    <a:pt x="6424" y="32764"/>
                    <a:pt x="6424" y="30516"/>
                  </a:cubicBezTo>
                  <a:cubicBezTo>
                    <a:pt x="6424" y="28268"/>
                    <a:pt x="5193" y="26260"/>
                    <a:pt x="3185" y="25216"/>
                  </a:cubicBezTo>
                  <a:cubicBezTo>
                    <a:pt x="3105" y="23236"/>
                    <a:pt x="2061" y="21442"/>
                    <a:pt x="402" y="20399"/>
                  </a:cubicBezTo>
                  <a:cubicBezTo>
                    <a:pt x="2088" y="19328"/>
                    <a:pt x="3185" y="17454"/>
                    <a:pt x="3185" y="15608"/>
                  </a:cubicBezTo>
                  <a:cubicBezTo>
                    <a:pt x="3185" y="15581"/>
                    <a:pt x="3185" y="15581"/>
                    <a:pt x="3185" y="15554"/>
                  </a:cubicBezTo>
                  <a:cubicBezTo>
                    <a:pt x="5193" y="14510"/>
                    <a:pt x="6424" y="12503"/>
                    <a:pt x="6424" y="10254"/>
                  </a:cubicBezTo>
                  <a:cubicBezTo>
                    <a:pt x="6424" y="8006"/>
                    <a:pt x="5193" y="5999"/>
                    <a:pt x="3185" y="4955"/>
                  </a:cubicBezTo>
                  <a:cubicBezTo>
                    <a:pt x="3185" y="3028"/>
                    <a:pt x="2008" y="1047"/>
                    <a:pt x="214" y="30"/>
                  </a:cubicBezTo>
                  <a:cubicBezTo>
                    <a:pt x="194" y="10"/>
                    <a:pt x="169" y="1"/>
                    <a:pt x="14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0" name="Google Shape;2030;p111"/>
            <p:cNvSpPr/>
            <p:nvPr/>
          </p:nvSpPr>
          <p:spPr>
            <a:xfrm>
              <a:off x="378625" y="2593575"/>
              <a:ext cx="159950" cy="2032875"/>
            </a:xfrm>
            <a:custGeom>
              <a:avLst/>
              <a:gdLst/>
              <a:ahLst/>
              <a:cxnLst/>
              <a:rect l="l" t="t" r="r" b="b"/>
              <a:pathLst>
                <a:path w="6398" h="81315" extrusionOk="0">
                  <a:moveTo>
                    <a:pt x="141" y="1"/>
                  </a:moveTo>
                  <a:cubicBezTo>
                    <a:pt x="95" y="1"/>
                    <a:pt x="47" y="26"/>
                    <a:pt x="28" y="65"/>
                  </a:cubicBezTo>
                  <a:cubicBezTo>
                    <a:pt x="1" y="92"/>
                    <a:pt x="1" y="118"/>
                    <a:pt x="1" y="118"/>
                  </a:cubicBezTo>
                  <a:cubicBezTo>
                    <a:pt x="1" y="172"/>
                    <a:pt x="28" y="225"/>
                    <a:pt x="54" y="225"/>
                  </a:cubicBezTo>
                  <a:cubicBezTo>
                    <a:pt x="1794" y="1243"/>
                    <a:pt x="2918" y="3116"/>
                    <a:pt x="2918" y="4963"/>
                  </a:cubicBezTo>
                  <a:cubicBezTo>
                    <a:pt x="2918" y="4990"/>
                    <a:pt x="2918" y="5017"/>
                    <a:pt x="2918" y="5043"/>
                  </a:cubicBezTo>
                  <a:cubicBezTo>
                    <a:pt x="2918" y="5070"/>
                    <a:pt x="2945" y="5124"/>
                    <a:pt x="2999" y="5150"/>
                  </a:cubicBezTo>
                  <a:cubicBezTo>
                    <a:pt x="4952" y="6141"/>
                    <a:pt x="6157" y="8095"/>
                    <a:pt x="6157" y="10263"/>
                  </a:cubicBezTo>
                  <a:cubicBezTo>
                    <a:pt x="6157" y="12431"/>
                    <a:pt x="4952" y="14384"/>
                    <a:pt x="2999" y="15375"/>
                  </a:cubicBezTo>
                  <a:cubicBezTo>
                    <a:pt x="2945" y="15402"/>
                    <a:pt x="2918" y="15428"/>
                    <a:pt x="2918" y="15482"/>
                  </a:cubicBezTo>
                  <a:cubicBezTo>
                    <a:pt x="2972" y="17329"/>
                    <a:pt x="1848" y="19256"/>
                    <a:pt x="81" y="20273"/>
                  </a:cubicBezTo>
                  <a:cubicBezTo>
                    <a:pt x="54" y="20300"/>
                    <a:pt x="28" y="20326"/>
                    <a:pt x="1" y="20353"/>
                  </a:cubicBezTo>
                  <a:cubicBezTo>
                    <a:pt x="1" y="20407"/>
                    <a:pt x="28" y="20487"/>
                    <a:pt x="54" y="20514"/>
                  </a:cubicBezTo>
                  <a:cubicBezTo>
                    <a:pt x="1794" y="21504"/>
                    <a:pt x="2865" y="23297"/>
                    <a:pt x="2918" y="25305"/>
                  </a:cubicBezTo>
                  <a:cubicBezTo>
                    <a:pt x="2918" y="25358"/>
                    <a:pt x="2945" y="25412"/>
                    <a:pt x="2999" y="25412"/>
                  </a:cubicBezTo>
                  <a:cubicBezTo>
                    <a:pt x="4952" y="26402"/>
                    <a:pt x="6157" y="28356"/>
                    <a:pt x="6157" y="30524"/>
                  </a:cubicBezTo>
                  <a:cubicBezTo>
                    <a:pt x="6157" y="32692"/>
                    <a:pt x="4952" y="34646"/>
                    <a:pt x="2999" y="35636"/>
                  </a:cubicBezTo>
                  <a:cubicBezTo>
                    <a:pt x="2945" y="35663"/>
                    <a:pt x="2918" y="35717"/>
                    <a:pt x="2918" y="35770"/>
                  </a:cubicBezTo>
                  <a:cubicBezTo>
                    <a:pt x="3079" y="37831"/>
                    <a:pt x="1607" y="39651"/>
                    <a:pt x="81" y="40535"/>
                  </a:cubicBezTo>
                  <a:cubicBezTo>
                    <a:pt x="54" y="40561"/>
                    <a:pt x="28" y="40588"/>
                    <a:pt x="1" y="40615"/>
                  </a:cubicBezTo>
                  <a:cubicBezTo>
                    <a:pt x="1" y="40668"/>
                    <a:pt x="28" y="40749"/>
                    <a:pt x="54" y="40775"/>
                  </a:cubicBezTo>
                  <a:cubicBezTo>
                    <a:pt x="1794" y="41766"/>
                    <a:pt x="2918" y="43639"/>
                    <a:pt x="2918" y="45540"/>
                  </a:cubicBezTo>
                  <a:cubicBezTo>
                    <a:pt x="2918" y="45540"/>
                    <a:pt x="2918" y="45566"/>
                    <a:pt x="2918" y="45566"/>
                  </a:cubicBezTo>
                  <a:cubicBezTo>
                    <a:pt x="2918" y="45620"/>
                    <a:pt x="2945" y="45674"/>
                    <a:pt x="2999" y="45674"/>
                  </a:cubicBezTo>
                  <a:cubicBezTo>
                    <a:pt x="4952" y="46664"/>
                    <a:pt x="6157" y="48618"/>
                    <a:pt x="6157" y="50786"/>
                  </a:cubicBezTo>
                  <a:cubicBezTo>
                    <a:pt x="6157" y="52954"/>
                    <a:pt x="4952" y="54934"/>
                    <a:pt x="2999" y="55898"/>
                  </a:cubicBezTo>
                  <a:cubicBezTo>
                    <a:pt x="2945" y="55925"/>
                    <a:pt x="2918" y="55952"/>
                    <a:pt x="2918" y="56005"/>
                  </a:cubicBezTo>
                  <a:cubicBezTo>
                    <a:pt x="2865" y="58012"/>
                    <a:pt x="1821" y="59806"/>
                    <a:pt x="81" y="60796"/>
                  </a:cubicBezTo>
                  <a:cubicBezTo>
                    <a:pt x="54" y="60823"/>
                    <a:pt x="28" y="60850"/>
                    <a:pt x="1" y="60903"/>
                  </a:cubicBezTo>
                  <a:cubicBezTo>
                    <a:pt x="1" y="60957"/>
                    <a:pt x="28" y="61010"/>
                    <a:pt x="54" y="61037"/>
                  </a:cubicBezTo>
                  <a:cubicBezTo>
                    <a:pt x="1794" y="62054"/>
                    <a:pt x="2865" y="63847"/>
                    <a:pt x="2918" y="65828"/>
                  </a:cubicBezTo>
                  <a:cubicBezTo>
                    <a:pt x="2918" y="65882"/>
                    <a:pt x="2945" y="65935"/>
                    <a:pt x="2999" y="65962"/>
                  </a:cubicBezTo>
                  <a:cubicBezTo>
                    <a:pt x="4952" y="66925"/>
                    <a:pt x="6157" y="68879"/>
                    <a:pt x="6157" y="71047"/>
                  </a:cubicBezTo>
                  <a:cubicBezTo>
                    <a:pt x="6157" y="73242"/>
                    <a:pt x="4952" y="75196"/>
                    <a:pt x="2999" y="76160"/>
                  </a:cubicBezTo>
                  <a:cubicBezTo>
                    <a:pt x="2945" y="76186"/>
                    <a:pt x="2918" y="76240"/>
                    <a:pt x="2918" y="76267"/>
                  </a:cubicBezTo>
                  <a:cubicBezTo>
                    <a:pt x="2865" y="78274"/>
                    <a:pt x="1821" y="80067"/>
                    <a:pt x="81" y="81084"/>
                  </a:cubicBezTo>
                  <a:cubicBezTo>
                    <a:pt x="1" y="81111"/>
                    <a:pt x="1" y="81191"/>
                    <a:pt x="28" y="81245"/>
                  </a:cubicBezTo>
                  <a:cubicBezTo>
                    <a:pt x="45" y="81296"/>
                    <a:pt x="83" y="81315"/>
                    <a:pt x="123" y="81315"/>
                  </a:cubicBezTo>
                  <a:cubicBezTo>
                    <a:pt x="145" y="81315"/>
                    <a:pt x="169" y="81308"/>
                    <a:pt x="188" y="81299"/>
                  </a:cubicBezTo>
                  <a:cubicBezTo>
                    <a:pt x="1981" y="80255"/>
                    <a:pt x="3106" y="78408"/>
                    <a:pt x="3159" y="76347"/>
                  </a:cubicBezTo>
                  <a:cubicBezTo>
                    <a:pt x="5167" y="75330"/>
                    <a:pt x="6398" y="73296"/>
                    <a:pt x="6398" y="71047"/>
                  </a:cubicBezTo>
                  <a:cubicBezTo>
                    <a:pt x="6398" y="68826"/>
                    <a:pt x="5167" y="66792"/>
                    <a:pt x="3159" y="65748"/>
                  </a:cubicBezTo>
                  <a:cubicBezTo>
                    <a:pt x="3106" y="63767"/>
                    <a:pt x="2062" y="61974"/>
                    <a:pt x="376" y="60930"/>
                  </a:cubicBezTo>
                  <a:cubicBezTo>
                    <a:pt x="2062" y="59859"/>
                    <a:pt x="3106" y="58093"/>
                    <a:pt x="3159" y="56085"/>
                  </a:cubicBezTo>
                  <a:cubicBezTo>
                    <a:pt x="5167" y="55068"/>
                    <a:pt x="6398" y="53034"/>
                    <a:pt x="6398" y="50786"/>
                  </a:cubicBezTo>
                  <a:cubicBezTo>
                    <a:pt x="6398" y="48537"/>
                    <a:pt x="5167" y="46530"/>
                    <a:pt x="3159" y="45486"/>
                  </a:cubicBezTo>
                  <a:cubicBezTo>
                    <a:pt x="3159" y="43586"/>
                    <a:pt x="2062" y="41739"/>
                    <a:pt x="376" y="40668"/>
                  </a:cubicBezTo>
                  <a:cubicBezTo>
                    <a:pt x="1901" y="39705"/>
                    <a:pt x="3293" y="37885"/>
                    <a:pt x="3186" y="35824"/>
                  </a:cubicBezTo>
                  <a:cubicBezTo>
                    <a:pt x="5167" y="34780"/>
                    <a:pt x="6398" y="32772"/>
                    <a:pt x="6398" y="30524"/>
                  </a:cubicBezTo>
                  <a:cubicBezTo>
                    <a:pt x="6398" y="28276"/>
                    <a:pt x="5167" y="26268"/>
                    <a:pt x="3159" y="25225"/>
                  </a:cubicBezTo>
                  <a:cubicBezTo>
                    <a:pt x="3079" y="23244"/>
                    <a:pt x="2035" y="21451"/>
                    <a:pt x="376" y="20407"/>
                  </a:cubicBezTo>
                  <a:cubicBezTo>
                    <a:pt x="2062" y="19336"/>
                    <a:pt x="3186" y="17436"/>
                    <a:pt x="3186" y="15616"/>
                  </a:cubicBezTo>
                  <a:cubicBezTo>
                    <a:pt x="3186" y="15589"/>
                    <a:pt x="3186" y="15589"/>
                    <a:pt x="3186" y="15562"/>
                  </a:cubicBezTo>
                  <a:cubicBezTo>
                    <a:pt x="5167" y="14518"/>
                    <a:pt x="6398" y="12511"/>
                    <a:pt x="6398" y="10263"/>
                  </a:cubicBezTo>
                  <a:cubicBezTo>
                    <a:pt x="6398" y="8014"/>
                    <a:pt x="5167" y="6007"/>
                    <a:pt x="3186" y="4963"/>
                  </a:cubicBezTo>
                  <a:cubicBezTo>
                    <a:pt x="3186" y="3036"/>
                    <a:pt x="1981" y="1055"/>
                    <a:pt x="188" y="11"/>
                  </a:cubicBezTo>
                  <a:cubicBezTo>
                    <a:pt x="174" y="4"/>
                    <a:pt x="158" y="1"/>
                    <a:pt x="14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1" name="Google Shape;2031;p111"/>
            <p:cNvSpPr/>
            <p:nvPr/>
          </p:nvSpPr>
          <p:spPr>
            <a:xfrm>
              <a:off x="224725" y="2845375"/>
              <a:ext cx="159950" cy="2032675"/>
            </a:xfrm>
            <a:custGeom>
              <a:avLst/>
              <a:gdLst/>
              <a:ahLst/>
              <a:cxnLst/>
              <a:rect l="l" t="t" r="r" b="b"/>
              <a:pathLst>
                <a:path w="6398" h="81307" extrusionOk="0">
                  <a:moveTo>
                    <a:pt x="126" y="1"/>
                  </a:moveTo>
                  <a:cubicBezTo>
                    <a:pt x="81" y="1"/>
                    <a:pt x="44" y="24"/>
                    <a:pt x="27" y="57"/>
                  </a:cubicBezTo>
                  <a:cubicBezTo>
                    <a:pt x="27" y="84"/>
                    <a:pt x="1" y="110"/>
                    <a:pt x="1" y="137"/>
                  </a:cubicBezTo>
                  <a:cubicBezTo>
                    <a:pt x="1" y="164"/>
                    <a:pt x="27" y="217"/>
                    <a:pt x="81" y="244"/>
                  </a:cubicBezTo>
                  <a:cubicBezTo>
                    <a:pt x="1821" y="1234"/>
                    <a:pt x="2972" y="3162"/>
                    <a:pt x="2918" y="5035"/>
                  </a:cubicBezTo>
                  <a:cubicBezTo>
                    <a:pt x="2945" y="5089"/>
                    <a:pt x="2945" y="5142"/>
                    <a:pt x="2998" y="5142"/>
                  </a:cubicBezTo>
                  <a:cubicBezTo>
                    <a:pt x="4952" y="6133"/>
                    <a:pt x="6157" y="8086"/>
                    <a:pt x="6157" y="10254"/>
                  </a:cubicBezTo>
                  <a:cubicBezTo>
                    <a:pt x="6157" y="12422"/>
                    <a:pt x="4952" y="14376"/>
                    <a:pt x="2998" y="15367"/>
                  </a:cubicBezTo>
                  <a:cubicBezTo>
                    <a:pt x="2945" y="15393"/>
                    <a:pt x="2918" y="15447"/>
                    <a:pt x="2918" y="15474"/>
                  </a:cubicBezTo>
                  <a:cubicBezTo>
                    <a:pt x="2972" y="17321"/>
                    <a:pt x="1848" y="19248"/>
                    <a:pt x="108" y="20265"/>
                  </a:cubicBezTo>
                  <a:cubicBezTo>
                    <a:pt x="54" y="20292"/>
                    <a:pt x="27" y="20318"/>
                    <a:pt x="27" y="20345"/>
                  </a:cubicBezTo>
                  <a:cubicBezTo>
                    <a:pt x="1" y="20425"/>
                    <a:pt x="27" y="20479"/>
                    <a:pt x="81" y="20506"/>
                  </a:cubicBezTo>
                  <a:cubicBezTo>
                    <a:pt x="1794" y="21496"/>
                    <a:pt x="2865" y="23289"/>
                    <a:pt x="2918" y="25297"/>
                  </a:cubicBezTo>
                  <a:cubicBezTo>
                    <a:pt x="2945" y="25350"/>
                    <a:pt x="2972" y="25404"/>
                    <a:pt x="2998" y="25404"/>
                  </a:cubicBezTo>
                  <a:cubicBezTo>
                    <a:pt x="4952" y="26394"/>
                    <a:pt x="6157" y="28348"/>
                    <a:pt x="6157" y="30516"/>
                  </a:cubicBezTo>
                  <a:cubicBezTo>
                    <a:pt x="6157" y="32684"/>
                    <a:pt x="4952" y="34665"/>
                    <a:pt x="2998" y="35628"/>
                  </a:cubicBezTo>
                  <a:cubicBezTo>
                    <a:pt x="2945" y="35655"/>
                    <a:pt x="2918" y="35709"/>
                    <a:pt x="2918" y="35762"/>
                  </a:cubicBezTo>
                  <a:cubicBezTo>
                    <a:pt x="3106" y="37823"/>
                    <a:pt x="1633" y="39643"/>
                    <a:pt x="108" y="40526"/>
                  </a:cubicBezTo>
                  <a:cubicBezTo>
                    <a:pt x="54" y="40553"/>
                    <a:pt x="27" y="40580"/>
                    <a:pt x="27" y="40633"/>
                  </a:cubicBezTo>
                  <a:cubicBezTo>
                    <a:pt x="1" y="40687"/>
                    <a:pt x="27" y="40741"/>
                    <a:pt x="81" y="40767"/>
                  </a:cubicBezTo>
                  <a:cubicBezTo>
                    <a:pt x="1821" y="41784"/>
                    <a:pt x="2918" y="43631"/>
                    <a:pt x="2918" y="45532"/>
                  </a:cubicBezTo>
                  <a:cubicBezTo>
                    <a:pt x="2918" y="45558"/>
                    <a:pt x="2918" y="45558"/>
                    <a:pt x="2918" y="45558"/>
                  </a:cubicBezTo>
                  <a:cubicBezTo>
                    <a:pt x="2918" y="45612"/>
                    <a:pt x="2945" y="45665"/>
                    <a:pt x="2998" y="45692"/>
                  </a:cubicBezTo>
                  <a:cubicBezTo>
                    <a:pt x="4952" y="46656"/>
                    <a:pt x="6157" y="48610"/>
                    <a:pt x="6157" y="50778"/>
                  </a:cubicBezTo>
                  <a:cubicBezTo>
                    <a:pt x="6157" y="52972"/>
                    <a:pt x="4952" y="54926"/>
                    <a:pt x="2998" y="55890"/>
                  </a:cubicBezTo>
                  <a:cubicBezTo>
                    <a:pt x="2945" y="55917"/>
                    <a:pt x="2918" y="55970"/>
                    <a:pt x="2918" y="55997"/>
                  </a:cubicBezTo>
                  <a:cubicBezTo>
                    <a:pt x="2891" y="58004"/>
                    <a:pt x="1821" y="59798"/>
                    <a:pt x="108" y="60815"/>
                  </a:cubicBezTo>
                  <a:cubicBezTo>
                    <a:pt x="54" y="60815"/>
                    <a:pt x="27" y="60841"/>
                    <a:pt x="27" y="60895"/>
                  </a:cubicBezTo>
                  <a:cubicBezTo>
                    <a:pt x="1" y="60949"/>
                    <a:pt x="27" y="61002"/>
                    <a:pt x="81" y="61029"/>
                  </a:cubicBezTo>
                  <a:cubicBezTo>
                    <a:pt x="1821" y="62046"/>
                    <a:pt x="2891" y="63839"/>
                    <a:pt x="2918" y="65847"/>
                  </a:cubicBezTo>
                  <a:cubicBezTo>
                    <a:pt x="2918" y="65873"/>
                    <a:pt x="2945" y="65927"/>
                    <a:pt x="2998" y="65954"/>
                  </a:cubicBezTo>
                  <a:cubicBezTo>
                    <a:pt x="4952" y="66917"/>
                    <a:pt x="6157" y="68871"/>
                    <a:pt x="6157" y="71066"/>
                  </a:cubicBezTo>
                  <a:cubicBezTo>
                    <a:pt x="6157" y="73234"/>
                    <a:pt x="4952" y="75188"/>
                    <a:pt x="2998" y="76151"/>
                  </a:cubicBezTo>
                  <a:cubicBezTo>
                    <a:pt x="2945" y="76178"/>
                    <a:pt x="2918" y="76232"/>
                    <a:pt x="2918" y="76285"/>
                  </a:cubicBezTo>
                  <a:cubicBezTo>
                    <a:pt x="2891" y="78266"/>
                    <a:pt x="1821" y="80059"/>
                    <a:pt x="81" y="81076"/>
                  </a:cubicBezTo>
                  <a:cubicBezTo>
                    <a:pt x="27" y="81103"/>
                    <a:pt x="1" y="81183"/>
                    <a:pt x="27" y="81237"/>
                  </a:cubicBezTo>
                  <a:cubicBezTo>
                    <a:pt x="61" y="81288"/>
                    <a:pt x="95" y="81306"/>
                    <a:pt x="136" y="81306"/>
                  </a:cubicBezTo>
                  <a:cubicBezTo>
                    <a:pt x="160" y="81306"/>
                    <a:pt x="185" y="81300"/>
                    <a:pt x="215" y="81290"/>
                  </a:cubicBezTo>
                  <a:cubicBezTo>
                    <a:pt x="2008" y="80247"/>
                    <a:pt x="3106" y="78400"/>
                    <a:pt x="3186" y="76366"/>
                  </a:cubicBezTo>
                  <a:cubicBezTo>
                    <a:pt x="5166" y="75322"/>
                    <a:pt x="6398" y="73288"/>
                    <a:pt x="6398" y="71066"/>
                  </a:cubicBezTo>
                  <a:cubicBezTo>
                    <a:pt x="6398" y="68818"/>
                    <a:pt x="5166" y="66783"/>
                    <a:pt x="3186" y="65766"/>
                  </a:cubicBezTo>
                  <a:cubicBezTo>
                    <a:pt x="3106" y="63759"/>
                    <a:pt x="2062" y="61992"/>
                    <a:pt x="375" y="60922"/>
                  </a:cubicBezTo>
                  <a:cubicBezTo>
                    <a:pt x="2062" y="59878"/>
                    <a:pt x="3106" y="58085"/>
                    <a:pt x="3186" y="56077"/>
                  </a:cubicBezTo>
                  <a:cubicBezTo>
                    <a:pt x="5166" y="55060"/>
                    <a:pt x="6398" y="53026"/>
                    <a:pt x="6398" y="50778"/>
                  </a:cubicBezTo>
                  <a:cubicBezTo>
                    <a:pt x="6398" y="48556"/>
                    <a:pt x="5166" y="46522"/>
                    <a:pt x="3186" y="45505"/>
                  </a:cubicBezTo>
                  <a:cubicBezTo>
                    <a:pt x="3159" y="43604"/>
                    <a:pt x="2088" y="41731"/>
                    <a:pt x="375" y="40660"/>
                  </a:cubicBezTo>
                  <a:cubicBezTo>
                    <a:pt x="1901" y="39697"/>
                    <a:pt x="3293" y="37877"/>
                    <a:pt x="3186" y="35816"/>
                  </a:cubicBezTo>
                  <a:cubicBezTo>
                    <a:pt x="5166" y="34799"/>
                    <a:pt x="6398" y="32764"/>
                    <a:pt x="6398" y="30516"/>
                  </a:cubicBezTo>
                  <a:cubicBezTo>
                    <a:pt x="6398" y="28268"/>
                    <a:pt x="5166" y="26260"/>
                    <a:pt x="3186" y="25216"/>
                  </a:cubicBezTo>
                  <a:cubicBezTo>
                    <a:pt x="3079" y="23236"/>
                    <a:pt x="2062" y="21442"/>
                    <a:pt x="375" y="20399"/>
                  </a:cubicBezTo>
                  <a:cubicBezTo>
                    <a:pt x="2088" y="19328"/>
                    <a:pt x="3186" y="17454"/>
                    <a:pt x="3186" y="15608"/>
                  </a:cubicBezTo>
                  <a:cubicBezTo>
                    <a:pt x="3186" y="15581"/>
                    <a:pt x="3186" y="15581"/>
                    <a:pt x="3186" y="15554"/>
                  </a:cubicBezTo>
                  <a:cubicBezTo>
                    <a:pt x="5166" y="14510"/>
                    <a:pt x="6398" y="12503"/>
                    <a:pt x="6398" y="10254"/>
                  </a:cubicBezTo>
                  <a:cubicBezTo>
                    <a:pt x="6398" y="8006"/>
                    <a:pt x="5166" y="5999"/>
                    <a:pt x="3186" y="4955"/>
                  </a:cubicBezTo>
                  <a:cubicBezTo>
                    <a:pt x="3186" y="3028"/>
                    <a:pt x="1981" y="1047"/>
                    <a:pt x="215" y="30"/>
                  </a:cubicBezTo>
                  <a:cubicBezTo>
                    <a:pt x="184" y="10"/>
                    <a:pt x="153" y="1"/>
                    <a:pt x="12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032" name="Google Shape;2032;p111"/>
          <p:cNvSpPr/>
          <p:nvPr/>
        </p:nvSpPr>
        <p:spPr>
          <a:xfrm>
            <a:off x="2025295" y="640223"/>
            <a:ext cx="1915200" cy="19152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033" name="Google Shape;2033;p111"/>
          <p:cNvGrpSpPr/>
          <p:nvPr/>
        </p:nvGrpSpPr>
        <p:grpSpPr>
          <a:xfrm>
            <a:off x="2794804" y="1419152"/>
            <a:ext cx="1830972" cy="1822411"/>
            <a:chOff x="2414491" y="671177"/>
            <a:chExt cx="1830972" cy="1822411"/>
          </a:xfrm>
        </p:grpSpPr>
        <p:sp>
          <p:nvSpPr>
            <p:cNvPr id="2034" name="Google Shape;2034;p111"/>
            <p:cNvSpPr/>
            <p:nvPr/>
          </p:nvSpPr>
          <p:spPr>
            <a:xfrm>
              <a:off x="2414491" y="671177"/>
              <a:ext cx="1830972" cy="1822391"/>
            </a:xfrm>
            <a:custGeom>
              <a:avLst/>
              <a:gdLst/>
              <a:ahLst/>
              <a:cxnLst/>
              <a:rect l="l" t="t" r="r" b="b"/>
              <a:pathLst>
                <a:path w="45663" h="45449" extrusionOk="0">
                  <a:moveTo>
                    <a:pt x="10947" y="4979"/>
                  </a:moveTo>
                  <a:lnTo>
                    <a:pt x="15605" y="7656"/>
                  </a:lnTo>
                  <a:lnTo>
                    <a:pt x="15605" y="13062"/>
                  </a:lnTo>
                  <a:lnTo>
                    <a:pt x="10947" y="15766"/>
                  </a:lnTo>
                  <a:lnTo>
                    <a:pt x="6263" y="13062"/>
                  </a:lnTo>
                  <a:lnTo>
                    <a:pt x="6263" y="7656"/>
                  </a:lnTo>
                  <a:lnTo>
                    <a:pt x="10947" y="4979"/>
                  </a:lnTo>
                  <a:close/>
                  <a:moveTo>
                    <a:pt x="20449" y="4979"/>
                  </a:moveTo>
                  <a:lnTo>
                    <a:pt x="25133" y="7656"/>
                  </a:lnTo>
                  <a:lnTo>
                    <a:pt x="25133" y="13062"/>
                  </a:lnTo>
                  <a:lnTo>
                    <a:pt x="20449" y="15766"/>
                  </a:lnTo>
                  <a:lnTo>
                    <a:pt x="15792" y="13062"/>
                  </a:lnTo>
                  <a:lnTo>
                    <a:pt x="15792" y="7656"/>
                  </a:lnTo>
                  <a:lnTo>
                    <a:pt x="20449" y="4979"/>
                  </a:lnTo>
                  <a:close/>
                  <a:moveTo>
                    <a:pt x="29978" y="4979"/>
                  </a:moveTo>
                  <a:lnTo>
                    <a:pt x="34635" y="7656"/>
                  </a:lnTo>
                  <a:lnTo>
                    <a:pt x="34635" y="13062"/>
                  </a:lnTo>
                  <a:lnTo>
                    <a:pt x="29978" y="15766"/>
                  </a:lnTo>
                  <a:lnTo>
                    <a:pt x="25294" y="13062"/>
                  </a:lnTo>
                  <a:lnTo>
                    <a:pt x="25294" y="7656"/>
                  </a:lnTo>
                  <a:lnTo>
                    <a:pt x="29978" y="4979"/>
                  </a:lnTo>
                  <a:close/>
                  <a:moveTo>
                    <a:pt x="6183" y="13196"/>
                  </a:moveTo>
                  <a:lnTo>
                    <a:pt x="10867" y="15899"/>
                  </a:lnTo>
                  <a:lnTo>
                    <a:pt x="10867" y="21306"/>
                  </a:lnTo>
                  <a:lnTo>
                    <a:pt x="6183" y="23983"/>
                  </a:lnTo>
                  <a:lnTo>
                    <a:pt x="1526" y="21306"/>
                  </a:lnTo>
                  <a:lnTo>
                    <a:pt x="1526" y="15899"/>
                  </a:lnTo>
                  <a:lnTo>
                    <a:pt x="6183" y="13196"/>
                  </a:lnTo>
                  <a:close/>
                  <a:moveTo>
                    <a:pt x="15712" y="13196"/>
                  </a:moveTo>
                  <a:lnTo>
                    <a:pt x="20369" y="15899"/>
                  </a:lnTo>
                  <a:lnTo>
                    <a:pt x="20369" y="21306"/>
                  </a:lnTo>
                  <a:lnTo>
                    <a:pt x="15712" y="23983"/>
                  </a:lnTo>
                  <a:lnTo>
                    <a:pt x="11028" y="21306"/>
                  </a:lnTo>
                  <a:lnTo>
                    <a:pt x="11028" y="15899"/>
                  </a:lnTo>
                  <a:lnTo>
                    <a:pt x="15712" y="13196"/>
                  </a:lnTo>
                  <a:close/>
                  <a:moveTo>
                    <a:pt x="25213" y="13196"/>
                  </a:moveTo>
                  <a:lnTo>
                    <a:pt x="29871" y="15899"/>
                  </a:lnTo>
                  <a:lnTo>
                    <a:pt x="29871" y="21306"/>
                  </a:lnTo>
                  <a:lnTo>
                    <a:pt x="25213" y="23983"/>
                  </a:lnTo>
                  <a:lnTo>
                    <a:pt x="20529" y="21306"/>
                  </a:lnTo>
                  <a:lnTo>
                    <a:pt x="20529" y="15899"/>
                  </a:lnTo>
                  <a:lnTo>
                    <a:pt x="25213" y="13196"/>
                  </a:lnTo>
                  <a:close/>
                  <a:moveTo>
                    <a:pt x="34715" y="13196"/>
                  </a:moveTo>
                  <a:lnTo>
                    <a:pt x="39399" y="15899"/>
                  </a:lnTo>
                  <a:lnTo>
                    <a:pt x="39399" y="21306"/>
                  </a:lnTo>
                  <a:lnTo>
                    <a:pt x="34715" y="23983"/>
                  </a:lnTo>
                  <a:lnTo>
                    <a:pt x="30058" y="21306"/>
                  </a:lnTo>
                  <a:lnTo>
                    <a:pt x="30058" y="15899"/>
                  </a:lnTo>
                  <a:lnTo>
                    <a:pt x="34715" y="13196"/>
                  </a:lnTo>
                  <a:close/>
                  <a:moveTo>
                    <a:pt x="10947" y="21440"/>
                  </a:moveTo>
                  <a:lnTo>
                    <a:pt x="15605" y="24143"/>
                  </a:lnTo>
                  <a:lnTo>
                    <a:pt x="15605" y="29523"/>
                  </a:lnTo>
                  <a:lnTo>
                    <a:pt x="10947" y="32226"/>
                  </a:lnTo>
                  <a:lnTo>
                    <a:pt x="6263" y="29523"/>
                  </a:lnTo>
                  <a:lnTo>
                    <a:pt x="6263" y="24143"/>
                  </a:lnTo>
                  <a:lnTo>
                    <a:pt x="10947" y="21440"/>
                  </a:lnTo>
                  <a:close/>
                  <a:moveTo>
                    <a:pt x="20449" y="21440"/>
                  </a:moveTo>
                  <a:lnTo>
                    <a:pt x="25133" y="24143"/>
                  </a:lnTo>
                  <a:lnTo>
                    <a:pt x="25133" y="29523"/>
                  </a:lnTo>
                  <a:lnTo>
                    <a:pt x="20449" y="32226"/>
                  </a:lnTo>
                  <a:lnTo>
                    <a:pt x="15792" y="29523"/>
                  </a:lnTo>
                  <a:lnTo>
                    <a:pt x="15792" y="24143"/>
                  </a:lnTo>
                  <a:lnTo>
                    <a:pt x="20449" y="21440"/>
                  </a:lnTo>
                  <a:close/>
                  <a:moveTo>
                    <a:pt x="29978" y="21440"/>
                  </a:moveTo>
                  <a:lnTo>
                    <a:pt x="34635" y="24143"/>
                  </a:lnTo>
                  <a:lnTo>
                    <a:pt x="34635" y="29523"/>
                  </a:lnTo>
                  <a:lnTo>
                    <a:pt x="29978" y="32226"/>
                  </a:lnTo>
                  <a:lnTo>
                    <a:pt x="25294" y="29523"/>
                  </a:lnTo>
                  <a:lnTo>
                    <a:pt x="25294" y="24143"/>
                  </a:lnTo>
                  <a:lnTo>
                    <a:pt x="29978" y="21440"/>
                  </a:lnTo>
                  <a:close/>
                  <a:moveTo>
                    <a:pt x="39480" y="21440"/>
                  </a:moveTo>
                  <a:lnTo>
                    <a:pt x="44137" y="24143"/>
                  </a:lnTo>
                  <a:lnTo>
                    <a:pt x="44137" y="29523"/>
                  </a:lnTo>
                  <a:lnTo>
                    <a:pt x="39480" y="32226"/>
                  </a:lnTo>
                  <a:lnTo>
                    <a:pt x="34796" y="29523"/>
                  </a:lnTo>
                  <a:lnTo>
                    <a:pt x="34796" y="24143"/>
                  </a:lnTo>
                  <a:lnTo>
                    <a:pt x="39480" y="21440"/>
                  </a:lnTo>
                  <a:close/>
                  <a:moveTo>
                    <a:pt x="15712" y="29684"/>
                  </a:moveTo>
                  <a:lnTo>
                    <a:pt x="20369" y="32387"/>
                  </a:lnTo>
                  <a:lnTo>
                    <a:pt x="20369" y="37767"/>
                  </a:lnTo>
                  <a:lnTo>
                    <a:pt x="15712" y="40470"/>
                  </a:lnTo>
                  <a:lnTo>
                    <a:pt x="11028" y="37767"/>
                  </a:lnTo>
                  <a:lnTo>
                    <a:pt x="11028" y="32387"/>
                  </a:lnTo>
                  <a:lnTo>
                    <a:pt x="15712" y="29684"/>
                  </a:lnTo>
                  <a:close/>
                  <a:moveTo>
                    <a:pt x="25213" y="29684"/>
                  </a:moveTo>
                  <a:lnTo>
                    <a:pt x="29871" y="32387"/>
                  </a:lnTo>
                  <a:lnTo>
                    <a:pt x="29871" y="37767"/>
                  </a:lnTo>
                  <a:lnTo>
                    <a:pt x="25213" y="40470"/>
                  </a:lnTo>
                  <a:lnTo>
                    <a:pt x="20529" y="37767"/>
                  </a:lnTo>
                  <a:lnTo>
                    <a:pt x="20529" y="32387"/>
                  </a:lnTo>
                  <a:lnTo>
                    <a:pt x="25213" y="29684"/>
                  </a:lnTo>
                  <a:close/>
                  <a:moveTo>
                    <a:pt x="34715" y="29684"/>
                  </a:moveTo>
                  <a:lnTo>
                    <a:pt x="39399" y="32387"/>
                  </a:lnTo>
                  <a:lnTo>
                    <a:pt x="39399" y="37767"/>
                  </a:lnTo>
                  <a:lnTo>
                    <a:pt x="34715" y="40470"/>
                  </a:lnTo>
                  <a:lnTo>
                    <a:pt x="30058" y="37767"/>
                  </a:lnTo>
                  <a:lnTo>
                    <a:pt x="30058" y="32387"/>
                  </a:lnTo>
                  <a:lnTo>
                    <a:pt x="34715" y="29684"/>
                  </a:lnTo>
                  <a:close/>
                  <a:moveTo>
                    <a:pt x="20369" y="1"/>
                  </a:moveTo>
                  <a:lnTo>
                    <a:pt x="20369" y="4818"/>
                  </a:lnTo>
                  <a:lnTo>
                    <a:pt x="15712" y="7522"/>
                  </a:lnTo>
                  <a:lnTo>
                    <a:pt x="11028" y="4818"/>
                  </a:lnTo>
                  <a:lnTo>
                    <a:pt x="11028" y="3159"/>
                  </a:lnTo>
                  <a:cubicBezTo>
                    <a:pt x="10974" y="3186"/>
                    <a:pt x="10921" y="3239"/>
                    <a:pt x="10867" y="3266"/>
                  </a:cubicBezTo>
                  <a:lnTo>
                    <a:pt x="10867" y="4818"/>
                  </a:lnTo>
                  <a:lnTo>
                    <a:pt x="6183" y="7522"/>
                  </a:lnTo>
                  <a:lnTo>
                    <a:pt x="5915" y="7361"/>
                  </a:lnTo>
                  <a:cubicBezTo>
                    <a:pt x="5889" y="7415"/>
                    <a:pt x="5835" y="7442"/>
                    <a:pt x="5808" y="7495"/>
                  </a:cubicBezTo>
                  <a:lnTo>
                    <a:pt x="6103" y="7656"/>
                  </a:lnTo>
                  <a:lnTo>
                    <a:pt x="6103" y="13062"/>
                  </a:lnTo>
                  <a:lnTo>
                    <a:pt x="1419" y="15766"/>
                  </a:lnTo>
                  <a:lnTo>
                    <a:pt x="1124" y="15578"/>
                  </a:lnTo>
                  <a:cubicBezTo>
                    <a:pt x="1124" y="15632"/>
                    <a:pt x="1098" y="15685"/>
                    <a:pt x="1071" y="15739"/>
                  </a:cubicBezTo>
                  <a:lnTo>
                    <a:pt x="1338" y="15899"/>
                  </a:lnTo>
                  <a:lnTo>
                    <a:pt x="1338" y="21306"/>
                  </a:lnTo>
                  <a:lnTo>
                    <a:pt x="0" y="22082"/>
                  </a:lnTo>
                  <a:cubicBezTo>
                    <a:pt x="0" y="22136"/>
                    <a:pt x="0" y="22216"/>
                    <a:pt x="0" y="22270"/>
                  </a:cubicBezTo>
                  <a:lnTo>
                    <a:pt x="1419" y="21440"/>
                  </a:lnTo>
                  <a:lnTo>
                    <a:pt x="6103" y="24143"/>
                  </a:lnTo>
                  <a:lnTo>
                    <a:pt x="6103" y="29523"/>
                  </a:lnTo>
                  <a:lnTo>
                    <a:pt x="1927" y="31932"/>
                  </a:lnTo>
                  <a:cubicBezTo>
                    <a:pt x="1954" y="31986"/>
                    <a:pt x="1981" y="32039"/>
                    <a:pt x="2008" y="32093"/>
                  </a:cubicBezTo>
                  <a:lnTo>
                    <a:pt x="6183" y="29684"/>
                  </a:lnTo>
                  <a:lnTo>
                    <a:pt x="10867" y="32387"/>
                  </a:lnTo>
                  <a:lnTo>
                    <a:pt x="10867" y="37767"/>
                  </a:lnTo>
                  <a:lnTo>
                    <a:pt x="7548" y="39694"/>
                  </a:lnTo>
                  <a:cubicBezTo>
                    <a:pt x="7575" y="39721"/>
                    <a:pt x="7628" y="39774"/>
                    <a:pt x="7682" y="39801"/>
                  </a:cubicBezTo>
                  <a:lnTo>
                    <a:pt x="10947" y="37928"/>
                  </a:lnTo>
                  <a:lnTo>
                    <a:pt x="15605" y="40631"/>
                  </a:lnTo>
                  <a:lnTo>
                    <a:pt x="15605" y="44405"/>
                  </a:lnTo>
                  <a:cubicBezTo>
                    <a:pt x="15658" y="44405"/>
                    <a:pt x="15738" y="44432"/>
                    <a:pt x="15792" y="44458"/>
                  </a:cubicBezTo>
                  <a:lnTo>
                    <a:pt x="15792" y="40631"/>
                  </a:lnTo>
                  <a:lnTo>
                    <a:pt x="20449" y="37928"/>
                  </a:lnTo>
                  <a:lnTo>
                    <a:pt x="25133" y="40631"/>
                  </a:lnTo>
                  <a:lnTo>
                    <a:pt x="25133" y="45449"/>
                  </a:lnTo>
                  <a:cubicBezTo>
                    <a:pt x="25187" y="45449"/>
                    <a:pt x="25240" y="45449"/>
                    <a:pt x="25294" y="45422"/>
                  </a:cubicBezTo>
                  <a:lnTo>
                    <a:pt x="25294" y="40631"/>
                  </a:lnTo>
                  <a:lnTo>
                    <a:pt x="29978" y="37928"/>
                  </a:lnTo>
                  <a:lnTo>
                    <a:pt x="34635" y="40631"/>
                  </a:lnTo>
                  <a:lnTo>
                    <a:pt x="34635" y="42290"/>
                  </a:lnTo>
                  <a:cubicBezTo>
                    <a:pt x="34688" y="42237"/>
                    <a:pt x="34742" y="42210"/>
                    <a:pt x="34796" y="42183"/>
                  </a:cubicBezTo>
                  <a:lnTo>
                    <a:pt x="34796" y="40631"/>
                  </a:lnTo>
                  <a:lnTo>
                    <a:pt x="39480" y="37928"/>
                  </a:lnTo>
                  <a:lnTo>
                    <a:pt x="39747" y="38088"/>
                  </a:lnTo>
                  <a:cubicBezTo>
                    <a:pt x="39774" y="38035"/>
                    <a:pt x="39827" y="37981"/>
                    <a:pt x="39854" y="37954"/>
                  </a:cubicBezTo>
                  <a:lnTo>
                    <a:pt x="39560" y="37767"/>
                  </a:lnTo>
                  <a:lnTo>
                    <a:pt x="39560" y="32387"/>
                  </a:lnTo>
                  <a:lnTo>
                    <a:pt x="44244" y="29684"/>
                  </a:lnTo>
                  <a:lnTo>
                    <a:pt x="44538" y="29871"/>
                  </a:lnTo>
                  <a:cubicBezTo>
                    <a:pt x="44565" y="29791"/>
                    <a:pt x="44565" y="29737"/>
                    <a:pt x="44592" y="29684"/>
                  </a:cubicBezTo>
                  <a:lnTo>
                    <a:pt x="44324" y="29523"/>
                  </a:lnTo>
                  <a:lnTo>
                    <a:pt x="44324" y="24143"/>
                  </a:lnTo>
                  <a:lnTo>
                    <a:pt x="45662" y="23367"/>
                  </a:lnTo>
                  <a:cubicBezTo>
                    <a:pt x="45662" y="23314"/>
                    <a:pt x="45662" y="23233"/>
                    <a:pt x="45662" y="23153"/>
                  </a:cubicBezTo>
                  <a:lnTo>
                    <a:pt x="44244" y="23983"/>
                  </a:lnTo>
                  <a:lnTo>
                    <a:pt x="39560" y="21306"/>
                  </a:lnTo>
                  <a:lnTo>
                    <a:pt x="39560" y="15899"/>
                  </a:lnTo>
                  <a:lnTo>
                    <a:pt x="43735" y="13491"/>
                  </a:lnTo>
                  <a:cubicBezTo>
                    <a:pt x="43709" y="13437"/>
                    <a:pt x="43682" y="13383"/>
                    <a:pt x="43655" y="13330"/>
                  </a:cubicBezTo>
                  <a:lnTo>
                    <a:pt x="39480" y="15766"/>
                  </a:lnTo>
                  <a:lnTo>
                    <a:pt x="34796" y="13062"/>
                  </a:lnTo>
                  <a:lnTo>
                    <a:pt x="34796" y="7656"/>
                  </a:lnTo>
                  <a:lnTo>
                    <a:pt x="38114" y="5755"/>
                  </a:lnTo>
                  <a:cubicBezTo>
                    <a:pt x="38088" y="5702"/>
                    <a:pt x="38034" y="5675"/>
                    <a:pt x="37981" y="5621"/>
                  </a:cubicBezTo>
                  <a:lnTo>
                    <a:pt x="34715" y="7522"/>
                  </a:lnTo>
                  <a:lnTo>
                    <a:pt x="30058" y="4818"/>
                  </a:lnTo>
                  <a:lnTo>
                    <a:pt x="30058" y="1045"/>
                  </a:lnTo>
                  <a:cubicBezTo>
                    <a:pt x="30004" y="1018"/>
                    <a:pt x="29951" y="1018"/>
                    <a:pt x="29871" y="991"/>
                  </a:cubicBezTo>
                  <a:lnTo>
                    <a:pt x="29871" y="4818"/>
                  </a:lnTo>
                  <a:lnTo>
                    <a:pt x="25213" y="7522"/>
                  </a:lnTo>
                  <a:lnTo>
                    <a:pt x="20529" y="4818"/>
                  </a:lnTo>
                  <a:lnTo>
                    <a:pt x="2052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5" name="Google Shape;2035;p111"/>
            <p:cNvSpPr/>
            <p:nvPr/>
          </p:nvSpPr>
          <p:spPr>
            <a:xfrm>
              <a:off x="2796545" y="833253"/>
              <a:ext cx="9704" cy="7538"/>
            </a:xfrm>
            <a:custGeom>
              <a:avLst/>
              <a:gdLst/>
              <a:ahLst/>
              <a:cxnLst/>
              <a:rect l="l" t="t" r="r" b="b"/>
              <a:pathLst>
                <a:path w="242" h="188" extrusionOk="0">
                  <a:moveTo>
                    <a:pt x="161" y="0"/>
                  </a:moveTo>
                  <a:cubicBezTo>
                    <a:pt x="108" y="27"/>
                    <a:pt x="54" y="81"/>
                    <a:pt x="1" y="107"/>
                  </a:cubicBezTo>
                  <a:lnTo>
                    <a:pt x="161" y="188"/>
                  </a:lnTo>
                  <a:lnTo>
                    <a:pt x="242" y="54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6" name="Google Shape;2036;p111"/>
            <p:cNvSpPr/>
            <p:nvPr/>
          </p:nvSpPr>
          <p:spPr>
            <a:xfrm>
              <a:off x="2899597" y="677633"/>
              <a:ext cx="287659" cy="242590"/>
            </a:xfrm>
            <a:custGeom>
              <a:avLst/>
              <a:gdLst/>
              <a:ahLst/>
              <a:cxnLst/>
              <a:rect l="l" t="t" r="r" b="b"/>
              <a:pathLst>
                <a:path w="7174" h="6050" extrusionOk="0">
                  <a:moveTo>
                    <a:pt x="7173" y="0"/>
                  </a:moveTo>
                  <a:lnTo>
                    <a:pt x="7173" y="0"/>
                  </a:lnTo>
                  <a:cubicBezTo>
                    <a:pt x="7013" y="27"/>
                    <a:pt x="6852" y="54"/>
                    <a:pt x="6692" y="81"/>
                  </a:cubicBezTo>
                  <a:lnTo>
                    <a:pt x="3667" y="1794"/>
                  </a:lnTo>
                  <a:lnTo>
                    <a:pt x="3667" y="830"/>
                  </a:lnTo>
                  <a:cubicBezTo>
                    <a:pt x="3614" y="857"/>
                    <a:pt x="3560" y="857"/>
                    <a:pt x="3507" y="884"/>
                  </a:cubicBezTo>
                  <a:lnTo>
                    <a:pt x="3507" y="1794"/>
                  </a:lnTo>
                  <a:lnTo>
                    <a:pt x="2516" y="1231"/>
                  </a:lnTo>
                  <a:cubicBezTo>
                    <a:pt x="2463" y="1258"/>
                    <a:pt x="2382" y="1285"/>
                    <a:pt x="2329" y="1312"/>
                  </a:cubicBezTo>
                  <a:lnTo>
                    <a:pt x="3426" y="1954"/>
                  </a:lnTo>
                  <a:lnTo>
                    <a:pt x="0" y="3935"/>
                  </a:lnTo>
                  <a:lnTo>
                    <a:pt x="81" y="4069"/>
                  </a:lnTo>
                  <a:lnTo>
                    <a:pt x="3507" y="2115"/>
                  </a:lnTo>
                  <a:lnTo>
                    <a:pt x="3507" y="6049"/>
                  </a:lnTo>
                  <a:lnTo>
                    <a:pt x="3667" y="6049"/>
                  </a:lnTo>
                  <a:lnTo>
                    <a:pt x="3667" y="2115"/>
                  </a:lnTo>
                  <a:lnTo>
                    <a:pt x="7093" y="4069"/>
                  </a:lnTo>
                  <a:lnTo>
                    <a:pt x="7173" y="3935"/>
                  </a:lnTo>
                  <a:lnTo>
                    <a:pt x="3774" y="1954"/>
                  </a:lnTo>
                  <a:lnTo>
                    <a:pt x="717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7" name="Google Shape;2037;p111"/>
            <p:cNvSpPr/>
            <p:nvPr/>
          </p:nvSpPr>
          <p:spPr>
            <a:xfrm>
              <a:off x="3280608" y="671177"/>
              <a:ext cx="288742" cy="249046"/>
            </a:xfrm>
            <a:custGeom>
              <a:avLst/>
              <a:gdLst/>
              <a:ahLst/>
              <a:cxnLst/>
              <a:rect l="l" t="t" r="r" b="b"/>
              <a:pathLst>
                <a:path w="7201" h="6211" extrusionOk="0">
                  <a:moveTo>
                    <a:pt x="107" y="1"/>
                  </a:moveTo>
                  <a:lnTo>
                    <a:pt x="0" y="134"/>
                  </a:lnTo>
                  <a:lnTo>
                    <a:pt x="3426" y="2115"/>
                  </a:lnTo>
                  <a:lnTo>
                    <a:pt x="0" y="4096"/>
                  </a:lnTo>
                  <a:lnTo>
                    <a:pt x="107" y="4230"/>
                  </a:lnTo>
                  <a:lnTo>
                    <a:pt x="3506" y="2276"/>
                  </a:lnTo>
                  <a:lnTo>
                    <a:pt x="3506" y="6210"/>
                  </a:lnTo>
                  <a:lnTo>
                    <a:pt x="3694" y="6210"/>
                  </a:lnTo>
                  <a:lnTo>
                    <a:pt x="3694" y="2276"/>
                  </a:lnTo>
                  <a:lnTo>
                    <a:pt x="7093" y="4230"/>
                  </a:lnTo>
                  <a:lnTo>
                    <a:pt x="7200" y="4096"/>
                  </a:lnTo>
                  <a:lnTo>
                    <a:pt x="3774" y="2115"/>
                  </a:lnTo>
                  <a:lnTo>
                    <a:pt x="6558" y="509"/>
                  </a:lnTo>
                  <a:cubicBezTo>
                    <a:pt x="6477" y="482"/>
                    <a:pt x="6397" y="456"/>
                    <a:pt x="6317" y="456"/>
                  </a:cubicBezTo>
                  <a:lnTo>
                    <a:pt x="3694" y="1955"/>
                  </a:lnTo>
                  <a:lnTo>
                    <a:pt x="3694" y="1"/>
                  </a:lnTo>
                  <a:lnTo>
                    <a:pt x="3506" y="1"/>
                  </a:lnTo>
                  <a:lnTo>
                    <a:pt x="3506" y="1955"/>
                  </a:lnTo>
                  <a:lnTo>
                    <a:pt x="10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8" name="Google Shape;2038;p111"/>
            <p:cNvSpPr/>
            <p:nvPr/>
          </p:nvSpPr>
          <p:spPr>
            <a:xfrm>
              <a:off x="3662662" y="776354"/>
              <a:ext cx="109506" cy="64437"/>
            </a:xfrm>
            <a:custGeom>
              <a:avLst/>
              <a:gdLst/>
              <a:ahLst/>
              <a:cxnLst/>
              <a:rect l="l" t="t" r="r" b="b"/>
              <a:pathLst>
                <a:path w="2731" h="1607" extrusionOk="0">
                  <a:moveTo>
                    <a:pt x="2543" y="1"/>
                  </a:moveTo>
                  <a:lnTo>
                    <a:pt x="1" y="1473"/>
                  </a:lnTo>
                  <a:lnTo>
                    <a:pt x="81" y="1607"/>
                  </a:lnTo>
                  <a:lnTo>
                    <a:pt x="2731" y="81"/>
                  </a:lnTo>
                  <a:cubicBezTo>
                    <a:pt x="2677" y="54"/>
                    <a:pt x="2597" y="27"/>
                    <a:pt x="254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9" name="Google Shape;2039;p111"/>
            <p:cNvSpPr/>
            <p:nvPr/>
          </p:nvSpPr>
          <p:spPr>
            <a:xfrm>
              <a:off x="3803246" y="797847"/>
              <a:ext cx="6496" cy="122378"/>
            </a:xfrm>
            <a:custGeom>
              <a:avLst/>
              <a:gdLst/>
              <a:ahLst/>
              <a:cxnLst/>
              <a:rect l="l" t="t" r="r" b="b"/>
              <a:pathLst>
                <a:path w="162" h="3052" extrusionOk="0">
                  <a:moveTo>
                    <a:pt x="1" y="0"/>
                  </a:moveTo>
                  <a:lnTo>
                    <a:pt x="1" y="3051"/>
                  </a:lnTo>
                  <a:lnTo>
                    <a:pt x="162" y="3051"/>
                  </a:lnTo>
                  <a:lnTo>
                    <a:pt x="162" y="107"/>
                  </a:lnTo>
                  <a:cubicBezTo>
                    <a:pt x="108" y="54"/>
                    <a:pt x="54" y="27"/>
                    <a:pt x="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0" name="Google Shape;2040;p111"/>
            <p:cNvSpPr/>
            <p:nvPr/>
          </p:nvSpPr>
          <p:spPr>
            <a:xfrm>
              <a:off x="2475641" y="1246463"/>
              <a:ext cx="2205" cy="4331"/>
            </a:xfrm>
            <a:custGeom>
              <a:avLst/>
              <a:gdLst/>
              <a:ahLst/>
              <a:cxnLst/>
              <a:rect l="l" t="t" r="r" b="b"/>
              <a:pathLst>
                <a:path w="55" h="108" extrusionOk="0">
                  <a:moveTo>
                    <a:pt x="54" y="0"/>
                  </a:moveTo>
                  <a:cubicBezTo>
                    <a:pt x="28" y="27"/>
                    <a:pt x="28" y="54"/>
                    <a:pt x="1" y="107"/>
                  </a:cubicBezTo>
                  <a:lnTo>
                    <a:pt x="54" y="107"/>
                  </a:lnTo>
                  <a:lnTo>
                    <a:pt x="5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1" name="Google Shape;2041;p111"/>
            <p:cNvSpPr/>
            <p:nvPr/>
          </p:nvSpPr>
          <p:spPr>
            <a:xfrm>
              <a:off x="2616265" y="1006036"/>
              <a:ext cx="2165" cy="2205"/>
            </a:xfrm>
            <a:custGeom>
              <a:avLst/>
              <a:gdLst/>
              <a:ahLst/>
              <a:cxnLst/>
              <a:rect l="l" t="t" r="r" b="b"/>
              <a:pathLst>
                <a:path w="54" h="55" extrusionOk="0">
                  <a:moveTo>
                    <a:pt x="54" y="1"/>
                  </a:moveTo>
                  <a:cubicBezTo>
                    <a:pt x="27" y="27"/>
                    <a:pt x="27" y="27"/>
                    <a:pt x="0" y="54"/>
                  </a:cubicBezTo>
                  <a:lnTo>
                    <a:pt x="54" y="27"/>
                  </a:lnTo>
                  <a:lnTo>
                    <a:pt x="5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2" name="Google Shape;2042;p111"/>
            <p:cNvSpPr/>
            <p:nvPr/>
          </p:nvSpPr>
          <p:spPr>
            <a:xfrm>
              <a:off x="2535748" y="1119794"/>
              <a:ext cx="82681" cy="51565"/>
            </a:xfrm>
            <a:custGeom>
              <a:avLst/>
              <a:gdLst/>
              <a:ahLst/>
              <a:cxnLst/>
              <a:rect l="l" t="t" r="r" b="b"/>
              <a:pathLst>
                <a:path w="2062" h="1286" extrusionOk="0">
                  <a:moveTo>
                    <a:pt x="81" y="1"/>
                  </a:moveTo>
                  <a:cubicBezTo>
                    <a:pt x="54" y="54"/>
                    <a:pt x="27" y="108"/>
                    <a:pt x="1" y="135"/>
                  </a:cubicBezTo>
                  <a:lnTo>
                    <a:pt x="1981" y="1285"/>
                  </a:lnTo>
                  <a:lnTo>
                    <a:pt x="2062" y="1125"/>
                  </a:ln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3" name="Google Shape;2043;p111"/>
            <p:cNvSpPr/>
            <p:nvPr/>
          </p:nvSpPr>
          <p:spPr>
            <a:xfrm>
              <a:off x="2711778" y="921268"/>
              <a:ext cx="287659" cy="329521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217"/>
                  </a:lnTo>
                  <a:lnTo>
                    <a:pt x="3667" y="8217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4" name="Google Shape;2044;p111"/>
            <p:cNvSpPr/>
            <p:nvPr/>
          </p:nvSpPr>
          <p:spPr>
            <a:xfrm>
              <a:off x="3092789" y="921268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80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0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41"/>
                  </a:lnTo>
                  <a:lnTo>
                    <a:pt x="7093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5" name="Google Shape;2045;p111"/>
            <p:cNvSpPr/>
            <p:nvPr/>
          </p:nvSpPr>
          <p:spPr>
            <a:xfrm>
              <a:off x="3474843" y="92126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480" y="3961"/>
                  </a:lnTo>
                  <a:lnTo>
                    <a:pt x="81" y="1981"/>
                  </a:lnTo>
                  <a:lnTo>
                    <a:pt x="1" y="2141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36"/>
                  </a:lnTo>
                  <a:lnTo>
                    <a:pt x="3480" y="4256"/>
                  </a:lnTo>
                  <a:lnTo>
                    <a:pt x="3480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6" name="Google Shape;2046;p111"/>
            <p:cNvSpPr/>
            <p:nvPr/>
          </p:nvSpPr>
          <p:spPr>
            <a:xfrm>
              <a:off x="3855854" y="953467"/>
              <a:ext cx="287659" cy="296240"/>
            </a:xfrm>
            <a:custGeom>
              <a:avLst/>
              <a:gdLst/>
              <a:ahLst/>
              <a:cxnLst/>
              <a:rect l="l" t="t" r="r" b="b"/>
              <a:pathLst>
                <a:path w="7174" h="7388" extrusionOk="0">
                  <a:moveTo>
                    <a:pt x="3507" y="0"/>
                  </a:moveTo>
                  <a:lnTo>
                    <a:pt x="3507" y="3158"/>
                  </a:lnTo>
                  <a:lnTo>
                    <a:pt x="81" y="1178"/>
                  </a:lnTo>
                  <a:lnTo>
                    <a:pt x="0" y="1312"/>
                  </a:lnTo>
                  <a:lnTo>
                    <a:pt x="3426" y="3292"/>
                  </a:lnTo>
                  <a:lnTo>
                    <a:pt x="0" y="5273"/>
                  </a:lnTo>
                  <a:lnTo>
                    <a:pt x="81" y="5433"/>
                  </a:lnTo>
                  <a:lnTo>
                    <a:pt x="3507" y="3453"/>
                  </a:lnTo>
                  <a:lnTo>
                    <a:pt x="3507" y="7387"/>
                  </a:lnTo>
                  <a:lnTo>
                    <a:pt x="3667" y="7387"/>
                  </a:lnTo>
                  <a:lnTo>
                    <a:pt x="3667" y="3453"/>
                  </a:lnTo>
                  <a:lnTo>
                    <a:pt x="7093" y="5407"/>
                  </a:lnTo>
                  <a:lnTo>
                    <a:pt x="7174" y="5273"/>
                  </a:lnTo>
                  <a:lnTo>
                    <a:pt x="3748" y="3292"/>
                  </a:lnTo>
                  <a:lnTo>
                    <a:pt x="5434" y="2329"/>
                  </a:lnTo>
                  <a:cubicBezTo>
                    <a:pt x="5380" y="2302"/>
                    <a:pt x="5354" y="2248"/>
                    <a:pt x="5327" y="2195"/>
                  </a:cubicBezTo>
                  <a:lnTo>
                    <a:pt x="3667" y="3158"/>
                  </a:lnTo>
                  <a:lnTo>
                    <a:pt x="3667" y="187"/>
                  </a:lnTo>
                  <a:cubicBezTo>
                    <a:pt x="3614" y="134"/>
                    <a:pt x="3560" y="80"/>
                    <a:pt x="350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7" name="Google Shape;2047;p111"/>
            <p:cNvSpPr/>
            <p:nvPr/>
          </p:nvSpPr>
          <p:spPr>
            <a:xfrm>
              <a:off x="2417699" y="1498640"/>
              <a:ext cx="7538" cy="9704"/>
            </a:xfrm>
            <a:custGeom>
              <a:avLst/>
              <a:gdLst/>
              <a:ahLst/>
              <a:cxnLst/>
              <a:rect l="l" t="t" r="r" b="b"/>
              <a:pathLst>
                <a:path w="188" h="242" extrusionOk="0">
                  <a:moveTo>
                    <a:pt x="1" y="1"/>
                  </a:moveTo>
                  <a:cubicBezTo>
                    <a:pt x="1" y="54"/>
                    <a:pt x="1" y="135"/>
                    <a:pt x="1" y="188"/>
                  </a:cubicBezTo>
                  <a:lnTo>
                    <a:pt x="108" y="242"/>
                  </a:lnTo>
                  <a:lnTo>
                    <a:pt x="188" y="108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8" name="Google Shape;2048;p111"/>
            <p:cNvSpPr/>
            <p:nvPr/>
          </p:nvSpPr>
          <p:spPr>
            <a:xfrm>
              <a:off x="2518586" y="1259335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9" name="Google Shape;2049;p111"/>
            <p:cNvSpPr/>
            <p:nvPr/>
          </p:nvSpPr>
          <p:spPr>
            <a:xfrm>
              <a:off x="2899597" y="1259335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3" y="6049"/>
                  </a:lnTo>
                  <a:lnTo>
                    <a:pt x="3774" y="4095"/>
                  </a:lnTo>
                  <a:lnTo>
                    <a:pt x="7173" y="2115"/>
                  </a:lnTo>
                  <a:lnTo>
                    <a:pt x="7093" y="1954"/>
                  </a:lnTo>
                  <a:lnTo>
                    <a:pt x="3667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0" name="Google Shape;2050;p111"/>
            <p:cNvSpPr/>
            <p:nvPr/>
          </p:nvSpPr>
          <p:spPr>
            <a:xfrm>
              <a:off x="3280608" y="1259335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35"/>
                  </a:lnTo>
                  <a:lnTo>
                    <a:pt x="107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107" y="6210"/>
                  </a:lnTo>
                  <a:lnTo>
                    <a:pt x="3506" y="4229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29"/>
                  </a:lnTo>
                  <a:lnTo>
                    <a:pt x="7093" y="6210"/>
                  </a:lnTo>
                  <a:lnTo>
                    <a:pt x="7200" y="6049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54"/>
                  </a:lnTo>
                  <a:lnTo>
                    <a:pt x="3694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1" name="Google Shape;2051;p111"/>
            <p:cNvSpPr/>
            <p:nvPr/>
          </p:nvSpPr>
          <p:spPr>
            <a:xfrm>
              <a:off x="3662662" y="1258252"/>
              <a:ext cx="287659" cy="329521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122"/>
                  </a:lnTo>
                  <a:lnTo>
                    <a:pt x="1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8" y="8218"/>
                  </a:lnTo>
                  <a:lnTo>
                    <a:pt x="3668" y="4256"/>
                  </a:lnTo>
                  <a:lnTo>
                    <a:pt x="7094" y="6237"/>
                  </a:lnTo>
                  <a:lnTo>
                    <a:pt x="7174" y="6076"/>
                  </a:lnTo>
                  <a:lnTo>
                    <a:pt x="3748" y="4122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2" name="Google Shape;2052;p111"/>
            <p:cNvSpPr/>
            <p:nvPr/>
          </p:nvSpPr>
          <p:spPr>
            <a:xfrm>
              <a:off x="4043673" y="1258252"/>
              <a:ext cx="193230" cy="329521"/>
            </a:xfrm>
            <a:custGeom>
              <a:avLst/>
              <a:gdLst/>
              <a:ahLst/>
              <a:cxnLst/>
              <a:rect l="l" t="t" r="r" b="b"/>
              <a:pathLst>
                <a:path w="4819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7" y="8218"/>
                  </a:lnTo>
                  <a:lnTo>
                    <a:pt x="3667" y="4256"/>
                  </a:lnTo>
                  <a:lnTo>
                    <a:pt x="4818" y="4925"/>
                  </a:lnTo>
                  <a:cubicBezTo>
                    <a:pt x="4818" y="4845"/>
                    <a:pt x="4818" y="4765"/>
                    <a:pt x="4792" y="4711"/>
                  </a:cubicBezTo>
                  <a:lnTo>
                    <a:pt x="3774" y="4096"/>
                  </a:lnTo>
                  <a:lnTo>
                    <a:pt x="4604" y="3614"/>
                  </a:lnTo>
                  <a:cubicBezTo>
                    <a:pt x="4604" y="3560"/>
                    <a:pt x="4577" y="3507"/>
                    <a:pt x="4577" y="3453"/>
                  </a:cubicBezTo>
                  <a:lnTo>
                    <a:pt x="3667" y="3962"/>
                  </a:lnTo>
                  <a:lnTo>
                    <a:pt x="3667" y="295"/>
                  </a:lnTo>
                  <a:cubicBezTo>
                    <a:pt x="3641" y="188"/>
                    <a:pt x="3614" y="108"/>
                    <a:pt x="358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3" name="Google Shape;2053;p111"/>
            <p:cNvSpPr/>
            <p:nvPr/>
          </p:nvSpPr>
          <p:spPr>
            <a:xfrm>
              <a:off x="2423072" y="1578074"/>
              <a:ext cx="195355" cy="328439"/>
            </a:xfrm>
            <a:custGeom>
              <a:avLst/>
              <a:gdLst/>
              <a:ahLst/>
              <a:cxnLst/>
              <a:rect l="l" t="t" r="r" b="b"/>
              <a:pathLst>
                <a:path w="4872" h="8191" extrusionOk="0">
                  <a:moveTo>
                    <a:pt x="1205" y="1"/>
                  </a:moveTo>
                  <a:lnTo>
                    <a:pt x="1205" y="3935"/>
                  </a:lnTo>
                  <a:lnTo>
                    <a:pt x="0" y="3266"/>
                  </a:lnTo>
                  <a:lnTo>
                    <a:pt x="0" y="3266"/>
                  </a:lnTo>
                  <a:cubicBezTo>
                    <a:pt x="0" y="3320"/>
                    <a:pt x="27" y="3400"/>
                    <a:pt x="27" y="3480"/>
                  </a:cubicBezTo>
                  <a:lnTo>
                    <a:pt x="1098" y="4096"/>
                  </a:lnTo>
                  <a:lnTo>
                    <a:pt x="214" y="4604"/>
                  </a:lnTo>
                  <a:cubicBezTo>
                    <a:pt x="241" y="4658"/>
                    <a:pt x="241" y="4738"/>
                    <a:pt x="268" y="4792"/>
                  </a:cubicBezTo>
                  <a:lnTo>
                    <a:pt x="1205" y="4256"/>
                  </a:lnTo>
                  <a:lnTo>
                    <a:pt x="1205" y="8030"/>
                  </a:lnTo>
                  <a:cubicBezTo>
                    <a:pt x="1205" y="8084"/>
                    <a:pt x="1232" y="8137"/>
                    <a:pt x="1258" y="8191"/>
                  </a:cubicBezTo>
                  <a:lnTo>
                    <a:pt x="1365" y="8191"/>
                  </a:lnTo>
                  <a:lnTo>
                    <a:pt x="1365" y="4256"/>
                  </a:lnTo>
                  <a:lnTo>
                    <a:pt x="4791" y="6210"/>
                  </a:lnTo>
                  <a:lnTo>
                    <a:pt x="4872" y="6076"/>
                  </a:lnTo>
                  <a:lnTo>
                    <a:pt x="1446" y="4096"/>
                  </a:lnTo>
                  <a:lnTo>
                    <a:pt x="4872" y="2115"/>
                  </a:lnTo>
                  <a:lnTo>
                    <a:pt x="4791" y="1981"/>
                  </a:lnTo>
                  <a:lnTo>
                    <a:pt x="1365" y="3935"/>
                  </a:lnTo>
                  <a:lnTo>
                    <a:pt x="136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4" name="Google Shape;2054;p111"/>
            <p:cNvSpPr/>
            <p:nvPr/>
          </p:nvSpPr>
          <p:spPr>
            <a:xfrm>
              <a:off x="2711778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56"/>
                  </a:lnTo>
                  <a:lnTo>
                    <a:pt x="7093" y="6210"/>
                  </a:lnTo>
                  <a:lnTo>
                    <a:pt x="7173" y="6076"/>
                  </a:lnTo>
                  <a:lnTo>
                    <a:pt x="3774" y="4096"/>
                  </a:lnTo>
                  <a:lnTo>
                    <a:pt x="7173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5" name="Google Shape;2055;p111"/>
            <p:cNvSpPr/>
            <p:nvPr/>
          </p:nvSpPr>
          <p:spPr>
            <a:xfrm>
              <a:off x="3092789" y="1578074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1"/>
                  </a:moveTo>
                  <a:lnTo>
                    <a:pt x="3506" y="3935"/>
                  </a:lnTo>
                  <a:lnTo>
                    <a:pt x="80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0" y="6210"/>
                  </a:lnTo>
                  <a:lnTo>
                    <a:pt x="3506" y="4230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30"/>
                  </a:lnTo>
                  <a:lnTo>
                    <a:pt x="7093" y="6210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15"/>
                  </a:lnTo>
                  <a:lnTo>
                    <a:pt x="7093" y="1981"/>
                  </a:lnTo>
                  <a:lnTo>
                    <a:pt x="3694" y="3935"/>
                  </a:lnTo>
                  <a:lnTo>
                    <a:pt x="369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6" name="Google Shape;2056;p111"/>
            <p:cNvSpPr/>
            <p:nvPr/>
          </p:nvSpPr>
          <p:spPr>
            <a:xfrm>
              <a:off x="3474843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1" y="2115"/>
                  </a:lnTo>
                  <a:lnTo>
                    <a:pt x="3400" y="4096"/>
                  </a:lnTo>
                  <a:lnTo>
                    <a:pt x="1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480" y="8191"/>
                  </a:lnTo>
                  <a:lnTo>
                    <a:pt x="3668" y="8191"/>
                  </a:lnTo>
                  <a:lnTo>
                    <a:pt x="3668" y="4230"/>
                  </a:lnTo>
                  <a:lnTo>
                    <a:pt x="7094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4" y="1955"/>
                  </a:lnTo>
                  <a:lnTo>
                    <a:pt x="3668" y="3935"/>
                  </a:lnTo>
                  <a:lnTo>
                    <a:pt x="366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7" name="Google Shape;2057;p111"/>
            <p:cNvSpPr/>
            <p:nvPr/>
          </p:nvSpPr>
          <p:spPr>
            <a:xfrm>
              <a:off x="3855854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30"/>
                  </a:lnTo>
                  <a:lnTo>
                    <a:pt x="7093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3" y="1955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8" name="Google Shape;2058;p111"/>
            <p:cNvSpPr/>
            <p:nvPr/>
          </p:nvSpPr>
          <p:spPr>
            <a:xfrm>
              <a:off x="2518586" y="1919388"/>
              <a:ext cx="287659" cy="293033"/>
            </a:xfrm>
            <a:custGeom>
              <a:avLst/>
              <a:gdLst/>
              <a:ahLst/>
              <a:cxnLst/>
              <a:rect l="l" t="t" r="r" b="b"/>
              <a:pathLst>
                <a:path w="7174" h="730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1767" y="5059"/>
                  </a:lnTo>
                  <a:cubicBezTo>
                    <a:pt x="1821" y="5086"/>
                    <a:pt x="1847" y="5139"/>
                    <a:pt x="1874" y="5193"/>
                  </a:cubicBezTo>
                  <a:lnTo>
                    <a:pt x="3507" y="4256"/>
                  </a:lnTo>
                  <a:lnTo>
                    <a:pt x="3507" y="7120"/>
                  </a:lnTo>
                  <a:cubicBezTo>
                    <a:pt x="3560" y="7200"/>
                    <a:pt x="3614" y="7254"/>
                    <a:pt x="3667" y="7307"/>
                  </a:cubicBezTo>
                  <a:lnTo>
                    <a:pt x="3667" y="4256"/>
                  </a:lnTo>
                  <a:lnTo>
                    <a:pt x="7093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9" name="Google Shape;2059;p111"/>
            <p:cNvSpPr/>
            <p:nvPr/>
          </p:nvSpPr>
          <p:spPr>
            <a:xfrm>
              <a:off x="2899597" y="191938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7" y="8190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0" name="Google Shape;2060;p111"/>
            <p:cNvSpPr/>
            <p:nvPr/>
          </p:nvSpPr>
          <p:spPr>
            <a:xfrm>
              <a:off x="3280608" y="1919388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107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107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1" name="Google Shape;2061;p111"/>
            <p:cNvSpPr/>
            <p:nvPr/>
          </p:nvSpPr>
          <p:spPr>
            <a:xfrm>
              <a:off x="3662662" y="191938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1" y="2115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2" name="Google Shape;2062;p111"/>
            <p:cNvSpPr/>
            <p:nvPr/>
          </p:nvSpPr>
          <p:spPr>
            <a:xfrm>
              <a:off x="4043673" y="1998782"/>
              <a:ext cx="78391" cy="49400"/>
            </a:xfrm>
            <a:custGeom>
              <a:avLst/>
              <a:gdLst/>
              <a:ahLst/>
              <a:cxnLst/>
              <a:rect l="l" t="t" r="r" b="b"/>
              <a:pathLst>
                <a:path w="1955" h="1232" extrusionOk="0">
                  <a:moveTo>
                    <a:pt x="81" y="1"/>
                  </a:moveTo>
                  <a:lnTo>
                    <a:pt x="0" y="135"/>
                  </a:lnTo>
                  <a:lnTo>
                    <a:pt x="1874" y="1232"/>
                  </a:lnTo>
                  <a:cubicBezTo>
                    <a:pt x="1901" y="1178"/>
                    <a:pt x="1928" y="1125"/>
                    <a:pt x="1954" y="1071"/>
                  </a:cubicBez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3" name="Google Shape;2063;p111"/>
            <p:cNvSpPr/>
            <p:nvPr/>
          </p:nvSpPr>
          <p:spPr>
            <a:xfrm>
              <a:off x="2884560" y="2317561"/>
              <a:ext cx="114879" cy="68727"/>
            </a:xfrm>
            <a:custGeom>
              <a:avLst/>
              <a:gdLst/>
              <a:ahLst/>
              <a:cxnLst/>
              <a:rect l="l" t="t" r="r" b="b"/>
              <a:pathLst>
                <a:path w="2865" h="1714" extrusionOk="0">
                  <a:moveTo>
                    <a:pt x="2784" y="0"/>
                  </a:moveTo>
                  <a:lnTo>
                    <a:pt x="1" y="1606"/>
                  </a:lnTo>
                  <a:cubicBezTo>
                    <a:pt x="54" y="1660"/>
                    <a:pt x="108" y="1686"/>
                    <a:pt x="161" y="1713"/>
                  </a:cubicBezTo>
                  <a:lnTo>
                    <a:pt x="2864" y="161"/>
                  </a:lnTo>
                  <a:lnTo>
                    <a:pt x="278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4" name="Google Shape;2064;p111"/>
            <p:cNvSpPr/>
            <p:nvPr/>
          </p:nvSpPr>
          <p:spPr>
            <a:xfrm>
              <a:off x="2852362" y="2238127"/>
              <a:ext cx="6496" cy="129916"/>
            </a:xfrm>
            <a:custGeom>
              <a:avLst/>
              <a:gdLst/>
              <a:ahLst/>
              <a:cxnLst/>
              <a:rect l="l" t="t" r="r" b="b"/>
              <a:pathLst>
                <a:path w="162" h="3240" extrusionOk="0">
                  <a:moveTo>
                    <a:pt x="1" y="0"/>
                  </a:moveTo>
                  <a:lnTo>
                    <a:pt x="1" y="3132"/>
                  </a:lnTo>
                  <a:cubicBezTo>
                    <a:pt x="54" y="3159"/>
                    <a:pt x="108" y="3212"/>
                    <a:pt x="161" y="3239"/>
                  </a:cubicBez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5" name="Google Shape;2065;p111"/>
            <p:cNvSpPr/>
            <p:nvPr/>
          </p:nvSpPr>
          <p:spPr>
            <a:xfrm>
              <a:off x="3092789" y="2238127"/>
              <a:ext cx="288742" cy="255461"/>
            </a:xfrm>
            <a:custGeom>
              <a:avLst/>
              <a:gdLst/>
              <a:ahLst/>
              <a:cxnLst/>
              <a:rect l="l" t="t" r="r" b="b"/>
              <a:pathLst>
                <a:path w="7201" h="6371" extrusionOk="0">
                  <a:moveTo>
                    <a:pt x="3506" y="0"/>
                  </a:moveTo>
                  <a:lnTo>
                    <a:pt x="3506" y="3962"/>
                  </a:lnTo>
                  <a:lnTo>
                    <a:pt x="80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455" y="5835"/>
                  </a:lnTo>
                  <a:cubicBezTo>
                    <a:pt x="535" y="5835"/>
                    <a:pt x="616" y="5862"/>
                    <a:pt x="696" y="5889"/>
                  </a:cubicBezTo>
                  <a:lnTo>
                    <a:pt x="3506" y="4256"/>
                  </a:lnTo>
                  <a:lnTo>
                    <a:pt x="3506" y="6371"/>
                  </a:lnTo>
                  <a:lnTo>
                    <a:pt x="3694" y="6371"/>
                  </a:lnTo>
                  <a:lnTo>
                    <a:pt x="3694" y="4256"/>
                  </a:lnTo>
                  <a:lnTo>
                    <a:pt x="7093" y="6237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42"/>
                  </a:lnTo>
                  <a:lnTo>
                    <a:pt x="7093" y="1981"/>
                  </a:lnTo>
                  <a:lnTo>
                    <a:pt x="3694" y="3962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6" name="Google Shape;2066;p111"/>
            <p:cNvSpPr/>
            <p:nvPr/>
          </p:nvSpPr>
          <p:spPr>
            <a:xfrm>
              <a:off x="3474843" y="2238127"/>
              <a:ext cx="287659" cy="247963"/>
            </a:xfrm>
            <a:custGeom>
              <a:avLst/>
              <a:gdLst/>
              <a:ahLst/>
              <a:cxnLst/>
              <a:rect l="l" t="t" r="r" b="b"/>
              <a:pathLst>
                <a:path w="7174" h="6184" extrusionOk="0">
                  <a:moveTo>
                    <a:pt x="3507" y="0"/>
                  </a:moveTo>
                  <a:lnTo>
                    <a:pt x="3480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096"/>
                  </a:lnTo>
                  <a:lnTo>
                    <a:pt x="1" y="6076"/>
                  </a:lnTo>
                  <a:lnTo>
                    <a:pt x="54" y="6183"/>
                  </a:lnTo>
                  <a:lnTo>
                    <a:pt x="161" y="6183"/>
                  </a:lnTo>
                  <a:lnTo>
                    <a:pt x="3480" y="4256"/>
                  </a:lnTo>
                  <a:lnTo>
                    <a:pt x="3480" y="5354"/>
                  </a:lnTo>
                  <a:cubicBezTo>
                    <a:pt x="3560" y="5327"/>
                    <a:pt x="3614" y="5327"/>
                    <a:pt x="3668" y="5300"/>
                  </a:cubicBezTo>
                  <a:lnTo>
                    <a:pt x="3668" y="4256"/>
                  </a:lnTo>
                  <a:lnTo>
                    <a:pt x="4765" y="4899"/>
                  </a:lnTo>
                  <a:cubicBezTo>
                    <a:pt x="4845" y="4872"/>
                    <a:pt x="4899" y="4845"/>
                    <a:pt x="4979" y="4818"/>
                  </a:cubicBezTo>
                  <a:lnTo>
                    <a:pt x="3748" y="4096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7" name="Google Shape;2067;p111"/>
            <p:cNvSpPr/>
            <p:nvPr/>
          </p:nvSpPr>
          <p:spPr>
            <a:xfrm>
              <a:off x="3855854" y="2317561"/>
              <a:ext cx="12911" cy="9704"/>
            </a:xfrm>
            <a:custGeom>
              <a:avLst/>
              <a:gdLst/>
              <a:ahLst/>
              <a:cxnLst/>
              <a:rect l="l" t="t" r="r" b="b"/>
              <a:pathLst>
                <a:path w="322" h="242" extrusionOk="0">
                  <a:moveTo>
                    <a:pt x="81" y="0"/>
                  </a:moveTo>
                  <a:lnTo>
                    <a:pt x="0" y="134"/>
                  </a:lnTo>
                  <a:lnTo>
                    <a:pt x="161" y="241"/>
                  </a:lnTo>
                  <a:cubicBezTo>
                    <a:pt x="215" y="214"/>
                    <a:pt x="268" y="161"/>
                    <a:pt x="322" y="134"/>
                  </a:cubicBezTo>
                  <a:lnTo>
                    <a:pt x="8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0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8">
  <p:cSld name="CUSTOM_56_1">
    <p:spTree>
      <p:nvGrpSpPr>
        <p:cNvPr id="1" name="Shape 20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9" name="Google Shape;2069;p112"/>
          <p:cNvSpPr/>
          <p:nvPr/>
        </p:nvSpPr>
        <p:spPr>
          <a:xfrm>
            <a:off x="4641450" y="534225"/>
            <a:ext cx="3513000" cy="4031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accent1"/>
              </a:solidFill>
            </a:endParaRPr>
          </a:p>
        </p:txBody>
      </p:sp>
      <p:sp>
        <p:nvSpPr>
          <p:cNvPr id="2070" name="Google Shape;2070;p112"/>
          <p:cNvSpPr/>
          <p:nvPr/>
        </p:nvSpPr>
        <p:spPr>
          <a:xfrm rot="10800000">
            <a:off x="-1183925" y="-623592"/>
            <a:ext cx="4913539" cy="3022943"/>
          </a:xfrm>
          <a:custGeom>
            <a:avLst/>
            <a:gdLst/>
            <a:ahLst/>
            <a:cxnLst/>
            <a:rect l="l" t="t" r="r" b="b"/>
            <a:pathLst>
              <a:path w="59643" h="36694" extrusionOk="0">
                <a:moveTo>
                  <a:pt x="6271" y="15779"/>
                </a:moveTo>
                <a:cubicBezTo>
                  <a:pt x="9374" y="14178"/>
                  <a:pt x="17513" y="18347"/>
                  <a:pt x="23150" y="11676"/>
                </a:cubicBezTo>
                <a:cubicBezTo>
                  <a:pt x="28787" y="5004"/>
                  <a:pt x="30455" y="1"/>
                  <a:pt x="37327" y="2302"/>
                </a:cubicBezTo>
                <a:cubicBezTo>
                  <a:pt x="44198" y="4571"/>
                  <a:pt x="43064" y="13410"/>
                  <a:pt x="47601" y="15779"/>
                </a:cubicBezTo>
                <a:cubicBezTo>
                  <a:pt x="52104" y="18147"/>
                  <a:pt x="59643" y="31690"/>
                  <a:pt x="43364" y="34192"/>
                </a:cubicBezTo>
                <a:cubicBezTo>
                  <a:pt x="27120" y="36694"/>
                  <a:pt x="10441" y="33158"/>
                  <a:pt x="5204" y="27520"/>
                </a:cubicBezTo>
                <a:cubicBezTo>
                  <a:pt x="0" y="21883"/>
                  <a:pt x="3136" y="17380"/>
                  <a:pt x="6271" y="15779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71" name="Google Shape;2071;p112"/>
          <p:cNvSpPr/>
          <p:nvPr/>
        </p:nvSpPr>
        <p:spPr>
          <a:xfrm>
            <a:off x="1860975" y="1631350"/>
            <a:ext cx="1758151" cy="2296225"/>
          </a:xfrm>
          <a:custGeom>
            <a:avLst/>
            <a:gdLst/>
            <a:ahLst/>
            <a:cxnLst/>
            <a:rect l="l" t="t" r="r" b="b"/>
            <a:pathLst>
              <a:path w="17277" h="22564" extrusionOk="0">
                <a:moveTo>
                  <a:pt x="9074" y="0"/>
                </a:moveTo>
                <a:cubicBezTo>
                  <a:pt x="8555" y="0"/>
                  <a:pt x="8010" y="60"/>
                  <a:pt x="7441" y="188"/>
                </a:cubicBezTo>
                <a:cubicBezTo>
                  <a:pt x="2543" y="1285"/>
                  <a:pt x="1" y="6692"/>
                  <a:pt x="54" y="12607"/>
                </a:cubicBezTo>
                <a:cubicBezTo>
                  <a:pt x="134" y="18683"/>
                  <a:pt x="3989" y="22189"/>
                  <a:pt x="8592" y="22564"/>
                </a:cubicBezTo>
                <a:cubicBezTo>
                  <a:pt x="14641" y="22082"/>
                  <a:pt x="16354" y="18388"/>
                  <a:pt x="16836" y="12312"/>
                </a:cubicBezTo>
                <a:cubicBezTo>
                  <a:pt x="17276" y="6737"/>
                  <a:pt x="14567" y="0"/>
                  <a:pt x="9074" y="0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72" name="Google Shape;2072;p112"/>
          <p:cNvSpPr/>
          <p:nvPr/>
        </p:nvSpPr>
        <p:spPr>
          <a:xfrm rot="-1848056" flipH="1">
            <a:off x="3421950" y="2383786"/>
            <a:ext cx="1938888" cy="3305698"/>
          </a:xfrm>
          <a:custGeom>
            <a:avLst/>
            <a:gdLst/>
            <a:ahLst/>
            <a:cxnLst/>
            <a:rect l="l" t="t" r="r" b="b"/>
            <a:pathLst>
              <a:path w="19210" h="32752" extrusionOk="0">
                <a:moveTo>
                  <a:pt x="14053" y="490"/>
                </a:moveTo>
                <a:lnTo>
                  <a:pt x="14053" y="490"/>
                </a:lnTo>
                <a:cubicBezTo>
                  <a:pt x="14026" y="597"/>
                  <a:pt x="13999" y="758"/>
                  <a:pt x="13972" y="918"/>
                </a:cubicBezTo>
                <a:cubicBezTo>
                  <a:pt x="13972" y="865"/>
                  <a:pt x="13972" y="838"/>
                  <a:pt x="13946" y="838"/>
                </a:cubicBezTo>
                <a:cubicBezTo>
                  <a:pt x="13972" y="731"/>
                  <a:pt x="14026" y="597"/>
                  <a:pt x="14053" y="490"/>
                </a:cubicBezTo>
                <a:close/>
                <a:moveTo>
                  <a:pt x="13651" y="1560"/>
                </a:moveTo>
                <a:lnTo>
                  <a:pt x="13651" y="1560"/>
                </a:lnTo>
                <a:cubicBezTo>
                  <a:pt x="13276" y="3862"/>
                  <a:pt x="12045" y="5923"/>
                  <a:pt x="11189" y="8038"/>
                </a:cubicBezTo>
                <a:cubicBezTo>
                  <a:pt x="10522" y="9665"/>
                  <a:pt x="10466" y="11531"/>
                  <a:pt x="10493" y="13318"/>
                </a:cubicBezTo>
                <a:lnTo>
                  <a:pt x="10493" y="13318"/>
                </a:lnTo>
                <a:cubicBezTo>
                  <a:pt x="10490" y="13217"/>
                  <a:pt x="10464" y="13118"/>
                  <a:pt x="10439" y="13043"/>
                </a:cubicBezTo>
                <a:cubicBezTo>
                  <a:pt x="10091" y="10634"/>
                  <a:pt x="9904" y="8412"/>
                  <a:pt x="11001" y="6191"/>
                </a:cubicBezTo>
                <a:cubicBezTo>
                  <a:pt x="11724" y="4772"/>
                  <a:pt x="12714" y="3541"/>
                  <a:pt x="13410" y="2123"/>
                </a:cubicBezTo>
                <a:cubicBezTo>
                  <a:pt x="13491" y="1935"/>
                  <a:pt x="13571" y="1748"/>
                  <a:pt x="13651" y="1560"/>
                </a:cubicBezTo>
                <a:close/>
                <a:moveTo>
                  <a:pt x="13972" y="945"/>
                </a:moveTo>
                <a:lnTo>
                  <a:pt x="13972" y="945"/>
                </a:lnTo>
                <a:cubicBezTo>
                  <a:pt x="13972" y="1079"/>
                  <a:pt x="13946" y="1212"/>
                  <a:pt x="13946" y="1346"/>
                </a:cubicBezTo>
                <a:cubicBezTo>
                  <a:pt x="13946" y="2524"/>
                  <a:pt x="13758" y="3702"/>
                  <a:pt x="13517" y="4853"/>
                </a:cubicBezTo>
                <a:cubicBezTo>
                  <a:pt x="12821" y="7877"/>
                  <a:pt x="11376" y="10580"/>
                  <a:pt x="10760" y="13605"/>
                </a:cubicBezTo>
                <a:cubicBezTo>
                  <a:pt x="10787" y="11357"/>
                  <a:pt x="10921" y="9189"/>
                  <a:pt x="11858" y="7074"/>
                </a:cubicBezTo>
                <a:cubicBezTo>
                  <a:pt x="12741" y="5094"/>
                  <a:pt x="13785" y="3140"/>
                  <a:pt x="13972" y="945"/>
                </a:cubicBezTo>
                <a:close/>
                <a:moveTo>
                  <a:pt x="5002" y="14350"/>
                </a:moveTo>
                <a:cubicBezTo>
                  <a:pt x="5585" y="14350"/>
                  <a:pt x="6085" y="14646"/>
                  <a:pt x="6746" y="15104"/>
                </a:cubicBezTo>
                <a:cubicBezTo>
                  <a:pt x="6879" y="15184"/>
                  <a:pt x="7013" y="15264"/>
                  <a:pt x="7147" y="15372"/>
                </a:cubicBezTo>
                <a:cubicBezTo>
                  <a:pt x="6694" y="15252"/>
                  <a:pt x="6232" y="15200"/>
                  <a:pt x="5767" y="15200"/>
                </a:cubicBezTo>
                <a:cubicBezTo>
                  <a:pt x="4364" y="15200"/>
                  <a:pt x="2927" y="15672"/>
                  <a:pt x="1580" y="16174"/>
                </a:cubicBezTo>
                <a:cubicBezTo>
                  <a:pt x="2329" y="15666"/>
                  <a:pt x="3025" y="15077"/>
                  <a:pt x="3855" y="14676"/>
                </a:cubicBezTo>
                <a:cubicBezTo>
                  <a:pt x="4297" y="14450"/>
                  <a:pt x="4663" y="14350"/>
                  <a:pt x="5002" y="14350"/>
                </a:cubicBezTo>
                <a:close/>
                <a:moveTo>
                  <a:pt x="5753" y="15432"/>
                </a:moveTo>
                <a:cubicBezTo>
                  <a:pt x="6514" y="15432"/>
                  <a:pt x="7262" y="15581"/>
                  <a:pt x="7977" y="15960"/>
                </a:cubicBezTo>
                <a:cubicBezTo>
                  <a:pt x="8619" y="16389"/>
                  <a:pt x="9208" y="16870"/>
                  <a:pt x="9743" y="17406"/>
                </a:cubicBezTo>
                <a:cubicBezTo>
                  <a:pt x="8352" y="16737"/>
                  <a:pt x="6906" y="16389"/>
                  <a:pt x="5381" y="16335"/>
                </a:cubicBezTo>
                <a:lnTo>
                  <a:pt x="4765" y="16335"/>
                </a:lnTo>
                <a:cubicBezTo>
                  <a:pt x="3828" y="16335"/>
                  <a:pt x="2918" y="16469"/>
                  <a:pt x="1981" y="16576"/>
                </a:cubicBezTo>
                <a:cubicBezTo>
                  <a:pt x="1633" y="16603"/>
                  <a:pt x="1312" y="16629"/>
                  <a:pt x="964" y="16656"/>
                </a:cubicBezTo>
                <a:cubicBezTo>
                  <a:pt x="2489" y="16094"/>
                  <a:pt x="4149" y="15432"/>
                  <a:pt x="5753" y="15432"/>
                </a:cubicBezTo>
                <a:close/>
                <a:moveTo>
                  <a:pt x="18748" y="11060"/>
                </a:moveTo>
                <a:cubicBezTo>
                  <a:pt x="18737" y="11089"/>
                  <a:pt x="18737" y="11129"/>
                  <a:pt x="18737" y="11169"/>
                </a:cubicBezTo>
                <a:cubicBezTo>
                  <a:pt x="18603" y="11892"/>
                  <a:pt x="18442" y="12588"/>
                  <a:pt x="18282" y="13284"/>
                </a:cubicBezTo>
                <a:cubicBezTo>
                  <a:pt x="17907" y="14729"/>
                  <a:pt x="17291" y="16255"/>
                  <a:pt x="16087" y="17165"/>
                </a:cubicBezTo>
                <a:cubicBezTo>
                  <a:pt x="14963" y="17995"/>
                  <a:pt x="13223" y="18289"/>
                  <a:pt x="12045" y="19119"/>
                </a:cubicBezTo>
                <a:cubicBezTo>
                  <a:pt x="12473" y="18342"/>
                  <a:pt x="12955" y="17700"/>
                  <a:pt x="13785" y="17218"/>
                </a:cubicBezTo>
                <a:cubicBezTo>
                  <a:pt x="14508" y="16790"/>
                  <a:pt x="15257" y="16469"/>
                  <a:pt x="15873" y="15907"/>
                </a:cubicBezTo>
                <a:cubicBezTo>
                  <a:pt x="16542" y="15291"/>
                  <a:pt x="17077" y="14408"/>
                  <a:pt x="17532" y="13659"/>
                </a:cubicBezTo>
                <a:cubicBezTo>
                  <a:pt x="18036" y="12864"/>
                  <a:pt x="18250" y="11859"/>
                  <a:pt x="18748" y="11060"/>
                </a:cubicBezTo>
                <a:close/>
                <a:moveTo>
                  <a:pt x="18549" y="10928"/>
                </a:moveTo>
                <a:lnTo>
                  <a:pt x="18549" y="10928"/>
                </a:lnTo>
                <a:cubicBezTo>
                  <a:pt x="18201" y="11517"/>
                  <a:pt x="18014" y="12213"/>
                  <a:pt x="17693" y="12856"/>
                </a:cubicBezTo>
                <a:cubicBezTo>
                  <a:pt x="17184" y="13899"/>
                  <a:pt x="16488" y="14863"/>
                  <a:pt x="15712" y="15719"/>
                </a:cubicBezTo>
                <a:cubicBezTo>
                  <a:pt x="15016" y="16469"/>
                  <a:pt x="13919" y="16844"/>
                  <a:pt x="13062" y="17379"/>
                </a:cubicBezTo>
                <a:cubicBezTo>
                  <a:pt x="12313" y="17861"/>
                  <a:pt x="11911" y="18798"/>
                  <a:pt x="11510" y="19547"/>
                </a:cubicBezTo>
                <a:cubicBezTo>
                  <a:pt x="11485" y="19571"/>
                  <a:pt x="11461" y="19573"/>
                  <a:pt x="11457" y="19594"/>
                </a:cubicBezTo>
                <a:lnTo>
                  <a:pt x="11457" y="19594"/>
                </a:lnTo>
                <a:cubicBezTo>
                  <a:pt x="11836" y="15557"/>
                  <a:pt x="16249" y="13818"/>
                  <a:pt x="18549" y="10928"/>
                </a:cubicBezTo>
                <a:close/>
                <a:moveTo>
                  <a:pt x="6505" y="16683"/>
                </a:moveTo>
                <a:lnTo>
                  <a:pt x="6505" y="16683"/>
                </a:lnTo>
                <a:cubicBezTo>
                  <a:pt x="7763" y="16844"/>
                  <a:pt x="8994" y="17245"/>
                  <a:pt x="10145" y="17914"/>
                </a:cubicBezTo>
                <a:cubicBezTo>
                  <a:pt x="10573" y="18450"/>
                  <a:pt x="10921" y="19065"/>
                  <a:pt x="11135" y="19788"/>
                </a:cubicBezTo>
                <a:cubicBezTo>
                  <a:pt x="9315" y="19172"/>
                  <a:pt x="8191" y="17432"/>
                  <a:pt x="6505" y="16683"/>
                </a:cubicBezTo>
                <a:close/>
                <a:moveTo>
                  <a:pt x="6772" y="20270"/>
                </a:moveTo>
                <a:cubicBezTo>
                  <a:pt x="7736" y="21581"/>
                  <a:pt x="9342" y="22384"/>
                  <a:pt x="10466" y="23535"/>
                </a:cubicBezTo>
                <a:cubicBezTo>
                  <a:pt x="9074" y="22598"/>
                  <a:pt x="7120" y="22331"/>
                  <a:pt x="6826" y="20350"/>
                </a:cubicBezTo>
                <a:cubicBezTo>
                  <a:pt x="6799" y="20323"/>
                  <a:pt x="6772" y="20296"/>
                  <a:pt x="6746" y="20270"/>
                </a:cubicBezTo>
                <a:close/>
                <a:moveTo>
                  <a:pt x="16221" y="20698"/>
                </a:moveTo>
                <a:cubicBezTo>
                  <a:pt x="15685" y="21635"/>
                  <a:pt x="14267" y="22304"/>
                  <a:pt x="13464" y="22812"/>
                </a:cubicBezTo>
                <a:cubicBezTo>
                  <a:pt x="12955" y="23187"/>
                  <a:pt x="12233" y="23615"/>
                  <a:pt x="11831" y="24177"/>
                </a:cubicBezTo>
                <a:cubicBezTo>
                  <a:pt x="12286" y="22357"/>
                  <a:pt x="14722" y="21768"/>
                  <a:pt x="16221" y="20698"/>
                </a:cubicBezTo>
                <a:close/>
                <a:moveTo>
                  <a:pt x="6692" y="20939"/>
                </a:moveTo>
                <a:cubicBezTo>
                  <a:pt x="7388" y="22893"/>
                  <a:pt x="9957" y="22866"/>
                  <a:pt x="11135" y="24445"/>
                </a:cubicBezTo>
                <a:cubicBezTo>
                  <a:pt x="9395" y="23481"/>
                  <a:pt x="6772" y="23080"/>
                  <a:pt x="6692" y="20939"/>
                </a:cubicBezTo>
                <a:close/>
                <a:moveTo>
                  <a:pt x="16194" y="21126"/>
                </a:moveTo>
                <a:cubicBezTo>
                  <a:pt x="15766" y="22304"/>
                  <a:pt x="14749" y="22919"/>
                  <a:pt x="13571" y="23455"/>
                </a:cubicBezTo>
                <a:cubicBezTo>
                  <a:pt x="12982" y="23722"/>
                  <a:pt x="12393" y="24017"/>
                  <a:pt x="11938" y="24445"/>
                </a:cubicBezTo>
                <a:cubicBezTo>
                  <a:pt x="12447" y="23562"/>
                  <a:pt x="13785" y="22919"/>
                  <a:pt x="14534" y="22411"/>
                </a:cubicBezTo>
                <a:cubicBezTo>
                  <a:pt x="15070" y="22063"/>
                  <a:pt x="15739" y="21661"/>
                  <a:pt x="16194" y="21126"/>
                </a:cubicBezTo>
                <a:close/>
                <a:moveTo>
                  <a:pt x="14048" y="0"/>
                </a:moveTo>
                <a:cubicBezTo>
                  <a:pt x="14002" y="0"/>
                  <a:pt x="13958" y="28"/>
                  <a:pt x="13946" y="88"/>
                </a:cubicBezTo>
                <a:cubicBezTo>
                  <a:pt x="13196" y="2390"/>
                  <a:pt x="11751" y="4183"/>
                  <a:pt x="10680" y="6298"/>
                </a:cubicBezTo>
                <a:cubicBezTo>
                  <a:pt x="9610" y="8466"/>
                  <a:pt x="9877" y="10795"/>
                  <a:pt x="10225" y="13096"/>
                </a:cubicBezTo>
                <a:cubicBezTo>
                  <a:pt x="10305" y="13766"/>
                  <a:pt x="10413" y="14435"/>
                  <a:pt x="10520" y="15104"/>
                </a:cubicBezTo>
                <a:cubicBezTo>
                  <a:pt x="10520" y="15131"/>
                  <a:pt x="10520" y="15157"/>
                  <a:pt x="10520" y="15157"/>
                </a:cubicBezTo>
                <a:cubicBezTo>
                  <a:pt x="10520" y="15184"/>
                  <a:pt x="10520" y="15211"/>
                  <a:pt x="10546" y="15211"/>
                </a:cubicBezTo>
                <a:cubicBezTo>
                  <a:pt x="10734" y="16469"/>
                  <a:pt x="10921" y="17727"/>
                  <a:pt x="11082" y="18985"/>
                </a:cubicBezTo>
                <a:cubicBezTo>
                  <a:pt x="10520" y="17700"/>
                  <a:pt x="9502" y="16737"/>
                  <a:pt x="8352" y="15907"/>
                </a:cubicBezTo>
                <a:cubicBezTo>
                  <a:pt x="8352" y="15880"/>
                  <a:pt x="8352" y="15853"/>
                  <a:pt x="8325" y="15853"/>
                </a:cubicBezTo>
                <a:cubicBezTo>
                  <a:pt x="8298" y="15853"/>
                  <a:pt x="8271" y="15827"/>
                  <a:pt x="8271" y="15827"/>
                </a:cubicBezTo>
                <a:cubicBezTo>
                  <a:pt x="7602" y="15345"/>
                  <a:pt x="6906" y="14890"/>
                  <a:pt x="6237" y="14461"/>
                </a:cubicBezTo>
                <a:cubicBezTo>
                  <a:pt x="5829" y="14193"/>
                  <a:pt x="5417" y="14081"/>
                  <a:pt x="5004" y="14081"/>
                </a:cubicBezTo>
                <a:cubicBezTo>
                  <a:pt x="3280" y="14081"/>
                  <a:pt x="1550" y="16040"/>
                  <a:pt x="81" y="16710"/>
                </a:cubicBezTo>
                <a:cubicBezTo>
                  <a:pt x="27" y="16737"/>
                  <a:pt x="1" y="16790"/>
                  <a:pt x="27" y="16844"/>
                </a:cubicBezTo>
                <a:cubicBezTo>
                  <a:pt x="27" y="16870"/>
                  <a:pt x="54" y="16870"/>
                  <a:pt x="54" y="16870"/>
                </a:cubicBezTo>
                <a:cubicBezTo>
                  <a:pt x="54" y="16870"/>
                  <a:pt x="54" y="16897"/>
                  <a:pt x="81" y="16897"/>
                </a:cubicBezTo>
                <a:cubicBezTo>
                  <a:pt x="81" y="16924"/>
                  <a:pt x="108" y="16924"/>
                  <a:pt x="108" y="16924"/>
                </a:cubicBezTo>
                <a:lnTo>
                  <a:pt x="135" y="16924"/>
                </a:lnTo>
                <a:cubicBezTo>
                  <a:pt x="1580" y="16924"/>
                  <a:pt x="2972" y="16656"/>
                  <a:pt x="4390" y="16576"/>
                </a:cubicBezTo>
                <a:lnTo>
                  <a:pt x="5354" y="16576"/>
                </a:lnTo>
                <a:cubicBezTo>
                  <a:pt x="7736" y="16870"/>
                  <a:pt x="8967" y="19413"/>
                  <a:pt x="11242" y="20082"/>
                </a:cubicBezTo>
                <a:cubicBezTo>
                  <a:pt x="11376" y="21367"/>
                  <a:pt x="11483" y="22679"/>
                  <a:pt x="11483" y="23990"/>
                </a:cubicBezTo>
                <a:cubicBezTo>
                  <a:pt x="11483" y="24124"/>
                  <a:pt x="11483" y="24284"/>
                  <a:pt x="11483" y="24445"/>
                </a:cubicBezTo>
                <a:cubicBezTo>
                  <a:pt x="10413" y="22545"/>
                  <a:pt x="7977" y="21715"/>
                  <a:pt x="6799" y="19895"/>
                </a:cubicBezTo>
                <a:cubicBezTo>
                  <a:pt x="6778" y="19863"/>
                  <a:pt x="6740" y="19848"/>
                  <a:pt x="6701" y="19848"/>
                </a:cubicBezTo>
                <a:cubicBezTo>
                  <a:pt x="6640" y="19848"/>
                  <a:pt x="6574" y="19884"/>
                  <a:pt x="6558" y="19948"/>
                </a:cubicBezTo>
                <a:cubicBezTo>
                  <a:pt x="6237" y="21340"/>
                  <a:pt x="6719" y="22411"/>
                  <a:pt x="7897" y="23241"/>
                </a:cubicBezTo>
                <a:cubicBezTo>
                  <a:pt x="8967" y="23990"/>
                  <a:pt x="10386" y="24177"/>
                  <a:pt x="11456" y="24954"/>
                </a:cubicBezTo>
                <a:cubicBezTo>
                  <a:pt x="11349" y="27523"/>
                  <a:pt x="10734" y="30093"/>
                  <a:pt x="10145" y="32609"/>
                </a:cubicBezTo>
                <a:cubicBezTo>
                  <a:pt x="10112" y="32690"/>
                  <a:pt x="10188" y="32751"/>
                  <a:pt x="10265" y="32751"/>
                </a:cubicBezTo>
                <a:cubicBezTo>
                  <a:pt x="10315" y="32751"/>
                  <a:pt x="10365" y="32725"/>
                  <a:pt x="10386" y="32662"/>
                </a:cubicBezTo>
                <a:cubicBezTo>
                  <a:pt x="10760" y="31003"/>
                  <a:pt x="11108" y="29343"/>
                  <a:pt x="11430" y="27684"/>
                </a:cubicBezTo>
                <a:cubicBezTo>
                  <a:pt x="11563" y="26854"/>
                  <a:pt x="11670" y="26024"/>
                  <a:pt x="11697" y="25194"/>
                </a:cubicBezTo>
                <a:cubicBezTo>
                  <a:pt x="12179" y="24017"/>
                  <a:pt x="13839" y="23669"/>
                  <a:pt x="14829" y="23080"/>
                </a:cubicBezTo>
                <a:cubicBezTo>
                  <a:pt x="15899" y="22491"/>
                  <a:pt x="16488" y="21581"/>
                  <a:pt x="16595" y="20377"/>
                </a:cubicBezTo>
                <a:cubicBezTo>
                  <a:pt x="16595" y="20350"/>
                  <a:pt x="16595" y="20350"/>
                  <a:pt x="16595" y="20323"/>
                </a:cubicBezTo>
                <a:cubicBezTo>
                  <a:pt x="16622" y="20270"/>
                  <a:pt x="16569" y="20243"/>
                  <a:pt x="16515" y="20216"/>
                </a:cubicBezTo>
                <a:lnTo>
                  <a:pt x="16462" y="20216"/>
                </a:lnTo>
                <a:cubicBezTo>
                  <a:pt x="16435" y="20216"/>
                  <a:pt x="16435" y="20243"/>
                  <a:pt x="16408" y="20243"/>
                </a:cubicBezTo>
                <a:cubicBezTo>
                  <a:pt x="15043" y="21474"/>
                  <a:pt x="12473" y="21983"/>
                  <a:pt x="11724" y="23722"/>
                </a:cubicBezTo>
                <a:cubicBezTo>
                  <a:pt x="11724" y="22571"/>
                  <a:pt x="11644" y="21447"/>
                  <a:pt x="11510" y="20323"/>
                </a:cubicBezTo>
                <a:cubicBezTo>
                  <a:pt x="11510" y="20189"/>
                  <a:pt x="11483" y="20082"/>
                  <a:pt x="11483" y="19948"/>
                </a:cubicBezTo>
                <a:cubicBezTo>
                  <a:pt x="12072" y="19172"/>
                  <a:pt x="13250" y="18824"/>
                  <a:pt x="14106" y="18450"/>
                </a:cubicBezTo>
                <a:cubicBezTo>
                  <a:pt x="15070" y="18021"/>
                  <a:pt x="16060" y="17593"/>
                  <a:pt x="16809" y="16844"/>
                </a:cubicBezTo>
                <a:cubicBezTo>
                  <a:pt x="18522" y="15157"/>
                  <a:pt x="18790" y="12160"/>
                  <a:pt x="19192" y="9938"/>
                </a:cubicBezTo>
                <a:cubicBezTo>
                  <a:pt x="19210" y="9848"/>
                  <a:pt x="19130" y="9770"/>
                  <a:pt x="19060" y="9770"/>
                </a:cubicBezTo>
                <a:cubicBezTo>
                  <a:pt x="19026" y="9770"/>
                  <a:pt x="18995" y="9788"/>
                  <a:pt x="18978" y="9831"/>
                </a:cubicBezTo>
                <a:cubicBezTo>
                  <a:pt x="18014" y="11758"/>
                  <a:pt x="15846" y="13070"/>
                  <a:pt x="14294" y="14488"/>
                </a:cubicBezTo>
                <a:cubicBezTo>
                  <a:pt x="12982" y="15693"/>
                  <a:pt x="11751" y="17138"/>
                  <a:pt x="11349" y="18851"/>
                </a:cubicBezTo>
                <a:cubicBezTo>
                  <a:pt x="11162" y="17593"/>
                  <a:pt x="10975" y="16335"/>
                  <a:pt x="10760" y="15104"/>
                </a:cubicBezTo>
                <a:cubicBezTo>
                  <a:pt x="11028" y="12534"/>
                  <a:pt x="11911" y="10233"/>
                  <a:pt x="12821" y="7877"/>
                </a:cubicBezTo>
                <a:cubicBezTo>
                  <a:pt x="13758" y="5334"/>
                  <a:pt x="14267" y="2818"/>
                  <a:pt x="14160" y="115"/>
                </a:cubicBezTo>
                <a:cubicBezTo>
                  <a:pt x="14160" y="42"/>
                  <a:pt x="14103" y="0"/>
                  <a:pt x="14048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73" name="Google Shape;2073;p112"/>
          <p:cNvSpPr/>
          <p:nvPr/>
        </p:nvSpPr>
        <p:spPr>
          <a:xfrm rot="10800000">
            <a:off x="-892221" y="2755207"/>
            <a:ext cx="3210883" cy="3197570"/>
          </a:xfrm>
          <a:custGeom>
            <a:avLst/>
            <a:gdLst/>
            <a:ahLst/>
            <a:cxnLst/>
            <a:rect l="l" t="t" r="r" b="b"/>
            <a:pathLst>
              <a:path w="48235" h="48035" extrusionOk="0">
                <a:moveTo>
                  <a:pt x="3770" y="17379"/>
                </a:moveTo>
                <a:cubicBezTo>
                  <a:pt x="7573" y="20948"/>
                  <a:pt x="10108" y="20948"/>
                  <a:pt x="20515" y="21349"/>
                </a:cubicBezTo>
                <a:cubicBezTo>
                  <a:pt x="30956" y="21782"/>
                  <a:pt x="19314" y="35525"/>
                  <a:pt x="27520" y="41797"/>
                </a:cubicBezTo>
                <a:cubicBezTo>
                  <a:pt x="35726" y="48034"/>
                  <a:pt x="48235" y="37827"/>
                  <a:pt x="48235" y="26986"/>
                </a:cubicBezTo>
                <a:cubicBezTo>
                  <a:pt x="48235" y="16145"/>
                  <a:pt x="35026" y="0"/>
                  <a:pt x="18080" y="867"/>
                </a:cubicBezTo>
                <a:cubicBezTo>
                  <a:pt x="1135" y="1768"/>
                  <a:pt x="1" y="13843"/>
                  <a:pt x="3770" y="17379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0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9">
  <p:cSld name="CUSTOM_57">
    <p:spTree>
      <p:nvGrpSpPr>
        <p:cNvPr id="1" name="Shape 20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5" name="Google Shape;2075;p113"/>
          <p:cNvSpPr/>
          <p:nvPr/>
        </p:nvSpPr>
        <p:spPr>
          <a:xfrm flipH="1">
            <a:off x="1008588" y="534225"/>
            <a:ext cx="3513000" cy="40317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accent1"/>
              </a:solidFill>
            </a:endParaRPr>
          </a:p>
        </p:txBody>
      </p:sp>
      <p:sp>
        <p:nvSpPr>
          <p:cNvPr id="2076" name="Google Shape;2076;p113"/>
          <p:cNvSpPr/>
          <p:nvPr/>
        </p:nvSpPr>
        <p:spPr>
          <a:xfrm rot="-5400000" flipH="1">
            <a:off x="5336828" y="1091734"/>
            <a:ext cx="4906632" cy="3196913"/>
          </a:xfrm>
          <a:custGeom>
            <a:avLst/>
            <a:gdLst/>
            <a:ahLst/>
            <a:cxnLst/>
            <a:rect l="l" t="t" r="r" b="b"/>
            <a:pathLst>
              <a:path w="142469" h="136664" extrusionOk="0">
                <a:moveTo>
                  <a:pt x="97052" y="0"/>
                </a:moveTo>
                <a:cubicBezTo>
                  <a:pt x="94985" y="0"/>
                  <a:pt x="92658" y="685"/>
                  <a:pt x="89955" y="2065"/>
                </a:cubicBezTo>
                <a:cubicBezTo>
                  <a:pt x="76197" y="9104"/>
                  <a:pt x="81149" y="14564"/>
                  <a:pt x="82755" y="40634"/>
                </a:cubicBezTo>
                <a:cubicBezTo>
                  <a:pt x="85458" y="83646"/>
                  <a:pt x="12896" y="58112"/>
                  <a:pt x="4519" y="103881"/>
                </a:cubicBezTo>
                <a:cubicBezTo>
                  <a:pt x="0" y="128495"/>
                  <a:pt x="10558" y="136664"/>
                  <a:pt x="39417" y="136664"/>
                </a:cubicBezTo>
                <a:cubicBezTo>
                  <a:pt x="47997" y="136664"/>
                  <a:pt x="58195" y="135942"/>
                  <a:pt x="70095" y="134715"/>
                </a:cubicBezTo>
                <a:cubicBezTo>
                  <a:pt x="122047" y="129389"/>
                  <a:pt x="142469" y="101392"/>
                  <a:pt x="125767" y="56907"/>
                </a:cubicBezTo>
                <a:cubicBezTo>
                  <a:pt x="111706" y="19432"/>
                  <a:pt x="108060" y="0"/>
                  <a:pt x="97052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77" name="Google Shape;2077;p113"/>
          <p:cNvSpPr/>
          <p:nvPr/>
        </p:nvSpPr>
        <p:spPr>
          <a:xfrm flipH="1">
            <a:off x="3423660" y="3435644"/>
            <a:ext cx="1419128" cy="1251787"/>
          </a:xfrm>
          <a:custGeom>
            <a:avLst/>
            <a:gdLst/>
            <a:ahLst/>
            <a:cxnLst/>
            <a:rect l="l" t="t" r="r" b="b"/>
            <a:pathLst>
              <a:path w="13679" h="12066" extrusionOk="0">
                <a:moveTo>
                  <a:pt x="7541" y="1"/>
                </a:moveTo>
                <a:cubicBezTo>
                  <a:pt x="7109" y="1"/>
                  <a:pt x="6648" y="24"/>
                  <a:pt x="6157" y="68"/>
                </a:cubicBezTo>
                <a:cubicBezTo>
                  <a:pt x="1981" y="443"/>
                  <a:pt x="28" y="3173"/>
                  <a:pt x="1" y="6385"/>
                </a:cubicBezTo>
                <a:cubicBezTo>
                  <a:pt x="598" y="10109"/>
                  <a:pt x="2003" y="12066"/>
                  <a:pt x="5300" y="12066"/>
                </a:cubicBezTo>
                <a:cubicBezTo>
                  <a:pt x="5700" y="12066"/>
                  <a:pt x="6128" y="12037"/>
                  <a:pt x="6585" y="11979"/>
                </a:cubicBezTo>
                <a:cubicBezTo>
                  <a:pt x="10680" y="11470"/>
                  <a:pt x="13678" y="9516"/>
                  <a:pt x="12822" y="4297"/>
                </a:cubicBezTo>
                <a:cubicBezTo>
                  <a:pt x="12326" y="1256"/>
                  <a:pt x="10731" y="1"/>
                  <a:pt x="7541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078" name="Google Shape;2078;p113"/>
          <p:cNvGrpSpPr/>
          <p:nvPr/>
        </p:nvGrpSpPr>
        <p:grpSpPr>
          <a:xfrm flipH="1">
            <a:off x="4535411" y="548656"/>
            <a:ext cx="2270935" cy="2260334"/>
            <a:chOff x="6762468" y="1386456"/>
            <a:chExt cx="2270935" cy="2260334"/>
          </a:xfrm>
        </p:grpSpPr>
        <p:sp>
          <p:nvSpPr>
            <p:cNvPr id="2079" name="Google Shape;2079;p113"/>
            <p:cNvSpPr/>
            <p:nvPr/>
          </p:nvSpPr>
          <p:spPr>
            <a:xfrm>
              <a:off x="6762468" y="1386456"/>
              <a:ext cx="2270935" cy="2260292"/>
            </a:xfrm>
            <a:custGeom>
              <a:avLst/>
              <a:gdLst/>
              <a:ahLst/>
              <a:cxnLst/>
              <a:rect l="l" t="t" r="r" b="b"/>
              <a:pathLst>
                <a:path w="45663" h="45449" extrusionOk="0">
                  <a:moveTo>
                    <a:pt x="10947" y="4979"/>
                  </a:moveTo>
                  <a:lnTo>
                    <a:pt x="15605" y="7656"/>
                  </a:lnTo>
                  <a:lnTo>
                    <a:pt x="15605" y="13062"/>
                  </a:lnTo>
                  <a:lnTo>
                    <a:pt x="10947" y="15766"/>
                  </a:lnTo>
                  <a:lnTo>
                    <a:pt x="6263" y="13062"/>
                  </a:lnTo>
                  <a:lnTo>
                    <a:pt x="6263" y="7656"/>
                  </a:lnTo>
                  <a:lnTo>
                    <a:pt x="10947" y="4979"/>
                  </a:lnTo>
                  <a:close/>
                  <a:moveTo>
                    <a:pt x="20449" y="4979"/>
                  </a:moveTo>
                  <a:lnTo>
                    <a:pt x="25133" y="7656"/>
                  </a:lnTo>
                  <a:lnTo>
                    <a:pt x="25133" y="13062"/>
                  </a:lnTo>
                  <a:lnTo>
                    <a:pt x="20449" y="15766"/>
                  </a:lnTo>
                  <a:lnTo>
                    <a:pt x="15792" y="13062"/>
                  </a:lnTo>
                  <a:lnTo>
                    <a:pt x="15792" y="7656"/>
                  </a:lnTo>
                  <a:lnTo>
                    <a:pt x="20449" y="4979"/>
                  </a:lnTo>
                  <a:close/>
                  <a:moveTo>
                    <a:pt x="29978" y="4979"/>
                  </a:moveTo>
                  <a:lnTo>
                    <a:pt x="34635" y="7656"/>
                  </a:lnTo>
                  <a:lnTo>
                    <a:pt x="34635" y="13062"/>
                  </a:lnTo>
                  <a:lnTo>
                    <a:pt x="29978" y="15766"/>
                  </a:lnTo>
                  <a:lnTo>
                    <a:pt x="25294" y="13062"/>
                  </a:lnTo>
                  <a:lnTo>
                    <a:pt x="25294" y="7656"/>
                  </a:lnTo>
                  <a:lnTo>
                    <a:pt x="29978" y="4979"/>
                  </a:lnTo>
                  <a:close/>
                  <a:moveTo>
                    <a:pt x="6183" y="13196"/>
                  </a:moveTo>
                  <a:lnTo>
                    <a:pt x="10867" y="15899"/>
                  </a:lnTo>
                  <a:lnTo>
                    <a:pt x="10867" y="21306"/>
                  </a:lnTo>
                  <a:lnTo>
                    <a:pt x="6183" y="23983"/>
                  </a:lnTo>
                  <a:lnTo>
                    <a:pt x="1526" y="21306"/>
                  </a:lnTo>
                  <a:lnTo>
                    <a:pt x="1526" y="15899"/>
                  </a:lnTo>
                  <a:lnTo>
                    <a:pt x="6183" y="13196"/>
                  </a:lnTo>
                  <a:close/>
                  <a:moveTo>
                    <a:pt x="15712" y="13196"/>
                  </a:moveTo>
                  <a:lnTo>
                    <a:pt x="20369" y="15899"/>
                  </a:lnTo>
                  <a:lnTo>
                    <a:pt x="20369" y="21306"/>
                  </a:lnTo>
                  <a:lnTo>
                    <a:pt x="15712" y="23983"/>
                  </a:lnTo>
                  <a:lnTo>
                    <a:pt x="11028" y="21306"/>
                  </a:lnTo>
                  <a:lnTo>
                    <a:pt x="11028" y="15899"/>
                  </a:lnTo>
                  <a:lnTo>
                    <a:pt x="15712" y="13196"/>
                  </a:lnTo>
                  <a:close/>
                  <a:moveTo>
                    <a:pt x="25213" y="13196"/>
                  </a:moveTo>
                  <a:lnTo>
                    <a:pt x="29871" y="15899"/>
                  </a:lnTo>
                  <a:lnTo>
                    <a:pt x="29871" y="21306"/>
                  </a:lnTo>
                  <a:lnTo>
                    <a:pt x="25213" y="23983"/>
                  </a:lnTo>
                  <a:lnTo>
                    <a:pt x="20529" y="21306"/>
                  </a:lnTo>
                  <a:lnTo>
                    <a:pt x="20529" y="15899"/>
                  </a:lnTo>
                  <a:lnTo>
                    <a:pt x="25213" y="13196"/>
                  </a:lnTo>
                  <a:close/>
                  <a:moveTo>
                    <a:pt x="34715" y="13196"/>
                  </a:moveTo>
                  <a:lnTo>
                    <a:pt x="39399" y="15899"/>
                  </a:lnTo>
                  <a:lnTo>
                    <a:pt x="39399" y="21306"/>
                  </a:lnTo>
                  <a:lnTo>
                    <a:pt x="34715" y="23983"/>
                  </a:lnTo>
                  <a:lnTo>
                    <a:pt x="30058" y="21306"/>
                  </a:lnTo>
                  <a:lnTo>
                    <a:pt x="30058" y="15899"/>
                  </a:lnTo>
                  <a:lnTo>
                    <a:pt x="34715" y="13196"/>
                  </a:lnTo>
                  <a:close/>
                  <a:moveTo>
                    <a:pt x="10947" y="21440"/>
                  </a:moveTo>
                  <a:lnTo>
                    <a:pt x="15605" y="24143"/>
                  </a:lnTo>
                  <a:lnTo>
                    <a:pt x="15605" y="29523"/>
                  </a:lnTo>
                  <a:lnTo>
                    <a:pt x="10947" y="32226"/>
                  </a:lnTo>
                  <a:lnTo>
                    <a:pt x="6263" y="29523"/>
                  </a:lnTo>
                  <a:lnTo>
                    <a:pt x="6263" y="24143"/>
                  </a:lnTo>
                  <a:lnTo>
                    <a:pt x="10947" y="21440"/>
                  </a:lnTo>
                  <a:close/>
                  <a:moveTo>
                    <a:pt x="20449" y="21440"/>
                  </a:moveTo>
                  <a:lnTo>
                    <a:pt x="25133" y="24143"/>
                  </a:lnTo>
                  <a:lnTo>
                    <a:pt x="25133" y="29523"/>
                  </a:lnTo>
                  <a:lnTo>
                    <a:pt x="20449" y="32226"/>
                  </a:lnTo>
                  <a:lnTo>
                    <a:pt x="15792" y="29523"/>
                  </a:lnTo>
                  <a:lnTo>
                    <a:pt x="15792" y="24143"/>
                  </a:lnTo>
                  <a:lnTo>
                    <a:pt x="20449" y="21440"/>
                  </a:lnTo>
                  <a:close/>
                  <a:moveTo>
                    <a:pt x="29978" y="21440"/>
                  </a:moveTo>
                  <a:lnTo>
                    <a:pt x="34635" y="24143"/>
                  </a:lnTo>
                  <a:lnTo>
                    <a:pt x="34635" y="29523"/>
                  </a:lnTo>
                  <a:lnTo>
                    <a:pt x="29978" y="32226"/>
                  </a:lnTo>
                  <a:lnTo>
                    <a:pt x="25294" y="29523"/>
                  </a:lnTo>
                  <a:lnTo>
                    <a:pt x="25294" y="24143"/>
                  </a:lnTo>
                  <a:lnTo>
                    <a:pt x="29978" y="21440"/>
                  </a:lnTo>
                  <a:close/>
                  <a:moveTo>
                    <a:pt x="39480" y="21440"/>
                  </a:moveTo>
                  <a:lnTo>
                    <a:pt x="44137" y="24143"/>
                  </a:lnTo>
                  <a:lnTo>
                    <a:pt x="44137" y="29523"/>
                  </a:lnTo>
                  <a:lnTo>
                    <a:pt x="39480" y="32226"/>
                  </a:lnTo>
                  <a:lnTo>
                    <a:pt x="34796" y="29523"/>
                  </a:lnTo>
                  <a:lnTo>
                    <a:pt x="34796" y="24143"/>
                  </a:lnTo>
                  <a:lnTo>
                    <a:pt x="39480" y="21440"/>
                  </a:lnTo>
                  <a:close/>
                  <a:moveTo>
                    <a:pt x="15712" y="29684"/>
                  </a:moveTo>
                  <a:lnTo>
                    <a:pt x="20369" y="32387"/>
                  </a:lnTo>
                  <a:lnTo>
                    <a:pt x="20369" y="37767"/>
                  </a:lnTo>
                  <a:lnTo>
                    <a:pt x="15712" y="40470"/>
                  </a:lnTo>
                  <a:lnTo>
                    <a:pt x="11028" y="37767"/>
                  </a:lnTo>
                  <a:lnTo>
                    <a:pt x="11028" y="32387"/>
                  </a:lnTo>
                  <a:lnTo>
                    <a:pt x="15712" y="29684"/>
                  </a:lnTo>
                  <a:close/>
                  <a:moveTo>
                    <a:pt x="25213" y="29684"/>
                  </a:moveTo>
                  <a:lnTo>
                    <a:pt x="29871" y="32387"/>
                  </a:lnTo>
                  <a:lnTo>
                    <a:pt x="29871" y="37767"/>
                  </a:lnTo>
                  <a:lnTo>
                    <a:pt x="25213" y="40470"/>
                  </a:lnTo>
                  <a:lnTo>
                    <a:pt x="20529" y="37767"/>
                  </a:lnTo>
                  <a:lnTo>
                    <a:pt x="20529" y="32387"/>
                  </a:lnTo>
                  <a:lnTo>
                    <a:pt x="25213" y="29684"/>
                  </a:lnTo>
                  <a:close/>
                  <a:moveTo>
                    <a:pt x="34715" y="29684"/>
                  </a:moveTo>
                  <a:lnTo>
                    <a:pt x="39399" y="32387"/>
                  </a:lnTo>
                  <a:lnTo>
                    <a:pt x="39399" y="37767"/>
                  </a:lnTo>
                  <a:lnTo>
                    <a:pt x="34715" y="40470"/>
                  </a:lnTo>
                  <a:lnTo>
                    <a:pt x="30058" y="37767"/>
                  </a:lnTo>
                  <a:lnTo>
                    <a:pt x="30058" y="32387"/>
                  </a:lnTo>
                  <a:lnTo>
                    <a:pt x="34715" y="29684"/>
                  </a:lnTo>
                  <a:close/>
                  <a:moveTo>
                    <a:pt x="20369" y="1"/>
                  </a:moveTo>
                  <a:lnTo>
                    <a:pt x="20369" y="4818"/>
                  </a:lnTo>
                  <a:lnTo>
                    <a:pt x="15712" y="7522"/>
                  </a:lnTo>
                  <a:lnTo>
                    <a:pt x="11028" y="4818"/>
                  </a:lnTo>
                  <a:lnTo>
                    <a:pt x="11028" y="3159"/>
                  </a:lnTo>
                  <a:cubicBezTo>
                    <a:pt x="10974" y="3186"/>
                    <a:pt x="10921" y="3239"/>
                    <a:pt x="10867" y="3266"/>
                  </a:cubicBezTo>
                  <a:lnTo>
                    <a:pt x="10867" y="4818"/>
                  </a:lnTo>
                  <a:lnTo>
                    <a:pt x="6183" y="7522"/>
                  </a:lnTo>
                  <a:lnTo>
                    <a:pt x="5915" y="7361"/>
                  </a:lnTo>
                  <a:cubicBezTo>
                    <a:pt x="5889" y="7415"/>
                    <a:pt x="5835" y="7442"/>
                    <a:pt x="5808" y="7495"/>
                  </a:cubicBezTo>
                  <a:lnTo>
                    <a:pt x="6103" y="7656"/>
                  </a:lnTo>
                  <a:lnTo>
                    <a:pt x="6103" y="13062"/>
                  </a:lnTo>
                  <a:lnTo>
                    <a:pt x="1419" y="15766"/>
                  </a:lnTo>
                  <a:lnTo>
                    <a:pt x="1124" y="15578"/>
                  </a:lnTo>
                  <a:cubicBezTo>
                    <a:pt x="1124" y="15632"/>
                    <a:pt x="1098" y="15685"/>
                    <a:pt x="1071" y="15739"/>
                  </a:cubicBezTo>
                  <a:lnTo>
                    <a:pt x="1338" y="15899"/>
                  </a:lnTo>
                  <a:lnTo>
                    <a:pt x="1338" y="21306"/>
                  </a:lnTo>
                  <a:lnTo>
                    <a:pt x="0" y="22082"/>
                  </a:lnTo>
                  <a:cubicBezTo>
                    <a:pt x="0" y="22136"/>
                    <a:pt x="0" y="22216"/>
                    <a:pt x="0" y="22270"/>
                  </a:cubicBezTo>
                  <a:lnTo>
                    <a:pt x="1419" y="21440"/>
                  </a:lnTo>
                  <a:lnTo>
                    <a:pt x="6103" y="24143"/>
                  </a:lnTo>
                  <a:lnTo>
                    <a:pt x="6103" y="29523"/>
                  </a:lnTo>
                  <a:lnTo>
                    <a:pt x="1927" y="31932"/>
                  </a:lnTo>
                  <a:cubicBezTo>
                    <a:pt x="1954" y="31986"/>
                    <a:pt x="1981" y="32039"/>
                    <a:pt x="2008" y="32093"/>
                  </a:cubicBezTo>
                  <a:lnTo>
                    <a:pt x="6183" y="29684"/>
                  </a:lnTo>
                  <a:lnTo>
                    <a:pt x="10867" y="32387"/>
                  </a:lnTo>
                  <a:lnTo>
                    <a:pt x="10867" y="37767"/>
                  </a:lnTo>
                  <a:lnTo>
                    <a:pt x="7548" y="39694"/>
                  </a:lnTo>
                  <a:cubicBezTo>
                    <a:pt x="7575" y="39721"/>
                    <a:pt x="7628" y="39774"/>
                    <a:pt x="7682" y="39801"/>
                  </a:cubicBezTo>
                  <a:lnTo>
                    <a:pt x="10947" y="37928"/>
                  </a:lnTo>
                  <a:lnTo>
                    <a:pt x="15605" y="40631"/>
                  </a:lnTo>
                  <a:lnTo>
                    <a:pt x="15605" y="44405"/>
                  </a:lnTo>
                  <a:cubicBezTo>
                    <a:pt x="15658" y="44405"/>
                    <a:pt x="15738" y="44432"/>
                    <a:pt x="15792" y="44458"/>
                  </a:cubicBezTo>
                  <a:lnTo>
                    <a:pt x="15792" y="40631"/>
                  </a:lnTo>
                  <a:lnTo>
                    <a:pt x="20449" y="37928"/>
                  </a:lnTo>
                  <a:lnTo>
                    <a:pt x="25133" y="40631"/>
                  </a:lnTo>
                  <a:lnTo>
                    <a:pt x="25133" y="45449"/>
                  </a:lnTo>
                  <a:cubicBezTo>
                    <a:pt x="25187" y="45449"/>
                    <a:pt x="25240" y="45449"/>
                    <a:pt x="25294" y="45422"/>
                  </a:cubicBezTo>
                  <a:lnTo>
                    <a:pt x="25294" y="40631"/>
                  </a:lnTo>
                  <a:lnTo>
                    <a:pt x="29978" y="37928"/>
                  </a:lnTo>
                  <a:lnTo>
                    <a:pt x="34635" y="40631"/>
                  </a:lnTo>
                  <a:lnTo>
                    <a:pt x="34635" y="42290"/>
                  </a:lnTo>
                  <a:cubicBezTo>
                    <a:pt x="34688" y="42237"/>
                    <a:pt x="34742" y="42210"/>
                    <a:pt x="34796" y="42183"/>
                  </a:cubicBezTo>
                  <a:lnTo>
                    <a:pt x="34796" y="40631"/>
                  </a:lnTo>
                  <a:lnTo>
                    <a:pt x="39480" y="37928"/>
                  </a:lnTo>
                  <a:lnTo>
                    <a:pt x="39747" y="38088"/>
                  </a:lnTo>
                  <a:cubicBezTo>
                    <a:pt x="39774" y="38035"/>
                    <a:pt x="39827" y="37981"/>
                    <a:pt x="39854" y="37954"/>
                  </a:cubicBezTo>
                  <a:lnTo>
                    <a:pt x="39560" y="37767"/>
                  </a:lnTo>
                  <a:lnTo>
                    <a:pt x="39560" y="32387"/>
                  </a:lnTo>
                  <a:lnTo>
                    <a:pt x="44244" y="29684"/>
                  </a:lnTo>
                  <a:lnTo>
                    <a:pt x="44538" y="29871"/>
                  </a:lnTo>
                  <a:cubicBezTo>
                    <a:pt x="44565" y="29791"/>
                    <a:pt x="44565" y="29737"/>
                    <a:pt x="44592" y="29684"/>
                  </a:cubicBezTo>
                  <a:lnTo>
                    <a:pt x="44324" y="29523"/>
                  </a:lnTo>
                  <a:lnTo>
                    <a:pt x="44324" y="24143"/>
                  </a:lnTo>
                  <a:lnTo>
                    <a:pt x="45662" y="23367"/>
                  </a:lnTo>
                  <a:cubicBezTo>
                    <a:pt x="45662" y="23314"/>
                    <a:pt x="45662" y="23233"/>
                    <a:pt x="45662" y="23153"/>
                  </a:cubicBezTo>
                  <a:lnTo>
                    <a:pt x="44244" y="23983"/>
                  </a:lnTo>
                  <a:lnTo>
                    <a:pt x="39560" y="21306"/>
                  </a:lnTo>
                  <a:lnTo>
                    <a:pt x="39560" y="15899"/>
                  </a:lnTo>
                  <a:lnTo>
                    <a:pt x="43735" y="13491"/>
                  </a:lnTo>
                  <a:cubicBezTo>
                    <a:pt x="43709" y="13437"/>
                    <a:pt x="43682" y="13383"/>
                    <a:pt x="43655" y="13330"/>
                  </a:cubicBezTo>
                  <a:lnTo>
                    <a:pt x="39480" y="15766"/>
                  </a:lnTo>
                  <a:lnTo>
                    <a:pt x="34796" y="13062"/>
                  </a:lnTo>
                  <a:lnTo>
                    <a:pt x="34796" y="7656"/>
                  </a:lnTo>
                  <a:lnTo>
                    <a:pt x="38114" y="5755"/>
                  </a:lnTo>
                  <a:cubicBezTo>
                    <a:pt x="38088" y="5702"/>
                    <a:pt x="38034" y="5675"/>
                    <a:pt x="37981" y="5621"/>
                  </a:cubicBezTo>
                  <a:lnTo>
                    <a:pt x="34715" y="7522"/>
                  </a:lnTo>
                  <a:lnTo>
                    <a:pt x="30058" y="4818"/>
                  </a:lnTo>
                  <a:lnTo>
                    <a:pt x="30058" y="1045"/>
                  </a:lnTo>
                  <a:cubicBezTo>
                    <a:pt x="30004" y="1018"/>
                    <a:pt x="29951" y="1018"/>
                    <a:pt x="29871" y="991"/>
                  </a:cubicBezTo>
                  <a:lnTo>
                    <a:pt x="29871" y="4818"/>
                  </a:lnTo>
                  <a:lnTo>
                    <a:pt x="25213" y="7522"/>
                  </a:lnTo>
                  <a:lnTo>
                    <a:pt x="20529" y="4818"/>
                  </a:lnTo>
                  <a:lnTo>
                    <a:pt x="2052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0" name="Google Shape;2080;p113"/>
            <p:cNvSpPr/>
            <p:nvPr/>
          </p:nvSpPr>
          <p:spPr>
            <a:xfrm>
              <a:off x="7236329" y="1587480"/>
              <a:ext cx="12035" cy="9350"/>
            </a:xfrm>
            <a:custGeom>
              <a:avLst/>
              <a:gdLst/>
              <a:ahLst/>
              <a:cxnLst/>
              <a:rect l="l" t="t" r="r" b="b"/>
              <a:pathLst>
                <a:path w="242" h="188" extrusionOk="0">
                  <a:moveTo>
                    <a:pt x="161" y="0"/>
                  </a:moveTo>
                  <a:cubicBezTo>
                    <a:pt x="108" y="27"/>
                    <a:pt x="54" y="81"/>
                    <a:pt x="1" y="107"/>
                  </a:cubicBezTo>
                  <a:lnTo>
                    <a:pt x="161" y="188"/>
                  </a:lnTo>
                  <a:lnTo>
                    <a:pt x="242" y="54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1" name="Google Shape;2081;p113"/>
            <p:cNvSpPr/>
            <p:nvPr/>
          </p:nvSpPr>
          <p:spPr>
            <a:xfrm>
              <a:off x="7364144" y="1394464"/>
              <a:ext cx="356781" cy="300882"/>
            </a:xfrm>
            <a:custGeom>
              <a:avLst/>
              <a:gdLst/>
              <a:ahLst/>
              <a:cxnLst/>
              <a:rect l="l" t="t" r="r" b="b"/>
              <a:pathLst>
                <a:path w="7174" h="6050" extrusionOk="0">
                  <a:moveTo>
                    <a:pt x="7173" y="0"/>
                  </a:moveTo>
                  <a:lnTo>
                    <a:pt x="7173" y="0"/>
                  </a:lnTo>
                  <a:cubicBezTo>
                    <a:pt x="7013" y="27"/>
                    <a:pt x="6852" y="54"/>
                    <a:pt x="6692" y="81"/>
                  </a:cubicBezTo>
                  <a:lnTo>
                    <a:pt x="3667" y="1794"/>
                  </a:lnTo>
                  <a:lnTo>
                    <a:pt x="3667" y="830"/>
                  </a:lnTo>
                  <a:cubicBezTo>
                    <a:pt x="3614" y="857"/>
                    <a:pt x="3560" y="857"/>
                    <a:pt x="3507" y="884"/>
                  </a:cubicBezTo>
                  <a:lnTo>
                    <a:pt x="3507" y="1794"/>
                  </a:lnTo>
                  <a:lnTo>
                    <a:pt x="2516" y="1231"/>
                  </a:lnTo>
                  <a:cubicBezTo>
                    <a:pt x="2463" y="1258"/>
                    <a:pt x="2382" y="1285"/>
                    <a:pt x="2329" y="1312"/>
                  </a:cubicBezTo>
                  <a:lnTo>
                    <a:pt x="3426" y="1954"/>
                  </a:lnTo>
                  <a:lnTo>
                    <a:pt x="0" y="3935"/>
                  </a:lnTo>
                  <a:lnTo>
                    <a:pt x="81" y="4069"/>
                  </a:lnTo>
                  <a:lnTo>
                    <a:pt x="3507" y="2115"/>
                  </a:lnTo>
                  <a:lnTo>
                    <a:pt x="3507" y="6049"/>
                  </a:lnTo>
                  <a:lnTo>
                    <a:pt x="3667" y="6049"/>
                  </a:lnTo>
                  <a:lnTo>
                    <a:pt x="3667" y="2115"/>
                  </a:lnTo>
                  <a:lnTo>
                    <a:pt x="7093" y="4069"/>
                  </a:lnTo>
                  <a:lnTo>
                    <a:pt x="7173" y="3935"/>
                  </a:lnTo>
                  <a:lnTo>
                    <a:pt x="3774" y="1954"/>
                  </a:lnTo>
                  <a:lnTo>
                    <a:pt x="717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2" name="Google Shape;2082;p113"/>
            <p:cNvSpPr/>
            <p:nvPr/>
          </p:nvSpPr>
          <p:spPr>
            <a:xfrm>
              <a:off x="7836713" y="1386456"/>
              <a:ext cx="358124" cy="308889"/>
            </a:xfrm>
            <a:custGeom>
              <a:avLst/>
              <a:gdLst/>
              <a:ahLst/>
              <a:cxnLst/>
              <a:rect l="l" t="t" r="r" b="b"/>
              <a:pathLst>
                <a:path w="7201" h="6211" extrusionOk="0">
                  <a:moveTo>
                    <a:pt x="107" y="1"/>
                  </a:moveTo>
                  <a:lnTo>
                    <a:pt x="0" y="134"/>
                  </a:lnTo>
                  <a:lnTo>
                    <a:pt x="3426" y="2115"/>
                  </a:lnTo>
                  <a:lnTo>
                    <a:pt x="0" y="4096"/>
                  </a:lnTo>
                  <a:lnTo>
                    <a:pt x="107" y="4230"/>
                  </a:lnTo>
                  <a:lnTo>
                    <a:pt x="3506" y="2276"/>
                  </a:lnTo>
                  <a:lnTo>
                    <a:pt x="3506" y="6210"/>
                  </a:lnTo>
                  <a:lnTo>
                    <a:pt x="3694" y="6210"/>
                  </a:lnTo>
                  <a:lnTo>
                    <a:pt x="3694" y="2276"/>
                  </a:lnTo>
                  <a:lnTo>
                    <a:pt x="7093" y="4230"/>
                  </a:lnTo>
                  <a:lnTo>
                    <a:pt x="7200" y="4096"/>
                  </a:lnTo>
                  <a:lnTo>
                    <a:pt x="3774" y="2115"/>
                  </a:lnTo>
                  <a:lnTo>
                    <a:pt x="6558" y="509"/>
                  </a:lnTo>
                  <a:cubicBezTo>
                    <a:pt x="6477" y="482"/>
                    <a:pt x="6397" y="456"/>
                    <a:pt x="6317" y="456"/>
                  </a:cubicBezTo>
                  <a:lnTo>
                    <a:pt x="3694" y="1955"/>
                  </a:lnTo>
                  <a:lnTo>
                    <a:pt x="3694" y="1"/>
                  </a:lnTo>
                  <a:lnTo>
                    <a:pt x="3506" y="1"/>
                  </a:lnTo>
                  <a:lnTo>
                    <a:pt x="3506" y="1955"/>
                  </a:lnTo>
                  <a:lnTo>
                    <a:pt x="10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3" name="Google Shape;2083;p113"/>
            <p:cNvSpPr/>
            <p:nvPr/>
          </p:nvSpPr>
          <p:spPr>
            <a:xfrm>
              <a:off x="8310574" y="1516908"/>
              <a:ext cx="135819" cy="79920"/>
            </a:xfrm>
            <a:custGeom>
              <a:avLst/>
              <a:gdLst/>
              <a:ahLst/>
              <a:cxnLst/>
              <a:rect l="l" t="t" r="r" b="b"/>
              <a:pathLst>
                <a:path w="2731" h="1607" extrusionOk="0">
                  <a:moveTo>
                    <a:pt x="2543" y="1"/>
                  </a:moveTo>
                  <a:lnTo>
                    <a:pt x="1" y="1473"/>
                  </a:lnTo>
                  <a:lnTo>
                    <a:pt x="81" y="1607"/>
                  </a:lnTo>
                  <a:lnTo>
                    <a:pt x="2731" y="81"/>
                  </a:lnTo>
                  <a:cubicBezTo>
                    <a:pt x="2677" y="54"/>
                    <a:pt x="2597" y="27"/>
                    <a:pt x="254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4" name="Google Shape;2084;p113"/>
            <p:cNvSpPr/>
            <p:nvPr/>
          </p:nvSpPr>
          <p:spPr>
            <a:xfrm>
              <a:off x="8484940" y="1543565"/>
              <a:ext cx="8057" cy="151784"/>
            </a:xfrm>
            <a:custGeom>
              <a:avLst/>
              <a:gdLst/>
              <a:ahLst/>
              <a:cxnLst/>
              <a:rect l="l" t="t" r="r" b="b"/>
              <a:pathLst>
                <a:path w="162" h="3052" extrusionOk="0">
                  <a:moveTo>
                    <a:pt x="1" y="0"/>
                  </a:moveTo>
                  <a:lnTo>
                    <a:pt x="1" y="3051"/>
                  </a:lnTo>
                  <a:lnTo>
                    <a:pt x="162" y="3051"/>
                  </a:lnTo>
                  <a:lnTo>
                    <a:pt x="162" y="107"/>
                  </a:lnTo>
                  <a:cubicBezTo>
                    <a:pt x="108" y="54"/>
                    <a:pt x="54" y="27"/>
                    <a:pt x="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5" name="Google Shape;2085;p113"/>
            <p:cNvSpPr/>
            <p:nvPr/>
          </p:nvSpPr>
          <p:spPr>
            <a:xfrm>
              <a:off x="6838311" y="2099984"/>
              <a:ext cx="2735" cy="5371"/>
            </a:xfrm>
            <a:custGeom>
              <a:avLst/>
              <a:gdLst/>
              <a:ahLst/>
              <a:cxnLst/>
              <a:rect l="l" t="t" r="r" b="b"/>
              <a:pathLst>
                <a:path w="55" h="108" extrusionOk="0">
                  <a:moveTo>
                    <a:pt x="54" y="0"/>
                  </a:moveTo>
                  <a:cubicBezTo>
                    <a:pt x="28" y="27"/>
                    <a:pt x="28" y="54"/>
                    <a:pt x="1" y="107"/>
                  </a:cubicBezTo>
                  <a:lnTo>
                    <a:pt x="54" y="107"/>
                  </a:lnTo>
                  <a:lnTo>
                    <a:pt x="5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6" name="Google Shape;2086;p113"/>
            <p:cNvSpPr/>
            <p:nvPr/>
          </p:nvSpPr>
          <p:spPr>
            <a:xfrm>
              <a:off x="7012727" y="1801781"/>
              <a:ext cx="2686" cy="2735"/>
            </a:xfrm>
            <a:custGeom>
              <a:avLst/>
              <a:gdLst/>
              <a:ahLst/>
              <a:cxnLst/>
              <a:rect l="l" t="t" r="r" b="b"/>
              <a:pathLst>
                <a:path w="54" h="55" extrusionOk="0">
                  <a:moveTo>
                    <a:pt x="54" y="1"/>
                  </a:moveTo>
                  <a:cubicBezTo>
                    <a:pt x="27" y="27"/>
                    <a:pt x="27" y="27"/>
                    <a:pt x="0" y="54"/>
                  </a:cubicBezTo>
                  <a:lnTo>
                    <a:pt x="54" y="27"/>
                  </a:lnTo>
                  <a:lnTo>
                    <a:pt x="5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7" name="Google Shape;2087;p113"/>
            <p:cNvSpPr/>
            <p:nvPr/>
          </p:nvSpPr>
          <p:spPr>
            <a:xfrm>
              <a:off x="6912862" y="1942876"/>
              <a:ext cx="102548" cy="63956"/>
            </a:xfrm>
            <a:custGeom>
              <a:avLst/>
              <a:gdLst/>
              <a:ahLst/>
              <a:cxnLst/>
              <a:rect l="l" t="t" r="r" b="b"/>
              <a:pathLst>
                <a:path w="2062" h="1286" extrusionOk="0">
                  <a:moveTo>
                    <a:pt x="81" y="1"/>
                  </a:moveTo>
                  <a:cubicBezTo>
                    <a:pt x="54" y="54"/>
                    <a:pt x="27" y="108"/>
                    <a:pt x="1" y="135"/>
                  </a:cubicBezTo>
                  <a:lnTo>
                    <a:pt x="1981" y="1285"/>
                  </a:lnTo>
                  <a:lnTo>
                    <a:pt x="2062" y="1125"/>
                  </a:ln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8" name="Google Shape;2088;p113"/>
            <p:cNvSpPr/>
            <p:nvPr/>
          </p:nvSpPr>
          <p:spPr>
            <a:xfrm>
              <a:off x="7131192" y="1696645"/>
              <a:ext cx="356781" cy="408702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217"/>
                  </a:lnTo>
                  <a:lnTo>
                    <a:pt x="3667" y="8217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9" name="Google Shape;2089;p113"/>
            <p:cNvSpPr/>
            <p:nvPr/>
          </p:nvSpPr>
          <p:spPr>
            <a:xfrm>
              <a:off x="7603761" y="1696645"/>
              <a:ext cx="358124" cy="40735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80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0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41"/>
                  </a:lnTo>
                  <a:lnTo>
                    <a:pt x="7093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0" name="Google Shape;2090;p113"/>
            <p:cNvSpPr/>
            <p:nvPr/>
          </p:nvSpPr>
          <p:spPr>
            <a:xfrm>
              <a:off x="8077622" y="1696645"/>
              <a:ext cx="356781" cy="40735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480" y="3961"/>
                  </a:lnTo>
                  <a:lnTo>
                    <a:pt x="81" y="1981"/>
                  </a:lnTo>
                  <a:lnTo>
                    <a:pt x="1" y="2141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36"/>
                  </a:lnTo>
                  <a:lnTo>
                    <a:pt x="3480" y="4256"/>
                  </a:lnTo>
                  <a:lnTo>
                    <a:pt x="3480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1" name="Google Shape;2091;p113"/>
            <p:cNvSpPr/>
            <p:nvPr/>
          </p:nvSpPr>
          <p:spPr>
            <a:xfrm>
              <a:off x="8550190" y="1736581"/>
              <a:ext cx="356781" cy="367424"/>
            </a:xfrm>
            <a:custGeom>
              <a:avLst/>
              <a:gdLst/>
              <a:ahLst/>
              <a:cxnLst/>
              <a:rect l="l" t="t" r="r" b="b"/>
              <a:pathLst>
                <a:path w="7174" h="7388" extrusionOk="0">
                  <a:moveTo>
                    <a:pt x="3507" y="0"/>
                  </a:moveTo>
                  <a:lnTo>
                    <a:pt x="3507" y="3158"/>
                  </a:lnTo>
                  <a:lnTo>
                    <a:pt x="81" y="1178"/>
                  </a:lnTo>
                  <a:lnTo>
                    <a:pt x="0" y="1312"/>
                  </a:lnTo>
                  <a:lnTo>
                    <a:pt x="3426" y="3292"/>
                  </a:lnTo>
                  <a:lnTo>
                    <a:pt x="0" y="5273"/>
                  </a:lnTo>
                  <a:lnTo>
                    <a:pt x="81" y="5433"/>
                  </a:lnTo>
                  <a:lnTo>
                    <a:pt x="3507" y="3453"/>
                  </a:lnTo>
                  <a:lnTo>
                    <a:pt x="3507" y="7387"/>
                  </a:lnTo>
                  <a:lnTo>
                    <a:pt x="3667" y="7387"/>
                  </a:lnTo>
                  <a:lnTo>
                    <a:pt x="3667" y="3453"/>
                  </a:lnTo>
                  <a:lnTo>
                    <a:pt x="7093" y="5407"/>
                  </a:lnTo>
                  <a:lnTo>
                    <a:pt x="7174" y="5273"/>
                  </a:lnTo>
                  <a:lnTo>
                    <a:pt x="3748" y="3292"/>
                  </a:lnTo>
                  <a:lnTo>
                    <a:pt x="5434" y="2329"/>
                  </a:lnTo>
                  <a:cubicBezTo>
                    <a:pt x="5380" y="2302"/>
                    <a:pt x="5354" y="2248"/>
                    <a:pt x="5327" y="2195"/>
                  </a:cubicBezTo>
                  <a:lnTo>
                    <a:pt x="3667" y="3158"/>
                  </a:lnTo>
                  <a:lnTo>
                    <a:pt x="3667" y="187"/>
                  </a:lnTo>
                  <a:cubicBezTo>
                    <a:pt x="3614" y="134"/>
                    <a:pt x="3560" y="80"/>
                    <a:pt x="350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2" name="Google Shape;2092;p113"/>
            <p:cNvSpPr/>
            <p:nvPr/>
          </p:nvSpPr>
          <p:spPr>
            <a:xfrm>
              <a:off x="6891576" y="2115948"/>
              <a:ext cx="356781" cy="40735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3" name="Google Shape;2093;p113"/>
            <p:cNvSpPr/>
            <p:nvPr/>
          </p:nvSpPr>
          <p:spPr>
            <a:xfrm>
              <a:off x="7364144" y="2115948"/>
              <a:ext cx="356781" cy="40735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3" y="6049"/>
                  </a:lnTo>
                  <a:lnTo>
                    <a:pt x="3774" y="4095"/>
                  </a:lnTo>
                  <a:lnTo>
                    <a:pt x="7173" y="2115"/>
                  </a:lnTo>
                  <a:lnTo>
                    <a:pt x="7093" y="1954"/>
                  </a:lnTo>
                  <a:lnTo>
                    <a:pt x="3667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4" name="Google Shape;2094;p113"/>
            <p:cNvSpPr/>
            <p:nvPr/>
          </p:nvSpPr>
          <p:spPr>
            <a:xfrm>
              <a:off x="7836713" y="2115948"/>
              <a:ext cx="358124" cy="40735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35"/>
                  </a:lnTo>
                  <a:lnTo>
                    <a:pt x="107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107" y="6210"/>
                  </a:lnTo>
                  <a:lnTo>
                    <a:pt x="3506" y="4229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29"/>
                  </a:lnTo>
                  <a:lnTo>
                    <a:pt x="7093" y="6210"/>
                  </a:lnTo>
                  <a:lnTo>
                    <a:pt x="7200" y="6049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54"/>
                  </a:lnTo>
                  <a:lnTo>
                    <a:pt x="3694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5" name="Google Shape;2095;p113"/>
            <p:cNvSpPr/>
            <p:nvPr/>
          </p:nvSpPr>
          <p:spPr>
            <a:xfrm>
              <a:off x="8310574" y="2114606"/>
              <a:ext cx="356781" cy="408702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122"/>
                  </a:lnTo>
                  <a:lnTo>
                    <a:pt x="1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8" y="8218"/>
                  </a:lnTo>
                  <a:lnTo>
                    <a:pt x="3668" y="4256"/>
                  </a:lnTo>
                  <a:lnTo>
                    <a:pt x="7094" y="6237"/>
                  </a:lnTo>
                  <a:lnTo>
                    <a:pt x="7174" y="6076"/>
                  </a:lnTo>
                  <a:lnTo>
                    <a:pt x="3748" y="4122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6" name="Google Shape;2096;p113"/>
            <p:cNvSpPr/>
            <p:nvPr/>
          </p:nvSpPr>
          <p:spPr>
            <a:xfrm>
              <a:off x="8783142" y="2114606"/>
              <a:ext cx="239661" cy="408702"/>
            </a:xfrm>
            <a:custGeom>
              <a:avLst/>
              <a:gdLst/>
              <a:ahLst/>
              <a:cxnLst/>
              <a:rect l="l" t="t" r="r" b="b"/>
              <a:pathLst>
                <a:path w="4819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7" y="8218"/>
                  </a:lnTo>
                  <a:lnTo>
                    <a:pt x="3667" y="4256"/>
                  </a:lnTo>
                  <a:lnTo>
                    <a:pt x="4818" y="4925"/>
                  </a:lnTo>
                  <a:cubicBezTo>
                    <a:pt x="4818" y="4845"/>
                    <a:pt x="4818" y="4765"/>
                    <a:pt x="4792" y="4711"/>
                  </a:cubicBezTo>
                  <a:lnTo>
                    <a:pt x="3774" y="4096"/>
                  </a:lnTo>
                  <a:lnTo>
                    <a:pt x="4604" y="3614"/>
                  </a:lnTo>
                  <a:cubicBezTo>
                    <a:pt x="4604" y="3560"/>
                    <a:pt x="4577" y="3507"/>
                    <a:pt x="4577" y="3453"/>
                  </a:cubicBezTo>
                  <a:lnTo>
                    <a:pt x="3667" y="3962"/>
                  </a:lnTo>
                  <a:lnTo>
                    <a:pt x="3667" y="295"/>
                  </a:lnTo>
                  <a:cubicBezTo>
                    <a:pt x="3641" y="188"/>
                    <a:pt x="3614" y="108"/>
                    <a:pt x="358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7" name="Google Shape;2097;p113"/>
            <p:cNvSpPr/>
            <p:nvPr/>
          </p:nvSpPr>
          <p:spPr>
            <a:xfrm>
              <a:off x="6773111" y="2511280"/>
              <a:ext cx="242297" cy="407359"/>
            </a:xfrm>
            <a:custGeom>
              <a:avLst/>
              <a:gdLst/>
              <a:ahLst/>
              <a:cxnLst/>
              <a:rect l="l" t="t" r="r" b="b"/>
              <a:pathLst>
                <a:path w="4872" h="8191" extrusionOk="0">
                  <a:moveTo>
                    <a:pt x="1205" y="1"/>
                  </a:moveTo>
                  <a:lnTo>
                    <a:pt x="1205" y="3935"/>
                  </a:lnTo>
                  <a:lnTo>
                    <a:pt x="0" y="3266"/>
                  </a:lnTo>
                  <a:lnTo>
                    <a:pt x="0" y="3266"/>
                  </a:lnTo>
                  <a:cubicBezTo>
                    <a:pt x="0" y="3320"/>
                    <a:pt x="27" y="3400"/>
                    <a:pt x="27" y="3480"/>
                  </a:cubicBezTo>
                  <a:lnTo>
                    <a:pt x="1098" y="4096"/>
                  </a:lnTo>
                  <a:lnTo>
                    <a:pt x="214" y="4604"/>
                  </a:lnTo>
                  <a:cubicBezTo>
                    <a:pt x="241" y="4658"/>
                    <a:pt x="241" y="4738"/>
                    <a:pt x="268" y="4792"/>
                  </a:cubicBezTo>
                  <a:lnTo>
                    <a:pt x="1205" y="4256"/>
                  </a:lnTo>
                  <a:lnTo>
                    <a:pt x="1205" y="8030"/>
                  </a:lnTo>
                  <a:cubicBezTo>
                    <a:pt x="1205" y="8084"/>
                    <a:pt x="1232" y="8137"/>
                    <a:pt x="1258" y="8191"/>
                  </a:cubicBezTo>
                  <a:lnTo>
                    <a:pt x="1365" y="8191"/>
                  </a:lnTo>
                  <a:lnTo>
                    <a:pt x="1365" y="4256"/>
                  </a:lnTo>
                  <a:lnTo>
                    <a:pt x="4791" y="6210"/>
                  </a:lnTo>
                  <a:lnTo>
                    <a:pt x="4872" y="6076"/>
                  </a:lnTo>
                  <a:lnTo>
                    <a:pt x="1446" y="4096"/>
                  </a:lnTo>
                  <a:lnTo>
                    <a:pt x="4872" y="2115"/>
                  </a:lnTo>
                  <a:lnTo>
                    <a:pt x="4791" y="1981"/>
                  </a:lnTo>
                  <a:lnTo>
                    <a:pt x="1365" y="3935"/>
                  </a:lnTo>
                  <a:lnTo>
                    <a:pt x="136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8" name="Google Shape;2098;p113"/>
            <p:cNvSpPr/>
            <p:nvPr/>
          </p:nvSpPr>
          <p:spPr>
            <a:xfrm>
              <a:off x="7131192" y="2511280"/>
              <a:ext cx="356781" cy="40735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56"/>
                  </a:lnTo>
                  <a:lnTo>
                    <a:pt x="7093" y="6210"/>
                  </a:lnTo>
                  <a:lnTo>
                    <a:pt x="7173" y="6076"/>
                  </a:lnTo>
                  <a:lnTo>
                    <a:pt x="3774" y="4096"/>
                  </a:lnTo>
                  <a:lnTo>
                    <a:pt x="7173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9" name="Google Shape;2099;p113"/>
            <p:cNvSpPr/>
            <p:nvPr/>
          </p:nvSpPr>
          <p:spPr>
            <a:xfrm>
              <a:off x="7603761" y="2511280"/>
              <a:ext cx="358124" cy="40735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1"/>
                  </a:moveTo>
                  <a:lnTo>
                    <a:pt x="3506" y="3935"/>
                  </a:lnTo>
                  <a:lnTo>
                    <a:pt x="80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0" y="6210"/>
                  </a:lnTo>
                  <a:lnTo>
                    <a:pt x="3506" y="4230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30"/>
                  </a:lnTo>
                  <a:lnTo>
                    <a:pt x="7093" y="6210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15"/>
                  </a:lnTo>
                  <a:lnTo>
                    <a:pt x="7093" y="1981"/>
                  </a:lnTo>
                  <a:lnTo>
                    <a:pt x="3694" y="3935"/>
                  </a:lnTo>
                  <a:lnTo>
                    <a:pt x="369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0" name="Google Shape;2100;p113"/>
            <p:cNvSpPr/>
            <p:nvPr/>
          </p:nvSpPr>
          <p:spPr>
            <a:xfrm>
              <a:off x="8077622" y="2511280"/>
              <a:ext cx="356781" cy="40735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1" y="2115"/>
                  </a:lnTo>
                  <a:lnTo>
                    <a:pt x="3400" y="4096"/>
                  </a:lnTo>
                  <a:lnTo>
                    <a:pt x="1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480" y="8191"/>
                  </a:lnTo>
                  <a:lnTo>
                    <a:pt x="3668" y="8191"/>
                  </a:lnTo>
                  <a:lnTo>
                    <a:pt x="3668" y="4230"/>
                  </a:lnTo>
                  <a:lnTo>
                    <a:pt x="7094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4" y="1955"/>
                  </a:lnTo>
                  <a:lnTo>
                    <a:pt x="3668" y="3935"/>
                  </a:lnTo>
                  <a:lnTo>
                    <a:pt x="366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1" name="Google Shape;2101;p113"/>
            <p:cNvSpPr/>
            <p:nvPr/>
          </p:nvSpPr>
          <p:spPr>
            <a:xfrm>
              <a:off x="8550190" y="2511280"/>
              <a:ext cx="356781" cy="40735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30"/>
                  </a:lnTo>
                  <a:lnTo>
                    <a:pt x="7093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3" y="1955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2" name="Google Shape;2102;p113"/>
            <p:cNvSpPr/>
            <p:nvPr/>
          </p:nvSpPr>
          <p:spPr>
            <a:xfrm>
              <a:off x="6891576" y="2934613"/>
              <a:ext cx="356781" cy="363445"/>
            </a:xfrm>
            <a:custGeom>
              <a:avLst/>
              <a:gdLst/>
              <a:ahLst/>
              <a:cxnLst/>
              <a:rect l="l" t="t" r="r" b="b"/>
              <a:pathLst>
                <a:path w="7174" h="730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1767" y="5059"/>
                  </a:lnTo>
                  <a:cubicBezTo>
                    <a:pt x="1821" y="5086"/>
                    <a:pt x="1847" y="5139"/>
                    <a:pt x="1874" y="5193"/>
                  </a:cubicBezTo>
                  <a:lnTo>
                    <a:pt x="3507" y="4256"/>
                  </a:lnTo>
                  <a:lnTo>
                    <a:pt x="3507" y="7120"/>
                  </a:lnTo>
                  <a:cubicBezTo>
                    <a:pt x="3560" y="7200"/>
                    <a:pt x="3614" y="7254"/>
                    <a:pt x="3667" y="7307"/>
                  </a:cubicBezTo>
                  <a:lnTo>
                    <a:pt x="3667" y="4256"/>
                  </a:lnTo>
                  <a:lnTo>
                    <a:pt x="7093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3" name="Google Shape;2103;p113"/>
            <p:cNvSpPr/>
            <p:nvPr/>
          </p:nvSpPr>
          <p:spPr>
            <a:xfrm>
              <a:off x="7364144" y="2934613"/>
              <a:ext cx="356781" cy="40735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7" y="8190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4" name="Google Shape;2104;p113"/>
            <p:cNvSpPr/>
            <p:nvPr/>
          </p:nvSpPr>
          <p:spPr>
            <a:xfrm>
              <a:off x="7836713" y="2934613"/>
              <a:ext cx="358124" cy="40735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107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107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5" name="Google Shape;2105;p113"/>
            <p:cNvSpPr/>
            <p:nvPr/>
          </p:nvSpPr>
          <p:spPr>
            <a:xfrm>
              <a:off x="8310574" y="2934613"/>
              <a:ext cx="356781" cy="40735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1" y="2115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6" name="Google Shape;2106;p113"/>
            <p:cNvSpPr/>
            <p:nvPr/>
          </p:nvSpPr>
          <p:spPr>
            <a:xfrm>
              <a:off x="8783142" y="3033085"/>
              <a:ext cx="97227" cy="61270"/>
            </a:xfrm>
            <a:custGeom>
              <a:avLst/>
              <a:gdLst/>
              <a:ahLst/>
              <a:cxnLst/>
              <a:rect l="l" t="t" r="r" b="b"/>
              <a:pathLst>
                <a:path w="1955" h="1232" extrusionOk="0">
                  <a:moveTo>
                    <a:pt x="81" y="1"/>
                  </a:moveTo>
                  <a:lnTo>
                    <a:pt x="0" y="135"/>
                  </a:lnTo>
                  <a:lnTo>
                    <a:pt x="1874" y="1232"/>
                  </a:lnTo>
                  <a:cubicBezTo>
                    <a:pt x="1901" y="1178"/>
                    <a:pt x="1928" y="1125"/>
                    <a:pt x="1954" y="1071"/>
                  </a:cubicBez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7" name="Google Shape;2107;p113"/>
            <p:cNvSpPr/>
            <p:nvPr/>
          </p:nvSpPr>
          <p:spPr>
            <a:xfrm>
              <a:off x="7345494" y="3428467"/>
              <a:ext cx="142484" cy="85242"/>
            </a:xfrm>
            <a:custGeom>
              <a:avLst/>
              <a:gdLst/>
              <a:ahLst/>
              <a:cxnLst/>
              <a:rect l="l" t="t" r="r" b="b"/>
              <a:pathLst>
                <a:path w="2865" h="1714" extrusionOk="0">
                  <a:moveTo>
                    <a:pt x="2784" y="0"/>
                  </a:moveTo>
                  <a:lnTo>
                    <a:pt x="1" y="1606"/>
                  </a:lnTo>
                  <a:cubicBezTo>
                    <a:pt x="54" y="1660"/>
                    <a:pt x="108" y="1686"/>
                    <a:pt x="161" y="1713"/>
                  </a:cubicBezTo>
                  <a:lnTo>
                    <a:pt x="2864" y="161"/>
                  </a:lnTo>
                  <a:lnTo>
                    <a:pt x="278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8" name="Google Shape;2108;p113"/>
            <p:cNvSpPr/>
            <p:nvPr/>
          </p:nvSpPr>
          <p:spPr>
            <a:xfrm>
              <a:off x="7305558" y="3329945"/>
              <a:ext cx="8057" cy="161133"/>
            </a:xfrm>
            <a:custGeom>
              <a:avLst/>
              <a:gdLst/>
              <a:ahLst/>
              <a:cxnLst/>
              <a:rect l="l" t="t" r="r" b="b"/>
              <a:pathLst>
                <a:path w="162" h="3240" extrusionOk="0">
                  <a:moveTo>
                    <a:pt x="1" y="0"/>
                  </a:moveTo>
                  <a:lnTo>
                    <a:pt x="1" y="3132"/>
                  </a:lnTo>
                  <a:cubicBezTo>
                    <a:pt x="54" y="3159"/>
                    <a:pt x="108" y="3212"/>
                    <a:pt x="161" y="3239"/>
                  </a:cubicBez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9" name="Google Shape;2109;p113"/>
            <p:cNvSpPr/>
            <p:nvPr/>
          </p:nvSpPr>
          <p:spPr>
            <a:xfrm>
              <a:off x="7603761" y="3329945"/>
              <a:ext cx="358124" cy="316846"/>
            </a:xfrm>
            <a:custGeom>
              <a:avLst/>
              <a:gdLst/>
              <a:ahLst/>
              <a:cxnLst/>
              <a:rect l="l" t="t" r="r" b="b"/>
              <a:pathLst>
                <a:path w="7201" h="6371" extrusionOk="0">
                  <a:moveTo>
                    <a:pt x="3506" y="0"/>
                  </a:moveTo>
                  <a:lnTo>
                    <a:pt x="3506" y="3962"/>
                  </a:lnTo>
                  <a:lnTo>
                    <a:pt x="80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455" y="5835"/>
                  </a:lnTo>
                  <a:cubicBezTo>
                    <a:pt x="535" y="5835"/>
                    <a:pt x="616" y="5862"/>
                    <a:pt x="696" y="5889"/>
                  </a:cubicBezTo>
                  <a:lnTo>
                    <a:pt x="3506" y="4256"/>
                  </a:lnTo>
                  <a:lnTo>
                    <a:pt x="3506" y="6371"/>
                  </a:lnTo>
                  <a:lnTo>
                    <a:pt x="3694" y="6371"/>
                  </a:lnTo>
                  <a:lnTo>
                    <a:pt x="3694" y="4256"/>
                  </a:lnTo>
                  <a:lnTo>
                    <a:pt x="7093" y="6237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42"/>
                  </a:lnTo>
                  <a:lnTo>
                    <a:pt x="7093" y="1981"/>
                  </a:lnTo>
                  <a:lnTo>
                    <a:pt x="3694" y="3962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0" name="Google Shape;2110;p113"/>
            <p:cNvSpPr/>
            <p:nvPr/>
          </p:nvSpPr>
          <p:spPr>
            <a:xfrm>
              <a:off x="8077622" y="3329945"/>
              <a:ext cx="356781" cy="307546"/>
            </a:xfrm>
            <a:custGeom>
              <a:avLst/>
              <a:gdLst/>
              <a:ahLst/>
              <a:cxnLst/>
              <a:rect l="l" t="t" r="r" b="b"/>
              <a:pathLst>
                <a:path w="7174" h="6184" extrusionOk="0">
                  <a:moveTo>
                    <a:pt x="3507" y="0"/>
                  </a:moveTo>
                  <a:lnTo>
                    <a:pt x="3480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096"/>
                  </a:lnTo>
                  <a:lnTo>
                    <a:pt x="1" y="6076"/>
                  </a:lnTo>
                  <a:lnTo>
                    <a:pt x="54" y="6183"/>
                  </a:lnTo>
                  <a:lnTo>
                    <a:pt x="161" y="6183"/>
                  </a:lnTo>
                  <a:lnTo>
                    <a:pt x="3480" y="4256"/>
                  </a:lnTo>
                  <a:lnTo>
                    <a:pt x="3480" y="5354"/>
                  </a:lnTo>
                  <a:cubicBezTo>
                    <a:pt x="3560" y="5327"/>
                    <a:pt x="3614" y="5327"/>
                    <a:pt x="3668" y="5300"/>
                  </a:cubicBezTo>
                  <a:lnTo>
                    <a:pt x="3668" y="4256"/>
                  </a:lnTo>
                  <a:lnTo>
                    <a:pt x="4765" y="4899"/>
                  </a:lnTo>
                  <a:cubicBezTo>
                    <a:pt x="4845" y="4872"/>
                    <a:pt x="4899" y="4845"/>
                    <a:pt x="4979" y="4818"/>
                  </a:cubicBezTo>
                  <a:lnTo>
                    <a:pt x="3748" y="4096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1" name="Google Shape;2111;p113"/>
            <p:cNvSpPr/>
            <p:nvPr/>
          </p:nvSpPr>
          <p:spPr>
            <a:xfrm>
              <a:off x="8550190" y="3428467"/>
              <a:ext cx="16014" cy="12035"/>
            </a:xfrm>
            <a:custGeom>
              <a:avLst/>
              <a:gdLst/>
              <a:ahLst/>
              <a:cxnLst/>
              <a:rect l="l" t="t" r="r" b="b"/>
              <a:pathLst>
                <a:path w="322" h="242" extrusionOk="0">
                  <a:moveTo>
                    <a:pt x="81" y="0"/>
                  </a:moveTo>
                  <a:lnTo>
                    <a:pt x="0" y="134"/>
                  </a:lnTo>
                  <a:lnTo>
                    <a:pt x="161" y="241"/>
                  </a:lnTo>
                  <a:cubicBezTo>
                    <a:pt x="215" y="214"/>
                    <a:pt x="268" y="161"/>
                    <a:pt x="322" y="134"/>
                  </a:cubicBezTo>
                  <a:lnTo>
                    <a:pt x="8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0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0">
  <p:cSld name="CUSTOM_58">
    <p:spTree>
      <p:nvGrpSpPr>
        <p:cNvPr id="1" name="Shape 2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3" name="Google Shape;2113;p114"/>
          <p:cNvSpPr/>
          <p:nvPr/>
        </p:nvSpPr>
        <p:spPr>
          <a:xfrm flipH="1">
            <a:off x="1008588" y="534225"/>
            <a:ext cx="3513000" cy="40317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accent1"/>
              </a:solidFill>
            </a:endParaRPr>
          </a:p>
        </p:txBody>
      </p:sp>
      <p:sp>
        <p:nvSpPr>
          <p:cNvPr id="2114" name="Google Shape;2114;p114"/>
          <p:cNvSpPr/>
          <p:nvPr/>
        </p:nvSpPr>
        <p:spPr>
          <a:xfrm rot="-2266405" flipH="1">
            <a:off x="6427723" y="2503263"/>
            <a:ext cx="1938828" cy="3305595"/>
          </a:xfrm>
          <a:custGeom>
            <a:avLst/>
            <a:gdLst/>
            <a:ahLst/>
            <a:cxnLst/>
            <a:rect l="l" t="t" r="r" b="b"/>
            <a:pathLst>
              <a:path w="19210" h="32752" extrusionOk="0">
                <a:moveTo>
                  <a:pt x="14053" y="490"/>
                </a:moveTo>
                <a:lnTo>
                  <a:pt x="14053" y="490"/>
                </a:lnTo>
                <a:cubicBezTo>
                  <a:pt x="14026" y="597"/>
                  <a:pt x="13999" y="758"/>
                  <a:pt x="13972" y="918"/>
                </a:cubicBezTo>
                <a:cubicBezTo>
                  <a:pt x="13972" y="865"/>
                  <a:pt x="13972" y="838"/>
                  <a:pt x="13946" y="838"/>
                </a:cubicBezTo>
                <a:cubicBezTo>
                  <a:pt x="13972" y="731"/>
                  <a:pt x="14026" y="597"/>
                  <a:pt x="14053" y="490"/>
                </a:cubicBezTo>
                <a:close/>
                <a:moveTo>
                  <a:pt x="13651" y="1560"/>
                </a:moveTo>
                <a:lnTo>
                  <a:pt x="13651" y="1560"/>
                </a:lnTo>
                <a:cubicBezTo>
                  <a:pt x="13276" y="3862"/>
                  <a:pt x="12045" y="5923"/>
                  <a:pt x="11189" y="8038"/>
                </a:cubicBezTo>
                <a:cubicBezTo>
                  <a:pt x="10522" y="9665"/>
                  <a:pt x="10466" y="11531"/>
                  <a:pt x="10493" y="13318"/>
                </a:cubicBezTo>
                <a:lnTo>
                  <a:pt x="10493" y="13318"/>
                </a:lnTo>
                <a:cubicBezTo>
                  <a:pt x="10490" y="13217"/>
                  <a:pt x="10464" y="13118"/>
                  <a:pt x="10439" y="13043"/>
                </a:cubicBezTo>
                <a:cubicBezTo>
                  <a:pt x="10091" y="10634"/>
                  <a:pt x="9904" y="8412"/>
                  <a:pt x="11001" y="6191"/>
                </a:cubicBezTo>
                <a:cubicBezTo>
                  <a:pt x="11724" y="4772"/>
                  <a:pt x="12714" y="3541"/>
                  <a:pt x="13410" y="2123"/>
                </a:cubicBezTo>
                <a:cubicBezTo>
                  <a:pt x="13491" y="1935"/>
                  <a:pt x="13571" y="1748"/>
                  <a:pt x="13651" y="1560"/>
                </a:cubicBezTo>
                <a:close/>
                <a:moveTo>
                  <a:pt x="13972" y="945"/>
                </a:moveTo>
                <a:lnTo>
                  <a:pt x="13972" y="945"/>
                </a:lnTo>
                <a:cubicBezTo>
                  <a:pt x="13972" y="1079"/>
                  <a:pt x="13946" y="1212"/>
                  <a:pt x="13946" y="1346"/>
                </a:cubicBezTo>
                <a:cubicBezTo>
                  <a:pt x="13946" y="2524"/>
                  <a:pt x="13758" y="3702"/>
                  <a:pt x="13517" y="4853"/>
                </a:cubicBezTo>
                <a:cubicBezTo>
                  <a:pt x="12821" y="7877"/>
                  <a:pt x="11376" y="10580"/>
                  <a:pt x="10760" y="13605"/>
                </a:cubicBezTo>
                <a:cubicBezTo>
                  <a:pt x="10787" y="11357"/>
                  <a:pt x="10921" y="9189"/>
                  <a:pt x="11858" y="7074"/>
                </a:cubicBezTo>
                <a:cubicBezTo>
                  <a:pt x="12741" y="5094"/>
                  <a:pt x="13785" y="3140"/>
                  <a:pt x="13972" y="945"/>
                </a:cubicBezTo>
                <a:close/>
                <a:moveTo>
                  <a:pt x="5002" y="14350"/>
                </a:moveTo>
                <a:cubicBezTo>
                  <a:pt x="5585" y="14350"/>
                  <a:pt x="6085" y="14646"/>
                  <a:pt x="6746" y="15104"/>
                </a:cubicBezTo>
                <a:cubicBezTo>
                  <a:pt x="6879" y="15184"/>
                  <a:pt x="7013" y="15264"/>
                  <a:pt x="7147" y="15372"/>
                </a:cubicBezTo>
                <a:cubicBezTo>
                  <a:pt x="6694" y="15252"/>
                  <a:pt x="6232" y="15200"/>
                  <a:pt x="5767" y="15200"/>
                </a:cubicBezTo>
                <a:cubicBezTo>
                  <a:pt x="4364" y="15200"/>
                  <a:pt x="2927" y="15672"/>
                  <a:pt x="1580" y="16174"/>
                </a:cubicBezTo>
                <a:cubicBezTo>
                  <a:pt x="2329" y="15666"/>
                  <a:pt x="3025" y="15077"/>
                  <a:pt x="3855" y="14676"/>
                </a:cubicBezTo>
                <a:cubicBezTo>
                  <a:pt x="4297" y="14450"/>
                  <a:pt x="4663" y="14350"/>
                  <a:pt x="5002" y="14350"/>
                </a:cubicBezTo>
                <a:close/>
                <a:moveTo>
                  <a:pt x="5753" y="15432"/>
                </a:moveTo>
                <a:cubicBezTo>
                  <a:pt x="6514" y="15432"/>
                  <a:pt x="7262" y="15581"/>
                  <a:pt x="7977" y="15960"/>
                </a:cubicBezTo>
                <a:cubicBezTo>
                  <a:pt x="8619" y="16389"/>
                  <a:pt x="9208" y="16870"/>
                  <a:pt x="9743" y="17406"/>
                </a:cubicBezTo>
                <a:cubicBezTo>
                  <a:pt x="8352" y="16737"/>
                  <a:pt x="6906" y="16389"/>
                  <a:pt x="5381" y="16335"/>
                </a:cubicBezTo>
                <a:lnTo>
                  <a:pt x="4765" y="16335"/>
                </a:lnTo>
                <a:cubicBezTo>
                  <a:pt x="3828" y="16335"/>
                  <a:pt x="2918" y="16469"/>
                  <a:pt x="1981" y="16576"/>
                </a:cubicBezTo>
                <a:cubicBezTo>
                  <a:pt x="1633" y="16603"/>
                  <a:pt x="1312" y="16629"/>
                  <a:pt x="964" y="16656"/>
                </a:cubicBezTo>
                <a:cubicBezTo>
                  <a:pt x="2489" y="16094"/>
                  <a:pt x="4149" y="15432"/>
                  <a:pt x="5753" y="15432"/>
                </a:cubicBezTo>
                <a:close/>
                <a:moveTo>
                  <a:pt x="18748" y="11060"/>
                </a:moveTo>
                <a:cubicBezTo>
                  <a:pt x="18737" y="11089"/>
                  <a:pt x="18737" y="11129"/>
                  <a:pt x="18737" y="11169"/>
                </a:cubicBezTo>
                <a:cubicBezTo>
                  <a:pt x="18603" y="11892"/>
                  <a:pt x="18442" y="12588"/>
                  <a:pt x="18282" y="13284"/>
                </a:cubicBezTo>
                <a:cubicBezTo>
                  <a:pt x="17907" y="14729"/>
                  <a:pt x="17291" y="16255"/>
                  <a:pt x="16087" y="17165"/>
                </a:cubicBezTo>
                <a:cubicBezTo>
                  <a:pt x="14963" y="17995"/>
                  <a:pt x="13223" y="18289"/>
                  <a:pt x="12045" y="19119"/>
                </a:cubicBezTo>
                <a:cubicBezTo>
                  <a:pt x="12473" y="18342"/>
                  <a:pt x="12955" y="17700"/>
                  <a:pt x="13785" y="17218"/>
                </a:cubicBezTo>
                <a:cubicBezTo>
                  <a:pt x="14508" y="16790"/>
                  <a:pt x="15257" y="16469"/>
                  <a:pt x="15873" y="15907"/>
                </a:cubicBezTo>
                <a:cubicBezTo>
                  <a:pt x="16542" y="15291"/>
                  <a:pt x="17077" y="14408"/>
                  <a:pt x="17532" y="13659"/>
                </a:cubicBezTo>
                <a:cubicBezTo>
                  <a:pt x="18036" y="12864"/>
                  <a:pt x="18250" y="11859"/>
                  <a:pt x="18748" y="11060"/>
                </a:cubicBezTo>
                <a:close/>
                <a:moveTo>
                  <a:pt x="18549" y="10928"/>
                </a:moveTo>
                <a:lnTo>
                  <a:pt x="18549" y="10928"/>
                </a:lnTo>
                <a:cubicBezTo>
                  <a:pt x="18201" y="11517"/>
                  <a:pt x="18014" y="12213"/>
                  <a:pt x="17693" y="12856"/>
                </a:cubicBezTo>
                <a:cubicBezTo>
                  <a:pt x="17184" y="13899"/>
                  <a:pt x="16488" y="14863"/>
                  <a:pt x="15712" y="15719"/>
                </a:cubicBezTo>
                <a:cubicBezTo>
                  <a:pt x="15016" y="16469"/>
                  <a:pt x="13919" y="16844"/>
                  <a:pt x="13062" y="17379"/>
                </a:cubicBezTo>
                <a:cubicBezTo>
                  <a:pt x="12313" y="17861"/>
                  <a:pt x="11911" y="18798"/>
                  <a:pt x="11510" y="19547"/>
                </a:cubicBezTo>
                <a:cubicBezTo>
                  <a:pt x="11485" y="19571"/>
                  <a:pt x="11461" y="19573"/>
                  <a:pt x="11457" y="19594"/>
                </a:cubicBezTo>
                <a:lnTo>
                  <a:pt x="11457" y="19594"/>
                </a:lnTo>
                <a:cubicBezTo>
                  <a:pt x="11836" y="15557"/>
                  <a:pt x="16249" y="13818"/>
                  <a:pt x="18549" y="10928"/>
                </a:cubicBezTo>
                <a:close/>
                <a:moveTo>
                  <a:pt x="6505" y="16683"/>
                </a:moveTo>
                <a:lnTo>
                  <a:pt x="6505" y="16683"/>
                </a:lnTo>
                <a:cubicBezTo>
                  <a:pt x="7763" y="16844"/>
                  <a:pt x="8994" y="17245"/>
                  <a:pt x="10145" y="17914"/>
                </a:cubicBezTo>
                <a:cubicBezTo>
                  <a:pt x="10573" y="18450"/>
                  <a:pt x="10921" y="19065"/>
                  <a:pt x="11135" y="19788"/>
                </a:cubicBezTo>
                <a:cubicBezTo>
                  <a:pt x="9315" y="19172"/>
                  <a:pt x="8191" y="17432"/>
                  <a:pt x="6505" y="16683"/>
                </a:cubicBezTo>
                <a:close/>
                <a:moveTo>
                  <a:pt x="6772" y="20270"/>
                </a:moveTo>
                <a:cubicBezTo>
                  <a:pt x="7736" y="21581"/>
                  <a:pt x="9342" y="22384"/>
                  <a:pt x="10466" y="23535"/>
                </a:cubicBezTo>
                <a:cubicBezTo>
                  <a:pt x="9074" y="22598"/>
                  <a:pt x="7120" y="22331"/>
                  <a:pt x="6826" y="20350"/>
                </a:cubicBezTo>
                <a:cubicBezTo>
                  <a:pt x="6799" y="20323"/>
                  <a:pt x="6772" y="20296"/>
                  <a:pt x="6746" y="20270"/>
                </a:cubicBezTo>
                <a:close/>
                <a:moveTo>
                  <a:pt x="16221" y="20698"/>
                </a:moveTo>
                <a:cubicBezTo>
                  <a:pt x="15685" y="21635"/>
                  <a:pt x="14267" y="22304"/>
                  <a:pt x="13464" y="22812"/>
                </a:cubicBezTo>
                <a:cubicBezTo>
                  <a:pt x="12955" y="23187"/>
                  <a:pt x="12233" y="23615"/>
                  <a:pt x="11831" y="24177"/>
                </a:cubicBezTo>
                <a:cubicBezTo>
                  <a:pt x="12286" y="22357"/>
                  <a:pt x="14722" y="21768"/>
                  <a:pt x="16221" y="20698"/>
                </a:cubicBezTo>
                <a:close/>
                <a:moveTo>
                  <a:pt x="6692" y="20939"/>
                </a:moveTo>
                <a:cubicBezTo>
                  <a:pt x="7388" y="22893"/>
                  <a:pt x="9957" y="22866"/>
                  <a:pt x="11135" y="24445"/>
                </a:cubicBezTo>
                <a:cubicBezTo>
                  <a:pt x="9395" y="23481"/>
                  <a:pt x="6772" y="23080"/>
                  <a:pt x="6692" y="20939"/>
                </a:cubicBezTo>
                <a:close/>
                <a:moveTo>
                  <a:pt x="16194" y="21126"/>
                </a:moveTo>
                <a:cubicBezTo>
                  <a:pt x="15766" y="22304"/>
                  <a:pt x="14749" y="22919"/>
                  <a:pt x="13571" y="23455"/>
                </a:cubicBezTo>
                <a:cubicBezTo>
                  <a:pt x="12982" y="23722"/>
                  <a:pt x="12393" y="24017"/>
                  <a:pt x="11938" y="24445"/>
                </a:cubicBezTo>
                <a:cubicBezTo>
                  <a:pt x="12447" y="23562"/>
                  <a:pt x="13785" y="22919"/>
                  <a:pt x="14534" y="22411"/>
                </a:cubicBezTo>
                <a:cubicBezTo>
                  <a:pt x="15070" y="22063"/>
                  <a:pt x="15739" y="21661"/>
                  <a:pt x="16194" y="21126"/>
                </a:cubicBezTo>
                <a:close/>
                <a:moveTo>
                  <a:pt x="14048" y="0"/>
                </a:moveTo>
                <a:cubicBezTo>
                  <a:pt x="14002" y="0"/>
                  <a:pt x="13958" y="28"/>
                  <a:pt x="13946" y="88"/>
                </a:cubicBezTo>
                <a:cubicBezTo>
                  <a:pt x="13196" y="2390"/>
                  <a:pt x="11751" y="4183"/>
                  <a:pt x="10680" y="6298"/>
                </a:cubicBezTo>
                <a:cubicBezTo>
                  <a:pt x="9610" y="8466"/>
                  <a:pt x="9877" y="10795"/>
                  <a:pt x="10225" y="13096"/>
                </a:cubicBezTo>
                <a:cubicBezTo>
                  <a:pt x="10305" y="13766"/>
                  <a:pt x="10413" y="14435"/>
                  <a:pt x="10520" y="15104"/>
                </a:cubicBezTo>
                <a:cubicBezTo>
                  <a:pt x="10520" y="15131"/>
                  <a:pt x="10520" y="15157"/>
                  <a:pt x="10520" y="15157"/>
                </a:cubicBezTo>
                <a:cubicBezTo>
                  <a:pt x="10520" y="15184"/>
                  <a:pt x="10520" y="15211"/>
                  <a:pt x="10546" y="15211"/>
                </a:cubicBezTo>
                <a:cubicBezTo>
                  <a:pt x="10734" y="16469"/>
                  <a:pt x="10921" y="17727"/>
                  <a:pt x="11082" y="18985"/>
                </a:cubicBezTo>
                <a:cubicBezTo>
                  <a:pt x="10520" y="17700"/>
                  <a:pt x="9502" y="16737"/>
                  <a:pt x="8352" y="15907"/>
                </a:cubicBezTo>
                <a:cubicBezTo>
                  <a:pt x="8352" y="15880"/>
                  <a:pt x="8352" y="15853"/>
                  <a:pt x="8325" y="15853"/>
                </a:cubicBezTo>
                <a:cubicBezTo>
                  <a:pt x="8298" y="15853"/>
                  <a:pt x="8271" y="15827"/>
                  <a:pt x="8271" y="15827"/>
                </a:cubicBezTo>
                <a:cubicBezTo>
                  <a:pt x="7602" y="15345"/>
                  <a:pt x="6906" y="14890"/>
                  <a:pt x="6237" y="14461"/>
                </a:cubicBezTo>
                <a:cubicBezTo>
                  <a:pt x="5829" y="14193"/>
                  <a:pt x="5417" y="14081"/>
                  <a:pt x="5004" y="14081"/>
                </a:cubicBezTo>
                <a:cubicBezTo>
                  <a:pt x="3280" y="14081"/>
                  <a:pt x="1550" y="16040"/>
                  <a:pt x="81" y="16710"/>
                </a:cubicBezTo>
                <a:cubicBezTo>
                  <a:pt x="27" y="16737"/>
                  <a:pt x="1" y="16790"/>
                  <a:pt x="27" y="16844"/>
                </a:cubicBezTo>
                <a:cubicBezTo>
                  <a:pt x="27" y="16870"/>
                  <a:pt x="54" y="16870"/>
                  <a:pt x="54" y="16870"/>
                </a:cubicBezTo>
                <a:cubicBezTo>
                  <a:pt x="54" y="16870"/>
                  <a:pt x="54" y="16897"/>
                  <a:pt x="81" y="16897"/>
                </a:cubicBezTo>
                <a:cubicBezTo>
                  <a:pt x="81" y="16924"/>
                  <a:pt x="108" y="16924"/>
                  <a:pt x="108" y="16924"/>
                </a:cubicBezTo>
                <a:lnTo>
                  <a:pt x="135" y="16924"/>
                </a:lnTo>
                <a:cubicBezTo>
                  <a:pt x="1580" y="16924"/>
                  <a:pt x="2972" y="16656"/>
                  <a:pt x="4390" y="16576"/>
                </a:cubicBezTo>
                <a:lnTo>
                  <a:pt x="5354" y="16576"/>
                </a:lnTo>
                <a:cubicBezTo>
                  <a:pt x="7736" y="16870"/>
                  <a:pt x="8967" y="19413"/>
                  <a:pt x="11242" y="20082"/>
                </a:cubicBezTo>
                <a:cubicBezTo>
                  <a:pt x="11376" y="21367"/>
                  <a:pt x="11483" y="22679"/>
                  <a:pt x="11483" y="23990"/>
                </a:cubicBezTo>
                <a:cubicBezTo>
                  <a:pt x="11483" y="24124"/>
                  <a:pt x="11483" y="24284"/>
                  <a:pt x="11483" y="24445"/>
                </a:cubicBezTo>
                <a:cubicBezTo>
                  <a:pt x="10413" y="22545"/>
                  <a:pt x="7977" y="21715"/>
                  <a:pt x="6799" y="19895"/>
                </a:cubicBezTo>
                <a:cubicBezTo>
                  <a:pt x="6778" y="19863"/>
                  <a:pt x="6740" y="19848"/>
                  <a:pt x="6701" y="19848"/>
                </a:cubicBezTo>
                <a:cubicBezTo>
                  <a:pt x="6640" y="19848"/>
                  <a:pt x="6574" y="19884"/>
                  <a:pt x="6558" y="19948"/>
                </a:cubicBezTo>
                <a:cubicBezTo>
                  <a:pt x="6237" y="21340"/>
                  <a:pt x="6719" y="22411"/>
                  <a:pt x="7897" y="23241"/>
                </a:cubicBezTo>
                <a:cubicBezTo>
                  <a:pt x="8967" y="23990"/>
                  <a:pt x="10386" y="24177"/>
                  <a:pt x="11456" y="24954"/>
                </a:cubicBezTo>
                <a:cubicBezTo>
                  <a:pt x="11349" y="27523"/>
                  <a:pt x="10734" y="30093"/>
                  <a:pt x="10145" y="32609"/>
                </a:cubicBezTo>
                <a:cubicBezTo>
                  <a:pt x="10112" y="32690"/>
                  <a:pt x="10188" y="32751"/>
                  <a:pt x="10265" y="32751"/>
                </a:cubicBezTo>
                <a:cubicBezTo>
                  <a:pt x="10315" y="32751"/>
                  <a:pt x="10365" y="32725"/>
                  <a:pt x="10386" y="32662"/>
                </a:cubicBezTo>
                <a:cubicBezTo>
                  <a:pt x="10760" y="31003"/>
                  <a:pt x="11108" y="29343"/>
                  <a:pt x="11430" y="27684"/>
                </a:cubicBezTo>
                <a:cubicBezTo>
                  <a:pt x="11563" y="26854"/>
                  <a:pt x="11670" y="26024"/>
                  <a:pt x="11697" y="25194"/>
                </a:cubicBezTo>
                <a:cubicBezTo>
                  <a:pt x="12179" y="24017"/>
                  <a:pt x="13839" y="23669"/>
                  <a:pt x="14829" y="23080"/>
                </a:cubicBezTo>
                <a:cubicBezTo>
                  <a:pt x="15899" y="22491"/>
                  <a:pt x="16488" y="21581"/>
                  <a:pt x="16595" y="20377"/>
                </a:cubicBezTo>
                <a:cubicBezTo>
                  <a:pt x="16595" y="20350"/>
                  <a:pt x="16595" y="20350"/>
                  <a:pt x="16595" y="20323"/>
                </a:cubicBezTo>
                <a:cubicBezTo>
                  <a:pt x="16622" y="20270"/>
                  <a:pt x="16569" y="20243"/>
                  <a:pt x="16515" y="20216"/>
                </a:cubicBezTo>
                <a:lnTo>
                  <a:pt x="16462" y="20216"/>
                </a:lnTo>
                <a:cubicBezTo>
                  <a:pt x="16435" y="20216"/>
                  <a:pt x="16435" y="20243"/>
                  <a:pt x="16408" y="20243"/>
                </a:cubicBezTo>
                <a:cubicBezTo>
                  <a:pt x="15043" y="21474"/>
                  <a:pt x="12473" y="21983"/>
                  <a:pt x="11724" y="23722"/>
                </a:cubicBezTo>
                <a:cubicBezTo>
                  <a:pt x="11724" y="22571"/>
                  <a:pt x="11644" y="21447"/>
                  <a:pt x="11510" y="20323"/>
                </a:cubicBezTo>
                <a:cubicBezTo>
                  <a:pt x="11510" y="20189"/>
                  <a:pt x="11483" y="20082"/>
                  <a:pt x="11483" y="19948"/>
                </a:cubicBezTo>
                <a:cubicBezTo>
                  <a:pt x="12072" y="19172"/>
                  <a:pt x="13250" y="18824"/>
                  <a:pt x="14106" y="18450"/>
                </a:cubicBezTo>
                <a:cubicBezTo>
                  <a:pt x="15070" y="18021"/>
                  <a:pt x="16060" y="17593"/>
                  <a:pt x="16809" y="16844"/>
                </a:cubicBezTo>
                <a:cubicBezTo>
                  <a:pt x="18522" y="15157"/>
                  <a:pt x="18790" y="12160"/>
                  <a:pt x="19192" y="9938"/>
                </a:cubicBezTo>
                <a:cubicBezTo>
                  <a:pt x="19210" y="9848"/>
                  <a:pt x="19130" y="9770"/>
                  <a:pt x="19060" y="9770"/>
                </a:cubicBezTo>
                <a:cubicBezTo>
                  <a:pt x="19026" y="9770"/>
                  <a:pt x="18995" y="9788"/>
                  <a:pt x="18978" y="9831"/>
                </a:cubicBezTo>
                <a:cubicBezTo>
                  <a:pt x="18014" y="11758"/>
                  <a:pt x="15846" y="13070"/>
                  <a:pt x="14294" y="14488"/>
                </a:cubicBezTo>
                <a:cubicBezTo>
                  <a:pt x="12982" y="15693"/>
                  <a:pt x="11751" y="17138"/>
                  <a:pt x="11349" y="18851"/>
                </a:cubicBezTo>
                <a:cubicBezTo>
                  <a:pt x="11162" y="17593"/>
                  <a:pt x="10975" y="16335"/>
                  <a:pt x="10760" y="15104"/>
                </a:cubicBezTo>
                <a:cubicBezTo>
                  <a:pt x="11028" y="12534"/>
                  <a:pt x="11911" y="10233"/>
                  <a:pt x="12821" y="7877"/>
                </a:cubicBezTo>
                <a:cubicBezTo>
                  <a:pt x="13758" y="5334"/>
                  <a:pt x="14267" y="2818"/>
                  <a:pt x="14160" y="115"/>
                </a:cubicBezTo>
                <a:cubicBezTo>
                  <a:pt x="14160" y="42"/>
                  <a:pt x="14103" y="0"/>
                  <a:pt x="14048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15" name="Google Shape;2115;p114"/>
          <p:cNvSpPr/>
          <p:nvPr/>
        </p:nvSpPr>
        <p:spPr>
          <a:xfrm>
            <a:off x="5666513" y="-1056875"/>
            <a:ext cx="3967449" cy="3950999"/>
          </a:xfrm>
          <a:custGeom>
            <a:avLst/>
            <a:gdLst/>
            <a:ahLst/>
            <a:cxnLst/>
            <a:rect l="l" t="t" r="r" b="b"/>
            <a:pathLst>
              <a:path w="48235" h="48035" extrusionOk="0">
                <a:moveTo>
                  <a:pt x="3770" y="17379"/>
                </a:moveTo>
                <a:cubicBezTo>
                  <a:pt x="7573" y="20948"/>
                  <a:pt x="10108" y="20948"/>
                  <a:pt x="20515" y="21349"/>
                </a:cubicBezTo>
                <a:cubicBezTo>
                  <a:pt x="30956" y="21782"/>
                  <a:pt x="19314" y="35525"/>
                  <a:pt x="27520" y="41797"/>
                </a:cubicBezTo>
                <a:cubicBezTo>
                  <a:pt x="35726" y="48034"/>
                  <a:pt x="48235" y="37827"/>
                  <a:pt x="48235" y="26986"/>
                </a:cubicBezTo>
                <a:cubicBezTo>
                  <a:pt x="48235" y="16145"/>
                  <a:pt x="35026" y="0"/>
                  <a:pt x="18080" y="867"/>
                </a:cubicBezTo>
                <a:cubicBezTo>
                  <a:pt x="1135" y="1768"/>
                  <a:pt x="1" y="13843"/>
                  <a:pt x="3770" y="17379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16" name="Google Shape;2116;p114"/>
          <p:cNvSpPr/>
          <p:nvPr/>
        </p:nvSpPr>
        <p:spPr>
          <a:xfrm flipH="1">
            <a:off x="4993460" y="976475"/>
            <a:ext cx="1871779" cy="1796023"/>
          </a:xfrm>
          <a:custGeom>
            <a:avLst/>
            <a:gdLst/>
            <a:ahLst/>
            <a:cxnLst/>
            <a:rect l="l" t="t" r="r" b="b"/>
            <a:pathLst>
              <a:path w="20582" h="19749" extrusionOk="0">
                <a:moveTo>
                  <a:pt x="15178" y="401"/>
                </a:moveTo>
                <a:cubicBezTo>
                  <a:pt x="11542" y="1"/>
                  <a:pt x="4470" y="1235"/>
                  <a:pt x="2235" y="7773"/>
                </a:cubicBezTo>
                <a:cubicBezTo>
                  <a:pt x="0" y="14311"/>
                  <a:pt x="7939" y="17947"/>
                  <a:pt x="11675" y="18848"/>
                </a:cubicBezTo>
                <a:cubicBezTo>
                  <a:pt x="15445" y="19748"/>
                  <a:pt x="20315" y="19448"/>
                  <a:pt x="20448" y="13477"/>
                </a:cubicBezTo>
                <a:cubicBezTo>
                  <a:pt x="20582" y="7506"/>
                  <a:pt x="18780" y="835"/>
                  <a:pt x="15178" y="40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0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1">
  <p:cSld name="CUSTOM_59">
    <p:spTree>
      <p:nvGrpSpPr>
        <p:cNvPr id="1" name="Shape 2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8" name="Google Shape;2118;p115"/>
          <p:cNvSpPr/>
          <p:nvPr/>
        </p:nvSpPr>
        <p:spPr>
          <a:xfrm flipH="1">
            <a:off x="1017188" y="539150"/>
            <a:ext cx="3513000" cy="40317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accent1"/>
              </a:solidFill>
            </a:endParaRPr>
          </a:p>
        </p:txBody>
      </p:sp>
      <p:grpSp>
        <p:nvGrpSpPr>
          <p:cNvPr id="2119" name="Google Shape;2119;p115"/>
          <p:cNvGrpSpPr/>
          <p:nvPr/>
        </p:nvGrpSpPr>
        <p:grpSpPr>
          <a:xfrm rot="5400000" flipH="1">
            <a:off x="5410792" y="1327438"/>
            <a:ext cx="2277317" cy="5304377"/>
            <a:chOff x="224725" y="566950"/>
            <a:chExt cx="1850875" cy="4311100"/>
          </a:xfrm>
        </p:grpSpPr>
        <p:sp>
          <p:nvSpPr>
            <p:cNvPr id="2120" name="Google Shape;2120;p115"/>
            <p:cNvSpPr/>
            <p:nvPr/>
          </p:nvSpPr>
          <p:spPr>
            <a:xfrm>
              <a:off x="1914975" y="566950"/>
              <a:ext cx="160625" cy="2033000"/>
            </a:xfrm>
            <a:custGeom>
              <a:avLst/>
              <a:gdLst/>
              <a:ahLst/>
              <a:cxnLst/>
              <a:rect l="l" t="t" r="r" b="b"/>
              <a:pathLst>
                <a:path w="6425" h="81320" extrusionOk="0">
                  <a:moveTo>
                    <a:pt x="126" y="1"/>
                  </a:moveTo>
                  <a:cubicBezTo>
                    <a:pt x="81" y="1"/>
                    <a:pt x="44" y="24"/>
                    <a:pt x="27" y="57"/>
                  </a:cubicBezTo>
                  <a:cubicBezTo>
                    <a:pt x="27" y="84"/>
                    <a:pt x="27" y="110"/>
                    <a:pt x="27" y="137"/>
                  </a:cubicBezTo>
                  <a:cubicBezTo>
                    <a:pt x="27" y="164"/>
                    <a:pt x="27" y="217"/>
                    <a:pt x="81" y="244"/>
                  </a:cubicBezTo>
                  <a:cubicBezTo>
                    <a:pt x="1821" y="1261"/>
                    <a:pt x="2972" y="3188"/>
                    <a:pt x="2945" y="5035"/>
                  </a:cubicBezTo>
                  <a:cubicBezTo>
                    <a:pt x="2945" y="5089"/>
                    <a:pt x="2972" y="5142"/>
                    <a:pt x="2998" y="5169"/>
                  </a:cubicBezTo>
                  <a:cubicBezTo>
                    <a:pt x="4952" y="6133"/>
                    <a:pt x="6157" y="8086"/>
                    <a:pt x="6157" y="10255"/>
                  </a:cubicBezTo>
                  <a:cubicBezTo>
                    <a:pt x="6157" y="12449"/>
                    <a:pt x="4952" y="14403"/>
                    <a:pt x="2998" y="15367"/>
                  </a:cubicBezTo>
                  <a:cubicBezTo>
                    <a:pt x="2945" y="15394"/>
                    <a:pt x="2945" y="15447"/>
                    <a:pt x="2945" y="15501"/>
                  </a:cubicBezTo>
                  <a:cubicBezTo>
                    <a:pt x="2998" y="17321"/>
                    <a:pt x="1848" y="19248"/>
                    <a:pt x="108" y="20292"/>
                  </a:cubicBezTo>
                  <a:cubicBezTo>
                    <a:pt x="54" y="20292"/>
                    <a:pt x="27" y="20318"/>
                    <a:pt x="27" y="20372"/>
                  </a:cubicBezTo>
                  <a:cubicBezTo>
                    <a:pt x="1" y="20425"/>
                    <a:pt x="27" y="20479"/>
                    <a:pt x="81" y="20506"/>
                  </a:cubicBezTo>
                  <a:cubicBezTo>
                    <a:pt x="1794" y="21496"/>
                    <a:pt x="2865" y="23316"/>
                    <a:pt x="2945" y="25324"/>
                  </a:cubicBezTo>
                  <a:cubicBezTo>
                    <a:pt x="2945" y="25350"/>
                    <a:pt x="2972" y="25404"/>
                    <a:pt x="2998" y="25431"/>
                  </a:cubicBezTo>
                  <a:cubicBezTo>
                    <a:pt x="4952" y="26394"/>
                    <a:pt x="6157" y="28348"/>
                    <a:pt x="6157" y="30543"/>
                  </a:cubicBezTo>
                  <a:cubicBezTo>
                    <a:pt x="6157" y="32711"/>
                    <a:pt x="4952" y="34665"/>
                    <a:pt x="2998" y="35628"/>
                  </a:cubicBezTo>
                  <a:cubicBezTo>
                    <a:pt x="2945" y="35655"/>
                    <a:pt x="2918" y="35709"/>
                    <a:pt x="2945" y="35762"/>
                  </a:cubicBezTo>
                  <a:cubicBezTo>
                    <a:pt x="3106" y="37823"/>
                    <a:pt x="1633" y="39643"/>
                    <a:pt x="108" y="40553"/>
                  </a:cubicBezTo>
                  <a:cubicBezTo>
                    <a:pt x="54" y="40553"/>
                    <a:pt x="27" y="40580"/>
                    <a:pt x="27" y="40633"/>
                  </a:cubicBezTo>
                  <a:cubicBezTo>
                    <a:pt x="1" y="40687"/>
                    <a:pt x="27" y="40741"/>
                    <a:pt x="81" y="40767"/>
                  </a:cubicBezTo>
                  <a:cubicBezTo>
                    <a:pt x="1821" y="41784"/>
                    <a:pt x="2945" y="43658"/>
                    <a:pt x="2945" y="45532"/>
                  </a:cubicBezTo>
                  <a:cubicBezTo>
                    <a:pt x="2945" y="45558"/>
                    <a:pt x="2945" y="45558"/>
                    <a:pt x="2945" y="45585"/>
                  </a:cubicBezTo>
                  <a:cubicBezTo>
                    <a:pt x="2945" y="45612"/>
                    <a:pt x="2972" y="45665"/>
                    <a:pt x="2998" y="45692"/>
                  </a:cubicBezTo>
                  <a:cubicBezTo>
                    <a:pt x="4952" y="46656"/>
                    <a:pt x="6157" y="48636"/>
                    <a:pt x="6157" y="50804"/>
                  </a:cubicBezTo>
                  <a:cubicBezTo>
                    <a:pt x="6157" y="52972"/>
                    <a:pt x="4952" y="54926"/>
                    <a:pt x="2998" y="55917"/>
                  </a:cubicBezTo>
                  <a:cubicBezTo>
                    <a:pt x="2972" y="55917"/>
                    <a:pt x="2945" y="55970"/>
                    <a:pt x="2945" y="56024"/>
                  </a:cubicBezTo>
                  <a:cubicBezTo>
                    <a:pt x="2891" y="58004"/>
                    <a:pt x="1821" y="59798"/>
                    <a:pt x="108" y="60815"/>
                  </a:cubicBezTo>
                  <a:cubicBezTo>
                    <a:pt x="54" y="60815"/>
                    <a:pt x="27" y="60868"/>
                    <a:pt x="27" y="60895"/>
                  </a:cubicBezTo>
                  <a:cubicBezTo>
                    <a:pt x="1" y="60949"/>
                    <a:pt x="27" y="61002"/>
                    <a:pt x="81" y="61029"/>
                  </a:cubicBezTo>
                  <a:cubicBezTo>
                    <a:pt x="1821" y="62046"/>
                    <a:pt x="2891" y="63839"/>
                    <a:pt x="2945" y="65847"/>
                  </a:cubicBezTo>
                  <a:cubicBezTo>
                    <a:pt x="2945" y="65900"/>
                    <a:pt x="2972" y="65927"/>
                    <a:pt x="2998" y="65954"/>
                  </a:cubicBezTo>
                  <a:cubicBezTo>
                    <a:pt x="4952" y="66944"/>
                    <a:pt x="6157" y="68898"/>
                    <a:pt x="6157" y="71066"/>
                  </a:cubicBezTo>
                  <a:cubicBezTo>
                    <a:pt x="6157" y="73234"/>
                    <a:pt x="4952" y="75188"/>
                    <a:pt x="2998" y="76178"/>
                  </a:cubicBezTo>
                  <a:cubicBezTo>
                    <a:pt x="2972" y="76178"/>
                    <a:pt x="2945" y="76232"/>
                    <a:pt x="2945" y="76285"/>
                  </a:cubicBezTo>
                  <a:cubicBezTo>
                    <a:pt x="2891" y="78266"/>
                    <a:pt x="1821" y="80086"/>
                    <a:pt x="81" y="81076"/>
                  </a:cubicBezTo>
                  <a:cubicBezTo>
                    <a:pt x="27" y="81130"/>
                    <a:pt x="1" y="81183"/>
                    <a:pt x="27" y="81264"/>
                  </a:cubicBezTo>
                  <a:cubicBezTo>
                    <a:pt x="61" y="81297"/>
                    <a:pt x="104" y="81320"/>
                    <a:pt x="145" y="81320"/>
                  </a:cubicBezTo>
                  <a:cubicBezTo>
                    <a:pt x="170" y="81320"/>
                    <a:pt x="194" y="81311"/>
                    <a:pt x="215" y="81290"/>
                  </a:cubicBezTo>
                  <a:cubicBezTo>
                    <a:pt x="2008" y="80273"/>
                    <a:pt x="3106" y="78427"/>
                    <a:pt x="3186" y="76366"/>
                  </a:cubicBezTo>
                  <a:cubicBezTo>
                    <a:pt x="5166" y="75322"/>
                    <a:pt x="6424" y="73314"/>
                    <a:pt x="6424" y="71066"/>
                  </a:cubicBezTo>
                  <a:cubicBezTo>
                    <a:pt x="6424" y="68818"/>
                    <a:pt x="5166" y="66784"/>
                    <a:pt x="3186" y="65766"/>
                  </a:cubicBezTo>
                  <a:cubicBezTo>
                    <a:pt x="3106" y="63786"/>
                    <a:pt x="2062" y="61992"/>
                    <a:pt x="375" y="60922"/>
                  </a:cubicBezTo>
                  <a:cubicBezTo>
                    <a:pt x="2062" y="59878"/>
                    <a:pt x="3106" y="58085"/>
                    <a:pt x="3186" y="56104"/>
                  </a:cubicBezTo>
                  <a:cubicBezTo>
                    <a:pt x="5166" y="55060"/>
                    <a:pt x="6424" y="53053"/>
                    <a:pt x="6424" y="50804"/>
                  </a:cubicBezTo>
                  <a:cubicBezTo>
                    <a:pt x="6424" y="48556"/>
                    <a:pt x="5166" y="46522"/>
                    <a:pt x="3186" y="45505"/>
                  </a:cubicBezTo>
                  <a:cubicBezTo>
                    <a:pt x="3159" y="43604"/>
                    <a:pt x="2088" y="41731"/>
                    <a:pt x="375" y="40660"/>
                  </a:cubicBezTo>
                  <a:cubicBezTo>
                    <a:pt x="1901" y="39723"/>
                    <a:pt x="3320" y="37877"/>
                    <a:pt x="3186" y="35816"/>
                  </a:cubicBezTo>
                  <a:cubicBezTo>
                    <a:pt x="5193" y="34799"/>
                    <a:pt x="6424" y="32764"/>
                    <a:pt x="6424" y="30543"/>
                  </a:cubicBezTo>
                  <a:cubicBezTo>
                    <a:pt x="6424" y="28295"/>
                    <a:pt x="5166" y="26260"/>
                    <a:pt x="3186" y="25243"/>
                  </a:cubicBezTo>
                  <a:cubicBezTo>
                    <a:pt x="3106" y="23236"/>
                    <a:pt x="2062" y="21443"/>
                    <a:pt x="375" y="20399"/>
                  </a:cubicBezTo>
                  <a:cubicBezTo>
                    <a:pt x="2088" y="19328"/>
                    <a:pt x="3186" y="17454"/>
                    <a:pt x="3186" y="15608"/>
                  </a:cubicBezTo>
                  <a:cubicBezTo>
                    <a:pt x="3186" y="15608"/>
                    <a:pt x="3186" y="15581"/>
                    <a:pt x="3186" y="15554"/>
                  </a:cubicBezTo>
                  <a:cubicBezTo>
                    <a:pt x="5166" y="14537"/>
                    <a:pt x="6424" y="12503"/>
                    <a:pt x="6424" y="10255"/>
                  </a:cubicBezTo>
                  <a:cubicBezTo>
                    <a:pt x="6424" y="8033"/>
                    <a:pt x="5166" y="5999"/>
                    <a:pt x="3186" y="4982"/>
                  </a:cubicBezTo>
                  <a:lnTo>
                    <a:pt x="3186" y="4955"/>
                  </a:lnTo>
                  <a:cubicBezTo>
                    <a:pt x="3186" y="3028"/>
                    <a:pt x="2008" y="1074"/>
                    <a:pt x="215" y="30"/>
                  </a:cubicBezTo>
                  <a:cubicBezTo>
                    <a:pt x="184" y="10"/>
                    <a:pt x="153" y="1"/>
                    <a:pt x="12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1" name="Google Shape;2121;p115"/>
            <p:cNvSpPr/>
            <p:nvPr/>
          </p:nvSpPr>
          <p:spPr>
            <a:xfrm>
              <a:off x="1761075" y="818875"/>
              <a:ext cx="160625" cy="2032875"/>
            </a:xfrm>
            <a:custGeom>
              <a:avLst/>
              <a:gdLst/>
              <a:ahLst/>
              <a:cxnLst/>
              <a:rect l="l" t="t" r="r" b="b"/>
              <a:pathLst>
                <a:path w="6425" h="81315" extrusionOk="0">
                  <a:moveTo>
                    <a:pt x="149" y="1"/>
                  </a:moveTo>
                  <a:cubicBezTo>
                    <a:pt x="110" y="1"/>
                    <a:pt x="71" y="20"/>
                    <a:pt x="54" y="70"/>
                  </a:cubicBezTo>
                  <a:cubicBezTo>
                    <a:pt x="27" y="70"/>
                    <a:pt x="27" y="97"/>
                    <a:pt x="27" y="124"/>
                  </a:cubicBezTo>
                  <a:cubicBezTo>
                    <a:pt x="27" y="178"/>
                    <a:pt x="54" y="204"/>
                    <a:pt x="81" y="231"/>
                  </a:cubicBezTo>
                  <a:cubicBezTo>
                    <a:pt x="1821" y="1248"/>
                    <a:pt x="2972" y="3175"/>
                    <a:pt x="2945" y="5022"/>
                  </a:cubicBezTo>
                  <a:cubicBezTo>
                    <a:pt x="2945" y="5076"/>
                    <a:pt x="2972" y="5129"/>
                    <a:pt x="2998" y="5156"/>
                  </a:cubicBezTo>
                  <a:cubicBezTo>
                    <a:pt x="4952" y="6119"/>
                    <a:pt x="6183" y="8073"/>
                    <a:pt x="6183" y="10268"/>
                  </a:cubicBezTo>
                  <a:cubicBezTo>
                    <a:pt x="6183" y="12436"/>
                    <a:pt x="4952" y="14390"/>
                    <a:pt x="2998" y="15354"/>
                  </a:cubicBezTo>
                  <a:cubicBezTo>
                    <a:pt x="2972" y="15380"/>
                    <a:pt x="2945" y="15461"/>
                    <a:pt x="2945" y="15487"/>
                  </a:cubicBezTo>
                  <a:cubicBezTo>
                    <a:pt x="2998" y="17334"/>
                    <a:pt x="1847" y="19235"/>
                    <a:pt x="108" y="20278"/>
                  </a:cubicBezTo>
                  <a:cubicBezTo>
                    <a:pt x="81" y="20278"/>
                    <a:pt x="27" y="20305"/>
                    <a:pt x="27" y="20359"/>
                  </a:cubicBezTo>
                  <a:cubicBezTo>
                    <a:pt x="27" y="20412"/>
                    <a:pt x="27" y="20466"/>
                    <a:pt x="81" y="20493"/>
                  </a:cubicBezTo>
                  <a:cubicBezTo>
                    <a:pt x="1821" y="21510"/>
                    <a:pt x="2891" y="23303"/>
                    <a:pt x="2945" y="25310"/>
                  </a:cubicBezTo>
                  <a:cubicBezTo>
                    <a:pt x="2945" y="25364"/>
                    <a:pt x="2972" y="25391"/>
                    <a:pt x="2998" y="25417"/>
                  </a:cubicBezTo>
                  <a:cubicBezTo>
                    <a:pt x="4952" y="26381"/>
                    <a:pt x="6183" y="28362"/>
                    <a:pt x="6183" y="30530"/>
                  </a:cubicBezTo>
                  <a:cubicBezTo>
                    <a:pt x="6183" y="32698"/>
                    <a:pt x="4952" y="34652"/>
                    <a:pt x="2998" y="35642"/>
                  </a:cubicBezTo>
                  <a:cubicBezTo>
                    <a:pt x="2972" y="35642"/>
                    <a:pt x="2945" y="35695"/>
                    <a:pt x="2945" y="35749"/>
                  </a:cubicBezTo>
                  <a:cubicBezTo>
                    <a:pt x="3105" y="37837"/>
                    <a:pt x="1633" y="39630"/>
                    <a:pt x="108" y="40540"/>
                  </a:cubicBezTo>
                  <a:cubicBezTo>
                    <a:pt x="81" y="40540"/>
                    <a:pt x="27" y="40594"/>
                    <a:pt x="27" y="40620"/>
                  </a:cubicBezTo>
                  <a:cubicBezTo>
                    <a:pt x="27" y="40674"/>
                    <a:pt x="27" y="40727"/>
                    <a:pt x="81" y="40754"/>
                  </a:cubicBezTo>
                  <a:cubicBezTo>
                    <a:pt x="1821" y="41771"/>
                    <a:pt x="2945" y="43645"/>
                    <a:pt x="2945" y="45545"/>
                  </a:cubicBezTo>
                  <a:cubicBezTo>
                    <a:pt x="2945" y="45545"/>
                    <a:pt x="2945" y="45545"/>
                    <a:pt x="2945" y="45572"/>
                  </a:cubicBezTo>
                  <a:cubicBezTo>
                    <a:pt x="2945" y="45626"/>
                    <a:pt x="2972" y="45652"/>
                    <a:pt x="2998" y="45679"/>
                  </a:cubicBezTo>
                  <a:cubicBezTo>
                    <a:pt x="4952" y="46669"/>
                    <a:pt x="6183" y="48623"/>
                    <a:pt x="6183" y="50791"/>
                  </a:cubicBezTo>
                  <a:cubicBezTo>
                    <a:pt x="6183" y="52959"/>
                    <a:pt x="4952" y="54913"/>
                    <a:pt x="2998" y="55904"/>
                  </a:cubicBezTo>
                  <a:cubicBezTo>
                    <a:pt x="2972" y="55930"/>
                    <a:pt x="2945" y="55957"/>
                    <a:pt x="2945" y="56011"/>
                  </a:cubicBezTo>
                  <a:cubicBezTo>
                    <a:pt x="2891" y="57991"/>
                    <a:pt x="1847" y="59785"/>
                    <a:pt x="108" y="60802"/>
                  </a:cubicBezTo>
                  <a:cubicBezTo>
                    <a:pt x="81" y="60828"/>
                    <a:pt x="27" y="60855"/>
                    <a:pt x="27" y="60882"/>
                  </a:cubicBezTo>
                  <a:cubicBezTo>
                    <a:pt x="27" y="60935"/>
                    <a:pt x="27" y="60989"/>
                    <a:pt x="81" y="61016"/>
                  </a:cubicBezTo>
                  <a:cubicBezTo>
                    <a:pt x="1821" y="62033"/>
                    <a:pt x="2891" y="63826"/>
                    <a:pt x="2945" y="65834"/>
                  </a:cubicBezTo>
                  <a:cubicBezTo>
                    <a:pt x="2945" y="65887"/>
                    <a:pt x="2972" y="65914"/>
                    <a:pt x="2998" y="65941"/>
                  </a:cubicBezTo>
                  <a:cubicBezTo>
                    <a:pt x="4952" y="66931"/>
                    <a:pt x="6183" y="68885"/>
                    <a:pt x="6183" y="71053"/>
                  </a:cubicBezTo>
                  <a:cubicBezTo>
                    <a:pt x="6183" y="73221"/>
                    <a:pt x="4952" y="75175"/>
                    <a:pt x="2998" y="76165"/>
                  </a:cubicBezTo>
                  <a:cubicBezTo>
                    <a:pt x="2972" y="76192"/>
                    <a:pt x="2945" y="76219"/>
                    <a:pt x="2945" y="76272"/>
                  </a:cubicBezTo>
                  <a:cubicBezTo>
                    <a:pt x="2891" y="78280"/>
                    <a:pt x="1821" y="80073"/>
                    <a:pt x="81" y="81090"/>
                  </a:cubicBezTo>
                  <a:cubicBezTo>
                    <a:pt x="27" y="81117"/>
                    <a:pt x="1" y="81197"/>
                    <a:pt x="54" y="81251"/>
                  </a:cubicBezTo>
                  <a:cubicBezTo>
                    <a:pt x="74" y="81290"/>
                    <a:pt x="122" y="81315"/>
                    <a:pt x="167" y="81315"/>
                  </a:cubicBezTo>
                  <a:cubicBezTo>
                    <a:pt x="184" y="81315"/>
                    <a:pt x="200" y="81311"/>
                    <a:pt x="215" y="81304"/>
                  </a:cubicBezTo>
                  <a:cubicBezTo>
                    <a:pt x="2008" y="80260"/>
                    <a:pt x="3105" y="78413"/>
                    <a:pt x="3186" y="76352"/>
                  </a:cubicBezTo>
                  <a:cubicBezTo>
                    <a:pt x="5193" y="75309"/>
                    <a:pt x="6424" y="73301"/>
                    <a:pt x="6424" y="71053"/>
                  </a:cubicBezTo>
                  <a:cubicBezTo>
                    <a:pt x="6424" y="68805"/>
                    <a:pt x="5193" y="66797"/>
                    <a:pt x="3186" y="65753"/>
                  </a:cubicBezTo>
                  <a:cubicBezTo>
                    <a:pt x="3132" y="63773"/>
                    <a:pt x="2088" y="61979"/>
                    <a:pt x="402" y="60909"/>
                  </a:cubicBezTo>
                  <a:cubicBezTo>
                    <a:pt x="2088" y="59865"/>
                    <a:pt x="3132" y="58072"/>
                    <a:pt x="3186" y="56091"/>
                  </a:cubicBezTo>
                  <a:cubicBezTo>
                    <a:pt x="5193" y="55047"/>
                    <a:pt x="6424" y="53040"/>
                    <a:pt x="6424" y="50791"/>
                  </a:cubicBezTo>
                  <a:cubicBezTo>
                    <a:pt x="6424" y="48543"/>
                    <a:pt x="5193" y="46536"/>
                    <a:pt x="3186" y="45492"/>
                  </a:cubicBezTo>
                  <a:cubicBezTo>
                    <a:pt x="3186" y="43591"/>
                    <a:pt x="2088" y="41718"/>
                    <a:pt x="402" y="40647"/>
                  </a:cubicBezTo>
                  <a:cubicBezTo>
                    <a:pt x="1901" y="39710"/>
                    <a:pt x="3320" y="37890"/>
                    <a:pt x="3186" y="35829"/>
                  </a:cubicBezTo>
                  <a:cubicBezTo>
                    <a:pt x="5193" y="34785"/>
                    <a:pt x="6424" y="32751"/>
                    <a:pt x="6424" y="30530"/>
                  </a:cubicBezTo>
                  <a:cubicBezTo>
                    <a:pt x="6424" y="28281"/>
                    <a:pt x="5193" y="26247"/>
                    <a:pt x="3186" y="25230"/>
                  </a:cubicBezTo>
                  <a:cubicBezTo>
                    <a:pt x="3105" y="23223"/>
                    <a:pt x="2062" y="21429"/>
                    <a:pt x="402" y="20386"/>
                  </a:cubicBezTo>
                  <a:cubicBezTo>
                    <a:pt x="2115" y="19315"/>
                    <a:pt x="3212" y="17415"/>
                    <a:pt x="3186" y="15541"/>
                  </a:cubicBezTo>
                  <a:cubicBezTo>
                    <a:pt x="5193" y="14524"/>
                    <a:pt x="6424" y="12490"/>
                    <a:pt x="6424" y="10268"/>
                  </a:cubicBezTo>
                  <a:cubicBezTo>
                    <a:pt x="6424" y="8020"/>
                    <a:pt x="5193" y="5986"/>
                    <a:pt x="3186" y="4969"/>
                  </a:cubicBezTo>
                  <a:lnTo>
                    <a:pt x="3186" y="4942"/>
                  </a:lnTo>
                  <a:cubicBezTo>
                    <a:pt x="3186" y="3041"/>
                    <a:pt x="2008" y="1061"/>
                    <a:pt x="215" y="17"/>
                  </a:cubicBezTo>
                  <a:cubicBezTo>
                    <a:pt x="195" y="7"/>
                    <a:pt x="172" y="1"/>
                    <a:pt x="14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2" name="Google Shape;2122;p115"/>
            <p:cNvSpPr/>
            <p:nvPr/>
          </p:nvSpPr>
          <p:spPr>
            <a:xfrm>
              <a:off x="1607850" y="566950"/>
              <a:ext cx="159950" cy="2033000"/>
            </a:xfrm>
            <a:custGeom>
              <a:avLst/>
              <a:gdLst/>
              <a:ahLst/>
              <a:cxnLst/>
              <a:rect l="l" t="t" r="r" b="b"/>
              <a:pathLst>
                <a:path w="6398" h="81320" extrusionOk="0">
                  <a:moveTo>
                    <a:pt x="119" y="1"/>
                  </a:moveTo>
                  <a:cubicBezTo>
                    <a:pt x="81" y="1"/>
                    <a:pt x="44" y="24"/>
                    <a:pt x="27" y="57"/>
                  </a:cubicBezTo>
                  <a:cubicBezTo>
                    <a:pt x="0" y="84"/>
                    <a:pt x="0" y="110"/>
                    <a:pt x="0" y="137"/>
                  </a:cubicBezTo>
                  <a:cubicBezTo>
                    <a:pt x="0" y="164"/>
                    <a:pt x="27" y="217"/>
                    <a:pt x="81" y="244"/>
                  </a:cubicBezTo>
                  <a:cubicBezTo>
                    <a:pt x="1820" y="1261"/>
                    <a:pt x="2944" y="3188"/>
                    <a:pt x="2918" y="5035"/>
                  </a:cubicBezTo>
                  <a:cubicBezTo>
                    <a:pt x="2918" y="5089"/>
                    <a:pt x="2944" y="5142"/>
                    <a:pt x="2998" y="5169"/>
                  </a:cubicBezTo>
                  <a:cubicBezTo>
                    <a:pt x="4952" y="6133"/>
                    <a:pt x="6156" y="8086"/>
                    <a:pt x="6156" y="10255"/>
                  </a:cubicBezTo>
                  <a:cubicBezTo>
                    <a:pt x="6156" y="12449"/>
                    <a:pt x="4952" y="14403"/>
                    <a:pt x="2998" y="15367"/>
                  </a:cubicBezTo>
                  <a:cubicBezTo>
                    <a:pt x="2944" y="15394"/>
                    <a:pt x="2918" y="15447"/>
                    <a:pt x="2918" y="15501"/>
                  </a:cubicBezTo>
                  <a:cubicBezTo>
                    <a:pt x="2971" y="17347"/>
                    <a:pt x="1847" y="19248"/>
                    <a:pt x="81" y="20292"/>
                  </a:cubicBezTo>
                  <a:cubicBezTo>
                    <a:pt x="54" y="20292"/>
                    <a:pt x="27" y="20318"/>
                    <a:pt x="0" y="20372"/>
                  </a:cubicBezTo>
                  <a:cubicBezTo>
                    <a:pt x="0" y="20425"/>
                    <a:pt x="27" y="20479"/>
                    <a:pt x="81" y="20506"/>
                  </a:cubicBezTo>
                  <a:cubicBezTo>
                    <a:pt x="1794" y="21496"/>
                    <a:pt x="2864" y="23316"/>
                    <a:pt x="2918" y="25324"/>
                  </a:cubicBezTo>
                  <a:cubicBezTo>
                    <a:pt x="2918" y="25350"/>
                    <a:pt x="2944" y="25404"/>
                    <a:pt x="2998" y="25431"/>
                  </a:cubicBezTo>
                  <a:cubicBezTo>
                    <a:pt x="4952" y="26394"/>
                    <a:pt x="6156" y="28348"/>
                    <a:pt x="6156" y="30543"/>
                  </a:cubicBezTo>
                  <a:cubicBezTo>
                    <a:pt x="6156" y="32711"/>
                    <a:pt x="4952" y="34665"/>
                    <a:pt x="2998" y="35628"/>
                  </a:cubicBezTo>
                  <a:cubicBezTo>
                    <a:pt x="2944" y="35655"/>
                    <a:pt x="2918" y="35709"/>
                    <a:pt x="2918" y="35762"/>
                  </a:cubicBezTo>
                  <a:cubicBezTo>
                    <a:pt x="3078" y="37823"/>
                    <a:pt x="1633" y="39643"/>
                    <a:pt x="81" y="40553"/>
                  </a:cubicBezTo>
                  <a:cubicBezTo>
                    <a:pt x="54" y="40553"/>
                    <a:pt x="27" y="40580"/>
                    <a:pt x="0" y="40633"/>
                  </a:cubicBezTo>
                  <a:cubicBezTo>
                    <a:pt x="0" y="40687"/>
                    <a:pt x="27" y="40741"/>
                    <a:pt x="81" y="40767"/>
                  </a:cubicBezTo>
                  <a:cubicBezTo>
                    <a:pt x="1820" y="41784"/>
                    <a:pt x="2918" y="43658"/>
                    <a:pt x="2918" y="45532"/>
                  </a:cubicBezTo>
                  <a:cubicBezTo>
                    <a:pt x="2918" y="45558"/>
                    <a:pt x="2918" y="45558"/>
                    <a:pt x="2918" y="45585"/>
                  </a:cubicBezTo>
                  <a:cubicBezTo>
                    <a:pt x="2918" y="45612"/>
                    <a:pt x="2944" y="45665"/>
                    <a:pt x="2998" y="45692"/>
                  </a:cubicBezTo>
                  <a:cubicBezTo>
                    <a:pt x="4952" y="46656"/>
                    <a:pt x="6156" y="48636"/>
                    <a:pt x="6156" y="50804"/>
                  </a:cubicBezTo>
                  <a:cubicBezTo>
                    <a:pt x="6156" y="52972"/>
                    <a:pt x="4952" y="54926"/>
                    <a:pt x="2998" y="55917"/>
                  </a:cubicBezTo>
                  <a:cubicBezTo>
                    <a:pt x="2944" y="55917"/>
                    <a:pt x="2918" y="55970"/>
                    <a:pt x="2918" y="56024"/>
                  </a:cubicBezTo>
                  <a:cubicBezTo>
                    <a:pt x="2864" y="58004"/>
                    <a:pt x="1820" y="59798"/>
                    <a:pt x="81" y="60815"/>
                  </a:cubicBezTo>
                  <a:cubicBezTo>
                    <a:pt x="54" y="60815"/>
                    <a:pt x="27" y="60868"/>
                    <a:pt x="0" y="60895"/>
                  </a:cubicBezTo>
                  <a:cubicBezTo>
                    <a:pt x="0" y="60949"/>
                    <a:pt x="27" y="61002"/>
                    <a:pt x="81" y="61029"/>
                  </a:cubicBezTo>
                  <a:cubicBezTo>
                    <a:pt x="1820" y="62046"/>
                    <a:pt x="2864" y="63839"/>
                    <a:pt x="2918" y="65847"/>
                  </a:cubicBezTo>
                  <a:cubicBezTo>
                    <a:pt x="2918" y="65900"/>
                    <a:pt x="2944" y="65927"/>
                    <a:pt x="2998" y="65954"/>
                  </a:cubicBezTo>
                  <a:cubicBezTo>
                    <a:pt x="4952" y="66944"/>
                    <a:pt x="6156" y="68898"/>
                    <a:pt x="6156" y="71066"/>
                  </a:cubicBezTo>
                  <a:cubicBezTo>
                    <a:pt x="6156" y="73234"/>
                    <a:pt x="4952" y="75188"/>
                    <a:pt x="2998" y="76178"/>
                  </a:cubicBezTo>
                  <a:cubicBezTo>
                    <a:pt x="2944" y="76178"/>
                    <a:pt x="2918" y="76232"/>
                    <a:pt x="2918" y="76285"/>
                  </a:cubicBezTo>
                  <a:cubicBezTo>
                    <a:pt x="2864" y="78266"/>
                    <a:pt x="1820" y="80086"/>
                    <a:pt x="81" y="81076"/>
                  </a:cubicBezTo>
                  <a:cubicBezTo>
                    <a:pt x="27" y="81130"/>
                    <a:pt x="0" y="81183"/>
                    <a:pt x="27" y="81264"/>
                  </a:cubicBezTo>
                  <a:cubicBezTo>
                    <a:pt x="44" y="81297"/>
                    <a:pt x="81" y="81320"/>
                    <a:pt x="119" y="81320"/>
                  </a:cubicBezTo>
                  <a:cubicBezTo>
                    <a:pt x="143" y="81320"/>
                    <a:pt x="167" y="81311"/>
                    <a:pt x="188" y="81290"/>
                  </a:cubicBezTo>
                  <a:cubicBezTo>
                    <a:pt x="1981" y="80273"/>
                    <a:pt x="3105" y="78427"/>
                    <a:pt x="3185" y="76366"/>
                  </a:cubicBezTo>
                  <a:cubicBezTo>
                    <a:pt x="5166" y="75322"/>
                    <a:pt x="6397" y="73314"/>
                    <a:pt x="6397" y="71066"/>
                  </a:cubicBezTo>
                  <a:cubicBezTo>
                    <a:pt x="6397" y="68818"/>
                    <a:pt x="5166" y="66784"/>
                    <a:pt x="3185" y="65766"/>
                  </a:cubicBezTo>
                  <a:cubicBezTo>
                    <a:pt x="3105" y="63786"/>
                    <a:pt x="2061" y="61992"/>
                    <a:pt x="375" y="60922"/>
                  </a:cubicBezTo>
                  <a:cubicBezTo>
                    <a:pt x="2061" y="59878"/>
                    <a:pt x="3105" y="58085"/>
                    <a:pt x="3185" y="56104"/>
                  </a:cubicBezTo>
                  <a:cubicBezTo>
                    <a:pt x="5166" y="55060"/>
                    <a:pt x="6397" y="53053"/>
                    <a:pt x="6397" y="50804"/>
                  </a:cubicBezTo>
                  <a:cubicBezTo>
                    <a:pt x="6397" y="48556"/>
                    <a:pt x="5166" y="46522"/>
                    <a:pt x="3185" y="45505"/>
                  </a:cubicBezTo>
                  <a:cubicBezTo>
                    <a:pt x="3159" y="43604"/>
                    <a:pt x="2061" y="41731"/>
                    <a:pt x="375" y="40660"/>
                  </a:cubicBezTo>
                  <a:cubicBezTo>
                    <a:pt x="1901" y="39723"/>
                    <a:pt x="3292" y="37877"/>
                    <a:pt x="3185" y="35816"/>
                  </a:cubicBezTo>
                  <a:cubicBezTo>
                    <a:pt x="5166" y="34799"/>
                    <a:pt x="6397" y="32764"/>
                    <a:pt x="6397" y="30543"/>
                  </a:cubicBezTo>
                  <a:cubicBezTo>
                    <a:pt x="6397" y="28295"/>
                    <a:pt x="5166" y="26260"/>
                    <a:pt x="3185" y="25243"/>
                  </a:cubicBezTo>
                  <a:cubicBezTo>
                    <a:pt x="3078" y="23236"/>
                    <a:pt x="2061" y="21443"/>
                    <a:pt x="375" y="20399"/>
                  </a:cubicBezTo>
                  <a:cubicBezTo>
                    <a:pt x="2061" y="19328"/>
                    <a:pt x="3185" y="17454"/>
                    <a:pt x="3185" y="15608"/>
                  </a:cubicBezTo>
                  <a:cubicBezTo>
                    <a:pt x="3185" y="15608"/>
                    <a:pt x="3185" y="15581"/>
                    <a:pt x="3185" y="15554"/>
                  </a:cubicBezTo>
                  <a:cubicBezTo>
                    <a:pt x="5166" y="14537"/>
                    <a:pt x="6397" y="12503"/>
                    <a:pt x="6397" y="10255"/>
                  </a:cubicBezTo>
                  <a:cubicBezTo>
                    <a:pt x="6397" y="8033"/>
                    <a:pt x="5166" y="5999"/>
                    <a:pt x="3185" y="4982"/>
                  </a:cubicBezTo>
                  <a:lnTo>
                    <a:pt x="3185" y="4955"/>
                  </a:lnTo>
                  <a:cubicBezTo>
                    <a:pt x="3185" y="3028"/>
                    <a:pt x="1981" y="1074"/>
                    <a:pt x="188" y="30"/>
                  </a:cubicBezTo>
                  <a:cubicBezTo>
                    <a:pt x="167" y="10"/>
                    <a:pt x="143" y="1"/>
                    <a:pt x="11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3" name="Google Shape;2123;p115"/>
            <p:cNvSpPr/>
            <p:nvPr/>
          </p:nvSpPr>
          <p:spPr>
            <a:xfrm>
              <a:off x="1453950" y="818875"/>
              <a:ext cx="160600" cy="2032875"/>
            </a:xfrm>
            <a:custGeom>
              <a:avLst/>
              <a:gdLst/>
              <a:ahLst/>
              <a:cxnLst/>
              <a:rect l="l" t="t" r="r" b="b"/>
              <a:pathLst>
                <a:path w="6424" h="81315" extrusionOk="0">
                  <a:moveTo>
                    <a:pt x="136" y="1"/>
                  </a:moveTo>
                  <a:cubicBezTo>
                    <a:pt x="95" y="1"/>
                    <a:pt x="61" y="20"/>
                    <a:pt x="27" y="70"/>
                  </a:cubicBezTo>
                  <a:cubicBezTo>
                    <a:pt x="27" y="70"/>
                    <a:pt x="27" y="97"/>
                    <a:pt x="27" y="124"/>
                  </a:cubicBezTo>
                  <a:cubicBezTo>
                    <a:pt x="27" y="178"/>
                    <a:pt x="27" y="204"/>
                    <a:pt x="80" y="231"/>
                  </a:cubicBezTo>
                  <a:cubicBezTo>
                    <a:pt x="1820" y="1248"/>
                    <a:pt x="2971" y="3175"/>
                    <a:pt x="2944" y="5022"/>
                  </a:cubicBezTo>
                  <a:cubicBezTo>
                    <a:pt x="2944" y="5076"/>
                    <a:pt x="2971" y="5129"/>
                    <a:pt x="2998" y="5156"/>
                  </a:cubicBezTo>
                  <a:cubicBezTo>
                    <a:pt x="4952" y="6119"/>
                    <a:pt x="6156" y="8073"/>
                    <a:pt x="6156" y="10268"/>
                  </a:cubicBezTo>
                  <a:cubicBezTo>
                    <a:pt x="6156" y="12436"/>
                    <a:pt x="4952" y="14390"/>
                    <a:pt x="2998" y="15354"/>
                  </a:cubicBezTo>
                  <a:cubicBezTo>
                    <a:pt x="2971" y="15380"/>
                    <a:pt x="2944" y="15434"/>
                    <a:pt x="2944" y="15487"/>
                  </a:cubicBezTo>
                  <a:cubicBezTo>
                    <a:pt x="2944" y="15514"/>
                    <a:pt x="2944" y="15568"/>
                    <a:pt x="2944" y="15595"/>
                  </a:cubicBezTo>
                  <a:cubicBezTo>
                    <a:pt x="2944" y="17415"/>
                    <a:pt x="1820" y="19261"/>
                    <a:pt x="107" y="20278"/>
                  </a:cubicBezTo>
                  <a:cubicBezTo>
                    <a:pt x="54" y="20278"/>
                    <a:pt x="27" y="20305"/>
                    <a:pt x="27" y="20359"/>
                  </a:cubicBezTo>
                  <a:cubicBezTo>
                    <a:pt x="0" y="20412"/>
                    <a:pt x="27" y="20466"/>
                    <a:pt x="80" y="20493"/>
                  </a:cubicBezTo>
                  <a:cubicBezTo>
                    <a:pt x="1793" y="21510"/>
                    <a:pt x="2864" y="23303"/>
                    <a:pt x="2944" y="25310"/>
                  </a:cubicBezTo>
                  <a:cubicBezTo>
                    <a:pt x="2944" y="25364"/>
                    <a:pt x="2971" y="25391"/>
                    <a:pt x="2998" y="25417"/>
                  </a:cubicBezTo>
                  <a:cubicBezTo>
                    <a:pt x="4952" y="26381"/>
                    <a:pt x="6156" y="28362"/>
                    <a:pt x="6156" y="30530"/>
                  </a:cubicBezTo>
                  <a:cubicBezTo>
                    <a:pt x="6156" y="32698"/>
                    <a:pt x="4952" y="34652"/>
                    <a:pt x="2998" y="35642"/>
                  </a:cubicBezTo>
                  <a:cubicBezTo>
                    <a:pt x="2944" y="35642"/>
                    <a:pt x="2918" y="35695"/>
                    <a:pt x="2944" y="35749"/>
                  </a:cubicBezTo>
                  <a:cubicBezTo>
                    <a:pt x="3105" y="37837"/>
                    <a:pt x="1633" y="39630"/>
                    <a:pt x="107" y="40540"/>
                  </a:cubicBezTo>
                  <a:cubicBezTo>
                    <a:pt x="54" y="40540"/>
                    <a:pt x="27" y="40594"/>
                    <a:pt x="27" y="40620"/>
                  </a:cubicBezTo>
                  <a:cubicBezTo>
                    <a:pt x="0" y="40674"/>
                    <a:pt x="27" y="40727"/>
                    <a:pt x="80" y="40754"/>
                  </a:cubicBezTo>
                  <a:cubicBezTo>
                    <a:pt x="1820" y="41771"/>
                    <a:pt x="2944" y="43645"/>
                    <a:pt x="2944" y="45545"/>
                  </a:cubicBezTo>
                  <a:cubicBezTo>
                    <a:pt x="2944" y="45545"/>
                    <a:pt x="2944" y="45572"/>
                    <a:pt x="2944" y="45572"/>
                  </a:cubicBezTo>
                  <a:cubicBezTo>
                    <a:pt x="2944" y="45626"/>
                    <a:pt x="2971" y="45652"/>
                    <a:pt x="2998" y="45679"/>
                  </a:cubicBezTo>
                  <a:cubicBezTo>
                    <a:pt x="4952" y="46669"/>
                    <a:pt x="6156" y="48623"/>
                    <a:pt x="6156" y="50791"/>
                  </a:cubicBezTo>
                  <a:cubicBezTo>
                    <a:pt x="6156" y="52959"/>
                    <a:pt x="4952" y="54913"/>
                    <a:pt x="2998" y="55904"/>
                  </a:cubicBezTo>
                  <a:cubicBezTo>
                    <a:pt x="2971" y="55930"/>
                    <a:pt x="2944" y="55957"/>
                    <a:pt x="2944" y="56011"/>
                  </a:cubicBezTo>
                  <a:cubicBezTo>
                    <a:pt x="2891" y="57991"/>
                    <a:pt x="1820" y="59785"/>
                    <a:pt x="107" y="60802"/>
                  </a:cubicBezTo>
                  <a:cubicBezTo>
                    <a:pt x="54" y="60828"/>
                    <a:pt x="27" y="60855"/>
                    <a:pt x="27" y="60882"/>
                  </a:cubicBezTo>
                  <a:cubicBezTo>
                    <a:pt x="0" y="60935"/>
                    <a:pt x="27" y="60989"/>
                    <a:pt x="80" y="61016"/>
                  </a:cubicBezTo>
                  <a:cubicBezTo>
                    <a:pt x="1820" y="62033"/>
                    <a:pt x="2891" y="63826"/>
                    <a:pt x="2944" y="65834"/>
                  </a:cubicBezTo>
                  <a:cubicBezTo>
                    <a:pt x="2944" y="65887"/>
                    <a:pt x="2971" y="65914"/>
                    <a:pt x="2998" y="65941"/>
                  </a:cubicBezTo>
                  <a:cubicBezTo>
                    <a:pt x="4952" y="66931"/>
                    <a:pt x="6156" y="68885"/>
                    <a:pt x="6156" y="71053"/>
                  </a:cubicBezTo>
                  <a:cubicBezTo>
                    <a:pt x="6156" y="73221"/>
                    <a:pt x="4952" y="75175"/>
                    <a:pt x="2998" y="76165"/>
                  </a:cubicBezTo>
                  <a:cubicBezTo>
                    <a:pt x="2971" y="76192"/>
                    <a:pt x="2944" y="76219"/>
                    <a:pt x="2944" y="76272"/>
                  </a:cubicBezTo>
                  <a:cubicBezTo>
                    <a:pt x="2891" y="78280"/>
                    <a:pt x="1820" y="80073"/>
                    <a:pt x="80" y="81090"/>
                  </a:cubicBezTo>
                  <a:cubicBezTo>
                    <a:pt x="27" y="81117"/>
                    <a:pt x="0" y="81197"/>
                    <a:pt x="27" y="81251"/>
                  </a:cubicBezTo>
                  <a:cubicBezTo>
                    <a:pt x="66" y="81290"/>
                    <a:pt x="120" y="81315"/>
                    <a:pt x="167" y="81315"/>
                  </a:cubicBezTo>
                  <a:cubicBezTo>
                    <a:pt x="184" y="81315"/>
                    <a:pt x="200" y="81311"/>
                    <a:pt x="214" y="81304"/>
                  </a:cubicBezTo>
                  <a:cubicBezTo>
                    <a:pt x="2008" y="80260"/>
                    <a:pt x="3105" y="78413"/>
                    <a:pt x="3185" y="76352"/>
                  </a:cubicBezTo>
                  <a:cubicBezTo>
                    <a:pt x="5166" y="75309"/>
                    <a:pt x="6424" y="73301"/>
                    <a:pt x="6424" y="71053"/>
                  </a:cubicBezTo>
                  <a:cubicBezTo>
                    <a:pt x="6424" y="68805"/>
                    <a:pt x="5166" y="66797"/>
                    <a:pt x="3185" y="65753"/>
                  </a:cubicBezTo>
                  <a:cubicBezTo>
                    <a:pt x="3105" y="63773"/>
                    <a:pt x="2061" y="61979"/>
                    <a:pt x="375" y="60909"/>
                  </a:cubicBezTo>
                  <a:cubicBezTo>
                    <a:pt x="2061" y="59865"/>
                    <a:pt x="3105" y="58072"/>
                    <a:pt x="3185" y="56091"/>
                  </a:cubicBezTo>
                  <a:cubicBezTo>
                    <a:pt x="5166" y="55047"/>
                    <a:pt x="6424" y="53040"/>
                    <a:pt x="6424" y="50791"/>
                  </a:cubicBezTo>
                  <a:cubicBezTo>
                    <a:pt x="6424" y="48543"/>
                    <a:pt x="5193" y="46536"/>
                    <a:pt x="3185" y="45492"/>
                  </a:cubicBezTo>
                  <a:cubicBezTo>
                    <a:pt x="3159" y="43591"/>
                    <a:pt x="2088" y="41718"/>
                    <a:pt x="375" y="40647"/>
                  </a:cubicBezTo>
                  <a:cubicBezTo>
                    <a:pt x="1901" y="39710"/>
                    <a:pt x="3319" y="37890"/>
                    <a:pt x="3185" y="35829"/>
                  </a:cubicBezTo>
                  <a:cubicBezTo>
                    <a:pt x="5193" y="34785"/>
                    <a:pt x="6424" y="32751"/>
                    <a:pt x="6424" y="30530"/>
                  </a:cubicBezTo>
                  <a:cubicBezTo>
                    <a:pt x="6424" y="28281"/>
                    <a:pt x="5166" y="26247"/>
                    <a:pt x="3185" y="25230"/>
                  </a:cubicBezTo>
                  <a:cubicBezTo>
                    <a:pt x="3105" y="23223"/>
                    <a:pt x="2061" y="21429"/>
                    <a:pt x="375" y="20386"/>
                  </a:cubicBezTo>
                  <a:cubicBezTo>
                    <a:pt x="2088" y="19315"/>
                    <a:pt x="3185" y="17441"/>
                    <a:pt x="3185" y="15595"/>
                  </a:cubicBezTo>
                  <a:cubicBezTo>
                    <a:pt x="3185" y="15595"/>
                    <a:pt x="3185" y="15568"/>
                    <a:pt x="3185" y="15541"/>
                  </a:cubicBezTo>
                  <a:cubicBezTo>
                    <a:pt x="5193" y="14524"/>
                    <a:pt x="6424" y="12490"/>
                    <a:pt x="6424" y="10268"/>
                  </a:cubicBezTo>
                  <a:cubicBezTo>
                    <a:pt x="6424" y="8020"/>
                    <a:pt x="5193" y="5986"/>
                    <a:pt x="3185" y="4969"/>
                  </a:cubicBezTo>
                  <a:cubicBezTo>
                    <a:pt x="3185" y="3041"/>
                    <a:pt x="2008" y="1061"/>
                    <a:pt x="214" y="17"/>
                  </a:cubicBezTo>
                  <a:cubicBezTo>
                    <a:pt x="185" y="7"/>
                    <a:pt x="159" y="1"/>
                    <a:pt x="13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4" name="Google Shape;2124;p115"/>
            <p:cNvSpPr/>
            <p:nvPr/>
          </p:nvSpPr>
          <p:spPr>
            <a:xfrm>
              <a:off x="1300050" y="566950"/>
              <a:ext cx="160600" cy="2033000"/>
            </a:xfrm>
            <a:custGeom>
              <a:avLst/>
              <a:gdLst/>
              <a:ahLst/>
              <a:cxnLst/>
              <a:rect l="l" t="t" r="r" b="b"/>
              <a:pathLst>
                <a:path w="6424" h="81320" extrusionOk="0">
                  <a:moveTo>
                    <a:pt x="146" y="1"/>
                  </a:moveTo>
                  <a:cubicBezTo>
                    <a:pt x="107" y="1"/>
                    <a:pt x="70" y="24"/>
                    <a:pt x="54" y="57"/>
                  </a:cubicBezTo>
                  <a:cubicBezTo>
                    <a:pt x="27" y="84"/>
                    <a:pt x="27" y="110"/>
                    <a:pt x="27" y="137"/>
                  </a:cubicBezTo>
                  <a:cubicBezTo>
                    <a:pt x="27" y="164"/>
                    <a:pt x="54" y="217"/>
                    <a:pt x="80" y="244"/>
                  </a:cubicBezTo>
                  <a:cubicBezTo>
                    <a:pt x="1820" y="1261"/>
                    <a:pt x="2971" y="3188"/>
                    <a:pt x="2944" y="5035"/>
                  </a:cubicBezTo>
                  <a:cubicBezTo>
                    <a:pt x="2944" y="5089"/>
                    <a:pt x="2971" y="5142"/>
                    <a:pt x="3025" y="5169"/>
                  </a:cubicBezTo>
                  <a:cubicBezTo>
                    <a:pt x="4952" y="6133"/>
                    <a:pt x="6183" y="8086"/>
                    <a:pt x="6183" y="10255"/>
                  </a:cubicBezTo>
                  <a:cubicBezTo>
                    <a:pt x="6183" y="12449"/>
                    <a:pt x="4952" y="14403"/>
                    <a:pt x="3025" y="15367"/>
                  </a:cubicBezTo>
                  <a:cubicBezTo>
                    <a:pt x="2971" y="15394"/>
                    <a:pt x="2944" y="15447"/>
                    <a:pt x="2944" y="15501"/>
                  </a:cubicBezTo>
                  <a:cubicBezTo>
                    <a:pt x="2998" y="17321"/>
                    <a:pt x="1847" y="19248"/>
                    <a:pt x="107" y="20292"/>
                  </a:cubicBezTo>
                  <a:cubicBezTo>
                    <a:pt x="80" y="20292"/>
                    <a:pt x="54" y="20318"/>
                    <a:pt x="27" y="20372"/>
                  </a:cubicBezTo>
                  <a:cubicBezTo>
                    <a:pt x="27" y="20425"/>
                    <a:pt x="27" y="20479"/>
                    <a:pt x="80" y="20506"/>
                  </a:cubicBezTo>
                  <a:cubicBezTo>
                    <a:pt x="1820" y="21496"/>
                    <a:pt x="2891" y="23316"/>
                    <a:pt x="2944" y="25324"/>
                  </a:cubicBezTo>
                  <a:cubicBezTo>
                    <a:pt x="2944" y="25350"/>
                    <a:pt x="2971" y="25404"/>
                    <a:pt x="3025" y="25431"/>
                  </a:cubicBezTo>
                  <a:cubicBezTo>
                    <a:pt x="4952" y="26394"/>
                    <a:pt x="6183" y="28348"/>
                    <a:pt x="6183" y="30543"/>
                  </a:cubicBezTo>
                  <a:cubicBezTo>
                    <a:pt x="6183" y="32711"/>
                    <a:pt x="4952" y="34665"/>
                    <a:pt x="3025" y="35628"/>
                  </a:cubicBezTo>
                  <a:cubicBezTo>
                    <a:pt x="2971" y="35655"/>
                    <a:pt x="2944" y="35709"/>
                    <a:pt x="2944" y="35762"/>
                  </a:cubicBezTo>
                  <a:cubicBezTo>
                    <a:pt x="3105" y="37823"/>
                    <a:pt x="1633" y="39643"/>
                    <a:pt x="107" y="40553"/>
                  </a:cubicBezTo>
                  <a:cubicBezTo>
                    <a:pt x="80" y="40553"/>
                    <a:pt x="54" y="40580"/>
                    <a:pt x="27" y="40633"/>
                  </a:cubicBezTo>
                  <a:cubicBezTo>
                    <a:pt x="27" y="40687"/>
                    <a:pt x="27" y="40741"/>
                    <a:pt x="80" y="40767"/>
                  </a:cubicBezTo>
                  <a:cubicBezTo>
                    <a:pt x="1820" y="41784"/>
                    <a:pt x="2944" y="43658"/>
                    <a:pt x="2944" y="45532"/>
                  </a:cubicBezTo>
                  <a:cubicBezTo>
                    <a:pt x="2944" y="45558"/>
                    <a:pt x="2944" y="45558"/>
                    <a:pt x="2944" y="45585"/>
                  </a:cubicBezTo>
                  <a:cubicBezTo>
                    <a:pt x="2944" y="45612"/>
                    <a:pt x="2971" y="45665"/>
                    <a:pt x="3025" y="45692"/>
                  </a:cubicBezTo>
                  <a:cubicBezTo>
                    <a:pt x="4952" y="46656"/>
                    <a:pt x="6183" y="48636"/>
                    <a:pt x="6183" y="50804"/>
                  </a:cubicBezTo>
                  <a:cubicBezTo>
                    <a:pt x="6183" y="52972"/>
                    <a:pt x="4952" y="54926"/>
                    <a:pt x="3025" y="55917"/>
                  </a:cubicBezTo>
                  <a:cubicBezTo>
                    <a:pt x="2971" y="55917"/>
                    <a:pt x="2944" y="55970"/>
                    <a:pt x="2944" y="56024"/>
                  </a:cubicBezTo>
                  <a:cubicBezTo>
                    <a:pt x="2891" y="58004"/>
                    <a:pt x="1847" y="59798"/>
                    <a:pt x="107" y="60815"/>
                  </a:cubicBezTo>
                  <a:cubicBezTo>
                    <a:pt x="80" y="60815"/>
                    <a:pt x="54" y="60868"/>
                    <a:pt x="27" y="60895"/>
                  </a:cubicBezTo>
                  <a:cubicBezTo>
                    <a:pt x="27" y="60949"/>
                    <a:pt x="27" y="61002"/>
                    <a:pt x="80" y="61029"/>
                  </a:cubicBezTo>
                  <a:cubicBezTo>
                    <a:pt x="1820" y="62046"/>
                    <a:pt x="2891" y="63839"/>
                    <a:pt x="2944" y="65847"/>
                  </a:cubicBezTo>
                  <a:cubicBezTo>
                    <a:pt x="2944" y="65900"/>
                    <a:pt x="2971" y="65927"/>
                    <a:pt x="3025" y="65954"/>
                  </a:cubicBezTo>
                  <a:cubicBezTo>
                    <a:pt x="4952" y="66944"/>
                    <a:pt x="6183" y="68898"/>
                    <a:pt x="6183" y="71066"/>
                  </a:cubicBezTo>
                  <a:cubicBezTo>
                    <a:pt x="6183" y="73234"/>
                    <a:pt x="4952" y="75188"/>
                    <a:pt x="3025" y="76178"/>
                  </a:cubicBezTo>
                  <a:cubicBezTo>
                    <a:pt x="2971" y="76178"/>
                    <a:pt x="2944" y="76232"/>
                    <a:pt x="2944" y="76285"/>
                  </a:cubicBezTo>
                  <a:cubicBezTo>
                    <a:pt x="2891" y="78266"/>
                    <a:pt x="1820" y="80086"/>
                    <a:pt x="80" y="81076"/>
                  </a:cubicBezTo>
                  <a:cubicBezTo>
                    <a:pt x="27" y="81130"/>
                    <a:pt x="0" y="81183"/>
                    <a:pt x="54" y="81264"/>
                  </a:cubicBezTo>
                  <a:cubicBezTo>
                    <a:pt x="70" y="81297"/>
                    <a:pt x="107" y="81320"/>
                    <a:pt x="146" y="81320"/>
                  </a:cubicBezTo>
                  <a:cubicBezTo>
                    <a:pt x="169" y="81320"/>
                    <a:pt x="194" y="81311"/>
                    <a:pt x="214" y="81290"/>
                  </a:cubicBezTo>
                  <a:cubicBezTo>
                    <a:pt x="2007" y="80273"/>
                    <a:pt x="3105" y="78427"/>
                    <a:pt x="3185" y="76366"/>
                  </a:cubicBezTo>
                  <a:cubicBezTo>
                    <a:pt x="5193" y="75322"/>
                    <a:pt x="6424" y="73314"/>
                    <a:pt x="6424" y="71066"/>
                  </a:cubicBezTo>
                  <a:cubicBezTo>
                    <a:pt x="6424" y="68818"/>
                    <a:pt x="5193" y="66784"/>
                    <a:pt x="3185" y="65766"/>
                  </a:cubicBezTo>
                  <a:cubicBezTo>
                    <a:pt x="3132" y="63786"/>
                    <a:pt x="2088" y="61992"/>
                    <a:pt x="402" y="60922"/>
                  </a:cubicBezTo>
                  <a:cubicBezTo>
                    <a:pt x="2088" y="59878"/>
                    <a:pt x="3132" y="58085"/>
                    <a:pt x="3185" y="56104"/>
                  </a:cubicBezTo>
                  <a:cubicBezTo>
                    <a:pt x="5193" y="55060"/>
                    <a:pt x="6424" y="53053"/>
                    <a:pt x="6424" y="50804"/>
                  </a:cubicBezTo>
                  <a:cubicBezTo>
                    <a:pt x="6424" y="48556"/>
                    <a:pt x="5193" y="46522"/>
                    <a:pt x="3185" y="45505"/>
                  </a:cubicBezTo>
                  <a:cubicBezTo>
                    <a:pt x="3185" y="43604"/>
                    <a:pt x="2088" y="41731"/>
                    <a:pt x="402" y="40660"/>
                  </a:cubicBezTo>
                  <a:cubicBezTo>
                    <a:pt x="1927" y="39723"/>
                    <a:pt x="3319" y="37903"/>
                    <a:pt x="3212" y="35816"/>
                  </a:cubicBezTo>
                  <a:cubicBezTo>
                    <a:pt x="5193" y="34799"/>
                    <a:pt x="6424" y="32764"/>
                    <a:pt x="6424" y="30543"/>
                  </a:cubicBezTo>
                  <a:cubicBezTo>
                    <a:pt x="6424" y="28295"/>
                    <a:pt x="5193" y="26260"/>
                    <a:pt x="3185" y="25243"/>
                  </a:cubicBezTo>
                  <a:cubicBezTo>
                    <a:pt x="3105" y="23236"/>
                    <a:pt x="2061" y="21443"/>
                    <a:pt x="402" y="20399"/>
                  </a:cubicBezTo>
                  <a:cubicBezTo>
                    <a:pt x="2088" y="19328"/>
                    <a:pt x="3185" y="17454"/>
                    <a:pt x="3185" y="15608"/>
                  </a:cubicBezTo>
                  <a:cubicBezTo>
                    <a:pt x="3185" y="15608"/>
                    <a:pt x="3185" y="15581"/>
                    <a:pt x="3185" y="15554"/>
                  </a:cubicBezTo>
                  <a:cubicBezTo>
                    <a:pt x="5193" y="14537"/>
                    <a:pt x="6424" y="12503"/>
                    <a:pt x="6424" y="10255"/>
                  </a:cubicBezTo>
                  <a:cubicBezTo>
                    <a:pt x="6424" y="8033"/>
                    <a:pt x="5193" y="5999"/>
                    <a:pt x="3185" y="4982"/>
                  </a:cubicBezTo>
                  <a:lnTo>
                    <a:pt x="3185" y="4955"/>
                  </a:lnTo>
                  <a:cubicBezTo>
                    <a:pt x="3185" y="3028"/>
                    <a:pt x="2007" y="1074"/>
                    <a:pt x="214" y="30"/>
                  </a:cubicBezTo>
                  <a:cubicBezTo>
                    <a:pt x="194" y="10"/>
                    <a:pt x="169" y="1"/>
                    <a:pt x="14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5" name="Google Shape;2125;p115"/>
            <p:cNvSpPr/>
            <p:nvPr/>
          </p:nvSpPr>
          <p:spPr>
            <a:xfrm>
              <a:off x="1146800" y="818875"/>
              <a:ext cx="159950" cy="2032875"/>
            </a:xfrm>
            <a:custGeom>
              <a:avLst/>
              <a:gdLst/>
              <a:ahLst/>
              <a:cxnLst/>
              <a:rect l="l" t="t" r="r" b="b"/>
              <a:pathLst>
                <a:path w="6398" h="81315" extrusionOk="0">
                  <a:moveTo>
                    <a:pt x="123" y="1"/>
                  </a:moveTo>
                  <a:cubicBezTo>
                    <a:pt x="83" y="1"/>
                    <a:pt x="44" y="20"/>
                    <a:pt x="28" y="70"/>
                  </a:cubicBezTo>
                  <a:cubicBezTo>
                    <a:pt x="28" y="70"/>
                    <a:pt x="1" y="97"/>
                    <a:pt x="1" y="124"/>
                  </a:cubicBezTo>
                  <a:cubicBezTo>
                    <a:pt x="1" y="178"/>
                    <a:pt x="28" y="204"/>
                    <a:pt x="81" y="231"/>
                  </a:cubicBezTo>
                  <a:cubicBezTo>
                    <a:pt x="1821" y="1248"/>
                    <a:pt x="2972" y="3175"/>
                    <a:pt x="2918" y="5022"/>
                  </a:cubicBezTo>
                  <a:cubicBezTo>
                    <a:pt x="2918" y="5076"/>
                    <a:pt x="2945" y="5129"/>
                    <a:pt x="2998" y="5156"/>
                  </a:cubicBezTo>
                  <a:cubicBezTo>
                    <a:pt x="4952" y="6119"/>
                    <a:pt x="6157" y="8073"/>
                    <a:pt x="6157" y="10268"/>
                  </a:cubicBezTo>
                  <a:cubicBezTo>
                    <a:pt x="6157" y="12436"/>
                    <a:pt x="4952" y="14390"/>
                    <a:pt x="2998" y="15354"/>
                  </a:cubicBezTo>
                  <a:cubicBezTo>
                    <a:pt x="2945" y="15380"/>
                    <a:pt x="2918" y="15434"/>
                    <a:pt x="2918" y="15487"/>
                  </a:cubicBezTo>
                  <a:cubicBezTo>
                    <a:pt x="2998" y="17334"/>
                    <a:pt x="1848" y="19235"/>
                    <a:pt x="81" y="20278"/>
                  </a:cubicBezTo>
                  <a:cubicBezTo>
                    <a:pt x="54" y="20278"/>
                    <a:pt x="28" y="20305"/>
                    <a:pt x="1" y="20359"/>
                  </a:cubicBezTo>
                  <a:cubicBezTo>
                    <a:pt x="1" y="20412"/>
                    <a:pt x="28" y="20466"/>
                    <a:pt x="81" y="20493"/>
                  </a:cubicBezTo>
                  <a:cubicBezTo>
                    <a:pt x="1794" y="21510"/>
                    <a:pt x="2865" y="23303"/>
                    <a:pt x="2918" y="25310"/>
                  </a:cubicBezTo>
                  <a:cubicBezTo>
                    <a:pt x="2918" y="25364"/>
                    <a:pt x="2945" y="25391"/>
                    <a:pt x="2998" y="25417"/>
                  </a:cubicBezTo>
                  <a:cubicBezTo>
                    <a:pt x="4952" y="26381"/>
                    <a:pt x="6157" y="28362"/>
                    <a:pt x="6157" y="30530"/>
                  </a:cubicBezTo>
                  <a:cubicBezTo>
                    <a:pt x="6157" y="32698"/>
                    <a:pt x="4952" y="34652"/>
                    <a:pt x="2998" y="35642"/>
                  </a:cubicBezTo>
                  <a:cubicBezTo>
                    <a:pt x="2945" y="35642"/>
                    <a:pt x="2918" y="35695"/>
                    <a:pt x="2918" y="35749"/>
                  </a:cubicBezTo>
                  <a:cubicBezTo>
                    <a:pt x="3079" y="37837"/>
                    <a:pt x="1633" y="39630"/>
                    <a:pt x="81" y="40540"/>
                  </a:cubicBezTo>
                  <a:cubicBezTo>
                    <a:pt x="54" y="40540"/>
                    <a:pt x="28" y="40594"/>
                    <a:pt x="1" y="40620"/>
                  </a:cubicBezTo>
                  <a:cubicBezTo>
                    <a:pt x="1" y="40674"/>
                    <a:pt x="28" y="40727"/>
                    <a:pt x="81" y="40754"/>
                  </a:cubicBezTo>
                  <a:cubicBezTo>
                    <a:pt x="1821" y="41771"/>
                    <a:pt x="2918" y="43645"/>
                    <a:pt x="2918" y="45545"/>
                  </a:cubicBezTo>
                  <a:cubicBezTo>
                    <a:pt x="2918" y="45545"/>
                    <a:pt x="2918" y="45545"/>
                    <a:pt x="2918" y="45572"/>
                  </a:cubicBezTo>
                  <a:cubicBezTo>
                    <a:pt x="2918" y="45626"/>
                    <a:pt x="2945" y="45652"/>
                    <a:pt x="2998" y="45679"/>
                  </a:cubicBezTo>
                  <a:cubicBezTo>
                    <a:pt x="4952" y="46669"/>
                    <a:pt x="6157" y="48623"/>
                    <a:pt x="6157" y="50791"/>
                  </a:cubicBezTo>
                  <a:cubicBezTo>
                    <a:pt x="6157" y="52959"/>
                    <a:pt x="4952" y="54913"/>
                    <a:pt x="2998" y="55904"/>
                  </a:cubicBezTo>
                  <a:cubicBezTo>
                    <a:pt x="2945" y="55930"/>
                    <a:pt x="2918" y="55957"/>
                    <a:pt x="2918" y="56011"/>
                  </a:cubicBezTo>
                  <a:cubicBezTo>
                    <a:pt x="2891" y="57991"/>
                    <a:pt x="1821" y="59785"/>
                    <a:pt x="81" y="60802"/>
                  </a:cubicBezTo>
                  <a:cubicBezTo>
                    <a:pt x="54" y="60828"/>
                    <a:pt x="28" y="60855"/>
                    <a:pt x="1" y="60882"/>
                  </a:cubicBezTo>
                  <a:cubicBezTo>
                    <a:pt x="1" y="60935"/>
                    <a:pt x="28" y="60989"/>
                    <a:pt x="81" y="61016"/>
                  </a:cubicBezTo>
                  <a:cubicBezTo>
                    <a:pt x="1821" y="62033"/>
                    <a:pt x="2891" y="63826"/>
                    <a:pt x="2918" y="65834"/>
                  </a:cubicBezTo>
                  <a:cubicBezTo>
                    <a:pt x="2918" y="65887"/>
                    <a:pt x="2945" y="65914"/>
                    <a:pt x="2998" y="65941"/>
                  </a:cubicBezTo>
                  <a:cubicBezTo>
                    <a:pt x="4952" y="66931"/>
                    <a:pt x="6157" y="68885"/>
                    <a:pt x="6157" y="71053"/>
                  </a:cubicBezTo>
                  <a:cubicBezTo>
                    <a:pt x="6157" y="73221"/>
                    <a:pt x="4952" y="75175"/>
                    <a:pt x="2998" y="76165"/>
                  </a:cubicBezTo>
                  <a:cubicBezTo>
                    <a:pt x="2945" y="76192"/>
                    <a:pt x="2918" y="76219"/>
                    <a:pt x="2918" y="76272"/>
                  </a:cubicBezTo>
                  <a:cubicBezTo>
                    <a:pt x="2891" y="78280"/>
                    <a:pt x="1821" y="80073"/>
                    <a:pt x="81" y="81090"/>
                  </a:cubicBezTo>
                  <a:cubicBezTo>
                    <a:pt x="28" y="81117"/>
                    <a:pt x="1" y="81197"/>
                    <a:pt x="28" y="81251"/>
                  </a:cubicBezTo>
                  <a:cubicBezTo>
                    <a:pt x="47" y="81290"/>
                    <a:pt x="95" y="81315"/>
                    <a:pt x="151" y="81315"/>
                  </a:cubicBezTo>
                  <a:cubicBezTo>
                    <a:pt x="172" y="81315"/>
                    <a:pt x="193" y="81311"/>
                    <a:pt x="215" y="81304"/>
                  </a:cubicBezTo>
                  <a:cubicBezTo>
                    <a:pt x="1981" y="80260"/>
                    <a:pt x="3106" y="78413"/>
                    <a:pt x="3186" y="76352"/>
                  </a:cubicBezTo>
                  <a:cubicBezTo>
                    <a:pt x="5167" y="75309"/>
                    <a:pt x="6398" y="73301"/>
                    <a:pt x="6398" y="71053"/>
                  </a:cubicBezTo>
                  <a:cubicBezTo>
                    <a:pt x="6398" y="68805"/>
                    <a:pt x="5167" y="66797"/>
                    <a:pt x="3186" y="65753"/>
                  </a:cubicBezTo>
                  <a:cubicBezTo>
                    <a:pt x="3106" y="63773"/>
                    <a:pt x="2062" y="61979"/>
                    <a:pt x="375" y="60909"/>
                  </a:cubicBezTo>
                  <a:cubicBezTo>
                    <a:pt x="2062" y="59865"/>
                    <a:pt x="3106" y="58072"/>
                    <a:pt x="3186" y="56091"/>
                  </a:cubicBezTo>
                  <a:cubicBezTo>
                    <a:pt x="5167" y="55047"/>
                    <a:pt x="6398" y="53040"/>
                    <a:pt x="6398" y="50791"/>
                  </a:cubicBezTo>
                  <a:cubicBezTo>
                    <a:pt x="6398" y="48543"/>
                    <a:pt x="5167" y="46536"/>
                    <a:pt x="3186" y="45492"/>
                  </a:cubicBezTo>
                  <a:cubicBezTo>
                    <a:pt x="3159" y="43591"/>
                    <a:pt x="2088" y="41718"/>
                    <a:pt x="375" y="40647"/>
                  </a:cubicBezTo>
                  <a:cubicBezTo>
                    <a:pt x="1901" y="39710"/>
                    <a:pt x="3293" y="37890"/>
                    <a:pt x="3186" y="35829"/>
                  </a:cubicBezTo>
                  <a:cubicBezTo>
                    <a:pt x="5167" y="34785"/>
                    <a:pt x="6398" y="32751"/>
                    <a:pt x="6398" y="30530"/>
                  </a:cubicBezTo>
                  <a:cubicBezTo>
                    <a:pt x="6398" y="28281"/>
                    <a:pt x="5167" y="26247"/>
                    <a:pt x="3186" y="25230"/>
                  </a:cubicBezTo>
                  <a:cubicBezTo>
                    <a:pt x="3079" y="23223"/>
                    <a:pt x="2062" y="21429"/>
                    <a:pt x="375" y="20386"/>
                  </a:cubicBezTo>
                  <a:cubicBezTo>
                    <a:pt x="2088" y="19315"/>
                    <a:pt x="3186" y="17415"/>
                    <a:pt x="3186" y="15541"/>
                  </a:cubicBezTo>
                  <a:cubicBezTo>
                    <a:pt x="5167" y="14524"/>
                    <a:pt x="6398" y="12490"/>
                    <a:pt x="6398" y="10268"/>
                  </a:cubicBezTo>
                  <a:cubicBezTo>
                    <a:pt x="6398" y="8020"/>
                    <a:pt x="5167" y="5986"/>
                    <a:pt x="3186" y="4969"/>
                  </a:cubicBezTo>
                  <a:lnTo>
                    <a:pt x="3186" y="4942"/>
                  </a:lnTo>
                  <a:cubicBezTo>
                    <a:pt x="3186" y="3041"/>
                    <a:pt x="1981" y="1061"/>
                    <a:pt x="188" y="17"/>
                  </a:cubicBezTo>
                  <a:cubicBezTo>
                    <a:pt x="169" y="7"/>
                    <a:pt x="145" y="1"/>
                    <a:pt x="12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6" name="Google Shape;2126;p115"/>
            <p:cNvSpPr/>
            <p:nvPr/>
          </p:nvSpPr>
          <p:spPr>
            <a:xfrm>
              <a:off x="992900" y="566950"/>
              <a:ext cx="160625" cy="2033000"/>
            </a:xfrm>
            <a:custGeom>
              <a:avLst/>
              <a:gdLst/>
              <a:ahLst/>
              <a:cxnLst/>
              <a:rect l="l" t="t" r="r" b="b"/>
              <a:pathLst>
                <a:path w="6425" h="81320" extrusionOk="0">
                  <a:moveTo>
                    <a:pt x="145" y="1"/>
                  </a:moveTo>
                  <a:cubicBezTo>
                    <a:pt x="104" y="1"/>
                    <a:pt x="60" y="24"/>
                    <a:pt x="27" y="57"/>
                  </a:cubicBezTo>
                  <a:cubicBezTo>
                    <a:pt x="27" y="84"/>
                    <a:pt x="27" y="110"/>
                    <a:pt x="27" y="137"/>
                  </a:cubicBezTo>
                  <a:cubicBezTo>
                    <a:pt x="27" y="164"/>
                    <a:pt x="54" y="217"/>
                    <a:pt x="81" y="244"/>
                  </a:cubicBezTo>
                  <a:cubicBezTo>
                    <a:pt x="1821" y="1261"/>
                    <a:pt x="2972" y="3188"/>
                    <a:pt x="2945" y="5035"/>
                  </a:cubicBezTo>
                  <a:cubicBezTo>
                    <a:pt x="2945" y="5089"/>
                    <a:pt x="2972" y="5142"/>
                    <a:pt x="2998" y="5169"/>
                  </a:cubicBezTo>
                  <a:cubicBezTo>
                    <a:pt x="4952" y="6133"/>
                    <a:pt x="6157" y="8086"/>
                    <a:pt x="6157" y="10255"/>
                  </a:cubicBezTo>
                  <a:cubicBezTo>
                    <a:pt x="6157" y="12449"/>
                    <a:pt x="4952" y="14403"/>
                    <a:pt x="2998" y="15367"/>
                  </a:cubicBezTo>
                  <a:cubicBezTo>
                    <a:pt x="2972" y="15394"/>
                    <a:pt x="2945" y="15447"/>
                    <a:pt x="2945" y="15501"/>
                  </a:cubicBezTo>
                  <a:cubicBezTo>
                    <a:pt x="2998" y="17347"/>
                    <a:pt x="1847" y="19248"/>
                    <a:pt x="108" y="20292"/>
                  </a:cubicBezTo>
                  <a:cubicBezTo>
                    <a:pt x="54" y="20292"/>
                    <a:pt x="27" y="20318"/>
                    <a:pt x="27" y="20372"/>
                  </a:cubicBezTo>
                  <a:cubicBezTo>
                    <a:pt x="1" y="20425"/>
                    <a:pt x="27" y="20479"/>
                    <a:pt x="81" y="20506"/>
                  </a:cubicBezTo>
                  <a:cubicBezTo>
                    <a:pt x="1794" y="21496"/>
                    <a:pt x="2865" y="23289"/>
                    <a:pt x="2945" y="25324"/>
                  </a:cubicBezTo>
                  <a:cubicBezTo>
                    <a:pt x="2945" y="25350"/>
                    <a:pt x="2972" y="25404"/>
                    <a:pt x="2998" y="25431"/>
                  </a:cubicBezTo>
                  <a:cubicBezTo>
                    <a:pt x="4952" y="26394"/>
                    <a:pt x="6157" y="28348"/>
                    <a:pt x="6157" y="30543"/>
                  </a:cubicBezTo>
                  <a:cubicBezTo>
                    <a:pt x="6157" y="32711"/>
                    <a:pt x="4952" y="34665"/>
                    <a:pt x="2998" y="35628"/>
                  </a:cubicBezTo>
                  <a:cubicBezTo>
                    <a:pt x="2972" y="35655"/>
                    <a:pt x="2945" y="35709"/>
                    <a:pt x="2945" y="35762"/>
                  </a:cubicBezTo>
                  <a:cubicBezTo>
                    <a:pt x="3105" y="37823"/>
                    <a:pt x="1633" y="39643"/>
                    <a:pt x="108" y="40553"/>
                  </a:cubicBezTo>
                  <a:cubicBezTo>
                    <a:pt x="54" y="40553"/>
                    <a:pt x="27" y="40580"/>
                    <a:pt x="27" y="40633"/>
                  </a:cubicBezTo>
                  <a:cubicBezTo>
                    <a:pt x="1" y="40687"/>
                    <a:pt x="27" y="40741"/>
                    <a:pt x="81" y="40767"/>
                  </a:cubicBezTo>
                  <a:cubicBezTo>
                    <a:pt x="1821" y="41784"/>
                    <a:pt x="2945" y="43658"/>
                    <a:pt x="2945" y="45532"/>
                  </a:cubicBezTo>
                  <a:cubicBezTo>
                    <a:pt x="2945" y="45558"/>
                    <a:pt x="2945" y="45558"/>
                    <a:pt x="2945" y="45585"/>
                  </a:cubicBezTo>
                  <a:cubicBezTo>
                    <a:pt x="2945" y="45612"/>
                    <a:pt x="2972" y="45665"/>
                    <a:pt x="2998" y="45692"/>
                  </a:cubicBezTo>
                  <a:cubicBezTo>
                    <a:pt x="4952" y="46656"/>
                    <a:pt x="6157" y="48636"/>
                    <a:pt x="6157" y="50804"/>
                  </a:cubicBezTo>
                  <a:cubicBezTo>
                    <a:pt x="6157" y="52972"/>
                    <a:pt x="4952" y="54926"/>
                    <a:pt x="2998" y="55917"/>
                  </a:cubicBezTo>
                  <a:cubicBezTo>
                    <a:pt x="2972" y="55917"/>
                    <a:pt x="2945" y="55970"/>
                    <a:pt x="2945" y="56024"/>
                  </a:cubicBezTo>
                  <a:cubicBezTo>
                    <a:pt x="2891" y="58004"/>
                    <a:pt x="1821" y="59798"/>
                    <a:pt x="108" y="60815"/>
                  </a:cubicBezTo>
                  <a:cubicBezTo>
                    <a:pt x="54" y="60815"/>
                    <a:pt x="27" y="60868"/>
                    <a:pt x="27" y="60895"/>
                  </a:cubicBezTo>
                  <a:cubicBezTo>
                    <a:pt x="1" y="60949"/>
                    <a:pt x="27" y="61002"/>
                    <a:pt x="81" y="61029"/>
                  </a:cubicBezTo>
                  <a:cubicBezTo>
                    <a:pt x="1821" y="62046"/>
                    <a:pt x="2891" y="63839"/>
                    <a:pt x="2945" y="65847"/>
                  </a:cubicBezTo>
                  <a:cubicBezTo>
                    <a:pt x="2945" y="65900"/>
                    <a:pt x="2972" y="65927"/>
                    <a:pt x="2998" y="65954"/>
                  </a:cubicBezTo>
                  <a:cubicBezTo>
                    <a:pt x="4952" y="66944"/>
                    <a:pt x="6157" y="68898"/>
                    <a:pt x="6157" y="71066"/>
                  </a:cubicBezTo>
                  <a:cubicBezTo>
                    <a:pt x="6157" y="73234"/>
                    <a:pt x="4952" y="75188"/>
                    <a:pt x="2998" y="76178"/>
                  </a:cubicBezTo>
                  <a:cubicBezTo>
                    <a:pt x="2972" y="76178"/>
                    <a:pt x="2945" y="76232"/>
                    <a:pt x="2945" y="76285"/>
                  </a:cubicBezTo>
                  <a:cubicBezTo>
                    <a:pt x="2891" y="78266"/>
                    <a:pt x="1821" y="80086"/>
                    <a:pt x="81" y="81076"/>
                  </a:cubicBezTo>
                  <a:cubicBezTo>
                    <a:pt x="27" y="81130"/>
                    <a:pt x="1" y="81183"/>
                    <a:pt x="27" y="81264"/>
                  </a:cubicBezTo>
                  <a:cubicBezTo>
                    <a:pt x="60" y="81297"/>
                    <a:pt x="104" y="81320"/>
                    <a:pt x="145" y="81320"/>
                  </a:cubicBezTo>
                  <a:cubicBezTo>
                    <a:pt x="170" y="81320"/>
                    <a:pt x="194" y="81311"/>
                    <a:pt x="215" y="81290"/>
                  </a:cubicBezTo>
                  <a:cubicBezTo>
                    <a:pt x="2008" y="80273"/>
                    <a:pt x="3105" y="78427"/>
                    <a:pt x="3186" y="76366"/>
                  </a:cubicBezTo>
                  <a:cubicBezTo>
                    <a:pt x="5193" y="75322"/>
                    <a:pt x="6424" y="73314"/>
                    <a:pt x="6424" y="71066"/>
                  </a:cubicBezTo>
                  <a:cubicBezTo>
                    <a:pt x="6424" y="68818"/>
                    <a:pt x="5193" y="66784"/>
                    <a:pt x="3186" y="65766"/>
                  </a:cubicBezTo>
                  <a:cubicBezTo>
                    <a:pt x="3105" y="63786"/>
                    <a:pt x="2088" y="61992"/>
                    <a:pt x="402" y="60922"/>
                  </a:cubicBezTo>
                  <a:cubicBezTo>
                    <a:pt x="2088" y="59878"/>
                    <a:pt x="3105" y="58085"/>
                    <a:pt x="3186" y="56104"/>
                  </a:cubicBezTo>
                  <a:cubicBezTo>
                    <a:pt x="5193" y="55060"/>
                    <a:pt x="6424" y="53053"/>
                    <a:pt x="6424" y="50804"/>
                  </a:cubicBezTo>
                  <a:cubicBezTo>
                    <a:pt x="6424" y="48556"/>
                    <a:pt x="5193" y="46522"/>
                    <a:pt x="3186" y="45505"/>
                  </a:cubicBezTo>
                  <a:cubicBezTo>
                    <a:pt x="3159" y="43604"/>
                    <a:pt x="2088" y="41731"/>
                    <a:pt x="402" y="40660"/>
                  </a:cubicBezTo>
                  <a:cubicBezTo>
                    <a:pt x="1901" y="39723"/>
                    <a:pt x="3320" y="37877"/>
                    <a:pt x="3186" y="35816"/>
                  </a:cubicBezTo>
                  <a:cubicBezTo>
                    <a:pt x="5193" y="34799"/>
                    <a:pt x="6424" y="32764"/>
                    <a:pt x="6424" y="30543"/>
                  </a:cubicBezTo>
                  <a:cubicBezTo>
                    <a:pt x="6424" y="28295"/>
                    <a:pt x="5193" y="26260"/>
                    <a:pt x="3186" y="25243"/>
                  </a:cubicBezTo>
                  <a:cubicBezTo>
                    <a:pt x="3105" y="23236"/>
                    <a:pt x="2062" y="21443"/>
                    <a:pt x="402" y="20399"/>
                  </a:cubicBezTo>
                  <a:cubicBezTo>
                    <a:pt x="2088" y="19328"/>
                    <a:pt x="3186" y="17454"/>
                    <a:pt x="3186" y="15608"/>
                  </a:cubicBezTo>
                  <a:cubicBezTo>
                    <a:pt x="3186" y="15608"/>
                    <a:pt x="3186" y="15581"/>
                    <a:pt x="3186" y="15554"/>
                  </a:cubicBezTo>
                  <a:cubicBezTo>
                    <a:pt x="5193" y="14537"/>
                    <a:pt x="6424" y="12503"/>
                    <a:pt x="6424" y="10255"/>
                  </a:cubicBezTo>
                  <a:cubicBezTo>
                    <a:pt x="6424" y="8033"/>
                    <a:pt x="5193" y="5999"/>
                    <a:pt x="3186" y="4982"/>
                  </a:cubicBezTo>
                  <a:lnTo>
                    <a:pt x="3186" y="4955"/>
                  </a:lnTo>
                  <a:cubicBezTo>
                    <a:pt x="3186" y="3028"/>
                    <a:pt x="2008" y="1074"/>
                    <a:pt x="215" y="30"/>
                  </a:cubicBezTo>
                  <a:cubicBezTo>
                    <a:pt x="194" y="10"/>
                    <a:pt x="170" y="1"/>
                    <a:pt x="14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7" name="Google Shape;2127;p115"/>
            <p:cNvSpPr/>
            <p:nvPr/>
          </p:nvSpPr>
          <p:spPr>
            <a:xfrm>
              <a:off x="839675" y="818875"/>
              <a:ext cx="159950" cy="2032875"/>
            </a:xfrm>
            <a:custGeom>
              <a:avLst/>
              <a:gdLst/>
              <a:ahLst/>
              <a:cxnLst/>
              <a:rect l="l" t="t" r="r" b="b"/>
              <a:pathLst>
                <a:path w="6398" h="81315" extrusionOk="0">
                  <a:moveTo>
                    <a:pt x="122" y="1"/>
                  </a:moveTo>
                  <a:cubicBezTo>
                    <a:pt x="83" y="1"/>
                    <a:pt x="44" y="20"/>
                    <a:pt x="27" y="70"/>
                  </a:cubicBezTo>
                  <a:cubicBezTo>
                    <a:pt x="0" y="70"/>
                    <a:pt x="0" y="97"/>
                    <a:pt x="0" y="124"/>
                  </a:cubicBezTo>
                  <a:cubicBezTo>
                    <a:pt x="0" y="178"/>
                    <a:pt x="27" y="204"/>
                    <a:pt x="54" y="231"/>
                  </a:cubicBezTo>
                  <a:cubicBezTo>
                    <a:pt x="1794" y="1248"/>
                    <a:pt x="2971" y="3175"/>
                    <a:pt x="2918" y="5022"/>
                  </a:cubicBezTo>
                  <a:cubicBezTo>
                    <a:pt x="2918" y="5076"/>
                    <a:pt x="2945" y="5129"/>
                    <a:pt x="2998" y="5156"/>
                  </a:cubicBezTo>
                  <a:cubicBezTo>
                    <a:pt x="4925" y="6119"/>
                    <a:pt x="6156" y="8073"/>
                    <a:pt x="6156" y="10268"/>
                  </a:cubicBezTo>
                  <a:cubicBezTo>
                    <a:pt x="6156" y="12436"/>
                    <a:pt x="4925" y="14390"/>
                    <a:pt x="2998" y="15354"/>
                  </a:cubicBezTo>
                  <a:cubicBezTo>
                    <a:pt x="2945" y="15380"/>
                    <a:pt x="2918" y="15434"/>
                    <a:pt x="2918" y="15487"/>
                  </a:cubicBezTo>
                  <a:cubicBezTo>
                    <a:pt x="2971" y="17334"/>
                    <a:pt x="1847" y="19235"/>
                    <a:pt x="81" y="20278"/>
                  </a:cubicBezTo>
                  <a:cubicBezTo>
                    <a:pt x="54" y="20278"/>
                    <a:pt x="27" y="20305"/>
                    <a:pt x="0" y="20359"/>
                  </a:cubicBezTo>
                  <a:cubicBezTo>
                    <a:pt x="0" y="20412"/>
                    <a:pt x="27" y="20466"/>
                    <a:pt x="54" y="20493"/>
                  </a:cubicBezTo>
                  <a:cubicBezTo>
                    <a:pt x="1794" y="21510"/>
                    <a:pt x="2864" y="23303"/>
                    <a:pt x="2918" y="25310"/>
                  </a:cubicBezTo>
                  <a:cubicBezTo>
                    <a:pt x="2918" y="25364"/>
                    <a:pt x="2945" y="25391"/>
                    <a:pt x="2998" y="25417"/>
                  </a:cubicBezTo>
                  <a:cubicBezTo>
                    <a:pt x="4925" y="26381"/>
                    <a:pt x="6156" y="28362"/>
                    <a:pt x="6156" y="30530"/>
                  </a:cubicBezTo>
                  <a:cubicBezTo>
                    <a:pt x="6156" y="32698"/>
                    <a:pt x="4925" y="34652"/>
                    <a:pt x="2998" y="35642"/>
                  </a:cubicBezTo>
                  <a:cubicBezTo>
                    <a:pt x="2945" y="35642"/>
                    <a:pt x="2918" y="35695"/>
                    <a:pt x="2918" y="35749"/>
                  </a:cubicBezTo>
                  <a:cubicBezTo>
                    <a:pt x="3078" y="37837"/>
                    <a:pt x="1606" y="39630"/>
                    <a:pt x="81" y="40540"/>
                  </a:cubicBezTo>
                  <a:cubicBezTo>
                    <a:pt x="54" y="40540"/>
                    <a:pt x="27" y="40594"/>
                    <a:pt x="0" y="40620"/>
                  </a:cubicBezTo>
                  <a:cubicBezTo>
                    <a:pt x="0" y="40674"/>
                    <a:pt x="27" y="40727"/>
                    <a:pt x="54" y="40754"/>
                  </a:cubicBezTo>
                  <a:cubicBezTo>
                    <a:pt x="1794" y="41771"/>
                    <a:pt x="2918" y="43645"/>
                    <a:pt x="2918" y="45545"/>
                  </a:cubicBezTo>
                  <a:cubicBezTo>
                    <a:pt x="2918" y="45545"/>
                    <a:pt x="2918" y="45545"/>
                    <a:pt x="2918" y="45572"/>
                  </a:cubicBezTo>
                  <a:cubicBezTo>
                    <a:pt x="2918" y="45626"/>
                    <a:pt x="2945" y="45652"/>
                    <a:pt x="2998" y="45679"/>
                  </a:cubicBezTo>
                  <a:cubicBezTo>
                    <a:pt x="4925" y="46669"/>
                    <a:pt x="6156" y="48623"/>
                    <a:pt x="6156" y="50791"/>
                  </a:cubicBezTo>
                  <a:cubicBezTo>
                    <a:pt x="6156" y="52959"/>
                    <a:pt x="4925" y="54913"/>
                    <a:pt x="2998" y="55904"/>
                  </a:cubicBezTo>
                  <a:cubicBezTo>
                    <a:pt x="2945" y="55930"/>
                    <a:pt x="2918" y="55957"/>
                    <a:pt x="2918" y="56011"/>
                  </a:cubicBezTo>
                  <a:cubicBezTo>
                    <a:pt x="2864" y="57991"/>
                    <a:pt x="1820" y="59785"/>
                    <a:pt x="81" y="60802"/>
                  </a:cubicBezTo>
                  <a:cubicBezTo>
                    <a:pt x="54" y="60828"/>
                    <a:pt x="27" y="60855"/>
                    <a:pt x="0" y="60882"/>
                  </a:cubicBezTo>
                  <a:cubicBezTo>
                    <a:pt x="0" y="60935"/>
                    <a:pt x="27" y="60989"/>
                    <a:pt x="54" y="61016"/>
                  </a:cubicBezTo>
                  <a:cubicBezTo>
                    <a:pt x="1794" y="62033"/>
                    <a:pt x="2864" y="63826"/>
                    <a:pt x="2918" y="65834"/>
                  </a:cubicBezTo>
                  <a:cubicBezTo>
                    <a:pt x="2918" y="65887"/>
                    <a:pt x="2945" y="65914"/>
                    <a:pt x="2998" y="65941"/>
                  </a:cubicBezTo>
                  <a:cubicBezTo>
                    <a:pt x="4925" y="66931"/>
                    <a:pt x="6156" y="68885"/>
                    <a:pt x="6156" y="71053"/>
                  </a:cubicBezTo>
                  <a:cubicBezTo>
                    <a:pt x="6156" y="73221"/>
                    <a:pt x="4925" y="75175"/>
                    <a:pt x="2998" y="76165"/>
                  </a:cubicBezTo>
                  <a:cubicBezTo>
                    <a:pt x="2945" y="76192"/>
                    <a:pt x="2918" y="76219"/>
                    <a:pt x="2918" y="76272"/>
                  </a:cubicBezTo>
                  <a:cubicBezTo>
                    <a:pt x="2864" y="78280"/>
                    <a:pt x="1794" y="80073"/>
                    <a:pt x="81" y="81090"/>
                  </a:cubicBezTo>
                  <a:cubicBezTo>
                    <a:pt x="0" y="81117"/>
                    <a:pt x="0" y="81197"/>
                    <a:pt x="27" y="81251"/>
                  </a:cubicBezTo>
                  <a:cubicBezTo>
                    <a:pt x="47" y="81290"/>
                    <a:pt x="95" y="81315"/>
                    <a:pt x="140" y="81315"/>
                  </a:cubicBezTo>
                  <a:cubicBezTo>
                    <a:pt x="157" y="81315"/>
                    <a:pt x="173" y="81311"/>
                    <a:pt x="188" y="81304"/>
                  </a:cubicBezTo>
                  <a:cubicBezTo>
                    <a:pt x="1981" y="80260"/>
                    <a:pt x="3105" y="78413"/>
                    <a:pt x="3159" y="76352"/>
                  </a:cubicBezTo>
                  <a:cubicBezTo>
                    <a:pt x="5166" y="75309"/>
                    <a:pt x="6397" y="73301"/>
                    <a:pt x="6397" y="71053"/>
                  </a:cubicBezTo>
                  <a:cubicBezTo>
                    <a:pt x="6397" y="68805"/>
                    <a:pt x="5166" y="66797"/>
                    <a:pt x="3159" y="65753"/>
                  </a:cubicBezTo>
                  <a:cubicBezTo>
                    <a:pt x="3105" y="63773"/>
                    <a:pt x="2061" y="61979"/>
                    <a:pt x="375" y="60909"/>
                  </a:cubicBezTo>
                  <a:cubicBezTo>
                    <a:pt x="2061" y="59865"/>
                    <a:pt x="3105" y="58072"/>
                    <a:pt x="3159" y="56091"/>
                  </a:cubicBezTo>
                  <a:cubicBezTo>
                    <a:pt x="5166" y="55047"/>
                    <a:pt x="6397" y="53040"/>
                    <a:pt x="6397" y="50791"/>
                  </a:cubicBezTo>
                  <a:cubicBezTo>
                    <a:pt x="6397" y="48543"/>
                    <a:pt x="5166" y="46536"/>
                    <a:pt x="3159" y="45492"/>
                  </a:cubicBezTo>
                  <a:cubicBezTo>
                    <a:pt x="3159" y="43591"/>
                    <a:pt x="2061" y="41718"/>
                    <a:pt x="375" y="40647"/>
                  </a:cubicBezTo>
                  <a:cubicBezTo>
                    <a:pt x="1901" y="39710"/>
                    <a:pt x="3292" y="37890"/>
                    <a:pt x="3185" y="35829"/>
                  </a:cubicBezTo>
                  <a:cubicBezTo>
                    <a:pt x="5166" y="34785"/>
                    <a:pt x="6397" y="32751"/>
                    <a:pt x="6397" y="30530"/>
                  </a:cubicBezTo>
                  <a:cubicBezTo>
                    <a:pt x="6397" y="28281"/>
                    <a:pt x="5166" y="26247"/>
                    <a:pt x="3159" y="25230"/>
                  </a:cubicBezTo>
                  <a:cubicBezTo>
                    <a:pt x="3078" y="23223"/>
                    <a:pt x="2035" y="21429"/>
                    <a:pt x="375" y="20386"/>
                  </a:cubicBezTo>
                  <a:cubicBezTo>
                    <a:pt x="2061" y="19315"/>
                    <a:pt x="3159" y="17441"/>
                    <a:pt x="3159" y="15595"/>
                  </a:cubicBezTo>
                  <a:cubicBezTo>
                    <a:pt x="3159" y="15595"/>
                    <a:pt x="3159" y="15568"/>
                    <a:pt x="3159" y="15541"/>
                  </a:cubicBezTo>
                  <a:cubicBezTo>
                    <a:pt x="5166" y="14524"/>
                    <a:pt x="6397" y="12490"/>
                    <a:pt x="6397" y="10268"/>
                  </a:cubicBezTo>
                  <a:cubicBezTo>
                    <a:pt x="6397" y="8020"/>
                    <a:pt x="5166" y="5986"/>
                    <a:pt x="3159" y="4969"/>
                  </a:cubicBezTo>
                  <a:lnTo>
                    <a:pt x="3159" y="4942"/>
                  </a:lnTo>
                  <a:cubicBezTo>
                    <a:pt x="3159" y="3041"/>
                    <a:pt x="1981" y="1061"/>
                    <a:pt x="188" y="17"/>
                  </a:cubicBezTo>
                  <a:cubicBezTo>
                    <a:pt x="168" y="7"/>
                    <a:pt x="145" y="1"/>
                    <a:pt x="12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8" name="Google Shape;2128;p115"/>
            <p:cNvSpPr/>
            <p:nvPr/>
          </p:nvSpPr>
          <p:spPr>
            <a:xfrm>
              <a:off x="685775" y="566950"/>
              <a:ext cx="159950" cy="2033000"/>
            </a:xfrm>
            <a:custGeom>
              <a:avLst/>
              <a:gdLst/>
              <a:ahLst/>
              <a:cxnLst/>
              <a:rect l="l" t="t" r="r" b="b"/>
              <a:pathLst>
                <a:path w="6398" h="81320" extrusionOk="0">
                  <a:moveTo>
                    <a:pt x="119" y="1"/>
                  </a:moveTo>
                  <a:cubicBezTo>
                    <a:pt x="81" y="1"/>
                    <a:pt x="44" y="24"/>
                    <a:pt x="27" y="57"/>
                  </a:cubicBezTo>
                  <a:cubicBezTo>
                    <a:pt x="27" y="84"/>
                    <a:pt x="0" y="110"/>
                    <a:pt x="0" y="137"/>
                  </a:cubicBezTo>
                  <a:cubicBezTo>
                    <a:pt x="0" y="164"/>
                    <a:pt x="27" y="217"/>
                    <a:pt x="81" y="244"/>
                  </a:cubicBezTo>
                  <a:cubicBezTo>
                    <a:pt x="1820" y="1261"/>
                    <a:pt x="2944" y="3188"/>
                    <a:pt x="2918" y="5035"/>
                  </a:cubicBezTo>
                  <a:cubicBezTo>
                    <a:pt x="2918" y="5089"/>
                    <a:pt x="2944" y="5142"/>
                    <a:pt x="2998" y="5169"/>
                  </a:cubicBezTo>
                  <a:cubicBezTo>
                    <a:pt x="4952" y="6133"/>
                    <a:pt x="6156" y="8086"/>
                    <a:pt x="6156" y="10255"/>
                  </a:cubicBezTo>
                  <a:cubicBezTo>
                    <a:pt x="6156" y="12449"/>
                    <a:pt x="4952" y="14403"/>
                    <a:pt x="2998" y="15367"/>
                  </a:cubicBezTo>
                  <a:cubicBezTo>
                    <a:pt x="2944" y="15394"/>
                    <a:pt x="2918" y="15447"/>
                    <a:pt x="2918" y="15501"/>
                  </a:cubicBezTo>
                  <a:cubicBezTo>
                    <a:pt x="2998" y="17347"/>
                    <a:pt x="1847" y="19248"/>
                    <a:pt x="81" y="20292"/>
                  </a:cubicBezTo>
                  <a:cubicBezTo>
                    <a:pt x="54" y="20292"/>
                    <a:pt x="27" y="20318"/>
                    <a:pt x="27" y="20372"/>
                  </a:cubicBezTo>
                  <a:cubicBezTo>
                    <a:pt x="0" y="20425"/>
                    <a:pt x="27" y="20479"/>
                    <a:pt x="81" y="20506"/>
                  </a:cubicBezTo>
                  <a:cubicBezTo>
                    <a:pt x="1794" y="21496"/>
                    <a:pt x="2864" y="23316"/>
                    <a:pt x="2918" y="25324"/>
                  </a:cubicBezTo>
                  <a:cubicBezTo>
                    <a:pt x="2918" y="25350"/>
                    <a:pt x="2944" y="25404"/>
                    <a:pt x="2998" y="25431"/>
                  </a:cubicBezTo>
                  <a:cubicBezTo>
                    <a:pt x="4952" y="26394"/>
                    <a:pt x="6156" y="28348"/>
                    <a:pt x="6156" y="30543"/>
                  </a:cubicBezTo>
                  <a:cubicBezTo>
                    <a:pt x="6156" y="32711"/>
                    <a:pt x="4952" y="34665"/>
                    <a:pt x="2998" y="35628"/>
                  </a:cubicBezTo>
                  <a:cubicBezTo>
                    <a:pt x="2944" y="35655"/>
                    <a:pt x="2918" y="35709"/>
                    <a:pt x="2918" y="35762"/>
                  </a:cubicBezTo>
                  <a:cubicBezTo>
                    <a:pt x="3078" y="37823"/>
                    <a:pt x="1633" y="39643"/>
                    <a:pt x="81" y="40553"/>
                  </a:cubicBezTo>
                  <a:cubicBezTo>
                    <a:pt x="54" y="40553"/>
                    <a:pt x="27" y="40580"/>
                    <a:pt x="27" y="40633"/>
                  </a:cubicBezTo>
                  <a:cubicBezTo>
                    <a:pt x="0" y="40687"/>
                    <a:pt x="27" y="40741"/>
                    <a:pt x="81" y="40767"/>
                  </a:cubicBezTo>
                  <a:cubicBezTo>
                    <a:pt x="1820" y="41784"/>
                    <a:pt x="2918" y="43658"/>
                    <a:pt x="2918" y="45532"/>
                  </a:cubicBezTo>
                  <a:cubicBezTo>
                    <a:pt x="2918" y="45558"/>
                    <a:pt x="2918" y="45558"/>
                    <a:pt x="2918" y="45585"/>
                  </a:cubicBezTo>
                  <a:cubicBezTo>
                    <a:pt x="2918" y="45612"/>
                    <a:pt x="2944" y="45665"/>
                    <a:pt x="2998" y="45692"/>
                  </a:cubicBezTo>
                  <a:cubicBezTo>
                    <a:pt x="4952" y="46656"/>
                    <a:pt x="6156" y="48636"/>
                    <a:pt x="6156" y="50804"/>
                  </a:cubicBezTo>
                  <a:cubicBezTo>
                    <a:pt x="6156" y="52972"/>
                    <a:pt x="4952" y="54926"/>
                    <a:pt x="2998" y="55917"/>
                  </a:cubicBezTo>
                  <a:cubicBezTo>
                    <a:pt x="2944" y="55917"/>
                    <a:pt x="2918" y="55970"/>
                    <a:pt x="2918" y="56024"/>
                  </a:cubicBezTo>
                  <a:cubicBezTo>
                    <a:pt x="2891" y="58004"/>
                    <a:pt x="1820" y="59798"/>
                    <a:pt x="81" y="60815"/>
                  </a:cubicBezTo>
                  <a:cubicBezTo>
                    <a:pt x="54" y="60815"/>
                    <a:pt x="27" y="60868"/>
                    <a:pt x="27" y="60895"/>
                  </a:cubicBezTo>
                  <a:cubicBezTo>
                    <a:pt x="0" y="60949"/>
                    <a:pt x="27" y="61002"/>
                    <a:pt x="81" y="61029"/>
                  </a:cubicBezTo>
                  <a:cubicBezTo>
                    <a:pt x="1820" y="62046"/>
                    <a:pt x="2891" y="63839"/>
                    <a:pt x="2918" y="65847"/>
                  </a:cubicBezTo>
                  <a:cubicBezTo>
                    <a:pt x="2918" y="65900"/>
                    <a:pt x="2944" y="65927"/>
                    <a:pt x="2998" y="65954"/>
                  </a:cubicBezTo>
                  <a:cubicBezTo>
                    <a:pt x="4952" y="66944"/>
                    <a:pt x="6156" y="68898"/>
                    <a:pt x="6156" y="71066"/>
                  </a:cubicBezTo>
                  <a:cubicBezTo>
                    <a:pt x="6156" y="73234"/>
                    <a:pt x="4952" y="75188"/>
                    <a:pt x="2998" y="76178"/>
                  </a:cubicBezTo>
                  <a:cubicBezTo>
                    <a:pt x="2944" y="76178"/>
                    <a:pt x="2918" y="76232"/>
                    <a:pt x="2918" y="76285"/>
                  </a:cubicBezTo>
                  <a:cubicBezTo>
                    <a:pt x="2891" y="78293"/>
                    <a:pt x="1820" y="80086"/>
                    <a:pt x="81" y="81076"/>
                  </a:cubicBezTo>
                  <a:cubicBezTo>
                    <a:pt x="27" y="81130"/>
                    <a:pt x="0" y="81183"/>
                    <a:pt x="27" y="81264"/>
                  </a:cubicBezTo>
                  <a:cubicBezTo>
                    <a:pt x="60" y="81297"/>
                    <a:pt x="93" y="81320"/>
                    <a:pt x="133" y="81320"/>
                  </a:cubicBezTo>
                  <a:cubicBezTo>
                    <a:pt x="157" y="81320"/>
                    <a:pt x="184" y="81311"/>
                    <a:pt x="214" y="81290"/>
                  </a:cubicBezTo>
                  <a:cubicBezTo>
                    <a:pt x="2008" y="80273"/>
                    <a:pt x="3105" y="78427"/>
                    <a:pt x="3185" y="76366"/>
                  </a:cubicBezTo>
                  <a:cubicBezTo>
                    <a:pt x="5166" y="75322"/>
                    <a:pt x="6397" y="73314"/>
                    <a:pt x="6397" y="71066"/>
                  </a:cubicBezTo>
                  <a:cubicBezTo>
                    <a:pt x="6397" y="68818"/>
                    <a:pt x="5166" y="66784"/>
                    <a:pt x="3185" y="65766"/>
                  </a:cubicBezTo>
                  <a:cubicBezTo>
                    <a:pt x="3105" y="63786"/>
                    <a:pt x="2061" y="61992"/>
                    <a:pt x="375" y="60922"/>
                  </a:cubicBezTo>
                  <a:cubicBezTo>
                    <a:pt x="2061" y="59878"/>
                    <a:pt x="3105" y="58085"/>
                    <a:pt x="3185" y="56104"/>
                  </a:cubicBezTo>
                  <a:cubicBezTo>
                    <a:pt x="5166" y="55060"/>
                    <a:pt x="6397" y="53053"/>
                    <a:pt x="6397" y="50804"/>
                  </a:cubicBezTo>
                  <a:cubicBezTo>
                    <a:pt x="6397" y="48556"/>
                    <a:pt x="5166" y="46522"/>
                    <a:pt x="3185" y="45505"/>
                  </a:cubicBezTo>
                  <a:cubicBezTo>
                    <a:pt x="3159" y="43604"/>
                    <a:pt x="2088" y="41731"/>
                    <a:pt x="375" y="40660"/>
                  </a:cubicBezTo>
                  <a:cubicBezTo>
                    <a:pt x="1901" y="39723"/>
                    <a:pt x="3292" y="37903"/>
                    <a:pt x="3185" y="35816"/>
                  </a:cubicBezTo>
                  <a:cubicBezTo>
                    <a:pt x="5166" y="34799"/>
                    <a:pt x="6397" y="32764"/>
                    <a:pt x="6397" y="30543"/>
                  </a:cubicBezTo>
                  <a:cubicBezTo>
                    <a:pt x="6397" y="28295"/>
                    <a:pt x="5166" y="26260"/>
                    <a:pt x="3185" y="25243"/>
                  </a:cubicBezTo>
                  <a:cubicBezTo>
                    <a:pt x="3078" y="23236"/>
                    <a:pt x="2061" y="21443"/>
                    <a:pt x="375" y="20399"/>
                  </a:cubicBezTo>
                  <a:cubicBezTo>
                    <a:pt x="2088" y="19328"/>
                    <a:pt x="3185" y="17401"/>
                    <a:pt x="3185" y="15554"/>
                  </a:cubicBezTo>
                  <a:cubicBezTo>
                    <a:pt x="5166" y="14537"/>
                    <a:pt x="6397" y="12503"/>
                    <a:pt x="6397" y="10255"/>
                  </a:cubicBezTo>
                  <a:cubicBezTo>
                    <a:pt x="6397" y="8033"/>
                    <a:pt x="5166" y="5999"/>
                    <a:pt x="3185" y="4982"/>
                  </a:cubicBezTo>
                  <a:lnTo>
                    <a:pt x="3185" y="4955"/>
                  </a:lnTo>
                  <a:cubicBezTo>
                    <a:pt x="3185" y="3028"/>
                    <a:pt x="1981" y="1074"/>
                    <a:pt x="188" y="30"/>
                  </a:cubicBezTo>
                  <a:cubicBezTo>
                    <a:pt x="167" y="10"/>
                    <a:pt x="143" y="1"/>
                    <a:pt x="11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9" name="Google Shape;2129;p115"/>
            <p:cNvSpPr/>
            <p:nvPr/>
          </p:nvSpPr>
          <p:spPr>
            <a:xfrm>
              <a:off x="531875" y="818875"/>
              <a:ext cx="160600" cy="2032875"/>
            </a:xfrm>
            <a:custGeom>
              <a:avLst/>
              <a:gdLst/>
              <a:ahLst/>
              <a:cxnLst/>
              <a:rect l="l" t="t" r="r" b="b"/>
              <a:pathLst>
                <a:path w="6424" h="81315" extrusionOk="0">
                  <a:moveTo>
                    <a:pt x="147" y="1"/>
                  </a:moveTo>
                  <a:cubicBezTo>
                    <a:pt x="106" y="1"/>
                    <a:pt x="61" y="20"/>
                    <a:pt x="27" y="70"/>
                  </a:cubicBezTo>
                  <a:cubicBezTo>
                    <a:pt x="27" y="70"/>
                    <a:pt x="27" y="97"/>
                    <a:pt x="27" y="124"/>
                  </a:cubicBezTo>
                  <a:cubicBezTo>
                    <a:pt x="27" y="178"/>
                    <a:pt x="54" y="204"/>
                    <a:pt x="80" y="231"/>
                  </a:cubicBezTo>
                  <a:cubicBezTo>
                    <a:pt x="1820" y="1248"/>
                    <a:pt x="2971" y="3175"/>
                    <a:pt x="2944" y="5022"/>
                  </a:cubicBezTo>
                  <a:cubicBezTo>
                    <a:pt x="2944" y="5076"/>
                    <a:pt x="2971" y="5129"/>
                    <a:pt x="2998" y="5156"/>
                  </a:cubicBezTo>
                  <a:cubicBezTo>
                    <a:pt x="4952" y="6119"/>
                    <a:pt x="6156" y="8073"/>
                    <a:pt x="6156" y="10268"/>
                  </a:cubicBezTo>
                  <a:cubicBezTo>
                    <a:pt x="6156" y="12436"/>
                    <a:pt x="4952" y="14390"/>
                    <a:pt x="2998" y="15354"/>
                  </a:cubicBezTo>
                  <a:cubicBezTo>
                    <a:pt x="2971" y="15380"/>
                    <a:pt x="2944" y="15461"/>
                    <a:pt x="2944" y="15487"/>
                  </a:cubicBezTo>
                  <a:cubicBezTo>
                    <a:pt x="2998" y="17334"/>
                    <a:pt x="1847" y="19235"/>
                    <a:pt x="107" y="20278"/>
                  </a:cubicBezTo>
                  <a:cubicBezTo>
                    <a:pt x="54" y="20278"/>
                    <a:pt x="27" y="20305"/>
                    <a:pt x="27" y="20359"/>
                  </a:cubicBezTo>
                  <a:cubicBezTo>
                    <a:pt x="0" y="20412"/>
                    <a:pt x="27" y="20466"/>
                    <a:pt x="80" y="20493"/>
                  </a:cubicBezTo>
                  <a:cubicBezTo>
                    <a:pt x="1793" y="21510"/>
                    <a:pt x="2864" y="23303"/>
                    <a:pt x="2944" y="25310"/>
                  </a:cubicBezTo>
                  <a:cubicBezTo>
                    <a:pt x="2944" y="25364"/>
                    <a:pt x="2971" y="25391"/>
                    <a:pt x="2998" y="25417"/>
                  </a:cubicBezTo>
                  <a:cubicBezTo>
                    <a:pt x="4952" y="26381"/>
                    <a:pt x="6156" y="28362"/>
                    <a:pt x="6156" y="30530"/>
                  </a:cubicBezTo>
                  <a:cubicBezTo>
                    <a:pt x="6156" y="32698"/>
                    <a:pt x="4952" y="34652"/>
                    <a:pt x="2998" y="35642"/>
                  </a:cubicBezTo>
                  <a:cubicBezTo>
                    <a:pt x="2971" y="35642"/>
                    <a:pt x="2944" y="35695"/>
                    <a:pt x="2944" y="35749"/>
                  </a:cubicBezTo>
                  <a:cubicBezTo>
                    <a:pt x="3105" y="37837"/>
                    <a:pt x="1633" y="39630"/>
                    <a:pt x="107" y="40540"/>
                  </a:cubicBezTo>
                  <a:cubicBezTo>
                    <a:pt x="54" y="40540"/>
                    <a:pt x="27" y="40594"/>
                    <a:pt x="27" y="40620"/>
                  </a:cubicBezTo>
                  <a:cubicBezTo>
                    <a:pt x="0" y="40674"/>
                    <a:pt x="27" y="40727"/>
                    <a:pt x="80" y="40754"/>
                  </a:cubicBezTo>
                  <a:cubicBezTo>
                    <a:pt x="1820" y="41771"/>
                    <a:pt x="2944" y="43645"/>
                    <a:pt x="2944" y="45545"/>
                  </a:cubicBezTo>
                  <a:cubicBezTo>
                    <a:pt x="2944" y="45545"/>
                    <a:pt x="2944" y="45545"/>
                    <a:pt x="2944" y="45572"/>
                  </a:cubicBezTo>
                  <a:cubicBezTo>
                    <a:pt x="2944" y="45626"/>
                    <a:pt x="2971" y="45652"/>
                    <a:pt x="2998" y="45679"/>
                  </a:cubicBezTo>
                  <a:cubicBezTo>
                    <a:pt x="4952" y="46669"/>
                    <a:pt x="6156" y="48623"/>
                    <a:pt x="6156" y="50791"/>
                  </a:cubicBezTo>
                  <a:cubicBezTo>
                    <a:pt x="6156" y="52959"/>
                    <a:pt x="4952" y="54913"/>
                    <a:pt x="2998" y="55904"/>
                  </a:cubicBezTo>
                  <a:cubicBezTo>
                    <a:pt x="2971" y="55930"/>
                    <a:pt x="2944" y="55957"/>
                    <a:pt x="2944" y="56011"/>
                  </a:cubicBezTo>
                  <a:cubicBezTo>
                    <a:pt x="2891" y="57991"/>
                    <a:pt x="1820" y="59785"/>
                    <a:pt x="107" y="60802"/>
                  </a:cubicBezTo>
                  <a:cubicBezTo>
                    <a:pt x="54" y="60828"/>
                    <a:pt x="27" y="60855"/>
                    <a:pt x="27" y="60882"/>
                  </a:cubicBezTo>
                  <a:cubicBezTo>
                    <a:pt x="0" y="60935"/>
                    <a:pt x="27" y="60989"/>
                    <a:pt x="80" y="61016"/>
                  </a:cubicBezTo>
                  <a:cubicBezTo>
                    <a:pt x="1820" y="62033"/>
                    <a:pt x="2891" y="63826"/>
                    <a:pt x="2944" y="65834"/>
                  </a:cubicBezTo>
                  <a:cubicBezTo>
                    <a:pt x="2944" y="65887"/>
                    <a:pt x="2971" y="65914"/>
                    <a:pt x="2998" y="65941"/>
                  </a:cubicBezTo>
                  <a:cubicBezTo>
                    <a:pt x="4952" y="66931"/>
                    <a:pt x="6156" y="68885"/>
                    <a:pt x="6156" y="71053"/>
                  </a:cubicBezTo>
                  <a:cubicBezTo>
                    <a:pt x="6156" y="73221"/>
                    <a:pt x="4952" y="75175"/>
                    <a:pt x="2998" y="76165"/>
                  </a:cubicBezTo>
                  <a:cubicBezTo>
                    <a:pt x="2971" y="76192"/>
                    <a:pt x="2944" y="76219"/>
                    <a:pt x="2944" y="76272"/>
                  </a:cubicBezTo>
                  <a:cubicBezTo>
                    <a:pt x="2891" y="78280"/>
                    <a:pt x="1820" y="80073"/>
                    <a:pt x="80" y="81090"/>
                  </a:cubicBezTo>
                  <a:cubicBezTo>
                    <a:pt x="27" y="81117"/>
                    <a:pt x="0" y="81197"/>
                    <a:pt x="54" y="81251"/>
                  </a:cubicBezTo>
                  <a:cubicBezTo>
                    <a:pt x="73" y="81290"/>
                    <a:pt x="122" y="81315"/>
                    <a:pt x="167" y="81315"/>
                  </a:cubicBezTo>
                  <a:cubicBezTo>
                    <a:pt x="184" y="81315"/>
                    <a:pt x="200" y="81311"/>
                    <a:pt x="214" y="81304"/>
                  </a:cubicBezTo>
                  <a:cubicBezTo>
                    <a:pt x="2008" y="80260"/>
                    <a:pt x="3105" y="78413"/>
                    <a:pt x="3185" y="76352"/>
                  </a:cubicBezTo>
                  <a:cubicBezTo>
                    <a:pt x="5193" y="75309"/>
                    <a:pt x="6424" y="73301"/>
                    <a:pt x="6424" y="71053"/>
                  </a:cubicBezTo>
                  <a:cubicBezTo>
                    <a:pt x="6424" y="68805"/>
                    <a:pt x="5193" y="66797"/>
                    <a:pt x="3185" y="65753"/>
                  </a:cubicBezTo>
                  <a:cubicBezTo>
                    <a:pt x="3105" y="63773"/>
                    <a:pt x="2088" y="61979"/>
                    <a:pt x="402" y="60909"/>
                  </a:cubicBezTo>
                  <a:cubicBezTo>
                    <a:pt x="2088" y="59865"/>
                    <a:pt x="3105" y="58072"/>
                    <a:pt x="3185" y="56091"/>
                  </a:cubicBezTo>
                  <a:cubicBezTo>
                    <a:pt x="5193" y="55047"/>
                    <a:pt x="6424" y="53040"/>
                    <a:pt x="6424" y="50791"/>
                  </a:cubicBezTo>
                  <a:cubicBezTo>
                    <a:pt x="6424" y="48543"/>
                    <a:pt x="5193" y="46536"/>
                    <a:pt x="3185" y="45492"/>
                  </a:cubicBezTo>
                  <a:cubicBezTo>
                    <a:pt x="3185" y="43591"/>
                    <a:pt x="2088" y="41718"/>
                    <a:pt x="402" y="40647"/>
                  </a:cubicBezTo>
                  <a:cubicBezTo>
                    <a:pt x="1900" y="39710"/>
                    <a:pt x="3319" y="37890"/>
                    <a:pt x="3185" y="35829"/>
                  </a:cubicBezTo>
                  <a:cubicBezTo>
                    <a:pt x="5193" y="34785"/>
                    <a:pt x="6424" y="32751"/>
                    <a:pt x="6424" y="30530"/>
                  </a:cubicBezTo>
                  <a:cubicBezTo>
                    <a:pt x="6424" y="28281"/>
                    <a:pt x="5193" y="26247"/>
                    <a:pt x="3185" y="25230"/>
                  </a:cubicBezTo>
                  <a:cubicBezTo>
                    <a:pt x="3105" y="23223"/>
                    <a:pt x="2061" y="21429"/>
                    <a:pt x="402" y="20386"/>
                  </a:cubicBezTo>
                  <a:cubicBezTo>
                    <a:pt x="2088" y="19315"/>
                    <a:pt x="3185" y="17441"/>
                    <a:pt x="3185" y="15595"/>
                  </a:cubicBezTo>
                  <a:cubicBezTo>
                    <a:pt x="3185" y="15595"/>
                    <a:pt x="3185" y="15568"/>
                    <a:pt x="3185" y="15541"/>
                  </a:cubicBezTo>
                  <a:cubicBezTo>
                    <a:pt x="5193" y="14524"/>
                    <a:pt x="6424" y="12490"/>
                    <a:pt x="6424" y="10268"/>
                  </a:cubicBezTo>
                  <a:cubicBezTo>
                    <a:pt x="6424" y="8020"/>
                    <a:pt x="5193" y="5986"/>
                    <a:pt x="3185" y="4969"/>
                  </a:cubicBezTo>
                  <a:lnTo>
                    <a:pt x="3185" y="4942"/>
                  </a:lnTo>
                  <a:cubicBezTo>
                    <a:pt x="3185" y="3041"/>
                    <a:pt x="2008" y="1061"/>
                    <a:pt x="214" y="17"/>
                  </a:cubicBezTo>
                  <a:cubicBezTo>
                    <a:pt x="195" y="7"/>
                    <a:pt x="171" y="1"/>
                    <a:pt x="1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0" name="Google Shape;2130;p115"/>
            <p:cNvSpPr/>
            <p:nvPr/>
          </p:nvSpPr>
          <p:spPr>
            <a:xfrm>
              <a:off x="378625" y="566950"/>
              <a:ext cx="159950" cy="2033000"/>
            </a:xfrm>
            <a:custGeom>
              <a:avLst/>
              <a:gdLst/>
              <a:ahLst/>
              <a:cxnLst/>
              <a:rect l="l" t="t" r="r" b="b"/>
              <a:pathLst>
                <a:path w="6398" h="81320" extrusionOk="0">
                  <a:moveTo>
                    <a:pt x="120" y="1"/>
                  </a:moveTo>
                  <a:cubicBezTo>
                    <a:pt x="81" y="1"/>
                    <a:pt x="44" y="24"/>
                    <a:pt x="28" y="57"/>
                  </a:cubicBezTo>
                  <a:cubicBezTo>
                    <a:pt x="1" y="84"/>
                    <a:pt x="1" y="110"/>
                    <a:pt x="1" y="137"/>
                  </a:cubicBezTo>
                  <a:cubicBezTo>
                    <a:pt x="1" y="164"/>
                    <a:pt x="28" y="217"/>
                    <a:pt x="54" y="244"/>
                  </a:cubicBezTo>
                  <a:cubicBezTo>
                    <a:pt x="1821" y="1261"/>
                    <a:pt x="2972" y="3188"/>
                    <a:pt x="2918" y="5035"/>
                  </a:cubicBezTo>
                  <a:cubicBezTo>
                    <a:pt x="2918" y="5116"/>
                    <a:pt x="2945" y="5142"/>
                    <a:pt x="2999" y="5169"/>
                  </a:cubicBezTo>
                  <a:cubicBezTo>
                    <a:pt x="4952" y="6133"/>
                    <a:pt x="6157" y="8086"/>
                    <a:pt x="6157" y="10255"/>
                  </a:cubicBezTo>
                  <a:cubicBezTo>
                    <a:pt x="6157" y="12449"/>
                    <a:pt x="4952" y="14403"/>
                    <a:pt x="2999" y="15367"/>
                  </a:cubicBezTo>
                  <a:cubicBezTo>
                    <a:pt x="2945" y="15394"/>
                    <a:pt x="2918" y="15447"/>
                    <a:pt x="2918" y="15501"/>
                  </a:cubicBezTo>
                  <a:cubicBezTo>
                    <a:pt x="2972" y="17347"/>
                    <a:pt x="1848" y="19248"/>
                    <a:pt x="81" y="20292"/>
                  </a:cubicBezTo>
                  <a:cubicBezTo>
                    <a:pt x="54" y="20292"/>
                    <a:pt x="28" y="20318"/>
                    <a:pt x="1" y="20372"/>
                  </a:cubicBezTo>
                  <a:cubicBezTo>
                    <a:pt x="1" y="20425"/>
                    <a:pt x="28" y="20479"/>
                    <a:pt x="54" y="20506"/>
                  </a:cubicBezTo>
                  <a:cubicBezTo>
                    <a:pt x="1794" y="21496"/>
                    <a:pt x="2865" y="23316"/>
                    <a:pt x="2918" y="25324"/>
                  </a:cubicBezTo>
                  <a:cubicBezTo>
                    <a:pt x="2918" y="25350"/>
                    <a:pt x="2945" y="25404"/>
                    <a:pt x="2999" y="25431"/>
                  </a:cubicBezTo>
                  <a:cubicBezTo>
                    <a:pt x="4952" y="26394"/>
                    <a:pt x="6157" y="28348"/>
                    <a:pt x="6157" y="30543"/>
                  </a:cubicBezTo>
                  <a:cubicBezTo>
                    <a:pt x="6157" y="32711"/>
                    <a:pt x="4952" y="34665"/>
                    <a:pt x="2999" y="35628"/>
                  </a:cubicBezTo>
                  <a:cubicBezTo>
                    <a:pt x="2945" y="35655"/>
                    <a:pt x="2918" y="35709"/>
                    <a:pt x="2918" y="35762"/>
                  </a:cubicBezTo>
                  <a:cubicBezTo>
                    <a:pt x="3079" y="37823"/>
                    <a:pt x="1607" y="39643"/>
                    <a:pt x="81" y="40553"/>
                  </a:cubicBezTo>
                  <a:cubicBezTo>
                    <a:pt x="54" y="40553"/>
                    <a:pt x="28" y="40580"/>
                    <a:pt x="1" y="40633"/>
                  </a:cubicBezTo>
                  <a:cubicBezTo>
                    <a:pt x="1" y="40687"/>
                    <a:pt x="28" y="40741"/>
                    <a:pt x="54" y="40767"/>
                  </a:cubicBezTo>
                  <a:cubicBezTo>
                    <a:pt x="1794" y="41784"/>
                    <a:pt x="2918" y="43658"/>
                    <a:pt x="2918" y="45532"/>
                  </a:cubicBezTo>
                  <a:cubicBezTo>
                    <a:pt x="2918" y="45558"/>
                    <a:pt x="2918" y="45558"/>
                    <a:pt x="2918" y="45585"/>
                  </a:cubicBezTo>
                  <a:cubicBezTo>
                    <a:pt x="2918" y="45612"/>
                    <a:pt x="2945" y="45665"/>
                    <a:pt x="2999" y="45692"/>
                  </a:cubicBezTo>
                  <a:cubicBezTo>
                    <a:pt x="4952" y="46656"/>
                    <a:pt x="6157" y="48636"/>
                    <a:pt x="6157" y="50804"/>
                  </a:cubicBezTo>
                  <a:cubicBezTo>
                    <a:pt x="6157" y="52972"/>
                    <a:pt x="4952" y="54926"/>
                    <a:pt x="2999" y="55917"/>
                  </a:cubicBezTo>
                  <a:cubicBezTo>
                    <a:pt x="2945" y="55917"/>
                    <a:pt x="2918" y="55970"/>
                    <a:pt x="2918" y="56024"/>
                  </a:cubicBezTo>
                  <a:cubicBezTo>
                    <a:pt x="2865" y="58004"/>
                    <a:pt x="1821" y="59798"/>
                    <a:pt x="81" y="60815"/>
                  </a:cubicBezTo>
                  <a:cubicBezTo>
                    <a:pt x="54" y="60815"/>
                    <a:pt x="28" y="60868"/>
                    <a:pt x="1" y="60895"/>
                  </a:cubicBezTo>
                  <a:cubicBezTo>
                    <a:pt x="1" y="60949"/>
                    <a:pt x="28" y="61002"/>
                    <a:pt x="54" y="61029"/>
                  </a:cubicBezTo>
                  <a:cubicBezTo>
                    <a:pt x="1794" y="62046"/>
                    <a:pt x="2865" y="63839"/>
                    <a:pt x="2918" y="65847"/>
                  </a:cubicBezTo>
                  <a:cubicBezTo>
                    <a:pt x="2918" y="65900"/>
                    <a:pt x="2945" y="65927"/>
                    <a:pt x="2999" y="65954"/>
                  </a:cubicBezTo>
                  <a:cubicBezTo>
                    <a:pt x="4952" y="66944"/>
                    <a:pt x="6157" y="68898"/>
                    <a:pt x="6157" y="71066"/>
                  </a:cubicBezTo>
                  <a:cubicBezTo>
                    <a:pt x="6157" y="73234"/>
                    <a:pt x="4952" y="75188"/>
                    <a:pt x="2999" y="76178"/>
                  </a:cubicBezTo>
                  <a:cubicBezTo>
                    <a:pt x="2945" y="76178"/>
                    <a:pt x="2918" y="76232"/>
                    <a:pt x="2918" y="76285"/>
                  </a:cubicBezTo>
                  <a:cubicBezTo>
                    <a:pt x="2865" y="78293"/>
                    <a:pt x="1821" y="80086"/>
                    <a:pt x="81" y="81076"/>
                  </a:cubicBezTo>
                  <a:cubicBezTo>
                    <a:pt x="1" y="81130"/>
                    <a:pt x="1" y="81183"/>
                    <a:pt x="28" y="81264"/>
                  </a:cubicBezTo>
                  <a:cubicBezTo>
                    <a:pt x="44" y="81297"/>
                    <a:pt x="81" y="81320"/>
                    <a:pt x="120" y="81320"/>
                  </a:cubicBezTo>
                  <a:cubicBezTo>
                    <a:pt x="143" y="81320"/>
                    <a:pt x="168" y="81311"/>
                    <a:pt x="188" y="81290"/>
                  </a:cubicBezTo>
                  <a:cubicBezTo>
                    <a:pt x="1981" y="80273"/>
                    <a:pt x="3106" y="78427"/>
                    <a:pt x="3159" y="76366"/>
                  </a:cubicBezTo>
                  <a:cubicBezTo>
                    <a:pt x="5167" y="75322"/>
                    <a:pt x="6398" y="73314"/>
                    <a:pt x="6398" y="71066"/>
                  </a:cubicBezTo>
                  <a:cubicBezTo>
                    <a:pt x="6398" y="68818"/>
                    <a:pt x="5167" y="66784"/>
                    <a:pt x="3159" y="65766"/>
                  </a:cubicBezTo>
                  <a:cubicBezTo>
                    <a:pt x="3106" y="63786"/>
                    <a:pt x="2062" y="61992"/>
                    <a:pt x="376" y="60922"/>
                  </a:cubicBezTo>
                  <a:cubicBezTo>
                    <a:pt x="2062" y="59878"/>
                    <a:pt x="3106" y="58085"/>
                    <a:pt x="3159" y="56104"/>
                  </a:cubicBezTo>
                  <a:cubicBezTo>
                    <a:pt x="5167" y="55060"/>
                    <a:pt x="6398" y="53053"/>
                    <a:pt x="6398" y="50804"/>
                  </a:cubicBezTo>
                  <a:cubicBezTo>
                    <a:pt x="6398" y="48556"/>
                    <a:pt x="5167" y="46522"/>
                    <a:pt x="3159" y="45505"/>
                  </a:cubicBezTo>
                  <a:cubicBezTo>
                    <a:pt x="3159" y="43604"/>
                    <a:pt x="2062" y="41731"/>
                    <a:pt x="376" y="40660"/>
                  </a:cubicBezTo>
                  <a:cubicBezTo>
                    <a:pt x="1901" y="39723"/>
                    <a:pt x="3293" y="37903"/>
                    <a:pt x="3186" y="35816"/>
                  </a:cubicBezTo>
                  <a:cubicBezTo>
                    <a:pt x="5167" y="34799"/>
                    <a:pt x="6398" y="32764"/>
                    <a:pt x="6398" y="30543"/>
                  </a:cubicBezTo>
                  <a:cubicBezTo>
                    <a:pt x="6398" y="28295"/>
                    <a:pt x="5167" y="26260"/>
                    <a:pt x="3159" y="25243"/>
                  </a:cubicBezTo>
                  <a:cubicBezTo>
                    <a:pt x="3079" y="23236"/>
                    <a:pt x="2035" y="21443"/>
                    <a:pt x="376" y="20399"/>
                  </a:cubicBezTo>
                  <a:cubicBezTo>
                    <a:pt x="2089" y="19328"/>
                    <a:pt x="3186" y="17401"/>
                    <a:pt x="3186" y="15554"/>
                  </a:cubicBezTo>
                  <a:cubicBezTo>
                    <a:pt x="5167" y="14537"/>
                    <a:pt x="6398" y="12503"/>
                    <a:pt x="6398" y="10255"/>
                  </a:cubicBezTo>
                  <a:cubicBezTo>
                    <a:pt x="6398" y="8033"/>
                    <a:pt x="5167" y="5999"/>
                    <a:pt x="3186" y="4982"/>
                  </a:cubicBezTo>
                  <a:lnTo>
                    <a:pt x="3186" y="4955"/>
                  </a:lnTo>
                  <a:cubicBezTo>
                    <a:pt x="3186" y="3028"/>
                    <a:pt x="1981" y="1074"/>
                    <a:pt x="188" y="30"/>
                  </a:cubicBezTo>
                  <a:cubicBezTo>
                    <a:pt x="168" y="10"/>
                    <a:pt x="143" y="1"/>
                    <a:pt x="12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1" name="Google Shape;2131;p115"/>
            <p:cNvSpPr/>
            <p:nvPr/>
          </p:nvSpPr>
          <p:spPr>
            <a:xfrm>
              <a:off x="224725" y="818875"/>
              <a:ext cx="159950" cy="2032875"/>
            </a:xfrm>
            <a:custGeom>
              <a:avLst/>
              <a:gdLst/>
              <a:ahLst/>
              <a:cxnLst/>
              <a:rect l="l" t="t" r="r" b="b"/>
              <a:pathLst>
                <a:path w="6398" h="81315" extrusionOk="0">
                  <a:moveTo>
                    <a:pt x="129" y="1"/>
                  </a:moveTo>
                  <a:cubicBezTo>
                    <a:pt x="83" y="1"/>
                    <a:pt x="44" y="20"/>
                    <a:pt x="27" y="70"/>
                  </a:cubicBezTo>
                  <a:cubicBezTo>
                    <a:pt x="27" y="70"/>
                    <a:pt x="1" y="97"/>
                    <a:pt x="1" y="124"/>
                  </a:cubicBezTo>
                  <a:cubicBezTo>
                    <a:pt x="1" y="178"/>
                    <a:pt x="27" y="204"/>
                    <a:pt x="81" y="231"/>
                  </a:cubicBezTo>
                  <a:cubicBezTo>
                    <a:pt x="1821" y="1248"/>
                    <a:pt x="2972" y="3175"/>
                    <a:pt x="2918" y="5022"/>
                  </a:cubicBezTo>
                  <a:cubicBezTo>
                    <a:pt x="2945" y="5076"/>
                    <a:pt x="2945" y="5129"/>
                    <a:pt x="2998" y="5156"/>
                  </a:cubicBezTo>
                  <a:cubicBezTo>
                    <a:pt x="4952" y="6119"/>
                    <a:pt x="6157" y="8073"/>
                    <a:pt x="6157" y="10268"/>
                  </a:cubicBezTo>
                  <a:cubicBezTo>
                    <a:pt x="6157" y="12436"/>
                    <a:pt x="4952" y="14390"/>
                    <a:pt x="2998" y="15354"/>
                  </a:cubicBezTo>
                  <a:cubicBezTo>
                    <a:pt x="2945" y="15380"/>
                    <a:pt x="2918" y="15461"/>
                    <a:pt x="2918" y="15487"/>
                  </a:cubicBezTo>
                  <a:cubicBezTo>
                    <a:pt x="2998" y="17334"/>
                    <a:pt x="1848" y="19235"/>
                    <a:pt x="108" y="20278"/>
                  </a:cubicBezTo>
                  <a:cubicBezTo>
                    <a:pt x="54" y="20278"/>
                    <a:pt x="27" y="20305"/>
                    <a:pt x="27" y="20359"/>
                  </a:cubicBezTo>
                  <a:cubicBezTo>
                    <a:pt x="1" y="20412"/>
                    <a:pt x="27" y="20466"/>
                    <a:pt x="81" y="20493"/>
                  </a:cubicBezTo>
                  <a:cubicBezTo>
                    <a:pt x="1794" y="21510"/>
                    <a:pt x="2865" y="23303"/>
                    <a:pt x="2918" y="25310"/>
                  </a:cubicBezTo>
                  <a:cubicBezTo>
                    <a:pt x="2945" y="25364"/>
                    <a:pt x="2972" y="25391"/>
                    <a:pt x="2998" y="25417"/>
                  </a:cubicBezTo>
                  <a:cubicBezTo>
                    <a:pt x="4952" y="26381"/>
                    <a:pt x="6157" y="28362"/>
                    <a:pt x="6157" y="30530"/>
                  </a:cubicBezTo>
                  <a:cubicBezTo>
                    <a:pt x="6157" y="32698"/>
                    <a:pt x="4952" y="34652"/>
                    <a:pt x="2998" y="35642"/>
                  </a:cubicBezTo>
                  <a:cubicBezTo>
                    <a:pt x="2945" y="35642"/>
                    <a:pt x="2918" y="35695"/>
                    <a:pt x="2918" y="35749"/>
                  </a:cubicBezTo>
                  <a:cubicBezTo>
                    <a:pt x="3106" y="37837"/>
                    <a:pt x="1633" y="39630"/>
                    <a:pt x="108" y="40540"/>
                  </a:cubicBezTo>
                  <a:cubicBezTo>
                    <a:pt x="54" y="40540"/>
                    <a:pt x="27" y="40594"/>
                    <a:pt x="27" y="40620"/>
                  </a:cubicBezTo>
                  <a:cubicBezTo>
                    <a:pt x="1" y="40674"/>
                    <a:pt x="27" y="40727"/>
                    <a:pt x="81" y="40754"/>
                  </a:cubicBezTo>
                  <a:cubicBezTo>
                    <a:pt x="1821" y="41771"/>
                    <a:pt x="2918" y="43645"/>
                    <a:pt x="2918" y="45545"/>
                  </a:cubicBezTo>
                  <a:cubicBezTo>
                    <a:pt x="2918" y="45545"/>
                    <a:pt x="2918" y="45545"/>
                    <a:pt x="2918" y="45572"/>
                  </a:cubicBezTo>
                  <a:cubicBezTo>
                    <a:pt x="2918" y="45626"/>
                    <a:pt x="2945" y="45652"/>
                    <a:pt x="2998" y="45679"/>
                  </a:cubicBezTo>
                  <a:cubicBezTo>
                    <a:pt x="4952" y="46669"/>
                    <a:pt x="6157" y="48623"/>
                    <a:pt x="6157" y="50791"/>
                  </a:cubicBezTo>
                  <a:cubicBezTo>
                    <a:pt x="6157" y="52959"/>
                    <a:pt x="4952" y="54913"/>
                    <a:pt x="2998" y="55904"/>
                  </a:cubicBezTo>
                  <a:cubicBezTo>
                    <a:pt x="2945" y="55930"/>
                    <a:pt x="2918" y="55957"/>
                    <a:pt x="2918" y="56011"/>
                  </a:cubicBezTo>
                  <a:cubicBezTo>
                    <a:pt x="2891" y="57991"/>
                    <a:pt x="1821" y="59785"/>
                    <a:pt x="108" y="60802"/>
                  </a:cubicBezTo>
                  <a:cubicBezTo>
                    <a:pt x="54" y="60828"/>
                    <a:pt x="27" y="60855"/>
                    <a:pt x="27" y="60882"/>
                  </a:cubicBezTo>
                  <a:cubicBezTo>
                    <a:pt x="1" y="60935"/>
                    <a:pt x="27" y="60989"/>
                    <a:pt x="81" y="61016"/>
                  </a:cubicBezTo>
                  <a:cubicBezTo>
                    <a:pt x="1821" y="62033"/>
                    <a:pt x="2891" y="63826"/>
                    <a:pt x="2918" y="65834"/>
                  </a:cubicBezTo>
                  <a:cubicBezTo>
                    <a:pt x="2918" y="65887"/>
                    <a:pt x="2945" y="65914"/>
                    <a:pt x="2998" y="65941"/>
                  </a:cubicBezTo>
                  <a:cubicBezTo>
                    <a:pt x="4952" y="66931"/>
                    <a:pt x="6157" y="68885"/>
                    <a:pt x="6157" y="71053"/>
                  </a:cubicBezTo>
                  <a:cubicBezTo>
                    <a:pt x="6157" y="73221"/>
                    <a:pt x="4952" y="75175"/>
                    <a:pt x="2998" y="76165"/>
                  </a:cubicBezTo>
                  <a:cubicBezTo>
                    <a:pt x="2945" y="76192"/>
                    <a:pt x="2918" y="76219"/>
                    <a:pt x="2918" y="76272"/>
                  </a:cubicBezTo>
                  <a:cubicBezTo>
                    <a:pt x="2891" y="78280"/>
                    <a:pt x="1821" y="80073"/>
                    <a:pt x="81" y="81090"/>
                  </a:cubicBezTo>
                  <a:cubicBezTo>
                    <a:pt x="27" y="81117"/>
                    <a:pt x="1" y="81197"/>
                    <a:pt x="27" y="81251"/>
                  </a:cubicBezTo>
                  <a:cubicBezTo>
                    <a:pt x="67" y="81290"/>
                    <a:pt x="106" y="81315"/>
                    <a:pt x="156" y="81315"/>
                  </a:cubicBezTo>
                  <a:cubicBezTo>
                    <a:pt x="174" y="81315"/>
                    <a:pt x="193" y="81311"/>
                    <a:pt x="215" y="81304"/>
                  </a:cubicBezTo>
                  <a:cubicBezTo>
                    <a:pt x="2008" y="80260"/>
                    <a:pt x="3106" y="78413"/>
                    <a:pt x="3186" y="76352"/>
                  </a:cubicBezTo>
                  <a:cubicBezTo>
                    <a:pt x="5166" y="75309"/>
                    <a:pt x="6398" y="73301"/>
                    <a:pt x="6398" y="71053"/>
                  </a:cubicBezTo>
                  <a:cubicBezTo>
                    <a:pt x="6398" y="68805"/>
                    <a:pt x="5166" y="66797"/>
                    <a:pt x="3186" y="65753"/>
                  </a:cubicBezTo>
                  <a:cubicBezTo>
                    <a:pt x="3106" y="63773"/>
                    <a:pt x="2062" y="61979"/>
                    <a:pt x="375" y="60909"/>
                  </a:cubicBezTo>
                  <a:cubicBezTo>
                    <a:pt x="2062" y="59865"/>
                    <a:pt x="3106" y="58072"/>
                    <a:pt x="3186" y="56091"/>
                  </a:cubicBezTo>
                  <a:cubicBezTo>
                    <a:pt x="5166" y="55047"/>
                    <a:pt x="6398" y="53040"/>
                    <a:pt x="6398" y="50791"/>
                  </a:cubicBezTo>
                  <a:cubicBezTo>
                    <a:pt x="6398" y="48543"/>
                    <a:pt x="5166" y="46536"/>
                    <a:pt x="3186" y="45492"/>
                  </a:cubicBezTo>
                  <a:cubicBezTo>
                    <a:pt x="3159" y="43591"/>
                    <a:pt x="2088" y="41718"/>
                    <a:pt x="375" y="40647"/>
                  </a:cubicBezTo>
                  <a:cubicBezTo>
                    <a:pt x="1901" y="39710"/>
                    <a:pt x="3320" y="37890"/>
                    <a:pt x="3186" y="35829"/>
                  </a:cubicBezTo>
                  <a:cubicBezTo>
                    <a:pt x="5166" y="34785"/>
                    <a:pt x="6398" y="32751"/>
                    <a:pt x="6398" y="30530"/>
                  </a:cubicBezTo>
                  <a:cubicBezTo>
                    <a:pt x="6398" y="28281"/>
                    <a:pt x="5166" y="26247"/>
                    <a:pt x="3186" y="25230"/>
                  </a:cubicBezTo>
                  <a:cubicBezTo>
                    <a:pt x="3079" y="23223"/>
                    <a:pt x="2062" y="21429"/>
                    <a:pt x="375" y="20386"/>
                  </a:cubicBezTo>
                  <a:cubicBezTo>
                    <a:pt x="2088" y="19315"/>
                    <a:pt x="3186" y="17441"/>
                    <a:pt x="3186" y="15595"/>
                  </a:cubicBezTo>
                  <a:cubicBezTo>
                    <a:pt x="3186" y="15595"/>
                    <a:pt x="3186" y="15568"/>
                    <a:pt x="3186" y="15541"/>
                  </a:cubicBezTo>
                  <a:cubicBezTo>
                    <a:pt x="5166" y="14524"/>
                    <a:pt x="6398" y="12490"/>
                    <a:pt x="6398" y="10268"/>
                  </a:cubicBezTo>
                  <a:cubicBezTo>
                    <a:pt x="6398" y="8020"/>
                    <a:pt x="5166" y="5986"/>
                    <a:pt x="3186" y="4969"/>
                  </a:cubicBezTo>
                  <a:lnTo>
                    <a:pt x="3186" y="4942"/>
                  </a:lnTo>
                  <a:cubicBezTo>
                    <a:pt x="3186" y="3041"/>
                    <a:pt x="1981" y="1061"/>
                    <a:pt x="215" y="17"/>
                  </a:cubicBezTo>
                  <a:cubicBezTo>
                    <a:pt x="185" y="7"/>
                    <a:pt x="156" y="1"/>
                    <a:pt x="12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2" name="Google Shape;2132;p115"/>
            <p:cNvSpPr/>
            <p:nvPr/>
          </p:nvSpPr>
          <p:spPr>
            <a:xfrm>
              <a:off x="1914975" y="2593575"/>
              <a:ext cx="160625" cy="2032875"/>
            </a:xfrm>
            <a:custGeom>
              <a:avLst/>
              <a:gdLst/>
              <a:ahLst/>
              <a:cxnLst/>
              <a:rect l="l" t="t" r="r" b="b"/>
              <a:pathLst>
                <a:path w="6425" h="81315" extrusionOk="0">
                  <a:moveTo>
                    <a:pt x="151" y="1"/>
                  </a:moveTo>
                  <a:cubicBezTo>
                    <a:pt x="95" y="1"/>
                    <a:pt x="47" y="26"/>
                    <a:pt x="27" y="65"/>
                  </a:cubicBezTo>
                  <a:cubicBezTo>
                    <a:pt x="27" y="92"/>
                    <a:pt x="27" y="118"/>
                    <a:pt x="27" y="118"/>
                  </a:cubicBezTo>
                  <a:cubicBezTo>
                    <a:pt x="27" y="172"/>
                    <a:pt x="27" y="225"/>
                    <a:pt x="81" y="225"/>
                  </a:cubicBezTo>
                  <a:cubicBezTo>
                    <a:pt x="1821" y="1243"/>
                    <a:pt x="2972" y="3170"/>
                    <a:pt x="2945" y="5043"/>
                  </a:cubicBezTo>
                  <a:cubicBezTo>
                    <a:pt x="2945" y="5070"/>
                    <a:pt x="2972" y="5124"/>
                    <a:pt x="2998" y="5150"/>
                  </a:cubicBezTo>
                  <a:cubicBezTo>
                    <a:pt x="4952" y="6141"/>
                    <a:pt x="6157" y="8095"/>
                    <a:pt x="6157" y="10263"/>
                  </a:cubicBezTo>
                  <a:cubicBezTo>
                    <a:pt x="6157" y="12431"/>
                    <a:pt x="4952" y="14384"/>
                    <a:pt x="2998" y="15375"/>
                  </a:cubicBezTo>
                  <a:cubicBezTo>
                    <a:pt x="2945" y="15402"/>
                    <a:pt x="2945" y="15428"/>
                    <a:pt x="2945" y="15482"/>
                  </a:cubicBezTo>
                  <a:cubicBezTo>
                    <a:pt x="2998" y="17355"/>
                    <a:pt x="1848" y="19256"/>
                    <a:pt x="108" y="20273"/>
                  </a:cubicBezTo>
                  <a:cubicBezTo>
                    <a:pt x="54" y="20300"/>
                    <a:pt x="27" y="20326"/>
                    <a:pt x="27" y="20353"/>
                  </a:cubicBezTo>
                  <a:cubicBezTo>
                    <a:pt x="1" y="20407"/>
                    <a:pt x="27" y="20460"/>
                    <a:pt x="81" y="20514"/>
                  </a:cubicBezTo>
                  <a:cubicBezTo>
                    <a:pt x="1794" y="21504"/>
                    <a:pt x="2865" y="23297"/>
                    <a:pt x="2945" y="25305"/>
                  </a:cubicBezTo>
                  <a:cubicBezTo>
                    <a:pt x="2945" y="25358"/>
                    <a:pt x="2972" y="25385"/>
                    <a:pt x="2998" y="25412"/>
                  </a:cubicBezTo>
                  <a:cubicBezTo>
                    <a:pt x="4952" y="26402"/>
                    <a:pt x="6157" y="28356"/>
                    <a:pt x="6157" y="30524"/>
                  </a:cubicBezTo>
                  <a:cubicBezTo>
                    <a:pt x="6157" y="32692"/>
                    <a:pt x="4952" y="34646"/>
                    <a:pt x="2998" y="35636"/>
                  </a:cubicBezTo>
                  <a:cubicBezTo>
                    <a:pt x="2945" y="35663"/>
                    <a:pt x="2918" y="35717"/>
                    <a:pt x="2945" y="35770"/>
                  </a:cubicBezTo>
                  <a:cubicBezTo>
                    <a:pt x="3106" y="37831"/>
                    <a:pt x="1633" y="39651"/>
                    <a:pt x="108" y="40535"/>
                  </a:cubicBezTo>
                  <a:cubicBezTo>
                    <a:pt x="54" y="40561"/>
                    <a:pt x="27" y="40588"/>
                    <a:pt x="27" y="40615"/>
                  </a:cubicBezTo>
                  <a:cubicBezTo>
                    <a:pt x="1" y="40668"/>
                    <a:pt x="27" y="40749"/>
                    <a:pt x="81" y="40775"/>
                  </a:cubicBezTo>
                  <a:cubicBezTo>
                    <a:pt x="1821" y="41766"/>
                    <a:pt x="2945" y="43639"/>
                    <a:pt x="2945" y="45540"/>
                  </a:cubicBezTo>
                  <a:cubicBezTo>
                    <a:pt x="2945" y="45540"/>
                    <a:pt x="2945" y="45566"/>
                    <a:pt x="2945" y="45566"/>
                  </a:cubicBezTo>
                  <a:cubicBezTo>
                    <a:pt x="2945" y="45620"/>
                    <a:pt x="2972" y="45674"/>
                    <a:pt x="2998" y="45674"/>
                  </a:cubicBezTo>
                  <a:cubicBezTo>
                    <a:pt x="4952" y="46664"/>
                    <a:pt x="6157" y="48618"/>
                    <a:pt x="6157" y="50786"/>
                  </a:cubicBezTo>
                  <a:cubicBezTo>
                    <a:pt x="6157" y="52954"/>
                    <a:pt x="4952" y="54934"/>
                    <a:pt x="2998" y="55898"/>
                  </a:cubicBezTo>
                  <a:cubicBezTo>
                    <a:pt x="2972" y="55925"/>
                    <a:pt x="2945" y="55952"/>
                    <a:pt x="2945" y="56005"/>
                  </a:cubicBezTo>
                  <a:cubicBezTo>
                    <a:pt x="2891" y="58012"/>
                    <a:pt x="1821" y="59806"/>
                    <a:pt x="108" y="60796"/>
                  </a:cubicBezTo>
                  <a:cubicBezTo>
                    <a:pt x="54" y="60823"/>
                    <a:pt x="27" y="60850"/>
                    <a:pt x="27" y="60903"/>
                  </a:cubicBezTo>
                  <a:cubicBezTo>
                    <a:pt x="1" y="60957"/>
                    <a:pt x="27" y="61010"/>
                    <a:pt x="81" y="61037"/>
                  </a:cubicBezTo>
                  <a:cubicBezTo>
                    <a:pt x="1821" y="62054"/>
                    <a:pt x="2891" y="63847"/>
                    <a:pt x="2945" y="65828"/>
                  </a:cubicBezTo>
                  <a:cubicBezTo>
                    <a:pt x="2945" y="65882"/>
                    <a:pt x="2972" y="65935"/>
                    <a:pt x="2998" y="65962"/>
                  </a:cubicBezTo>
                  <a:cubicBezTo>
                    <a:pt x="4952" y="66925"/>
                    <a:pt x="6157" y="68879"/>
                    <a:pt x="6157" y="71047"/>
                  </a:cubicBezTo>
                  <a:cubicBezTo>
                    <a:pt x="6157" y="73242"/>
                    <a:pt x="4952" y="75196"/>
                    <a:pt x="2998" y="76160"/>
                  </a:cubicBezTo>
                  <a:cubicBezTo>
                    <a:pt x="2972" y="76186"/>
                    <a:pt x="2945" y="76240"/>
                    <a:pt x="2945" y="76267"/>
                  </a:cubicBezTo>
                  <a:cubicBezTo>
                    <a:pt x="2891" y="78274"/>
                    <a:pt x="1821" y="80067"/>
                    <a:pt x="81" y="81084"/>
                  </a:cubicBezTo>
                  <a:cubicBezTo>
                    <a:pt x="27" y="81111"/>
                    <a:pt x="1" y="81191"/>
                    <a:pt x="27" y="81245"/>
                  </a:cubicBezTo>
                  <a:cubicBezTo>
                    <a:pt x="61" y="81296"/>
                    <a:pt x="106" y="81315"/>
                    <a:pt x="148" y="81315"/>
                  </a:cubicBezTo>
                  <a:cubicBezTo>
                    <a:pt x="172" y="81315"/>
                    <a:pt x="195" y="81308"/>
                    <a:pt x="215" y="81299"/>
                  </a:cubicBezTo>
                  <a:cubicBezTo>
                    <a:pt x="2008" y="80255"/>
                    <a:pt x="3106" y="78408"/>
                    <a:pt x="3186" y="76347"/>
                  </a:cubicBezTo>
                  <a:cubicBezTo>
                    <a:pt x="5166" y="75330"/>
                    <a:pt x="6424" y="73296"/>
                    <a:pt x="6424" y="71047"/>
                  </a:cubicBezTo>
                  <a:cubicBezTo>
                    <a:pt x="6424" y="68826"/>
                    <a:pt x="5166" y="66792"/>
                    <a:pt x="3186" y="65748"/>
                  </a:cubicBezTo>
                  <a:cubicBezTo>
                    <a:pt x="3106" y="63767"/>
                    <a:pt x="2062" y="61974"/>
                    <a:pt x="375" y="60930"/>
                  </a:cubicBezTo>
                  <a:cubicBezTo>
                    <a:pt x="2062" y="59859"/>
                    <a:pt x="3106" y="58093"/>
                    <a:pt x="3186" y="56085"/>
                  </a:cubicBezTo>
                  <a:cubicBezTo>
                    <a:pt x="5166" y="55068"/>
                    <a:pt x="6424" y="53034"/>
                    <a:pt x="6424" y="50786"/>
                  </a:cubicBezTo>
                  <a:cubicBezTo>
                    <a:pt x="6424" y="48537"/>
                    <a:pt x="5166" y="46530"/>
                    <a:pt x="3186" y="45486"/>
                  </a:cubicBezTo>
                  <a:cubicBezTo>
                    <a:pt x="3159" y="43586"/>
                    <a:pt x="2088" y="41739"/>
                    <a:pt x="375" y="40668"/>
                  </a:cubicBezTo>
                  <a:cubicBezTo>
                    <a:pt x="1901" y="39705"/>
                    <a:pt x="3320" y="37885"/>
                    <a:pt x="3186" y="35824"/>
                  </a:cubicBezTo>
                  <a:cubicBezTo>
                    <a:pt x="5193" y="34780"/>
                    <a:pt x="6424" y="32772"/>
                    <a:pt x="6424" y="30524"/>
                  </a:cubicBezTo>
                  <a:cubicBezTo>
                    <a:pt x="6424" y="28276"/>
                    <a:pt x="5166" y="26268"/>
                    <a:pt x="3186" y="25225"/>
                  </a:cubicBezTo>
                  <a:cubicBezTo>
                    <a:pt x="3106" y="23244"/>
                    <a:pt x="2062" y="21451"/>
                    <a:pt x="375" y="20407"/>
                  </a:cubicBezTo>
                  <a:cubicBezTo>
                    <a:pt x="2088" y="19336"/>
                    <a:pt x="3186" y="17436"/>
                    <a:pt x="3186" y="15616"/>
                  </a:cubicBezTo>
                  <a:cubicBezTo>
                    <a:pt x="3186" y="15589"/>
                    <a:pt x="3186" y="15562"/>
                    <a:pt x="3186" y="15562"/>
                  </a:cubicBezTo>
                  <a:cubicBezTo>
                    <a:pt x="5166" y="14518"/>
                    <a:pt x="6424" y="12511"/>
                    <a:pt x="6424" y="10263"/>
                  </a:cubicBezTo>
                  <a:cubicBezTo>
                    <a:pt x="6424" y="8014"/>
                    <a:pt x="5166" y="6007"/>
                    <a:pt x="3186" y="4963"/>
                  </a:cubicBezTo>
                  <a:cubicBezTo>
                    <a:pt x="3186" y="3036"/>
                    <a:pt x="2008" y="1055"/>
                    <a:pt x="215" y="11"/>
                  </a:cubicBezTo>
                  <a:cubicBezTo>
                    <a:pt x="193" y="4"/>
                    <a:pt x="172" y="1"/>
                    <a:pt x="15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3" name="Google Shape;2133;p115"/>
            <p:cNvSpPr/>
            <p:nvPr/>
          </p:nvSpPr>
          <p:spPr>
            <a:xfrm>
              <a:off x="1761075" y="2845375"/>
              <a:ext cx="160625" cy="2032675"/>
            </a:xfrm>
            <a:custGeom>
              <a:avLst/>
              <a:gdLst/>
              <a:ahLst/>
              <a:cxnLst/>
              <a:rect l="l" t="t" r="r" b="b"/>
              <a:pathLst>
                <a:path w="6425" h="81307" extrusionOk="0">
                  <a:moveTo>
                    <a:pt x="146" y="1"/>
                  </a:moveTo>
                  <a:cubicBezTo>
                    <a:pt x="108" y="1"/>
                    <a:pt x="71" y="24"/>
                    <a:pt x="54" y="57"/>
                  </a:cubicBezTo>
                  <a:cubicBezTo>
                    <a:pt x="27" y="84"/>
                    <a:pt x="27" y="110"/>
                    <a:pt x="27" y="137"/>
                  </a:cubicBezTo>
                  <a:cubicBezTo>
                    <a:pt x="27" y="164"/>
                    <a:pt x="54" y="217"/>
                    <a:pt x="81" y="244"/>
                  </a:cubicBezTo>
                  <a:cubicBezTo>
                    <a:pt x="1821" y="1234"/>
                    <a:pt x="2972" y="3162"/>
                    <a:pt x="2945" y="5035"/>
                  </a:cubicBezTo>
                  <a:cubicBezTo>
                    <a:pt x="2945" y="5089"/>
                    <a:pt x="2972" y="5142"/>
                    <a:pt x="2998" y="5142"/>
                  </a:cubicBezTo>
                  <a:cubicBezTo>
                    <a:pt x="4952" y="6133"/>
                    <a:pt x="6183" y="8086"/>
                    <a:pt x="6183" y="10254"/>
                  </a:cubicBezTo>
                  <a:cubicBezTo>
                    <a:pt x="6183" y="12422"/>
                    <a:pt x="4952" y="14376"/>
                    <a:pt x="2998" y="15367"/>
                  </a:cubicBezTo>
                  <a:cubicBezTo>
                    <a:pt x="2972" y="15393"/>
                    <a:pt x="2945" y="15447"/>
                    <a:pt x="2945" y="15474"/>
                  </a:cubicBezTo>
                  <a:cubicBezTo>
                    <a:pt x="2998" y="17321"/>
                    <a:pt x="1847" y="19248"/>
                    <a:pt x="108" y="20265"/>
                  </a:cubicBezTo>
                  <a:cubicBezTo>
                    <a:pt x="81" y="20292"/>
                    <a:pt x="27" y="20318"/>
                    <a:pt x="27" y="20345"/>
                  </a:cubicBezTo>
                  <a:cubicBezTo>
                    <a:pt x="27" y="20425"/>
                    <a:pt x="27" y="20479"/>
                    <a:pt x="81" y="20506"/>
                  </a:cubicBezTo>
                  <a:cubicBezTo>
                    <a:pt x="1821" y="21496"/>
                    <a:pt x="2891" y="23289"/>
                    <a:pt x="2945" y="25297"/>
                  </a:cubicBezTo>
                  <a:cubicBezTo>
                    <a:pt x="2945" y="25350"/>
                    <a:pt x="2972" y="25404"/>
                    <a:pt x="2998" y="25404"/>
                  </a:cubicBezTo>
                  <a:cubicBezTo>
                    <a:pt x="4952" y="26394"/>
                    <a:pt x="6183" y="28348"/>
                    <a:pt x="6183" y="30516"/>
                  </a:cubicBezTo>
                  <a:cubicBezTo>
                    <a:pt x="6183" y="32684"/>
                    <a:pt x="4952" y="34665"/>
                    <a:pt x="2998" y="35628"/>
                  </a:cubicBezTo>
                  <a:cubicBezTo>
                    <a:pt x="2972" y="35655"/>
                    <a:pt x="2945" y="35709"/>
                    <a:pt x="2945" y="35762"/>
                  </a:cubicBezTo>
                  <a:cubicBezTo>
                    <a:pt x="3105" y="37823"/>
                    <a:pt x="1633" y="39643"/>
                    <a:pt x="108" y="40526"/>
                  </a:cubicBezTo>
                  <a:cubicBezTo>
                    <a:pt x="81" y="40553"/>
                    <a:pt x="27" y="40580"/>
                    <a:pt x="27" y="40633"/>
                  </a:cubicBezTo>
                  <a:cubicBezTo>
                    <a:pt x="27" y="40687"/>
                    <a:pt x="27" y="40741"/>
                    <a:pt x="81" y="40767"/>
                  </a:cubicBezTo>
                  <a:cubicBezTo>
                    <a:pt x="1821" y="41784"/>
                    <a:pt x="2945" y="43631"/>
                    <a:pt x="2945" y="45532"/>
                  </a:cubicBezTo>
                  <a:lnTo>
                    <a:pt x="2945" y="45558"/>
                  </a:lnTo>
                  <a:cubicBezTo>
                    <a:pt x="2945" y="45612"/>
                    <a:pt x="2972" y="45665"/>
                    <a:pt x="2998" y="45692"/>
                  </a:cubicBezTo>
                  <a:cubicBezTo>
                    <a:pt x="4952" y="46656"/>
                    <a:pt x="6183" y="48610"/>
                    <a:pt x="6183" y="50778"/>
                  </a:cubicBezTo>
                  <a:cubicBezTo>
                    <a:pt x="6183" y="52972"/>
                    <a:pt x="4952" y="54926"/>
                    <a:pt x="2998" y="55890"/>
                  </a:cubicBezTo>
                  <a:cubicBezTo>
                    <a:pt x="2972" y="55917"/>
                    <a:pt x="2945" y="55970"/>
                    <a:pt x="2945" y="55997"/>
                  </a:cubicBezTo>
                  <a:cubicBezTo>
                    <a:pt x="2891" y="58004"/>
                    <a:pt x="1847" y="59798"/>
                    <a:pt x="108" y="60815"/>
                  </a:cubicBezTo>
                  <a:cubicBezTo>
                    <a:pt x="81" y="60815"/>
                    <a:pt x="27" y="60841"/>
                    <a:pt x="27" y="60895"/>
                  </a:cubicBezTo>
                  <a:cubicBezTo>
                    <a:pt x="27" y="60949"/>
                    <a:pt x="27" y="61002"/>
                    <a:pt x="81" y="61029"/>
                  </a:cubicBezTo>
                  <a:cubicBezTo>
                    <a:pt x="1821" y="62046"/>
                    <a:pt x="2891" y="63839"/>
                    <a:pt x="2945" y="65847"/>
                  </a:cubicBezTo>
                  <a:cubicBezTo>
                    <a:pt x="2945" y="65873"/>
                    <a:pt x="2972" y="65927"/>
                    <a:pt x="2998" y="65954"/>
                  </a:cubicBezTo>
                  <a:cubicBezTo>
                    <a:pt x="4952" y="66917"/>
                    <a:pt x="6183" y="68871"/>
                    <a:pt x="6183" y="71066"/>
                  </a:cubicBezTo>
                  <a:cubicBezTo>
                    <a:pt x="6183" y="73234"/>
                    <a:pt x="4952" y="75188"/>
                    <a:pt x="2998" y="76151"/>
                  </a:cubicBezTo>
                  <a:cubicBezTo>
                    <a:pt x="2972" y="76178"/>
                    <a:pt x="2945" y="76232"/>
                    <a:pt x="2945" y="76285"/>
                  </a:cubicBezTo>
                  <a:cubicBezTo>
                    <a:pt x="2891" y="78266"/>
                    <a:pt x="1821" y="80059"/>
                    <a:pt x="81" y="81076"/>
                  </a:cubicBezTo>
                  <a:cubicBezTo>
                    <a:pt x="27" y="81103"/>
                    <a:pt x="1" y="81183"/>
                    <a:pt x="54" y="81237"/>
                  </a:cubicBezTo>
                  <a:cubicBezTo>
                    <a:pt x="71" y="81288"/>
                    <a:pt x="110" y="81306"/>
                    <a:pt x="149" y="81306"/>
                  </a:cubicBezTo>
                  <a:cubicBezTo>
                    <a:pt x="172" y="81306"/>
                    <a:pt x="195" y="81300"/>
                    <a:pt x="215" y="81290"/>
                  </a:cubicBezTo>
                  <a:cubicBezTo>
                    <a:pt x="2008" y="80247"/>
                    <a:pt x="3105" y="78400"/>
                    <a:pt x="3186" y="76366"/>
                  </a:cubicBezTo>
                  <a:cubicBezTo>
                    <a:pt x="5193" y="75322"/>
                    <a:pt x="6424" y="73288"/>
                    <a:pt x="6424" y="71066"/>
                  </a:cubicBezTo>
                  <a:cubicBezTo>
                    <a:pt x="6424" y="68818"/>
                    <a:pt x="5193" y="66783"/>
                    <a:pt x="3186" y="65766"/>
                  </a:cubicBezTo>
                  <a:cubicBezTo>
                    <a:pt x="3132" y="63759"/>
                    <a:pt x="2088" y="61992"/>
                    <a:pt x="402" y="60922"/>
                  </a:cubicBezTo>
                  <a:cubicBezTo>
                    <a:pt x="2088" y="59878"/>
                    <a:pt x="3132" y="58085"/>
                    <a:pt x="3186" y="56077"/>
                  </a:cubicBezTo>
                  <a:cubicBezTo>
                    <a:pt x="5193" y="55060"/>
                    <a:pt x="6424" y="53026"/>
                    <a:pt x="6424" y="50778"/>
                  </a:cubicBezTo>
                  <a:cubicBezTo>
                    <a:pt x="6424" y="48556"/>
                    <a:pt x="5193" y="46522"/>
                    <a:pt x="3186" y="45505"/>
                  </a:cubicBezTo>
                  <a:cubicBezTo>
                    <a:pt x="3186" y="43604"/>
                    <a:pt x="2088" y="41731"/>
                    <a:pt x="402" y="40660"/>
                  </a:cubicBezTo>
                  <a:cubicBezTo>
                    <a:pt x="1901" y="39697"/>
                    <a:pt x="3320" y="37877"/>
                    <a:pt x="3186" y="35816"/>
                  </a:cubicBezTo>
                  <a:cubicBezTo>
                    <a:pt x="5193" y="34799"/>
                    <a:pt x="6424" y="32764"/>
                    <a:pt x="6424" y="30516"/>
                  </a:cubicBezTo>
                  <a:cubicBezTo>
                    <a:pt x="6424" y="28268"/>
                    <a:pt x="5193" y="26260"/>
                    <a:pt x="3186" y="25216"/>
                  </a:cubicBezTo>
                  <a:cubicBezTo>
                    <a:pt x="3105" y="23236"/>
                    <a:pt x="2062" y="21442"/>
                    <a:pt x="402" y="20399"/>
                  </a:cubicBezTo>
                  <a:cubicBezTo>
                    <a:pt x="2115" y="19328"/>
                    <a:pt x="3212" y="17401"/>
                    <a:pt x="3186" y="15554"/>
                  </a:cubicBezTo>
                  <a:cubicBezTo>
                    <a:pt x="5193" y="14510"/>
                    <a:pt x="6424" y="12503"/>
                    <a:pt x="6424" y="10254"/>
                  </a:cubicBezTo>
                  <a:cubicBezTo>
                    <a:pt x="6424" y="8006"/>
                    <a:pt x="5193" y="5999"/>
                    <a:pt x="3186" y="4955"/>
                  </a:cubicBezTo>
                  <a:cubicBezTo>
                    <a:pt x="3186" y="3028"/>
                    <a:pt x="2008" y="1047"/>
                    <a:pt x="215" y="30"/>
                  </a:cubicBezTo>
                  <a:cubicBezTo>
                    <a:pt x="194" y="10"/>
                    <a:pt x="170" y="1"/>
                    <a:pt x="14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4" name="Google Shape;2134;p115"/>
            <p:cNvSpPr/>
            <p:nvPr/>
          </p:nvSpPr>
          <p:spPr>
            <a:xfrm>
              <a:off x="1607850" y="2593575"/>
              <a:ext cx="159950" cy="2032875"/>
            </a:xfrm>
            <a:custGeom>
              <a:avLst/>
              <a:gdLst/>
              <a:ahLst/>
              <a:cxnLst/>
              <a:rect l="l" t="t" r="r" b="b"/>
              <a:pathLst>
                <a:path w="6398" h="81315" extrusionOk="0">
                  <a:moveTo>
                    <a:pt x="140" y="1"/>
                  </a:moveTo>
                  <a:cubicBezTo>
                    <a:pt x="95" y="1"/>
                    <a:pt x="47" y="26"/>
                    <a:pt x="27" y="65"/>
                  </a:cubicBezTo>
                  <a:cubicBezTo>
                    <a:pt x="0" y="92"/>
                    <a:pt x="0" y="118"/>
                    <a:pt x="0" y="118"/>
                  </a:cubicBezTo>
                  <a:cubicBezTo>
                    <a:pt x="0" y="172"/>
                    <a:pt x="27" y="225"/>
                    <a:pt x="81" y="225"/>
                  </a:cubicBezTo>
                  <a:cubicBezTo>
                    <a:pt x="1820" y="1243"/>
                    <a:pt x="2944" y="3170"/>
                    <a:pt x="2918" y="5043"/>
                  </a:cubicBezTo>
                  <a:cubicBezTo>
                    <a:pt x="2918" y="5070"/>
                    <a:pt x="2944" y="5124"/>
                    <a:pt x="2998" y="5150"/>
                  </a:cubicBezTo>
                  <a:cubicBezTo>
                    <a:pt x="4952" y="6141"/>
                    <a:pt x="6156" y="8095"/>
                    <a:pt x="6156" y="10263"/>
                  </a:cubicBezTo>
                  <a:cubicBezTo>
                    <a:pt x="6156" y="12431"/>
                    <a:pt x="4952" y="14384"/>
                    <a:pt x="2998" y="15375"/>
                  </a:cubicBezTo>
                  <a:cubicBezTo>
                    <a:pt x="2944" y="15402"/>
                    <a:pt x="2918" y="15428"/>
                    <a:pt x="2918" y="15482"/>
                  </a:cubicBezTo>
                  <a:cubicBezTo>
                    <a:pt x="2971" y="17329"/>
                    <a:pt x="1847" y="19256"/>
                    <a:pt x="81" y="20273"/>
                  </a:cubicBezTo>
                  <a:cubicBezTo>
                    <a:pt x="54" y="20300"/>
                    <a:pt x="27" y="20326"/>
                    <a:pt x="0" y="20353"/>
                  </a:cubicBezTo>
                  <a:cubicBezTo>
                    <a:pt x="0" y="20407"/>
                    <a:pt x="27" y="20460"/>
                    <a:pt x="81" y="20514"/>
                  </a:cubicBezTo>
                  <a:cubicBezTo>
                    <a:pt x="1794" y="21504"/>
                    <a:pt x="2864" y="23297"/>
                    <a:pt x="2918" y="25305"/>
                  </a:cubicBezTo>
                  <a:cubicBezTo>
                    <a:pt x="2918" y="25358"/>
                    <a:pt x="2944" y="25385"/>
                    <a:pt x="2998" y="25412"/>
                  </a:cubicBezTo>
                  <a:cubicBezTo>
                    <a:pt x="4952" y="26402"/>
                    <a:pt x="6156" y="28356"/>
                    <a:pt x="6156" y="30524"/>
                  </a:cubicBezTo>
                  <a:cubicBezTo>
                    <a:pt x="6156" y="32692"/>
                    <a:pt x="4952" y="34646"/>
                    <a:pt x="2998" y="35636"/>
                  </a:cubicBezTo>
                  <a:cubicBezTo>
                    <a:pt x="2944" y="35663"/>
                    <a:pt x="2918" y="35717"/>
                    <a:pt x="2918" y="35770"/>
                  </a:cubicBezTo>
                  <a:cubicBezTo>
                    <a:pt x="3078" y="37831"/>
                    <a:pt x="1633" y="39651"/>
                    <a:pt x="81" y="40535"/>
                  </a:cubicBezTo>
                  <a:cubicBezTo>
                    <a:pt x="54" y="40561"/>
                    <a:pt x="27" y="40588"/>
                    <a:pt x="0" y="40615"/>
                  </a:cubicBezTo>
                  <a:cubicBezTo>
                    <a:pt x="0" y="40668"/>
                    <a:pt x="27" y="40749"/>
                    <a:pt x="81" y="40775"/>
                  </a:cubicBezTo>
                  <a:cubicBezTo>
                    <a:pt x="1820" y="41766"/>
                    <a:pt x="2918" y="43639"/>
                    <a:pt x="2918" y="45540"/>
                  </a:cubicBezTo>
                  <a:cubicBezTo>
                    <a:pt x="2918" y="45540"/>
                    <a:pt x="2918" y="45566"/>
                    <a:pt x="2918" y="45566"/>
                  </a:cubicBezTo>
                  <a:cubicBezTo>
                    <a:pt x="2918" y="45620"/>
                    <a:pt x="2944" y="45674"/>
                    <a:pt x="2998" y="45674"/>
                  </a:cubicBezTo>
                  <a:cubicBezTo>
                    <a:pt x="4952" y="46664"/>
                    <a:pt x="6156" y="48618"/>
                    <a:pt x="6156" y="50786"/>
                  </a:cubicBezTo>
                  <a:cubicBezTo>
                    <a:pt x="6156" y="52954"/>
                    <a:pt x="4952" y="54934"/>
                    <a:pt x="2998" y="55898"/>
                  </a:cubicBezTo>
                  <a:cubicBezTo>
                    <a:pt x="2944" y="55925"/>
                    <a:pt x="2918" y="55952"/>
                    <a:pt x="2918" y="56005"/>
                  </a:cubicBezTo>
                  <a:cubicBezTo>
                    <a:pt x="2864" y="58012"/>
                    <a:pt x="1820" y="59806"/>
                    <a:pt x="81" y="60796"/>
                  </a:cubicBezTo>
                  <a:cubicBezTo>
                    <a:pt x="54" y="60823"/>
                    <a:pt x="27" y="60850"/>
                    <a:pt x="0" y="60903"/>
                  </a:cubicBezTo>
                  <a:cubicBezTo>
                    <a:pt x="0" y="60957"/>
                    <a:pt x="27" y="61010"/>
                    <a:pt x="81" y="61037"/>
                  </a:cubicBezTo>
                  <a:cubicBezTo>
                    <a:pt x="1820" y="62054"/>
                    <a:pt x="2864" y="63847"/>
                    <a:pt x="2918" y="65828"/>
                  </a:cubicBezTo>
                  <a:cubicBezTo>
                    <a:pt x="2918" y="65882"/>
                    <a:pt x="2944" y="65935"/>
                    <a:pt x="2998" y="65962"/>
                  </a:cubicBezTo>
                  <a:cubicBezTo>
                    <a:pt x="4952" y="66925"/>
                    <a:pt x="6156" y="68879"/>
                    <a:pt x="6156" y="71047"/>
                  </a:cubicBezTo>
                  <a:cubicBezTo>
                    <a:pt x="6156" y="73242"/>
                    <a:pt x="4952" y="75196"/>
                    <a:pt x="2998" y="76160"/>
                  </a:cubicBezTo>
                  <a:cubicBezTo>
                    <a:pt x="2944" y="76186"/>
                    <a:pt x="2918" y="76240"/>
                    <a:pt x="2918" y="76267"/>
                  </a:cubicBezTo>
                  <a:cubicBezTo>
                    <a:pt x="2864" y="78274"/>
                    <a:pt x="1820" y="80067"/>
                    <a:pt x="81" y="81084"/>
                  </a:cubicBezTo>
                  <a:cubicBezTo>
                    <a:pt x="27" y="81111"/>
                    <a:pt x="0" y="81191"/>
                    <a:pt x="27" y="81245"/>
                  </a:cubicBezTo>
                  <a:cubicBezTo>
                    <a:pt x="44" y="81296"/>
                    <a:pt x="82" y="81315"/>
                    <a:pt x="122" y="81315"/>
                  </a:cubicBezTo>
                  <a:cubicBezTo>
                    <a:pt x="145" y="81315"/>
                    <a:pt x="168" y="81308"/>
                    <a:pt x="188" y="81299"/>
                  </a:cubicBezTo>
                  <a:cubicBezTo>
                    <a:pt x="1981" y="80255"/>
                    <a:pt x="3105" y="78408"/>
                    <a:pt x="3185" y="76347"/>
                  </a:cubicBezTo>
                  <a:cubicBezTo>
                    <a:pt x="5166" y="75330"/>
                    <a:pt x="6397" y="73296"/>
                    <a:pt x="6397" y="71047"/>
                  </a:cubicBezTo>
                  <a:cubicBezTo>
                    <a:pt x="6397" y="68826"/>
                    <a:pt x="5166" y="66792"/>
                    <a:pt x="3185" y="65748"/>
                  </a:cubicBezTo>
                  <a:cubicBezTo>
                    <a:pt x="3105" y="63767"/>
                    <a:pt x="2061" y="61974"/>
                    <a:pt x="375" y="60930"/>
                  </a:cubicBezTo>
                  <a:cubicBezTo>
                    <a:pt x="2061" y="59859"/>
                    <a:pt x="3105" y="58093"/>
                    <a:pt x="3185" y="56085"/>
                  </a:cubicBezTo>
                  <a:cubicBezTo>
                    <a:pt x="5166" y="55068"/>
                    <a:pt x="6397" y="53034"/>
                    <a:pt x="6397" y="50786"/>
                  </a:cubicBezTo>
                  <a:cubicBezTo>
                    <a:pt x="6397" y="48537"/>
                    <a:pt x="5166" y="46530"/>
                    <a:pt x="3185" y="45486"/>
                  </a:cubicBezTo>
                  <a:cubicBezTo>
                    <a:pt x="3159" y="43586"/>
                    <a:pt x="2061" y="41739"/>
                    <a:pt x="375" y="40668"/>
                  </a:cubicBezTo>
                  <a:cubicBezTo>
                    <a:pt x="1901" y="39705"/>
                    <a:pt x="3292" y="37885"/>
                    <a:pt x="3185" y="35824"/>
                  </a:cubicBezTo>
                  <a:cubicBezTo>
                    <a:pt x="5166" y="34780"/>
                    <a:pt x="6397" y="32772"/>
                    <a:pt x="6397" y="30524"/>
                  </a:cubicBezTo>
                  <a:cubicBezTo>
                    <a:pt x="6397" y="28276"/>
                    <a:pt x="5166" y="26268"/>
                    <a:pt x="3185" y="25225"/>
                  </a:cubicBezTo>
                  <a:cubicBezTo>
                    <a:pt x="3078" y="23244"/>
                    <a:pt x="2061" y="21451"/>
                    <a:pt x="375" y="20407"/>
                  </a:cubicBezTo>
                  <a:cubicBezTo>
                    <a:pt x="2061" y="19336"/>
                    <a:pt x="3185" y="17436"/>
                    <a:pt x="3185" y="15616"/>
                  </a:cubicBezTo>
                  <a:cubicBezTo>
                    <a:pt x="3185" y="15589"/>
                    <a:pt x="3185" y="15562"/>
                    <a:pt x="3185" y="15562"/>
                  </a:cubicBezTo>
                  <a:cubicBezTo>
                    <a:pt x="5166" y="14518"/>
                    <a:pt x="6397" y="12511"/>
                    <a:pt x="6397" y="10263"/>
                  </a:cubicBezTo>
                  <a:cubicBezTo>
                    <a:pt x="6397" y="8014"/>
                    <a:pt x="5166" y="6007"/>
                    <a:pt x="3185" y="4963"/>
                  </a:cubicBezTo>
                  <a:cubicBezTo>
                    <a:pt x="3185" y="3036"/>
                    <a:pt x="1981" y="1055"/>
                    <a:pt x="188" y="11"/>
                  </a:cubicBezTo>
                  <a:cubicBezTo>
                    <a:pt x="173" y="4"/>
                    <a:pt x="157" y="1"/>
                    <a:pt x="14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5" name="Google Shape;2135;p115"/>
            <p:cNvSpPr/>
            <p:nvPr/>
          </p:nvSpPr>
          <p:spPr>
            <a:xfrm>
              <a:off x="1453950" y="2845375"/>
              <a:ext cx="160600" cy="2032675"/>
            </a:xfrm>
            <a:custGeom>
              <a:avLst/>
              <a:gdLst/>
              <a:ahLst/>
              <a:cxnLst/>
              <a:rect l="l" t="t" r="r" b="b"/>
              <a:pathLst>
                <a:path w="6424" h="81307" extrusionOk="0">
                  <a:moveTo>
                    <a:pt x="133" y="1"/>
                  </a:moveTo>
                  <a:cubicBezTo>
                    <a:pt x="93" y="1"/>
                    <a:pt x="60" y="24"/>
                    <a:pt x="27" y="57"/>
                  </a:cubicBezTo>
                  <a:cubicBezTo>
                    <a:pt x="27" y="84"/>
                    <a:pt x="27" y="110"/>
                    <a:pt x="27" y="137"/>
                  </a:cubicBezTo>
                  <a:cubicBezTo>
                    <a:pt x="27" y="164"/>
                    <a:pt x="27" y="217"/>
                    <a:pt x="80" y="244"/>
                  </a:cubicBezTo>
                  <a:cubicBezTo>
                    <a:pt x="1820" y="1234"/>
                    <a:pt x="2971" y="3188"/>
                    <a:pt x="2944" y="5035"/>
                  </a:cubicBezTo>
                  <a:cubicBezTo>
                    <a:pt x="2944" y="5089"/>
                    <a:pt x="2971" y="5142"/>
                    <a:pt x="2998" y="5142"/>
                  </a:cubicBezTo>
                  <a:cubicBezTo>
                    <a:pt x="4952" y="6133"/>
                    <a:pt x="6156" y="8086"/>
                    <a:pt x="6156" y="10254"/>
                  </a:cubicBezTo>
                  <a:cubicBezTo>
                    <a:pt x="6156" y="12422"/>
                    <a:pt x="4952" y="14376"/>
                    <a:pt x="2998" y="15367"/>
                  </a:cubicBezTo>
                  <a:cubicBezTo>
                    <a:pt x="2971" y="15393"/>
                    <a:pt x="2944" y="15420"/>
                    <a:pt x="2944" y="15474"/>
                  </a:cubicBezTo>
                  <a:cubicBezTo>
                    <a:pt x="2998" y="17347"/>
                    <a:pt x="1847" y="19248"/>
                    <a:pt x="107" y="20265"/>
                  </a:cubicBezTo>
                  <a:cubicBezTo>
                    <a:pt x="54" y="20292"/>
                    <a:pt x="27" y="20318"/>
                    <a:pt x="27" y="20345"/>
                  </a:cubicBezTo>
                  <a:cubicBezTo>
                    <a:pt x="0" y="20425"/>
                    <a:pt x="27" y="20479"/>
                    <a:pt x="80" y="20506"/>
                  </a:cubicBezTo>
                  <a:cubicBezTo>
                    <a:pt x="1793" y="21496"/>
                    <a:pt x="2864" y="23289"/>
                    <a:pt x="2944" y="25297"/>
                  </a:cubicBezTo>
                  <a:cubicBezTo>
                    <a:pt x="2944" y="25350"/>
                    <a:pt x="2971" y="25404"/>
                    <a:pt x="2998" y="25404"/>
                  </a:cubicBezTo>
                  <a:cubicBezTo>
                    <a:pt x="4952" y="26394"/>
                    <a:pt x="6156" y="28348"/>
                    <a:pt x="6156" y="30516"/>
                  </a:cubicBezTo>
                  <a:cubicBezTo>
                    <a:pt x="6156" y="32684"/>
                    <a:pt x="4952" y="34665"/>
                    <a:pt x="2998" y="35628"/>
                  </a:cubicBezTo>
                  <a:cubicBezTo>
                    <a:pt x="2944" y="35655"/>
                    <a:pt x="2918" y="35709"/>
                    <a:pt x="2944" y="35762"/>
                  </a:cubicBezTo>
                  <a:cubicBezTo>
                    <a:pt x="3105" y="37823"/>
                    <a:pt x="1633" y="39643"/>
                    <a:pt x="107" y="40526"/>
                  </a:cubicBezTo>
                  <a:cubicBezTo>
                    <a:pt x="54" y="40553"/>
                    <a:pt x="27" y="40580"/>
                    <a:pt x="27" y="40633"/>
                  </a:cubicBezTo>
                  <a:cubicBezTo>
                    <a:pt x="0" y="40687"/>
                    <a:pt x="27" y="40741"/>
                    <a:pt x="80" y="40767"/>
                  </a:cubicBezTo>
                  <a:cubicBezTo>
                    <a:pt x="1820" y="41784"/>
                    <a:pt x="2944" y="43631"/>
                    <a:pt x="2944" y="45532"/>
                  </a:cubicBezTo>
                  <a:cubicBezTo>
                    <a:pt x="2944" y="45558"/>
                    <a:pt x="2944" y="45558"/>
                    <a:pt x="2944" y="45558"/>
                  </a:cubicBezTo>
                  <a:cubicBezTo>
                    <a:pt x="2918" y="45612"/>
                    <a:pt x="2971" y="45665"/>
                    <a:pt x="2998" y="45692"/>
                  </a:cubicBezTo>
                  <a:cubicBezTo>
                    <a:pt x="4952" y="46656"/>
                    <a:pt x="6156" y="48610"/>
                    <a:pt x="6156" y="50778"/>
                  </a:cubicBezTo>
                  <a:cubicBezTo>
                    <a:pt x="6156" y="52972"/>
                    <a:pt x="4952" y="54926"/>
                    <a:pt x="2998" y="55890"/>
                  </a:cubicBezTo>
                  <a:cubicBezTo>
                    <a:pt x="2971" y="55917"/>
                    <a:pt x="2944" y="55970"/>
                    <a:pt x="2944" y="55997"/>
                  </a:cubicBezTo>
                  <a:cubicBezTo>
                    <a:pt x="2891" y="58004"/>
                    <a:pt x="1820" y="59798"/>
                    <a:pt x="107" y="60815"/>
                  </a:cubicBezTo>
                  <a:cubicBezTo>
                    <a:pt x="54" y="60815"/>
                    <a:pt x="27" y="60841"/>
                    <a:pt x="27" y="60895"/>
                  </a:cubicBezTo>
                  <a:cubicBezTo>
                    <a:pt x="0" y="60949"/>
                    <a:pt x="27" y="61002"/>
                    <a:pt x="80" y="61029"/>
                  </a:cubicBezTo>
                  <a:cubicBezTo>
                    <a:pt x="1820" y="62046"/>
                    <a:pt x="2891" y="63839"/>
                    <a:pt x="2944" y="65847"/>
                  </a:cubicBezTo>
                  <a:cubicBezTo>
                    <a:pt x="2944" y="65873"/>
                    <a:pt x="2971" y="65927"/>
                    <a:pt x="2998" y="65954"/>
                  </a:cubicBezTo>
                  <a:cubicBezTo>
                    <a:pt x="4952" y="66917"/>
                    <a:pt x="6156" y="68871"/>
                    <a:pt x="6156" y="71066"/>
                  </a:cubicBezTo>
                  <a:cubicBezTo>
                    <a:pt x="6156" y="73234"/>
                    <a:pt x="4952" y="75188"/>
                    <a:pt x="2998" y="76151"/>
                  </a:cubicBezTo>
                  <a:cubicBezTo>
                    <a:pt x="2971" y="76178"/>
                    <a:pt x="2944" y="76232"/>
                    <a:pt x="2944" y="76285"/>
                  </a:cubicBezTo>
                  <a:cubicBezTo>
                    <a:pt x="2891" y="78266"/>
                    <a:pt x="1820" y="80059"/>
                    <a:pt x="80" y="81076"/>
                  </a:cubicBezTo>
                  <a:cubicBezTo>
                    <a:pt x="27" y="81103"/>
                    <a:pt x="0" y="81183"/>
                    <a:pt x="27" y="81237"/>
                  </a:cubicBezTo>
                  <a:cubicBezTo>
                    <a:pt x="61" y="81288"/>
                    <a:pt x="106" y="81306"/>
                    <a:pt x="147" y="81306"/>
                  </a:cubicBezTo>
                  <a:cubicBezTo>
                    <a:pt x="172" y="81306"/>
                    <a:pt x="195" y="81300"/>
                    <a:pt x="214" y="81290"/>
                  </a:cubicBezTo>
                  <a:cubicBezTo>
                    <a:pt x="2008" y="80247"/>
                    <a:pt x="3105" y="78400"/>
                    <a:pt x="3185" y="76366"/>
                  </a:cubicBezTo>
                  <a:cubicBezTo>
                    <a:pt x="5166" y="75322"/>
                    <a:pt x="6424" y="73288"/>
                    <a:pt x="6424" y="71066"/>
                  </a:cubicBezTo>
                  <a:cubicBezTo>
                    <a:pt x="6424" y="68818"/>
                    <a:pt x="5166" y="66783"/>
                    <a:pt x="3185" y="65766"/>
                  </a:cubicBezTo>
                  <a:cubicBezTo>
                    <a:pt x="3105" y="63759"/>
                    <a:pt x="2061" y="61992"/>
                    <a:pt x="375" y="60922"/>
                  </a:cubicBezTo>
                  <a:cubicBezTo>
                    <a:pt x="2061" y="59878"/>
                    <a:pt x="3105" y="58085"/>
                    <a:pt x="3185" y="56077"/>
                  </a:cubicBezTo>
                  <a:cubicBezTo>
                    <a:pt x="5166" y="55060"/>
                    <a:pt x="6424" y="53026"/>
                    <a:pt x="6424" y="50778"/>
                  </a:cubicBezTo>
                  <a:cubicBezTo>
                    <a:pt x="6424" y="48556"/>
                    <a:pt x="5193" y="46522"/>
                    <a:pt x="3185" y="45505"/>
                  </a:cubicBezTo>
                  <a:cubicBezTo>
                    <a:pt x="3159" y="43604"/>
                    <a:pt x="2088" y="41731"/>
                    <a:pt x="375" y="40660"/>
                  </a:cubicBezTo>
                  <a:cubicBezTo>
                    <a:pt x="1901" y="39697"/>
                    <a:pt x="3319" y="37877"/>
                    <a:pt x="3185" y="35816"/>
                  </a:cubicBezTo>
                  <a:cubicBezTo>
                    <a:pt x="5193" y="34799"/>
                    <a:pt x="6424" y="32764"/>
                    <a:pt x="6424" y="30516"/>
                  </a:cubicBezTo>
                  <a:cubicBezTo>
                    <a:pt x="6424" y="28268"/>
                    <a:pt x="5166" y="26260"/>
                    <a:pt x="3185" y="25216"/>
                  </a:cubicBezTo>
                  <a:cubicBezTo>
                    <a:pt x="3105" y="23236"/>
                    <a:pt x="2061" y="21442"/>
                    <a:pt x="375" y="20399"/>
                  </a:cubicBezTo>
                  <a:cubicBezTo>
                    <a:pt x="2088" y="19328"/>
                    <a:pt x="3185" y="17454"/>
                    <a:pt x="3185" y="15608"/>
                  </a:cubicBezTo>
                  <a:cubicBezTo>
                    <a:pt x="3185" y="15581"/>
                    <a:pt x="3185" y="15581"/>
                    <a:pt x="3185" y="15554"/>
                  </a:cubicBezTo>
                  <a:cubicBezTo>
                    <a:pt x="5193" y="14510"/>
                    <a:pt x="6424" y="12503"/>
                    <a:pt x="6424" y="10254"/>
                  </a:cubicBezTo>
                  <a:cubicBezTo>
                    <a:pt x="6424" y="8006"/>
                    <a:pt x="5193" y="5999"/>
                    <a:pt x="3185" y="4955"/>
                  </a:cubicBezTo>
                  <a:cubicBezTo>
                    <a:pt x="3185" y="3028"/>
                    <a:pt x="2008" y="1047"/>
                    <a:pt x="214" y="30"/>
                  </a:cubicBezTo>
                  <a:cubicBezTo>
                    <a:pt x="184" y="10"/>
                    <a:pt x="157" y="1"/>
                    <a:pt x="13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6" name="Google Shape;2136;p115"/>
            <p:cNvSpPr/>
            <p:nvPr/>
          </p:nvSpPr>
          <p:spPr>
            <a:xfrm>
              <a:off x="1300050" y="2593575"/>
              <a:ext cx="160600" cy="2032875"/>
            </a:xfrm>
            <a:custGeom>
              <a:avLst/>
              <a:gdLst/>
              <a:ahLst/>
              <a:cxnLst/>
              <a:rect l="l" t="t" r="r" b="b"/>
              <a:pathLst>
                <a:path w="6424" h="81315" extrusionOk="0">
                  <a:moveTo>
                    <a:pt x="167" y="1"/>
                  </a:moveTo>
                  <a:cubicBezTo>
                    <a:pt x="121" y="1"/>
                    <a:pt x="73" y="26"/>
                    <a:pt x="54" y="65"/>
                  </a:cubicBezTo>
                  <a:cubicBezTo>
                    <a:pt x="27" y="92"/>
                    <a:pt x="27" y="118"/>
                    <a:pt x="27" y="118"/>
                  </a:cubicBezTo>
                  <a:cubicBezTo>
                    <a:pt x="27" y="172"/>
                    <a:pt x="54" y="225"/>
                    <a:pt x="80" y="225"/>
                  </a:cubicBezTo>
                  <a:cubicBezTo>
                    <a:pt x="1820" y="1243"/>
                    <a:pt x="2971" y="3170"/>
                    <a:pt x="2944" y="5043"/>
                  </a:cubicBezTo>
                  <a:cubicBezTo>
                    <a:pt x="2944" y="5070"/>
                    <a:pt x="2971" y="5124"/>
                    <a:pt x="3025" y="5150"/>
                  </a:cubicBezTo>
                  <a:cubicBezTo>
                    <a:pt x="4952" y="6141"/>
                    <a:pt x="6183" y="8095"/>
                    <a:pt x="6183" y="10263"/>
                  </a:cubicBezTo>
                  <a:cubicBezTo>
                    <a:pt x="6183" y="12431"/>
                    <a:pt x="4952" y="14384"/>
                    <a:pt x="3025" y="15375"/>
                  </a:cubicBezTo>
                  <a:cubicBezTo>
                    <a:pt x="2971" y="15402"/>
                    <a:pt x="2944" y="15428"/>
                    <a:pt x="2944" y="15482"/>
                  </a:cubicBezTo>
                  <a:cubicBezTo>
                    <a:pt x="2998" y="17355"/>
                    <a:pt x="1847" y="19256"/>
                    <a:pt x="107" y="20273"/>
                  </a:cubicBezTo>
                  <a:cubicBezTo>
                    <a:pt x="80" y="20300"/>
                    <a:pt x="54" y="20326"/>
                    <a:pt x="27" y="20353"/>
                  </a:cubicBezTo>
                  <a:cubicBezTo>
                    <a:pt x="27" y="20407"/>
                    <a:pt x="27" y="20460"/>
                    <a:pt x="80" y="20514"/>
                  </a:cubicBezTo>
                  <a:cubicBezTo>
                    <a:pt x="1820" y="21504"/>
                    <a:pt x="2891" y="23297"/>
                    <a:pt x="2944" y="25305"/>
                  </a:cubicBezTo>
                  <a:cubicBezTo>
                    <a:pt x="2944" y="25358"/>
                    <a:pt x="2971" y="25385"/>
                    <a:pt x="3025" y="25412"/>
                  </a:cubicBezTo>
                  <a:cubicBezTo>
                    <a:pt x="4952" y="26402"/>
                    <a:pt x="6183" y="28356"/>
                    <a:pt x="6183" y="30524"/>
                  </a:cubicBezTo>
                  <a:cubicBezTo>
                    <a:pt x="6183" y="32692"/>
                    <a:pt x="4952" y="34646"/>
                    <a:pt x="3025" y="35636"/>
                  </a:cubicBezTo>
                  <a:cubicBezTo>
                    <a:pt x="2971" y="35663"/>
                    <a:pt x="2944" y="35717"/>
                    <a:pt x="2944" y="35770"/>
                  </a:cubicBezTo>
                  <a:cubicBezTo>
                    <a:pt x="3105" y="37831"/>
                    <a:pt x="1633" y="39651"/>
                    <a:pt x="107" y="40535"/>
                  </a:cubicBezTo>
                  <a:cubicBezTo>
                    <a:pt x="80" y="40561"/>
                    <a:pt x="54" y="40588"/>
                    <a:pt x="27" y="40615"/>
                  </a:cubicBezTo>
                  <a:cubicBezTo>
                    <a:pt x="27" y="40668"/>
                    <a:pt x="27" y="40749"/>
                    <a:pt x="80" y="40775"/>
                  </a:cubicBezTo>
                  <a:cubicBezTo>
                    <a:pt x="1820" y="41766"/>
                    <a:pt x="2944" y="43639"/>
                    <a:pt x="2944" y="45540"/>
                  </a:cubicBezTo>
                  <a:cubicBezTo>
                    <a:pt x="2944" y="45540"/>
                    <a:pt x="2944" y="45566"/>
                    <a:pt x="2944" y="45566"/>
                  </a:cubicBezTo>
                  <a:cubicBezTo>
                    <a:pt x="2944" y="45620"/>
                    <a:pt x="2971" y="45674"/>
                    <a:pt x="3025" y="45674"/>
                  </a:cubicBezTo>
                  <a:cubicBezTo>
                    <a:pt x="4952" y="46664"/>
                    <a:pt x="6183" y="48618"/>
                    <a:pt x="6183" y="50786"/>
                  </a:cubicBezTo>
                  <a:cubicBezTo>
                    <a:pt x="6183" y="52954"/>
                    <a:pt x="4952" y="54934"/>
                    <a:pt x="3025" y="55898"/>
                  </a:cubicBezTo>
                  <a:cubicBezTo>
                    <a:pt x="2971" y="55925"/>
                    <a:pt x="2944" y="55952"/>
                    <a:pt x="2944" y="56005"/>
                  </a:cubicBezTo>
                  <a:cubicBezTo>
                    <a:pt x="2891" y="58012"/>
                    <a:pt x="1847" y="59806"/>
                    <a:pt x="107" y="60796"/>
                  </a:cubicBezTo>
                  <a:cubicBezTo>
                    <a:pt x="80" y="60823"/>
                    <a:pt x="54" y="60850"/>
                    <a:pt x="27" y="60903"/>
                  </a:cubicBezTo>
                  <a:cubicBezTo>
                    <a:pt x="27" y="60957"/>
                    <a:pt x="27" y="61010"/>
                    <a:pt x="80" y="61037"/>
                  </a:cubicBezTo>
                  <a:cubicBezTo>
                    <a:pt x="1820" y="62054"/>
                    <a:pt x="2891" y="63847"/>
                    <a:pt x="2944" y="65828"/>
                  </a:cubicBezTo>
                  <a:cubicBezTo>
                    <a:pt x="2944" y="65882"/>
                    <a:pt x="2971" y="65935"/>
                    <a:pt x="3025" y="65962"/>
                  </a:cubicBezTo>
                  <a:cubicBezTo>
                    <a:pt x="4952" y="66925"/>
                    <a:pt x="6183" y="68879"/>
                    <a:pt x="6183" y="71047"/>
                  </a:cubicBezTo>
                  <a:cubicBezTo>
                    <a:pt x="6183" y="73242"/>
                    <a:pt x="4952" y="75196"/>
                    <a:pt x="3025" y="76160"/>
                  </a:cubicBezTo>
                  <a:cubicBezTo>
                    <a:pt x="2971" y="76186"/>
                    <a:pt x="2944" y="76240"/>
                    <a:pt x="2944" y="76267"/>
                  </a:cubicBezTo>
                  <a:cubicBezTo>
                    <a:pt x="2891" y="78274"/>
                    <a:pt x="1820" y="80067"/>
                    <a:pt x="80" y="81084"/>
                  </a:cubicBezTo>
                  <a:cubicBezTo>
                    <a:pt x="27" y="81111"/>
                    <a:pt x="0" y="81191"/>
                    <a:pt x="54" y="81245"/>
                  </a:cubicBezTo>
                  <a:cubicBezTo>
                    <a:pt x="71" y="81296"/>
                    <a:pt x="109" y="81315"/>
                    <a:pt x="149" y="81315"/>
                  </a:cubicBezTo>
                  <a:cubicBezTo>
                    <a:pt x="171" y="81315"/>
                    <a:pt x="195" y="81308"/>
                    <a:pt x="214" y="81299"/>
                  </a:cubicBezTo>
                  <a:cubicBezTo>
                    <a:pt x="2007" y="80255"/>
                    <a:pt x="3105" y="78408"/>
                    <a:pt x="3185" y="76347"/>
                  </a:cubicBezTo>
                  <a:cubicBezTo>
                    <a:pt x="5193" y="75330"/>
                    <a:pt x="6424" y="73296"/>
                    <a:pt x="6424" y="71047"/>
                  </a:cubicBezTo>
                  <a:cubicBezTo>
                    <a:pt x="6424" y="68826"/>
                    <a:pt x="5193" y="66792"/>
                    <a:pt x="3185" y="65748"/>
                  </a:cubicBezTo>
                  <a:cubicBezTo>
                    <a:pt x="3132" y="63767"/>
                    <a:pt x="2088" y="61974"/>
                    <a:pt x="402" y="60930"/>
                  </a:cubicBezTo>
                  <a:cubicBezTo>
                    <a:pt x="2088" y="59859"/>
                    <a:pt x="3132" y="58093"/>
                    <a:pt x="3185" y="56085"/>
                  </a:cubicBezTo>
                  <a:cubicBezTo>
                    <a:pt x="5193" y="55068"/>
                    <a:pt x="6424" y="53034"/>
                    <a:pt x="6424" y="50786"/>
                  </a:cubicBezTo>
                  <a:cubicBezTo>
                    <a:pt x="6424" y="48537"/>
                    <a:pt x="5193" y="46530"/>
                    <a:pt x="3185" y="45486"/>
                  </a:cubicBezTo>
                  <a:cubicBezTo>
                    <a:pt x="3185" y="43586"/>
                    <a:pt x="2088" y="41739"/>
                    <a:pt x="402" y="40668"/>
                  </a:cubicBezTo>
                  <a:cubicBezTo>
                    <a:pt x="1927" y="39705"/>
                    <a:pt x="3319" y="37885"/>
                    <a:pt x="3212" y="35824"/>
                  </a:cubicBezTo>
                  <a:cubicBezTo>
                    <a:pt x="5193" y="34780"/>
                    <a:pt x="6424" y="32772"/>
                    <a:pt x="6424" y="30524"/>
                  </a:cubicBezTo>
                  <a:cubicBezTo>
                    <a:pt x="6424" y="28276"/>
                    <a:pt x="5193" y="26268"/>
                    <a:pt x="3185" y="25225"/>
                  </a:cubicBezTo>
                  <a:cubicBezTo>
                    <a:pt x="3105" y="23244"/>
                    <a:pt x="2061" y="21451"/>
                    <a:pt x="402" y="20407"/>
                  </a:cubicBezTo>
                  <a:cubicBezTo>
                    <a:pt x="2088" y="19336"/>
                    <a:pt x="3185" y="17436"/>
                    <a:pt x="3185" y="15616"/>
                  </a:cubicBezTo>
                  <a:cubicBezTo>
                    <a:pt x="3185" y="15589"/>
                    <a:pt x="3185" y="15562"/>
                    <a:pt x="3185" y="15562"/>
                  </a:cubicBezTo>
                  <a:cubicBezTo>
                    <a:pt x="5193" y="14518"/>
                    <a:pt x="6424" y="12511"/>
                    <a:pt x="6424" y="10263"/>
                  </a:cubicBezTo>
                  <a:cubicBezTo>
                    <a:pt x="6424" y="8014"/>
                    <a:pt x="5193" y="6007"/>
                    <a:pt x="3185" y="4963"/>
                  </a:cubicBezTo>
                  <a:cubicBezTo>
                    <a:pt x="3185" y="3036"/>
                    <a:pt x="2007" y="1055"/>
                    <a:pt x="214" y="11"/>
                  </a:cubicBezTo>
                  <a:cubicBezTo>
                    <a:pt x="200" y="4"/>
                    <a:pt x="184" y="1"/>
                    <a:pt x="16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7" name="Google Shape;2137;p115"/>
            <p:cNvSpPr/>
            <p:nvPr/>
          </p:nvSpPr>
          <p:spPr>
            <a:xfrm>
              <a:off x="1146800" y="2845375"/>
              <a:ext cx="159950" cy="2032675"/>
            </a:xfrm>
            <a:custGeom>
              <a:avLst/>
              <a:gdLst/>
              <a:ahLst/>
              <a:cxnLst/>
              <a:rect l="l" t="t" r="r" b="b"/>
              <a:pathLst>
                <a:path w="6398" h="81307" extrusionOk="0">
                  <a:moveTo>
                    <a:pt x="120" y="1"/>
                  </a:moveTo>
                  <a:cubicBezTo>
                    <a:pt x="81" y="1"/>
                    <a:pt x="44" y="24"/>
                    <a:pt x="28" y="57"/>
                  </a:cubicBezTo>
                  <a:cubicBezTo>
                    <a:pt x="28" y="84"/>
                    <a:pt x="1" y="110"/>
                    <a:pt x="1" y="137"/>
                  </a:cubicBezTo>
                  <a:cubicBezTo>
                    <a:pt x="1" y="164"/>
                    <a:pt x="28" y="217"/>
                    <a:pt x="81" y="244"/>
                  </a:cubicBezTo>
                  <a:cubicBezTo>
                    <a:pt x="1821" y="1234"/>
                    <a:pt x="2972" y="3162"/>
                    <a:pt x="2918" y="5035"/>
                  </a:cubicBezTo>
                  <a:cubicBezTo>
                    <a:pt x="2918" y="5089"/>
                    <a:pt x="2945" y="5142"/>
                    <a:pt x="2998" y="5142"/>
                  </a:cubicBezTo>
                  <a:cubicBezTo>
                    <a:pt x="4952" y="6133"/>
                    <a:pt x="6157" y="8086"/>
                    <a:pt x="6157" y="10254"/>
                  </a:cubicBezTo>
                  <a:cubicBezTo>
                    <a:pt x="6157" y="12422"/>
                    <a:pt x="4952" y="14376"/>
                    <a:pt x="2998" y="15367"/>
                  </a:cubicBezTo>
                  <a:cubicBezTo>
                    <a:pt x="2945" y="15393"/>
                    <a:pt x="2918" y="15420"/>
                    <a:pt x="2918" y="15474"/>
                  </a:cubicBezTo>
                  <a:cubicBezTo>
                    <a:pt x="2972" y="17321"/>
                    <a:pt x="1848" y="19248"/>
                    <a:pt x="81" y="20265"/>
                  </a:cubicBezTo>
                  <a:cubicBezTo>
                    <a:pt x="54" y="20292"/>
                    <a:pt x="28" y="20318"/>
                    <a:pt x="1" y="20345"/>
                  </a:cubicBezTo>
                  <a:cubicBezTo>
                    <a:pt x="1" y="20425"/>
                    <a:pt x="28" y="20479"/>
                    <a:pt x="81" y="20506"/>
                  </a:cubicBezTo>
                  <a:cubicBezTo>
                    <a:pt x="1794" y="21496"/>
                    <a:pt x="2865" y="23289"/>
                    <a:pt x="2918" y="25297"/>
                  </a:cubicBezTo>
                  <a:cubicBezTo>
                    <a:pt x="2918" y="25350"/>
                    <a:pt x="2945" y="25404"/>
                    <a:pt x="2998" y="25404"/>
                  </a:cubicBezTo>
                  <a:cubicBezTo>
                    <a:pt x="4952" y="26394"/>
                    <a:pt x="6157" y="28348"/>
                    <a:pt x="6157" y="30516"/>
                  </a:cubicBezTo>
                  <a:cubicBezTo>
                    <a:pt x="6157" y="32684"/>
                    <a:pt x="4952" y="34665"/>
                    <a:pt x="2998" y="35628"/>
                  </a:cubicBezTo>
                  <a:cubicBezTo>
                    <a:pt x="2945" y="35655"/>
                    <a:pt x="2918" y="35709"/>
                    <a:pt x="2918" y="35762"/>
                  </a:cubicBezTo>
                  <a:cubicBezTo>
                    <a:pt x="3079" y="37823"/>
                    <a:pt x="1633" y="39643"/>
                    <a:pt x="81" y="40526"/>
                  </a:cubicBezTo>
                  <a:cubicBezTo>
                    <a:pt x="54" y="40553"/>
                    <a:pt x="28" y="40580"/>
                    <a:pt x="1" y="40633"/>
                  </a:cubicBezTo>
                  <a:cubicBezTo>
                    <a:pt x="1" y="40687"/>
                    <a:pt x="28" y="40741"/>
                    <a:pt x="81" y="40767"/>
                  </a:cubicBezTo>
                  <a:cubicBezTo>
                    <a:pt x="1821" y="41784"/>
                    <a:pt x="2918" y="43631"/>
                    <a:pt x="2918" y="45532"/>
                  </a:cubicBezTo>
                  <a:cubicBezTo>
                    <a:pt x="2918" y="45532"/>
                    <a:pt x="2918" y="45558"/>
                    <a:pt x="2918" y="45558"/>
                  </a:cubicBezTo>
                  <a:cubicBezTo>
                    <a:pt x="2918" y="45612"/>
                    <a:pt x="2945" y="45665"/>
                    <a:pt x="2998" y="45692"/>
                  </a:cubicBezTo>
                  <a:cubicBezTo>
                    <a:pt x="4952" y="46656"/>
                    <a:pt x="6157" y="48610"/>
                    <a:pt x="6157" y="50778"/>
                  </a:cubicBezTo>
                  <a:cubicBezTo>
                    <a:pt x="6157" y="52972"/>
                    <a:pt x="4952" y="54926"/>
                    <a:pt x="2998" y="55890"/>
                  </a:cubicBezTo>
                  <a:cubicBezTo>
                    <a:pt x="2945" y="55917"/>
                    <a:pt x="2918" y="55970"/>
                    <a:pt x="2918" y="55997"/>
                  </a:cubicBezTo>
                  <a:cubicBezTo>
                    <a:pt x="2891" y="58004"/>
                    <a:pt x="1821" y="59798"/>
                    <a:pt x="81" y="60815"/>
                  </a:cubicBezTo>
                  <a:cubicBezTo>
                    <a:pt x="54" y="60815"/>
                    <a:pt x="28" y="60841"/>
                    <a:pt x="1" y="60895"/>
                  </a:cubicBezTo>
                  <a:cubicBezTo>
                    <a:pt x="1" y="60949"/>
                    <a:pt x="28" y="61002"/>
                    <a:pt x="81" y="61029"/>
                  </a:cubicBezTo>
                  <a:cubicBezTo>
                    <a:pt x="1821" y="62046"/>
                    <a:pt x="2891" y="63839"/>
                    <a:pt x="2918" y="65847"/>
                  </a:cubicBezTo>
                  <a:cubicBezTo>
                    <a:pt x="2918" y="65873"/>
                    <a:pt x="2945" y="65927"/>
                    <a:pt x="2998" y="65954"/>
                  </a:cubicBezTo>
                  <a:cubicBezTo>
                    <a:pt x="4952" y="66917"/>
                    <a:pt x="6157" y="68871"/>
                    <a:pt x="6157" y="71066"/>
                  </a:cubicBezTo>
                  <a:cubicBezTo>
                    <a:pt x="6157" y="73234"/>
                    <a:pt x="4952" y="75188"/>
                    <a:pt x="2998" y="76151"/>
                  </a:cubicBezTo>
                  <a:cubicBezTo>
                    <a:pt x="2945" y="76178"/>
                    <a:pt x="2918" y="76232"/>
                    <a:pt x="2918" y="76285"/>
                  </a:cubicBezTo>
                  <a:cubicBezTo>
                    <a:pt x="2891" y="78266"/>
                    <a:pt x="1821" y="80059"/>
                    <a:pt x="81" y="81076"/>
                  </a:cubicBezTo>
                  <a:cubicBezTo>
                    <a:pt x="28" y="81103"/>
                    <a:pt x="1" y="81183"/>
                    <a:pt x="28" y="81237"/>
                  </a:cubicBezTo>
                  <a:cubicBezTo>
                    <a:pt x="44" y="81288"/>
                    <a:pt x="83" y="81306"/>
                    <a:pt x="129" y="81306"/>
                  </a:cubicBezTo>
                  <a:cubicBezTo>
                    <a:pt x="156" y="81306"/>
                    <a:pt x="185" y="81300"/>
                    <a:pt x="215" y="81290"/>
                  </a:cubicBezTo>
                  <a:cubicBezTo>
                    <a:pt x="1981" y="80247"/>
                    <a:pt x="3106" y="78400"/>
                    <a:pt x="3186" y="76366"/>
                  </a:cubicBezTo>
                  <a:cubicBezTo>
                    <a:pt x="5167" y="75322"/>
                    <a:pt x="6398" y="73288"/>
                    <a:pt x="6398" y="71066"/>
                  </a:cubicBezTo>
                  <a:cubicBezTo>
                    <a:pt x="6398" y="68818"/>
                    <a:pt x="5167" y="66783"/>
                    <a:pt x="3186" y="65766"/>
                  </a:cubicBezTo>
                  <a:cubicBezTo>
                    <a:pt x="3106" y="63759"/>
                    <a:pt x="2062" y="61992"/>
                    <a:pt x="375" y="60922"/>
                  </a:cubicBezTo>
                  <a:cubicBezTo>
                    <a:pt x="2062" y="59878"/>
                    <a:pt x="3106" y="58085"/>
                    <a:pt x="3186" y="56077"/>
                  </a:cubicBezTo>
                  <a:cubicBezTo>
                    <a:pt x="5167" y="55060"/>
                    <a:pt x="6398" y="53026"/>
                    <a:pt x="6398" y="50778"/>
                  </a:cubicBezTo>
                  <a:cubicBezTo>
                    <a:pt x="6398" y="48556"/>
                    <a:pt x="5167" y="46522"/>
                    <a:pt x="3186" y="45505"/>
                  </a:cubicBezTo>
                  <a:cubicBezTo>
                    <a:pt x="3159" y="43604"/>
                    <a:pt x="2088" y="41731"/>
                    <a:pt x="375" y="40660"/>
                  </a:cubicBezTo>
                  <a:cubicBezTo>
                    <a:pt x="1901" y="39697"/>
                    <a:pt x="3293" y="37877"/>
                    <a:pt x="3186" y="35816"/>
                  </a:cubicBezTo>
                  <a:cubicBezTo>
                    <a:pt x="5167" y="34799"/>
                    <a:pt x="6398" y="32764"/>
                    <a:pt x="6398" y="30516"/>
                  </a:cubicBezTo>
                  <a:cubicBezTo>
                    <a:pt x="6398" y="28268"/>
                    <a:pt x="5167" y="26260"/>
                    <a:pt x="3186" y="25216"/>
                  </a:cubicBezTo>
                  <a:cubicBezTo>
                    <a:pt x="3079" y="23236"/>
                    <a:pt x="2062" y="21442"/>
                    <a:pt x="375" y="20399"/>
                  </a:cubicBezTo>
                  <a:cubicBezTo>
                    <a:pt x="2088" y="19328"/>
                    <a:pt x="3186" y="17401"/>
                    <a:pt x="3186" y="15554"/>
                  </a:cubicBezTo>
                  <a:cubicBezTo>
                    <a:pt x="5167" y="14510"/>
                    <a:pt x="6398" y="12503"/>
                    <a:pt x="6398" y="10254"/>
                  </a:cubicBezTo>
                  <a:cubicBezTo>
                    <a:pt x="6398" y="8006"/>
                    <a:pt x="5167" y="5999"/>
                    <a:pt x="3186" y="4955"/>
                  </a:cubicBezTo>
                  <a:cubicBezTo>
                    <a:pt x="3186" y="3028"/>
                    <a:pt x="1981" y="1047"/>
                    <a:pt x="188" y="30"/>
                  </a:cubicBezTo>
                  <a:cubicBezTo>
                    <a:pt x="168" y="10"/>
                    <a:pt x="143" y="1"/>
                    <a:pt x="12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8" name="Google Shape;2138;p115"/>
            <p:cNvSpPr/>
            <p:nvPr/>
          </p:nvSpPr>
          <p:spPr>
            <a:xfrm>
              <a:off x="992900" y="2593575"/>
              <a:ext cx="160625" cy="2032875"/>
            </a:xfrm>
            <a:custGeom>
              <a:avLst/>
              <a:gdLst/>
              <a:ahLst/>
              <a:cxnLst/>
              <a:rect l="l" t="t" r="r" b="b"/>
              <a:pathLst>
                <a:path w="6425" h="81315" extrusionOk="0">
                  <a:moveTo>
                    <a:pt x="167" y="1"/>
                  </a:moveTo>
                  <a:cubicBezTo>
                    <a:pt x="120" y="1"/>
                    <a:pt x="67" y="26"/>
                    <a:pt x="27" y="65"/>
                  </a:cubicBezTo>
                  <a:cubicBezTo>
                    <a:pt x="27" y="92"/>
                    <a:pt x="27" y="118"/>
                    <a:pt x="27" y="118"/>
                  </a:cubicBezTo>
                  <a:cubicBezTo>
                    <a:pt x="27" y="172"/>
                    <a:pt x="54" y="225"/>
                    <a:pt x="81" y="225"/>
                  </a:cubicBezTo>
                  <a:cubicBezTo>
                    <a:pt x="1821" y="1243"/>
                    <a:pt x="2972" y="3170"/>
                    <a:pt x="2945" y="5043"/>
                  </a:cubicBezTo>
                  <a:cubicBezTo>
                    <a:pt x="2945" y="5070"/>
                    <a:pt x="2972" y="5124"/>
                    <a:pt x="2998" y="5150"/>
                  </a:cubicBezTo>
                  <a:cubicBezTo>
                    <a:pt x="4952" y="6141"/>
                    <a:pt x="6157" y="8095"/>
                    <a:pt x="6157" y="10263"/>
                  </a:cubicBezTo>
                  <a:cubicBezTo>
                    <a:pt x="6157" y="12431"/>
                    <a:pt x="4952" y="14384"/>
                    <a:pt x="2998" y="15375"/>
                  </a:cubicBezTo>
                  <a:cubicBezTo>
                    <a:pt x="2972" y="15402"/>
                    <a:pt x="2945" y="15428"/>
                    <a:pt x="2945" y="15482"/>
                  </a:cubicBezTo>
                  <a:cubicBezTo>
                    <a:pt x="2998" y="17329"/>
                    <a:pt x="1847" y="19256"/>
                    <a:pt x="108" y="20273"/>
                  </a:cubicBezTo>
                  <a:cubicBezTo>
                    <a:pt x="54" y="20300"/>
                    <a:pt x="27" y="20326"/>
                    <a:pt x="27" y="20353"/>
                  </a:cubicBezTo>
                  <a:cubicBezTo>
                    <a:pt x="1" y="20407"/>
                    <a:pt x="27" y="20460"/>
                    <a:pt x="81" y="20514"/>
                  </a:cubicBezTo>
                  <a:cubicBezTo>
                    <a:pt x="1794" y="21504"/>
                    <a:pt x="2865" y="23297"/>
                    <a:pt x="2945" y="25305"/>
                  </a:cubicBezTo>
                  <a:cubicBezTo>
                    <a:pt x="2945" y="25358"/>
                    <a:pt x="2972" y="25385"/>
                    <a:pt x="2998" y="25412"/>
                  </a:cubicBezTo>
                  <a:cubicBezTo>
                    <a:pt x="4952" y="26402"/>
                    <a:pt x="6157" y="28356"/>
                    <a:pt x="6157" y="30524"/>
                  </a:cubicBezTo>
                  <a:cubicBezTo>
                    <a:pt x="6157" y="32692"/>
                    <a:pt x="4952" y="34646"/>
                    <a:pt x="2998" y="35636"/>
                  </a:cubicBezTo>
                  <a:cubicBezTo>
                    <a:pt x="2972" y="35663"/>
                    <a:pt x="2945" y="35717"/>
                    <a:pt x="2945" y="35770"/>
                  </a:cubicBezTo>
                  <a:cubicBezTo>
                    <a:pt x="3105" y="37831"/>
                    <a:pt x="1633" y="39651"/>
                    <a:pt x="108" y="40535"/>
                  </a:cubicBezTo>
                  <a:cubicBezTo>
                    <a:pt x="54" y="40561"/>
                    <a:pt x="27" y="40588"/>
                    <a:pt x="27" y="40615"/>
                  </a:cubicBezTo>
                  <a:cubicBezTo>
                    <a:pt x="1" y="40668"/>
                    <a:pt x="27" y="40749"/>
                    <a:pt x="81" y="40775"/>
                  </a:cubicBezTo>
                  <a:cubicBezTo>
                    <a:pt x="1821" y="41766"/>
                    <a:pt x="2945" y="43639"/>
                    <a:pt x="2945" y="45540"/>
                  </a:cubicBezTo>
                  <a:cubicBezTo>
                    <a:pt x="2945" y="45540"/>
                    <a:pt x="2945" y="45566"/>
                    <a:pt x="2945" y="45566"/>
                  </a:cubicBezTo>
                  <a:cubicBezTo>
                    <a:pt x="2918" y="45620"/>
                    <a:pt x="2972" y="45674"/>
                    <a:pt x="2998" y="45674"/>
                  </a:cubicBezTo>
                  <a:cubicBezTo>
                    <a:pt x="4952" y="46664"/>
                    <a:pt x="6157" y="48618"/>
                    <a:pt x="6157" y="50786"/>
                  </a:cubicBezTo>
                  <a:cubicBezTo>
                    <a:pt x="6157" y="52954"/>
                    <a:pt x="4952" y="54934"/>
                    <a:pt x="2998" y="55898"/>
                  </a:cubicBezTo>
                  <a:cubicBezTo>
                    <a:pt x="2972" y="55925"/>
                    <a:pt x="2945" y="55952"/>
                    <a:pt x="2945" y="56005"/>
                  </a:cubicBezTo>
                  <a:cubicBezTo>
                    <a:pt x="2891" y="58012"/>
                    <a:pt x="1821" y="59806"/>
                    <a:pt x="108" y="60796"/>
                  </a:cubicBezTo>
                  <a:cubicBezTo>
                    <a:pt x="54" y="60823"/>
                    <a:pt x="27" y="60850"/>
                    <a:pt x="27" y="60903"/>
                  </a:cubicBezTo>
                  <a:cubicBezTo>
                    <a:pt x="1" y="60957"/>
                    <a:pt x="27" y="61010"/>
                    <a:pt x="81" y="61037"/>
                  </a:cubicBezTo>
                  <a:cubicBezTo>
                    <a:pt x="1821" y="62054"/>
                    <a:pt x="2891" y="63847"/>
                    <a:pt x="2945" y="65828"/>
                  </a:cubicBezTo>
                  <a:cubicBezTo>
                    <a:pt x="2945" y="65882"/>
                    <a:pt x="2972" y="65935"/>
                    <a:pt x="2998" y="65962"/>
                  </a:cubicBezTo>
                  <a:cubicBezTo>
                    <a:pt x="4952" y="66925"/>
                    <a:pt x="6157" y="68879"/>
                    <a:pt x="6157" y="71047"/>
                  </a:cubicBezTo>
                  <a:cubicBezTo>
                    <a:pt x="6157" y="73242"/>
                    <a:pt x="4952" y="75196"/>
                    <a:pt x="2998" y="76160"/>
                  </a:cubicBezTo>
                  <a:cubicBezTo>
                    <a:pt x="2972" y="76186"/>
                    <a:pt x="2945" y="76240"/>
                    <a:pt x="2945" y="76267"/>
                  </a:cubicBezTo>
                  <a:cubicBezTo>
                    <a:pt x="2891" y="78274"/>
                    <a:pt x="1821" y="80067"/>
                    <a:pt x="81" y="81084"/>
                  </a:cubicBezTo>
                  <a:cubicBezTo>
                    <a:pt x="27" y="81111"/>
                    <a:pt x="1" y="81191"/>
                    <a:pt x="27" y="81245"/>
                  </a:cubicBezTo>
                  <a:cubicBezTo>
                    <a:pt x="61" y="81296"/>
                    <a:pt x="106" y="81315"/>
                    <a:pt x="148" y="81315"/>
                  </a:cubicBezTo>
                  <a:cubicBezTo>
                    <a:pt x="172" y="81315"/>
                    <a:pt x="195" y="81308"/>
                    <a:pt x="215" y="81299"/>
                  </a:cubicBezTo>
                  <a:cubicBezTo>
                    <a:pt x="2008" y="80255"/>
                    <a:pt x="3105" y="78408"/>
                    <a:pt x="3186" y="76347"/>
                  </a:cubicBezTo>
                  <a:cubicBezTo>
                    <a:pt x="5193" y="75330"/>
                    <a:pt x="6424" y="73296"/>
                    <a:pt x="6424" y="71047"/>
                  </a:cubicBezTo>
                  <a:cubicBezTo>
                    <a:pt x="6424" y="68826"/>
                    <a:pt x="5193" y="66792"/>
                    <a:pt x="3186" y="65748"/>
                  </a:cubicBezTo>
                  <a:cubicBezTo>
                    <a:pt x="3105" y="63767"/>
                    <a:pt x="2088" y="61974"/>
                    <a:pt x="402" y="60930"/>
                  </a:cubicBezTo>
                  <a:cubicBezTo>
                    <a:pt x="2088" y="59859"/>
                    <a:pt x="3105" y="58093"/>
                    <a:pt x="3186" y="56085"/>
                  </a:cubicBezTo>
                  <a:cubicBezTo>
                    <a:pt x="5193" y="55068"/>
                    <a:pt x="6424" y="53034"/>
                    <a:pt x="6424" y="50786"/>
                  </a:cubicBezTo>
                  <a:cubicBezTo>
                    <a:pt x="6424" y="48537"/>
                    <a:pt x="5193" y="46530"/>
                    <a:pt x="3186" y="45486"/>
                  </a:cubicBezTo>
                  <a:cubicBezTo>
                    <a:pt x="3159" y="43586"/>
                    <a:pt x="2088" y="41739"/>
                    <a:pt x="402" y="40668"/>
                  </a:cubicBezTo>
                  <a:cubicBezTo>
                    <a:pt x="1901" y="39705"/>
                    <a:pt x="3320" y="37885"/>
                    <a:pt x="3186" y="35824"/>
                  </a:cubicBezTo>
                  <a:cubicBezTo>
                    <a:pt x="5193" y="34780"/>
                    <a:pt x="6424" y="32772"/>
                    <a:pt x="6424" y="30524"/>
                  </a:cubicBezTo>
                  <a:cubicBezTo>
                    <a:pt x="6424" y="28276"/>
                    <a:pt x="5193" y="26268"/>
                    <a:pt x="3186" y="25225"/>
                  </a:cubicBezTo>
                  <a:cubicBezTo>
                    <a:pt x="3105" y="23244"/>
                    <a:pt x="2062" y="21451"/>
                    <a:pt x="402" y="20407"/>
                  </a:cubicBezTo>
                  <a:cubicBezTo>
                    <a:pt x="2088" y="19336"/>
                    <a:pt x="3186" y="17436"/>
                    <a:pt x="3186" y="15616"/>
                  </a:cubicBezTo>
                  <a:cubicBezTo>
                    <a:pt x="3186" y="15589"/>
                    <a:pt x="3186" y="15562"/>
                    <a:pt x="3186" y="15562"/>
                  </a:cubicBezTo>
                  <a:cubicBezTo>
                    <a:pt x="5193" y="14518"/>
                    <a:pt x="6424" y="12511"/>
                    <a:pt x="6424" y="10263"/>
                  </a:cubicBezTo>
                  <a:cubicBezTo>
                    <a:pt x="6424" y="8014"/>
                    <a:pt x="5193" y="6007"/>
                    <a:pt x="3186" y="4963"/>
                  </a:cubicBezTo>
                  <a:cubicBezTo>
                    <a:pt x="3186" y="3036"/>
                    <a:pt x="2008" y="1055"/>
                    <a:pt x="215" y="11"/>
                  </a:cubicBezTo>
                  <a:cubicBezTo>
                    <a:pt x="200" y="4"/>
                    <a:pt x="184" y="1"/>
                    <a:pt x="16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9" name="Google Shape;2139;p115"/>
            <p:cNvSpPr/>
            <p:nvPr/>
          </p:nvSpPr>
          <p:spPr>
            <a:xfrm>
              <a:off x="839675" y="2845375"/>
              <a:ext cx="159950" cy="2032675"/>
            </a:xfrm>
            <a:custGeom>
              <a:avLst/>
              <a:gdLst/>
              <a:ahLst/>
              <a:cxnLst/>
              <a:rect l="l" t="t" r="r" b="b"/>
              <a:pathLst>
                <a:path w="6398" h="81307" extrusionOk="0">
                  <a:moveTo>
                    <a:pt x="119" y="1"/>
                  </a:moveTo>
                  <a:cubicBezTo>
                    <a:pt x="81" y="1"/>
                    <a:pt x="44" y="24"/>
                    <a:pt x="27" y="57"/>
                  </a:cubicBezTo>
                  <a:cubicBezTo>
                    <a:pt x="0" y="84"/>
                    <a:pt x="0" y="110"/>
                    <a:pt x="0" y="137"/>
                  </a:cubicBezTo>
                  <a:cubicBezTo>
                    <a:pt x="0" y="164"/>
                    <a:pt x="27" y="217"/>
                    <a:pt x="54" y="244"/>
                  </a:cubicBezTo>
                  <a:cubicBezTo>
                    <a:pt x="1794" y="1234"/>
                    <a:pt x="2971" y="3162"/>
                    <a:pt x="2918" y="5035"/>
                  </a:cubicBezTo>
                  <a:cubicBezTo>
                    <a:pt x="2918" y="5089"/>
                    <a:pt x="2945" y="5142"/>
                    <a:pt x="2998" y="5142"/>
                  </a:cubicBezTo>
                  <a:cubicBezTo>
                    <a:pt x="4925" y="6133"/>
                    <a:pt x="6156" y="8086"/>
                    <a:pt x="6156" y="10254"/>
                  </a:cubicBezTo>
                  <a:cubicBezTo>
                    <a:pt x="6156" y="12422"/>
                    <a:pt x="4925" y="14376"/>
                    <a:pt x="2998" y="15367"/>
                  </a:cubicBezTo>
                  <a:cubicBezTo>
                    <a:pt x="2945" y="15393"/>
                    <a:pt x="2918" y="15420"/>
                    <a:pt x="2918" y="15474"/>
                  </a:cubicBezTo>
                  <a:cubicBezTo>
                    <a:pt x="2971" y="17321"/>
                    <a:pt x="1847" y="19248"/>
                    <a:pt x="81" y="20265"/>
                  </a:cubicBezTo>
                  <a:cubicBezTo>
                    <a:pt x="54" y="20292"/>
                    <a:pt x="27" y="20318"/>
                    <a:pt x="0" y="20345"/>
                  </a:cubicBezTo>
                  <a:cubicBezTo>
                    <a:pt x="0" y="20425"/>
                    <a:pt x="27" y="20479"/>
                    <a:pt x="54" y="20506"/>
                  </a:cubicBezTo>
                  <a:cubicBezTo>
                    <a:pt x="1794" y="21496"/>
                    <a:pt x="2864" y="23289"/>
                    <a:pt x="2918" y="25297"/>
                  </a:cubicBezTo>
                  <a:cubicBezTo>
                    <a:pt x="2918" y="25350"/>
                    <a:pt x="2945" y="25404"/>
                    <a:pt x="2998" y="25404"/>
                  </a:cubicBezTo>
                  <a:cubicBezTo>
                    <a:pt x="4925" y="26394"/>
                    <a:pt x="6156" y="28348"/>
                    <a:pt x="6156" y="30516"/>
                  </a:cubicBezTo>
                  <a:cubicBezTo>
                    <a:pt x="6156" y="32684"/>
                    <a:pt x="4925" y="34665"/>
                    <a:pt x="2998" y="35628"/>
                  </a:cubicBezTo>
                  <a:cubicBezTo>
                    <a:pt x="2945" y="35655"/>
                    <a:pt x="2918" y="35709"/>
                    <a:pt x="2918" y="35762"/>
                  </a:cubicBezTo>
                  <a:cubicBezTo>
                    <a:pt x="3078" y="37823"/>
                    <a:pt x="1606" y="39643"/>
                    <a:pt x="81" y="40526"/>
                  </a:cubicBezTo>
                  <a:cubicBezTo>
                    <a:pt x="54" y="40553"/>
                    <a:pt x="27" y="40580"/>
                    <a:pt x="0" y="40633"/>
                  </a:cubicBezTo>
                  <a:cubicBezTo>
                    <a:pt x="0" y="40687"/>
                    <a:pt x="27" y="40741"/>
                    <a:pt x="54" y="40767"/>
                  </a:cubicBezTo>
                  <a:cubicBezTo>
                    <a:pt x="1794" y="41784"/>
                    <a:pt x="2918" y="43631"/>
                    <a:pt x="2918" y="45532"/>
                  </a:cubicBezTo>
                  <a:cubicBezTo>
                    <a:pt x="2918" y="45558"/>
                    <a:pt x="2918" y="45558"/>
                    <a:pt x="2918" y="45558"/>
                  </a:cubicBezTo>
                  <a:cubicBezTo>
                    <a:pt x="2918" y="45612"/>
                    <a:pt x="2945" y="45665"/>
                    <a:pt x="2998" y="45692"/>
                  </a:cubicBezTo>
                  <a:cubicBezTo>
                    <a:pt x="4925" y="46656"/>
                    <a:pt x="6156" y="48610"/>
                    <a:pt x="6156" y="50778"/>
                  </a:cubicBezTo>
                  <a:cubicBezTo>
                    <a:pt x="6156" y="52972"/>
                    <a:pt x="4925" y="54926"/>
                    <a:pt x="2998" y="55890"/>
                  </a:cubicBezTo>
                  <a:cubicBezTo>
                    <a:pt x="2945" y="55917"/>
                    <a:pt x="2918" y="55970"/>
                    <a:pt x="2918" y="55997"/>
                  </a:cubicBezTo>
                  <a:cubicBezTo>
                    <a:pt x="2864" y="58004"/>
                    <a:pt x="1820" y="59798"/>
                    <a:pt x="81" y="60815"/>
                  </a:cubicBezTo>
                  <a:cubicBezTo>
                    <a:pt x="54" y="60815"/>
                    <a:pt x="27" y="60841"/>
                    <a:pt x="0" y="60895"/>
                  </a:cubicBezTo>
                  <a:cubicBezTo>
                    <a:pt x="0" y="60949"/>
                    <a:pt x="27" y="61002"/>
                    <a:pt x="54" y="61029"/>
                  </a:cubicBezTo>
                  <a:cubicBezTo>
                    <a:pt x="1794" y="62046"/>
                    <a:pt x="2864" y="63839"/>
                    <a:pt x="2918" y="65847"/>
                  </a:cubicBezTo>
                  <a:cubicBezTo>
                    <a:pt x="2918" y="65873"/>
                    <a:pt x="2945" y="65927"/>
                    <a:pt x="2998" y="65954"/>
                  </a:cubicBezTo>
                  <a:cubicBezTo>
                    <a:pt x="4925" y="66917"/>
                    <a:pt x="6156" y="68871"/>
                    <a:pt x="6156" y="71066"/>
                  </a:cubicBezTo>
                  <a:cubicBezTo>
                    <a:pt x="6156" y="73234"/>
                    <a:pt x="4925" y="75188"/>
                    <a:pt x="2998" y="76151"/>
                  </a:cubicBezTo>
                  <a:cubicBezTo>
                    <a:pt x="2945" y="76178"/>
                    <a:pt x="2918" y="76232"/>
                    <a:pt x="2918" y="76285"/>
                  </a:cubicBezTo>
                  <a:cubicBezTo>
                    <a:pt x="2864" y="78266"/>
                    <a:pt x="1794" y="80059"/>
                    <a:pt x="81" y="81076"/>
                  </a:cubicBezTo>
                  <a:cubicBezTo>
                    <a:pt x="0" y="81103"/>
                    <a:pt x="0" y="81183"/>
                    <a:pt x="27" y="81237"/>
                  </a:cubicBezTo>
                  <a:cubicBezTo>
                    <a:pt x="44" y="81288"/>
                    <a:pt x="83" y="81306"/>
                    <a:pt x="122" y="81306"/>
                  </a:cubicBezTo>
                  <a:cubicBezTo>
                    <a:pt x="145" y="81306"/>
                    <a:pt x="168" y="81300"/>
                    <a:pt x="188" y="81290"/>
                  </a:cubicBezTo>
                  <a:cubicBezTo>
                    <a:pt x="1981" y="80247"/>
                    <a:pt x="3105" y="78400"/>
                    <a:pt x="3159" y="76366"/>
                  </a:cubicBezTo>
                  <a:cubicBezTo>
                    <a:pt x="5166" y="75322"/>
                    <a:pt x="6397" y="73288"/>
                    <a:pt x="6397" y="71066"/>
                  </a:cubicBezTo>
                  <a:cubicBezTo>
                    <a:pt x="6397" y="68818"/>
                    <a:pt x="5166" y="66783"/>
                    <a:pt x="3159" y="65766"/>
                  </a:cubicBezTo>
                  <a:cubicBezTo>
                    <a:pt x="3105" y="63759"/>
                    <a:pt x="2061" y="61992"/>
                    <a:pt x="375" y="60922"/>
                  </a:cubicBezTo>
                  <a:cubicBezTo>
                    <a:pt x="2061" y="59878"/>
                    <a:pt x="3105" y="58085"/>
                    <a:pt x="3159" y="56077"/>
                  </a:cubicBezTo>
                  <a:cubicBezTo>
                    <a:pt x="5166" y="55060"/>
                    <a:pt x="6397" y="53026"/>
                    <a:pt x="6397" y="50778"/>
                  </a:cubicBezTo>
                  <a:cubicBezTo>
                    <a:pt x="6397" y="48556"/>
                    <a:pt x="5166" y="46522"/>
                    <a:pt x="3159" y="45505"/>
                  </a:cubicBezTo>
                  <a:cubicBezTo>
                    <a:pt x="3159" y="43604"/>
                    <a:pt x="2061" y="41731"/>
                    <a:pt x="375" y="40660"/>
                  </a:cubicBezTo>
                  <a:cubicBezTo>
                    <a:pt x="1901" y="39697"/>
                    <a:pt x="3292" y="37877"/>
                    <a:pt x="3185" y="35816"/>
                  </a:cubicBezTo>
                  <a:cubicBezTo>
                    <a:pt x="5166" y="34799"/>
                    <a:pt x="6397" y="32764"/>
                    <a:pt x="6397" y="30516"/>
                  </a:cubicBezTo>
                  <a:cubicBezTo>
                    <a:pt x="6397" y="28268"/>
                    <a:pt x="5166" y="26260"/>
                    <a:pt x="3159" y="25216"/>
                  </a:cubicBezTo>
                  <a:cubicBezTo>
                    <a:pt x="3078" y="23236"/>
                    <a:pt x="2035" y="21442"/>
                    <a:pt x="375" y="20399"/>
                  </a:cubicBezTo>
                  <a:cubicBezTo>
                    <a:pt x="2061" y="19328"/>
                    <a:pt x="3159" y="17454"/>
                    <a:pt x="3159" y="15608"/>
                  </a:cubicBezTo>
                  <a:cubicBezTo>
                    <a:pt x="3159" y="15581"/>
                    <a:pt x="3159" y="15581"/>
                    <a:pt x="3159" y="15554"/>
                  </a:cubicBezTo>
                  <a:cubicBezTo>
                    <a:pt x="5166" y="14510"/>
                    <a:pt x="6397" y="12503"/>
                    <a:pt x="6397" y="10254"/>
                  </a:cubicBezTo>
                  <a:cubicBezTo>
                    <a:pt x="6397" y="8006"/>
                    <a:pt x="5166" y="5999"/>
                    <a:pt x="3159" y="4955"/>
                  </a:cubicBezTo>
                  <a:cubicBezTo>
                    <a:pt x="3159" y="3028"/>
                    <a:pt x="1981" y="1047"/>
                    <a:pt x="188" y="30"/>
                  </a:cubicBezTo>
                  <a:cubicBezTo>
                    <a:pt x="167" y="10"/>
                    <a:pt x="143" y="1"/>
                    <a:pt x="11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0" name="Google Shape;2140;p115"/>
            <p:cNvSpPr/>
            <p:nvPr/>
          </p:nvSpPr>
          <p:spPr>
            <a:xfrm>
              <a:off x="685775" y="2593575"/>
              <a:ext cx="159950" cy="2032875"/>
            </a:xfrm>
            <a:custGeom>
              <a:avLst/>
              <a:gdLst/>
              <a:ahLst/>
              <a:cxnLst/>
              <a:rect l="l" t="t" r="r" b="b"/>
              <a:pathLst>
                <a:path w="6398" h="81315" extrusionOk="0">
                  <a:moveTo>
                    <a:pt x="140" y="1"/>
                  </a:moveTo>
                  <a:cubicBezTo>
                    <a:pt x="95" y="1"/>
                    <a:pt x="47" y="26"/>
                    <a:pt x="27" y="65"/>
                  </a:cubicBezTo>
                  <a:cubicBezTo>
                    <a:pt x="27" y="92"/>
                    <a:pt x="0" y="118"/>
                    <a:pt x="0" y="118"/>
                  </a:cubicBezTo>
                  <a:cubicBezTo>
                    <a:pt x="0" y="172"/>
                    <a:pt x="27" y="225"/>
                    <a:pt x="81" y="225"/>
                  </a:cubicBezTo>
                  <a:cubicBezTo>
                    <a:pt x="1820" y="1243"/>
                    <a:pt x="2944" y="3170"/>
                    <a:pt x="2918" y="5043"/>
                  </a:cubicBezTo>
                  <a:cubicBezTo>
                    <a:pt x="2918" y="5070"/>
                    <a:pt x="2944" y="5124"/>
                    <a:pt x="2998" y="5150"/>
                  </a:cubicBezTo>
                  <a:cubicBezTo>
                    <a:pt x="4952" y="6141"/>
                    <a:pt x="6156" y="8095"/>
                    <a:pt x="6156" y="10263"/>
                  </a:cubicBezTo>
                  <a:cubicBezTo>
                    <a:pt x="6156" y="12431"/>
                    <a:pt x="4952" y="14384"/>
                    <a:pt x="2998" y="15375"/>
                  </a:cubicBezTo>
                  <a:cubicBezTo>
                    <a:pt x="2944" y="15402"/>
                    <a:pt x="2918" y="15428"/>
                    <a:pt x="2918" y="15482"/>
                  </a:cubicBezTo>
                  <a:cubicBezTo>
                    <a:pt x="2998" y="17329"/>
                    <a:pt x="1847" y="19256"/>
                    <a:pt x="81" y="20273"/>
                  </a:cubicBezTo>
                  <a:cubicBezTo>
                    <a:pt x="54" y="20300"/>
                    <a:pt x="27" y="20326"/>
                    <a:pt x="27" y="20353"/>
                  </a:cubicBezTo>
                  <a:cubicBezTo>
                    <a:pt x="0" y="20407"/>
                    <a:pt x="27" y="20460"/>
                    <a:pt x="81" y="20514"/>
                  </a:cubicBezTo>
                  <a:cubicBezTo>
                    <a:pt x="1794" y="21504"/>
                    <a:pt x="2864" y="23297"/>
                    <a:pt x="2918" y="25305"/>
                  </a:cubicBezTo>
                  <a:cubicBezTo>
                    <a:pt x="2918" y="25358"/>
                    <a:pt x="2944" y="25385"/>
                    <a:pt x="2998" y="25412"/>
                  </a:cubicBezTo>
                  <a:cubicBezTo>
                    <a:pt x="4952" y="26402"/>
                    <a:pt x="6156" y="28356"/>
                    <a:pt x="6156" y="30524"/>
                  </a:cubicBezTo>
                  <a:cubicBezTo>
                    <a:pt x="6156" y="32692"/>
                    <a:pt x="4952" y="34646"/>
                    <a:pt x="2998" y="35636"/>
                  </a:cubicBezTo>
                  <a:cubicBezTo>
                    <a:pt x="2944" y="35663"/>
                    <a:pt x="2918" y="35717"/>
                    <a:pt x="2918" y="35770"/>
                  </a:cubicBezTo>
                  <a:cubicBezTo>
                    <a:pt x="3078" y="37831"/>
                    <a:pt x="1633" y="39651"/>
                    <a:pt x="81" y="40535"/>
                  </a:cubicBezTo>
                  <a:cubicBezTo>
                    <a:pt x="54" y="40561"/>
                    <a:pt x="27" y="40588"/>
                    <a:pt x="27" y="40615"/>
                  </a:cubicBezTo>
                  <a:cubicBezTo>
                    <a:pt x="0" y="40668"/>
                    <a:pt x="27" y="40749"/>
                    <a:pt x="81" y="40775"/>
                  </a:cubicBezTo>
                  <a:cubicBezTo>
                    <a:pt x="1820" y="41766"/>
                    <a:pt x="2918" y="43639"/>
                    <a:pt x="2918" y="45540"/>
                  </a:cubicBezTo>
                  <a:lnTo>
                    <a:pt x="2918" y="45566"/>
                  </a:lnTo>
                  <a:cubicBezTo>
                    <a:pt x="2918" y="45620"/>
                    <a:pt x="2944" y="45674"/>
                    <a:pt x="2998" y="45674"/>
                  </a:cubicBezTo>
                  <a:cubicBezTo>
                    <a:pt x="4952" y="46664"/>
                    <a:pt x="6156" y="48618"/>
                    <a:pt x="6156" y="50786"/>
                  </a:cubicBezTo>
                  <a:cubicBezTo>
                    <a:pt x="6156" y="52954"/>
                    <a:pt x="4952" y="54934"/>
                    <a:pt x="2998" y="55898"/>
                  </a:cubicBezTo>
                  <a:cubicBezTo>
                    <a:pt x="2944" y="55925"/>
                    <a:pt x="2918" y="55952"/>
                    <a:pt x="2918" y="56005"/>
                  </a:cubicBezTo>
                  <a:cubicBezTo>
                    <a:pt x="2891" y="58012"/>
                    <a:pt x="1820" y="59806"/>
                    <a:pt x="81" y="60796"/>
                  </a:cubicBezTo>
                  <a:cubicBezTo>
                    <a:pt x="54" y="60823"/>
                    <a:pt x="27" y="60850"/>
                    <a:pt x="27" y="60903"/>
                  </a:cubicBezTo>
                  <a:cubicBezTo>
                    <a:pt x="0" y="60957"/>
                    <a:pt x="27" y="61010"/>
                    <a:pt x="81" y="61037"/>
                  </a:cubicBezTo>
                  <a:cubicBezTo>
                    <a:pt x="1820" y="62054"/>
                    <a:pt x="2891" y="63847"/>
                    <a:pt x="2918" y="65828"/>
                  </a:cubicBezTo>
                  <a:cubicBezTo>
                    <a:pt x="2918" y="65882"/>
                    <a:pt x="2944" y="65935"/>
                    <a:pt x="2998" y="65962"/>
                  </a:cubicBezTo>
                  <a:cubicBezTo>
                    <a:pt x="4952" y="66925"/>
                    <a:pt x="6156" y="68879"/>
                    <a:pt x="6156" y="71047"/>
                  </a:cubicBezTo>
                  <a:cubicBezTo>
                    <a:pt x="6156" y="73242"/>
                    <a:pt x="4952" y="75196"/>
                    <a:pt x="2998" y="76160"/>
                  </a:cubicBezTo>
                  <a:cubicBezTo>
                    <a:pt x="2944" y="76186"/>
                    <a:pt x="2918" y="76240"/>
                    <a:pt x="2918" y="76267"/>
                  </a:cubicBezTo>
                  <a:cubicBezTo>
                    <a:pt x="2891" y="78274"/>
                    <a:pt x="1820" y="80067"/>
                    <a:pt x="81" y="81084"/>
                  </a:cubicBezTo>
                  <a:cubicBezTo>
                    <a:pt x="27" y="81111"/>
                    <a:pt x="0" y="81191"/>
                    <a:pt x="27" y="81245"/>
                  </a:cubicBezTo>
                  <a:cubicBezTo>
                    <a:pt x="61" y="81296"/>
                    <a:pt x="95" y="81315"/>
                    <a:pt x="136" y="81315"/>
                  </a:cubicBezTo>
                  <a:cubicBezTo>
                    <a:pt x="159" y="81315"/>
                    <a:pt x="185" y="81308"/>
                    <a:pt x="214" y="81299"/>
                  </a:cubicBezTo>
                  <a:cubicBezTo>
                    <a:pt x="2008" y="80255"/>
                    <a:pt x="3105" y="78408"/>
                    <a:pt x="3185" y="76347"/>
                  </a:cubicBezTo>
                  <a:cubicBezTo>
                    <a:pt x="5166" y="75330"/>
                    <a:pt x="6397" y="73296"/>
                    <a:pt x="6397" y="71047"/>
                  </a:cubicBezTo>
                  <a:cubicBezTo>
                    <a:pt x="6397" y="68826"/>
                    <a:pt x="5166" y="66792"/>
                    <a:pt x="3185" y="65748"/>
                  </a:cubicBezTo>
                  <a:cubicBezTo>
                    <a:pt x="3105" y="63767"/>
                    <a:pt x="2061" y="61974"/>
                    <a:pt x="375" y="60930"/>
                  </a:cubicBezTo>
                  <a:cubicBezTo>
                    <a:pt x="2061" y="59859"/>
                    <a:pt x="3105" y="58093"/>
                    <a:pt x="3185" y="56085"/>
                  </a:cubicBezTo>
                  <a:cubicBezTo>
                    <a:pt x="5166" y="55068"/>
                    <a:pt x="6397" y="53034"/>
                    <a:pt x="6397" y="50786"/>
                  </a:cubicBezTo>
                  <a:cubicBezTo>
                    <a:pt x="6397" y="48537"/>
                    <a:pt x="5166" y="46530"/>
                    <a:pt x="3185" y="45486"/>
                  </a:cubicBezTo>
                  <a:cubicBezTo>
                    <a:pt x="3159" y="43586"/>
                    <a:pt x="2088" y="41739"/>
                    <a:pt x="375" y="40668"/>
                  </a:cubicBezTo>
                  <a:cubicBezTo>
                    <a:pt x="1901" y="39705"/>
                    <a:pt x="3292" y="37885"/>
                    <a:pt x="3185" y="35824"/>
                  </a:cubicBezTo>
                  <a:cubicBezTo>
                    <a:pt x="5166" y="34780"/>
                    <a:pt x="6397" y="32772"/>
                    <a:pt x="6397" y="30524"/>
                  </a:cubicBezTo>
                  <a:cubicBezTo>
                    <a:pt x="6397" y="28276"/>
                    <a:pt x="5166" y="26268"/>
                    <a:pt x="3185" y="25225"/>
                  </a:cubicBezTo>
                  <a:cubicBezTo>
                    <a:pt x="3078" y="23244"/>
                    <a:pt x="2061" y="21451"/>
                    <a:pt x="375" y="20407"/>
                  </a:cubicBezTo>
                  <a:cubicBezTo>
                    <a:pt x="2088" y="19336"/>
                    <a:pt x="3185" y="17436"/>
                    <a:pt x="3185" y="15616"/>
                  </a:cubicBezTo>
                  <a:cubicBezTo>
                    <a:pt x="3185" y="15589"/>
                    <a:pt x="3185" y="15589"/>
                    <a:pt x="3185" y="15562"/>
                  </a:cubicBezTo>
                  <a:cubicBezTo>
                    <a:pt x="5166" y="14518"/>
                    <a:pt x="6397" y="12511"/>
                    <a:pt x="6397" y="10263"/>
                  </a:cubicBezTo>
                  <a:cubicBezTo>
                    <a:pt x="6397" y="8014"/>
                    <a:pt x="5166" y="6007"/>
                    <a:pt x="3185" y="4963"/>
                  </a:cubicBezTo>
                  <a:cubicBezTo>
                    <a:pt x="3185" y="3036"/>
                    <a:pt x="1981" y="1055"/>
                    <a:pt x="188" y="11"/>
                  </a:cubicBezTo>
                  <a:cubicBezTo>
                    <a:pt x="173" y="4"/>
                    <a:pt x="157" y="1"/>
                    <a:pt x="14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1" name="Google Shape;2141;p115"/>
            <p:cNvSpPr/>
            <p:nvPr/>
          </p:nvSpPr>
          <p:spPr>
            <a:xfrm>
              <a:off x="531875" y="2845375"/>
              <a:ext cx="160600" cy="2032675"/>
            </a:xfrm>
            <a:custGeom>
              <a:avLst/>
              <a:gdLst/>
              <a:ahLst/>
              <a:cxnLst/>
              <a:rect l="l" t="t" r="r" b="b"/>
              <a:pathLst>
                <a:path w="6424" h="81307" extrusionOk="0">
                  <a:moveTo>
                    <a:pt x="144" y="1"/>
                  </a:moveTo>
                  <a:cubicBezTo>
                    <a:pt x="103" y="1"/>
                    <a:pt x="60" y="24"/>
                    <a:pt x="27" y="57"/>
                  </a:cubicBezTo>
                  <a:cubicBezTo>
                    <a:pt x="27" y="84"/>
                    <a:pt x="27" y="110"/>
                    <a:pt x="27" y="137"/>
                  </a:cubicBezTo>
                  <a:cubicBezTo>
                    <a:pt x="27" y="164"/>
                    <a:pt x="54" y="217"/>
                    <a:pt x="80" y="244"/>
                  </a:cubicBezTo>
                  <a:cubicBezTo>
                    <a:pt x="1820" y="1234"/>
                    <a:pt x="2971" y="3162"/>
                    <a:pt x="2944" y="5035"/>
                  </a:cubicBezTo>
                  <a:cubicBezTo>
                    <a:pt x="2944" y="5089"/>
                    <a:pt x="2971" y="5142"/>
                    <a:pt x="2998" y="5142"/>
                  </a:cubicBezTo>
                  <a:cubicBezTo>
                    <a:pt x="4952" y="6133"/>
                    <a:pt x="6156" y="8086"/>
                    <a:pt x="6156" y="10254"/>
                  </a:cubicBezTo>
                  <a:cubicBezTo>
                    <a:pt x="6156" y="12422"/>
                    <a:pt x="4952" y="14376"/>
                    <a:pt x="2998" y="15367"/>
                  </a:cubicBezTo>
                  <a:cubicBezTo>
                    <a:pt x="2971" y="15393"/>
                    <a:pt x="2944" y="15447"/>
                    <a:pt x="2944" y="15474"/>
                  </a:cubicBezTo>
                  <a:cubicBezTo>
                    <a:pt x="2998" y="17321"/>
                    <a:pt x="1847" y="19248"/>
                    <a:pt x="107" y="20265"/>
                  </a:cubicBezTo>
                  <a:cubicBezTo>
                    <a:pt x="54" y="20292"/>
                    <a:pt x="27" y="20318"/>
                    <a:pt x="27" y="20345"/>
                  </a:cubicBezTo>
                  <a:cubicBezTo>
                    <a:pt x="0" y="20425"/>
                    <a:pt x="27" y="20479"/>
                    <a:pt x="80" y="20506"/>
                  </a:cubicBezTo>
                  <a:cubicBezTo>
                    <a:pt x="1793" y="21496"/>
                    <a:pt x="2864" y="23289"/>
                    <a:pt x="2944" y="25297"/>
                  </a:cubicBezTo>
                  <a:cubicBezTo>
                    <a:pt x="2944" y="25350"/>
                    <a:pt x="2971" y="25404"/>
                    <a:pt x="2998" y="25404"/>
                  </a:cubicBezTo>
                  <a:cubicBezTo>
                    <a:pt x="4952" y="26394"/>
                    <a:pt x="6156" y="28348"/>
                    <a:pt x="6156" y="30516"/>
                  </a:cubicBezTo>
                  <a:cubicBezTo>
                    <a:pt x="6156" y="32684"/>
                    <a:pt x="4952" y="34665"/>
                    <a:pt x="2998" y="35628"/>
                  </a:cubicBezTo>
                  <a:cubicBezTo>
                    <a:pt x="2971" y="35655"/>
                    <a:pt x="2944" y="35709"/>
                    <a:pt x="2944" y="35762"/>
                  </a:cubicBezTo>
                  <a:cubicBezTo>
                    <a:pt x="3105" y="37823"/>
                    <a:pt x="1633" y="39643"/>
                    <a:pt x="107" y="40526"/>
                  </a:cubicBezTo>
                  <a:cubicBezTo>
                    <a:pt x="54" y="40553"/>
                    <a:pt x="27" y="40580"/>
                    <a:pt x="27" y="40633"/>
                  </a:cubicBezTo>
                  <a:cubicBezTo>
                    <a:pt x="0" y="40687"/>
                    <a:pt x="27" y="40741"/>
                    <a:pt x="80" y="40767"/>
                  </a:cubicBezTo>
                  <a:cubicBezTo>
                    <a:pt x="1820" y="41784"/>
                    <a:pt x="2944" y="43631"/>
                    <a:pt x="2944" y="45532"/>
                  </a:cubicBezTo>
                  <a:lnTo>
                    <a:pt x="2944" y="45558"/>
                  </a:lnTo>
                  <a:cubicBezTo>
                    <a:pt x="2918" y="45612"/>
                    <a:pt x="2971" y="45665"/>
                    <a:pt x="2998" y="45692"/>
                  </a:cubicBezTo>
                  <a:cubicBezTo>
                    <a:pt x="4952" y="46656"/>
                    <a:pt x="6156" y="48610"/>
                    <a:pt x="6156" y="50778"/>
                  </a:cubicBezTo>
                  <a:cubicBezTo>
                    <a:pt x="6156" y="52972"/>
                    <a:pt x="4952" y="54926"/>
                    <a:pt x="2998" y="55890"/>
                  </a:cubicBezTo>
                  <a:cubicBezTo>
                    <a:pt x="2971" y="55917"/>
                    <a:pt x="2944" y="55970"/>
                    <a:pt x="2944" y="55997"/>
                  </a:cubicBezTo>
                  <a:cubicBezTo>
                    <a:pt x="2891" y="58004"/>
                    <a:pt x="1820" y="59798"/>
                    <a:pt x="107" y="60815"/>
                  </a:cubicBezTo>
                  <a:cubicBezTo>
                    <a:pt x="54" y="60815"/>
                    <a:pt x="27" y="60841"/>
                    <a:pt x="27" y="60895"/>
                  </a:cubicBezTo>
                  <a:cubicBezTo>
                    <a:pt x="0" y="60949"/>
                    <a:pt x="27" y="61002"/>
                    <a:pt x="80" y="61029"/>
                  </a:cubicBezTo>
                  <a:cubicBezTo>
                    <a:pt x="1820" y="62046"/>
                    <a:pt x="2891" y="63839"/>
                    <a:pt x="2944" y="65847"/>
                  </a:cubicBezTo>
                  <a:cubicBezTo>
                    <a:pt x="2944" y="65873"/>
                    <a:pt x="2971" y="65927"/>
                    <a:pt x="2998" y="65954"/>
                  </a:cubicBezTo>
                  <a:cubicBezTo>
                    <a:pt x="4952" y="66917"/>
                    <a:pt x="6156" y="68871"/>
                    <a:pt x="6156" y="71066"/>
                  </a:cubicBezTo>
                  <a:cubicBezTo>
                    <a:pt x="6156" y="73234"/>
                    <a:pt x="4952" y="75188"/>
                    <a:pt x="2998" y="76151"/>
                  </a:cubicBezTo>
                  <a:cubicBezTo>
                    <a:pt x="2971" y="76178"/>
                    <a:pt x="2944" y="76232"/>
                    <a:pt x="2944" y="76285"/>
                  </a:cubicBezTo>
                  <a:cubicBezTo>
                    <a:pt x="2891" y="78266"/>
                    <a:pt x="1820" y="80059"/>
                    <a:pt x="80" y="81076"/>
                  </a:cubicBezTo>
                  <a:cubicBezTo>
                    <a:pt x="27" y="81103"/>
                    <a:pt x="0" y="81183"/>
                    <a:pt x="54" y="81237"/>
                  </a:cubicBezTo>
                  <a:cubicBezTo>
                    <a:pt x="71" y="81288"/>
                    <a:pt x="109" y="81306"/>
                    <a:pt x="149" y="81306"/>
                  </a:cubicBezTo>
                  <a:cubicBezTo>
                    <a:pt x="171" y="81306"/>
                    <a:pt x="195" y="81300"/>
                    <a:pt x="214" y="81290"/>
                  </a:cubicBezTo>
                  <a:cubicBezTo>
                    <a:pt x="2008" y="80247"/>
                    <a:pt x="3105" y="78400"/>
                    <a:pt x="3185" y="76366"/>
                  </a:cubicBezTo>
                  <a:cubicBezTo>
                    <a:pt x="5193" y="75322"/>
                    <a:pt x="6424" y="73288"/>
                    <a:pt x="6424" y="71066"/>
                  </a:cubicBezTo>
                  <a:cubicBezTo>
                    <a:pt x="6424" y="68818"/>
                    <a:pt x="5193" y="66783"/>
                    <a:pt x="3185" y="65766"/>
                  </a:cubicBezTo>
                  <a:cubicBezTo>
                    <a:pt x="3105" y="63759"/>
                    <a:pt x="2088" y="61992"/>
                    <a:pt x="402" y="60922"/>
                  </a:cubicBezTo>
                  <a:cubicBezTo>
                    <a:pt x="2088" y="59878"/>
                    <a:pt x="3105" y="58085"/>
                    <a:pt x="3185" y="56077"/>
                  </a:cubicBezTo>
                  <a:cubicBezTo>
                    <a:pt x="5193" y="55060"/>
                    <a:pt x="6424" y="53026"/>
                    <a:pt x="6424" y="50778"/>
                  </a:cubicBezTo>
                  <a:cubicBezTo>
                    <a:pt x="6424" y="48556"/>
                    <a:pt x="5193" y="46522"/>
                    <a:pt x="3185" y="45505"/>
                  </a:cubicBezTo>
                  <a:cubicBezTo>
                    <a:pt x="3185" y="43604"/>
                    <a:pt x="2088" y="41731"/>
                    <a:pt x="402" y="40660"/>
                  </a:cubicBezTo>
                  <a:cubicBezTo>
                    <a:pt x="1900" y="39697"/>
                    <a:pt x="3319" y="37877"/>
                    <a:pt x="3185" y="35816"/>
                  </a:cubicBezTo>
                  <a:cubicBezTo>
                    <a:pt x="5193" y="34799"/>
                    <a:pt x="6424" y="32764"/>
                    <a:pt x="6424" y="30516"/>
                  </a:cubicBezTo>
                  <a:cubicBezTo>
                    <a:pt x="6424" y="28268"/>
                    <a:pt x="5193" y="26260"/>
                    <a:pt x="3185" y="25216"/>
                  </a:cubicBezTo>
                  <a:cubicBezTo>
                    <a:pt x="3105" y="23236"/>
                    <a:pt x="2061" y="21442"/>
                    <a:pt x="402" y="20399"/>
                  </a:cubicBezTo>
                  <a:cubicBezTo>
                    <a:pt x="2088" y="19328"/>
                    <a:pt x="3185" y="17454"/>
                    <a:pt x="3185" y="15608"/>
                  </a:cubicBezTo>
                  <a:cubicBezTo>
                    <a:pt x="3185" y="15581"/>
                    <a:pt x="3185" y="15581"/>
                    <a:pt x="3185" y="15554"/>
                  </a:cubicBezTo>
                  <a:cubicBezTo>
                    <a:pt x="5193" y="14510"/>
                    <a:pt x="6424" y="12503"/>
                    <a:pt x="6424" y="10254"/>
                  </a:cubicBezTo>
                  <a:cubicBezTo>
                    <a:pt x="6424" y="8006"/>
                    <a:pt x="5193" y="5999"/>
                    <a:pt x="3185" y="4955"/>
                  </a:cubicBezTo>
                  <a:cubicBezTo>
                    <a:pt x="3185" y="3028"/>
                    <a:pt x="2008" y="1047"/>
                    <a:pt x="214" y="30"/>
                  </a:cubicBezTo>
                  <a:cubicBezTo>
                    <a:pt x="194" y="10"/>
                    <a:pt x="169" y="1"/>
                    <a:pt x="14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2" name="Google Shape;2142;p115"/>
            <p:cNvSpPr/>
            <p:nvPr/>
          </p:nvSpPr>
          <p:spPr>
            <a:xfrm>
              <a:off x="378625" y="2593575"/>
              <a:ext cx="159950" cy="2032875"/>
            </a:xfrm>
            <a:custGeom>
              <a:avLst/>
              <a:gdLst/>
              <a:ahLst/>
              <a:cxnLst/>
              <a:rect l="l" t="t" r="r" b="b"/>
              <a:pathLst>
                <a:path w="6398" h="81315" extrusionOk="0">
                  <a:moveTo>
                    <a:pt x="141" y="1"/>
                  </a:moveTo>
                  <a:cubicBezTo>
                    <a:pt x="95" y="1"/>
                    <a:pt x="47" y="26"/>
                    <a:pt x="28" y="65"/>
                  </a:cubicBezTo>
                  <a:cubicBezTo>
                    <a:pt x="1" y="92"/>
                    <a:pt x="1" y="118"/>
                    <a:pt x="1" y="118"/>
                  </a:cubicBezTo>
                  <a:cubicBezTo>
                    <a:pt x="1" y="172"/>
                    <a:pt x="28" y="225"/>
                    <a:pt x="54" y="225"/>
                  </a:cubicBezTo>
                  <a:cubicBezTo>
                    <a:pt x="1794" y="1243"/>
                    <a:pt x="2918" y="3116"/>
                    <a:pt x="2918" y="4963"/>
                  </a:cubicBezTo>
                  <a:cubicBezTo>
                    <a:pt x="2918" y="4990"/>
                    <a:pt x="2918" y="5017"/>
                    <a:pt x="2918" y="5043"/>
                  </a:cubicBezTo>
                  <a:cubicBezTo>
                    <a:pt x="2918" y="5070"/>
                    <a:pt x="2945" y="5124"/>
                    <a:pt x="2999" y="5150"/>
                  </a:cubicBezTo>
                  <a:cubicBezTo>
                    <a:pt x="4952" y="6141"/>
                    <a:pt x="6157" y="8095"/>
                    <a:pt x="6157" y="10263"/>
                  </a:cubicBezTo>
                  <a:cubicBezTo>
                    <a:pt x="6157" y="12431"/>
                    <a:pt x="4952" y="14384"/>
                    <a:pt x="2999" y="15375"/>
                  </a:cubicBezTo>
                  <a:cubicBezTo>
                    <a:pt x="2945" y="15402"/>
                    <a:pt x="2918" y="15428"/>
                    <a:pt x="2918" y="15482"/>
                  </a:cubicBezTo>
                  <a:cubicBezTo>
                    <a:pt x="2972" y="17329"/>
                    <a:pt x="1848" y="19256"/>
                    <a:pt x="81" y="20273"/>
                  </a:cubicBezTo>
                  <a:cubicBezTo>
                    <a:pt x="54" y="20300"/>
                    <a:pt x="28" y="20326"/>
                    <a:pt x="1" y="20353"/>
                  </a:cubicBezTo>
                  <a:cubicBezTo>
                    <a:pt x="1" y="20407"/>
                    <a:pt x="28" y="20487"/>
                    <a:pt x="54" y="20514"/>
                  </a:cubicBezTo>
                  <a:cubicBezTo>
                    <a:pt x="1794" y="21504"/>
                    <a:pt x="2865" y="23297"/>
                    <a:pt x="2918" y="25305"/>
                  </a:cubicBezTo>
                  <a:cubicBezTo>
                    <a:pt x="2918" y="25358"/>
                    <a:pt x="2945" y="25412"/>
                    <a:pt x="2999" y="25412"/>
                  </a:cubicBezTo>
                  <a:cubicBezTo>
                    <a:pt x="4952" y="26402"/>
                    <a:pt x="6157" y="28356"/>
                    <a:pt x="6157" y="30524"/>
                  </a:cubicBezTo>
                  <a:cubicBezTo>
                    <a:pt x="6157" y="32692"/>
                    <a:pt x="4952" y="34646"/>
                    <a:pt x="2999" y="35636"/>
                  </a:cubicBezTo>
                  <a:cubicBezTo>
                    <a:pt x="2945" y="35663"/>
                    <a:pt x="2918" y="35717"/>
                    <a:pt x="2918" y="35770"/>
                  </a:cubicBezTo>
                  <a:cubicBezTo>
                    <a:pt x="3079" y="37831"/>
                    <a:pt x="1607" y="39651"/>
                    <a:pt x="81" y="40535"/>
                  </a:cubicBezTo>
                  <a:cubicBezTo>
                    <a:pt x="54" y="40561"/>
                    <a:pt x="28" y="40588"/>
                    <a:pt x="1" y="40615"/>
                  </a:cubicBezTo>
                  <a:cubicBezTo>
                    <a:pt x="1" y="40668"/>
                    <a:pt x="28" y="40749"/>
                    <a:pt x="54" y="40775"/>
                  </a:cubicBezTo>
                  <a:cubicBezTo>
                    <a:pt x="1794" y="41766"/>
                    <a:pt x="2918" y="43639"/>
                    <a:pt x="2918" y="45540"/>
                  </a:cubicBezTo>
                  <a:cubicBezTo>
                    <a:pt x="2918" y="45540"/>
                    <a:pt x="2918" y="45566"/>
                    <a:pt x="2918" y="45566"/>
                  </a:cubicBezTo>
                  <a:cubicBezTo>
                    <a:pt x="2918" y="45620"/>
                    <a:pt x="2945" y="45674"/>
                    <a:pt x="2999" y="45674"/>
                  </a:cubicBezTo>
                  <a:cubicBezTo>
                    <a:pt x="4952" y="46664"/>
                    <a:pt x="6157" y="48618"/>
                    <a:pt x="6157" y="50786"/>
                  </a:cubicBezTo>
                  <a:cubicBezTo>
                    <a:pt x="6157" y="52954"/>
                    <a:pt x="4952" y="54934"/>
                    <a:pt x="2999" y="55898"/>
                  </a:cubicBezTo>
                  <a:cubicBezTo>
                    <a:pt x="2945" y="55925"/>
                    <a:pt x="2918" y="55952"/>
                    <a:pt x="2918" y="56005"/>
                  </a:cubicBezTo>
                  <a:cubicBezTo>
                    <a:pt x="2865" y="58012"/>
                    <a:pt x="1821" y="59806"/>
                    <a:pt x="81" y="60796"/>
                  </a:cubicBezTo>
                  <a:cubicBezTo>
                    <a:pt x="54" y="60823"/>
                    <a:pt x="28" y="60850"/>
                    <a:pt x="1" y="60903"/>
                  </a:cubicBezTo>
                  <a:cubicBezTo>
                    <a:pt x="1" y="60957"/>
                    <a:pt x="28" y="61010"/>
                    <a:pt x="54" y="61037"/>
                  </a:cubicBezTo>
                  <a:cubicBezTo>
                    <a:pt x="1794" y="62054"/>
                    <a:pt x="2865" y="63847"/>
                    <a:pt x="2918" y="65828"/>
                  </a:cubicBezTo>
                  <a:cubicBezTo>
                    <a:pt x="2918" y="65882"/>
                    <a:pt x="2945" y="65935"/>
                    <a:pt x="2999" y="65962"/>
                  </a:cubicBezTo>
                  <a:cubicBezTo>
                    <a:pt x="4952" y="66925"/>
                    <a:pt x="6157" y="68879"/>
                    <a:pt x="6157" y="71047"/>
                  </a:cubicBezTo>
                  <a:cubicBezTo>
                    <a:pt x="6157" y="73242"/>
                    <a:pt x="4952" y="75196"/>
                    <a:pt x="2999" y="76160"/>
                  </a:cubicBezTo>
                  <a:cubicBezTo>
                    <a:pt x="2945" y="76186"/>
                    <a:pt x="2918" y="76240"/>
                    <a:pt x="2918" y="76267"/>
                  </a:cubicBezTo>
                  <a:cubicBezTo>
                    <a:pt x="2865" y="78274"/>
                    <a:pt x="1821" y="80067"/>
                    <a:pt x="81" y="81084"/>
                  </a:cubicBezTo>
                  <a:cubicBezTo>
                    <a:pt x="1" y="81111"/>
                    <a:pt x="1" y="81191"/>
                    <a:pt x="28" y="81245"/>
                  </a:cubicBezTo>
                  <a:cubicBezTo>
                    <a:pt x="45" y="81296"/>
                    <a:pt x="83" y="81315"/>
                    <a:pt x="123" y="81315"/>
                  </a:cubicBezTo>
                  <a:cubicBezTo>
                    <a:pt x="145" y="81315"/>
                    <a:pt x="169" y="81308"/>
                    <a:pt x="188" y="81299"/>
                  </a:cubicBezTo>
                  <a:cubicBezTo>
                    <a:pt x="1981" y="80255"/>
                    <a:pt x="3106" y="78408"/>
                    <a:pt x="3159" y="76347"/>
                  </a:cubicBezTo>
                  <a:cubicBezTo>
                    <a:pt x="5167" y="75330"/>
                    <a:pt x="6398" y="73296"/>
                    <a:pt x="6398" y="71047"/>
                  </a:cubicBezTo>
                  <a:cubicBezTo>
                    <a:pt x="6398" y="68826"/>
                    <a:pt x="5167" y="66792"/>
                    <a:pt x="3159" y="65748"/>
                  </a:cubicBezTo>
                  <a:cubicBezTo>
                    <a:pt x="3106" y="63767"/>
                    <a:pt x="2062" y="61974"/>
                    <a:pt x="376" y="60930"/>
                  </a:cubicBezTo>
                  <a:cubicBezTo>
                    <a:pt x="2062" y="59859"/>
                    <a:pt x="3106" y="58093"/>
                    <a:pt x="3159" y="56085"/>
                  </a:cubicBezTo>
                  <a:cubicBezTo>
                    <a:pt x="5167" y="55068"/>
                    <a:pt x="6398" y="53034"/>
                    <a:pt x="6398" y="50786"/>
                  </a:cubicBezTo>
                  <a:cubicBezTo>
                    <a:pt x="6398" y="48537"/>
                    <a:pt x="5167" y="46530"/>
                    <a:pt x="3159" y="45486"/>
                  </a:cubicBezTo>
                  <a:cubicBezTo>
                    <a:pt x="3159" y="43586"/>
                    <a:pt x="2062" y="41739"/>
                    <a:pt x="376" y="40668"/>
                  </a:cubicBezTo>
                  <a:cubicBezTo>
                    <a:pt x="1901" y="39705"/>
                    <a:pt x="3293" y="37885"/>
                    <a:pt x="3186" y="35824"/>
                  </a:cubicBezTo>
                  <a:cubicBezTo>
                    <a:pt x="5167" y="34780"/>
                    <a:pt x="6398" y="32772"/>
                    <a:pt x="6398" y="30524"/>
                  </a:cubicBezTo>
                  <a:cubicBezTo>
                    <a:pt x="6398" y="28276"/>
                    <a:pt x="5167" y="26268"/>
                    <a:pt x="3159" y="25225"/>
                  </a:cubicBezTo>
                  <a:cubicBezTo>
                    <a:pt x="3079" y="23244"/>
                    <a:pt x="2035" y="21451"/>
                    <a:pt x="376" y="20407"/>
                  </a:cubicBezTo>
                  <a:cubicBezTo>
                    <a:pt x="2062" y="19336"/>
                    <a:pt x="3186" y="17436"/>
                    <a:pt x="3186" y="15616"/>
                  </a:cubicBezTo>
                  <a:cubicBezTo>
                    <a:pt x="3186" y="15589"/>
                    <a:pt x="3186" y="15589"/>
                    <a:pt x="3186" y="15562"/>
                  </a:cubicBezTo>
                  <a:cubicBezTo>
                    <a:pt x="5167" y="14518"/>
                    <a:pt x="6398" y="12511"/>
                    <a:pt x="6398" y="10263"/>
                  </a:cubicBezTo>
                  <a:cubicBezTo>
                    <a:pt x="6398" y="8014"/>
                    <a:pt x="5167" y="6007"/>
                    <a:pt x="3186" y="4963"/>
                  </a:cubicBezTo>
                  <a:cubicBezTo>
                    <a:pt x="3186" y="3036"/>
                    <a:pt x="1981" y="1055"/>
                    <a:pt x="188" y="11"/>
                  </a:cubicBezTo>
                  <a:cubicBezTo>
                    <a:pt x="174" y="4"/>
                    <a:pt x="158" y="1"/>
                    <a:pt x="14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3" name="Google Shape;2143;p115"/>
            <p:cNvSpPr/>
            <p:nvPr/>
          </p:nvSpPr>
          <p:spPr>
            <a:xfrm>
              <a:off x="224725" y="2845375"/>
              <a:ext cx="159950" cy="2032675"/>
            </a:xfrm>
            <a:custGeom>
              <a:avLst/>
              <a:gdLst/>
              <a:ahLst/>
              <a:cxnLst/>
              <a:rect l="l" t="t" r="r" b="b"/>
              <a:pathLst>
                <a:path w="6398" h="81307" extrusionOk="0">
                  <a:moveTo>
                    <a:pt x="126" y="1"/>
                  </a:moveTo>
                  <a:cubicBezTo>
                    <a:pt x="81" y="1"/>
                    <a:pt x="44" y="24"/>
                    <a:pt x="27" y="57"/>
                  </a:cubicBezTo>
                  <a:cubicBezTo>
                    <a:pt x="27" y="84"/>
                    <a:pt x="1" y="110"/>
                    <a:pt x="1" y="137"/>
                  </a:cubicBezTo>
                  <a:cubicBezTo>
                    <a:pt x="1" y="164"/>
                    <a:pt x="27" y="217"/>
                    <a:pt x="81" y="244"/>
                  </a:cubicBezTo>
                  <a:cubicBezTo>
                    <a:pt x="1821" y="1234"/>
                    <a:pt x="2972" y="3162"/>
                    <a:pt x="2918" y="5035"/>
                  </a:cubicBezTo>
                  <a:cubicBezTo>
                    <a:pt x="2945" y="5089"/>
                    <a:pt x="2945" y="5142"/>
                    <a:pt x="2998" y="5142"/>
                  </a:cubicBezTo>
                  <a:cubicBezTo>
                    <a:pt x="4952" y="6133"/>
                    <a:pt x="6157" y="8086"/>
                    <a:pt x="6157" y="10254"/>
                  </a:cubicBezTo>
                  <a:cubicBezTo>
                    <a:pt x="6157" y="12422"/>
                    <a:pt x="4952" y="14376"/>
                    <a:pt x="2998" y="15367"/>
                  </a:cubicBezTo>
                  <a:cubicBezTo>
                    <a:pt x="2945" y="15393"/>
                    <a:pt x="2918" y="15447"/>
                    <a:pt x="2918" y="15474"/>
                  </a:cubicBezTo>
                  <a:cubicBezTo>
                    <a:pt x="2972" y="17321"/>
                    <a:pt x="1848" y="19248"/>
                    <a:pt x="108" y="20265"/>
                  </a:cubicBezTo>
                  <a:cubicBezTo>
                    <a:pt x="54" y="20292"/>
                    <a:pt x="27" y="20318"/>
                    <a:pt x="27" y="20345"/>
                  </a:cubicBezTo>
                  <a:cubicBezTo>
                    <a:pt x="1" y="20425"/>
                    <a:pt x="27" y="20479"/>
                    <a:pt x="81" y="20506"/>
                  </a:cubicBezTo>
                  <a:cubicBezTo>
                    <a:pt x="1794" y="21496"/>
                    <a:pt x="2865" y="23289"/>
                    <a:pt x="2918" y="25297"/>
                  </a:cubicBezTo>
                  <a:cubicBezTo>
                    <a:pt x="2945" y="25350"/>
                    <a:pt x="2972" y="25404"/>
                    <a:pt x="2998" y="25404"/>
                  </a:cubicBezTo>
                  <a:cubicBezTo>
                    <a:pt x="4952" y="26394"/>
                    <a:pt x="6157" y="28348"/>
                    <a:pt x="6157" y="30516"/>
                  </a:cubicBezTo>
                  <a:cubicBezTo>
                    <a:pt x="6157" y="32684"/>
                    <a:pt x="4952" y="34665"/>
                    <a:pt x="2998" y="35628"/>
                  </a:cubicBezTo>
                  <a:cubicBezTo>
                    <a:pt x="2945" y="35655"/>
                    <a:pt x="2918" y="35709"/>
                    <a:pt x="2918" y="35762"/>
                  </a:cubicBezTo>
                  <a:cubicBezTo>
                    <a:pt x="3106" y="37823"/>
                    <a:pt x="1633" y="39643"/>
                    <a:pt x="108" y="40526"/>
                  </a:cubicBezTo>
                  <a:cubicBezTo>
                    <a:pt x="54" y="40553"/>
                    <a:pt x="27" y="40580"/>
                    <a:pt x="27" y="40633"/>
                  </a:cubicBezTo>
                  <a:cubicBezTo>
                    <a:pt x="1" y="40687"/>
                    <a:pt x="27" y="40741"/>
                    <a:pt x="81" y="40767"/>
                  </a:cubicBezTo>
                  <a:cubicBezTo>
                    <a:pt x="1821" y="41784"/>
                    <a:pt x="2918" y="43631"/>
                    <a:pt x="2918" y="45532"/>
                  </a:cubicBezTo>
                  <a:cubicBezTo>
                    <a:pt x="2918" y="45558"/>
                    <a:pt x="2918" y="45558"/>
                    <a:pt x="2918" y="45558"/>
                  </a:cubicBezTo>
                  <a:cubicBezTo>
                    <a:pt x="2918" y="45612"/>
                    <a:pt x="2945" y="45665"/>
                    <a:pt x="2998" y="45692"/>
                  </a:cubicBezTo>
                  <a:cubicBezTo>
                    <a:pt x="4952" y="46656"/>
                    <a:pt x="6157" y="48610"/>
                    <a:pt x="6157" y="50778"/>
                  </a:cubicBezTo>
                  <a:cubicBezTo>
                    <a:pt x="6157" y="52972"/>
                    <a:pt x="4952" y="54926"/>
                    <a:pt x="2998" y="55890"/>
                  </a:cubicBezTo>
                  <a:cubicBezTo>
                    <a:pt x="2945" y="55917"/>
                    <a:pt x="2918" y="55970"/>
                    <a:pt x="2918" y="55997"/>
                  </a:cubicBezTo>
                  <a:cubicBezTo>
                    <a:pt x="2891" y="58004"/>
                    <a:pt x="1821" y="59798"/>
                    <a:pt x="108" y="60815"/>
                  </a:cubicBezTo>
                  <a:cubicBezTo>
                    <a:pt x="54" y="60815"/>
                    <a:pt x="27" y="60841"/>
                    <a:pt x="27" y="60895"/>
                  </a:cubicBezTo>
                  <a:cubicBezTo>
                    <a:pt x="1" y="60949"/>
                    <a:pt x="27" y="61002"/>
                    <a:pt x="81" y="61029"/>
                  </a:cubicBezTo>
                  <a:cubicBezTo>
                    <a:pt x="1821" y="62046"/>
                    <a:pt x="2891" y="63839"/>
                    <a:pt x="2918" y="65847"/>
                  </a:cubicBezTo>
                  <a:cubicBezTo>
                    <a:pt x="2918" y="65873"/>
                    <a:pt x="2945" y="65927"/>
                    <a:pt x="2998" y="65954"/>
                  </a:cubicBezTo>
                  <a:cubicBezTo>
                    <a:pt x="4952" y="66917"/>
                    <a:pt x="6157" y="68871"/>
                    <a:pt x="6157" y="71066"/>
                  </a:cubicBezTo>
                  <a:cubicBezTo>
                    <a:pt x="6157" y="73234"/>
                    <a:pt x="4952" y="75188"/>
                    <a:pt x="2998" y="76151"/>
                  </a:cubicBezTo>
                  <a:cubicBezTo>
                    <a:pt x="2945" y="76178"/>
                    <a:pt x="2918" y="76232"/>
                    <a:pt x="2918" y="76285"/>
                  </a:cubicBezTo>
                  <a:cubicBezTo>
                    <a:pt x="2891" y="78266"/>
                    <a:pt x="1821" y="80059"/>
                    <a:pt x="81" y="81076"/>
                  </a:cubicBezTo>
                  <a:cubicBezTo>
                    <a:pt x="27" y="81103"/>
                    <a:pt x="1" y="81183"/>
                    <a:pt x="27" y="81237"/>
                  </a:cubicBezTo>
                  <a:cubicBezTo>
                    <a:pt x="61" y="81288"/>
                    <a:pt x="95" y="81306"/>
                    <a:pt x="136" y="81306"/>
                  </a:cubicBezTo>
                  <a:cubicBezTo>
                    <a:pt x="160" y="81306"/>
                    <a:pt x="185" y="81300"/>
                    <a:pt x="215" y="81290"/>
                  </a:cubicBezTo>
                  <a:cubicBezTo>
                    <a:pt x="2008" y="80247"/>
                    <a:pt x="3106" y="78400"/>
                    <a:pt x="3186" y="76366"/>
                  </a:cubicBezTo>
                  <a:cubicBezTo>
                    <a:pt x="5166" y="75322"/>
                    <a:pt x="6398" y="73288"/>
                    <a:pt x="6398" y="71066"/>
                  </a:cubicBezTo>
                  <a:cubicBezTo>
                    <a:pt x="6398" y="68818"/>
                    <a:pt x="5166" y="66783"/>
                    <a:pt x="3186" y="65766"/>
                  </a:cubicBezTo>
                  <a:cubicBezTo>
                    <a:pt x="3106" y="63759"/>
                    <a:pt x="2062" y="61992"/>
                    <a:pt x="375" y="60922"/>
                  </a:cubicBezTo>
                  <a:cubicBezTo>
                    <a:pt x="2062" y="59878"/>
                    <a:pt x="3106" y="58085"/>
                    <a:pt x="3186" y="56077"/>
                  </a:cubicBezTo>
                  <a:cubicBezTo>
                    <a:pt x="5166" y="55060"/>
                    <a:pt x="6398" y="53026"/>
                    <a:pt x="6398" y="50778"/>
                  </a:cubicBezTo>
                  <a:cubicBezTo>
                    <a:pt x="6398" y="48556"/>
                    <a:pt x="5166" y="46522"/>
                    <a:pt x="3186" y="45505"/>
                  </a:cubicBezTo>
                  <a:cubicBezTo>
                    <a:pt x="3159" y="43604"/>
                    <a:pt x="2088" y="41731"/>
                    <a:pt x="375" y="40660"/>
                  </a:cubicBezTo>
                  <a:cubicBezTo>
                    <a:pt x="1901" y="39697"/>
                    <a:pt x="3293" y="37877"/>
                    <a:pt x="3186" y="35816"/>
                  </a:cubicBezTo>
                  <a:cubicBezTo>
                    <a:pt x="5166" y="34799"/>
                    <a:pt x="6398" y="32764"/>
                    <a:pt x="6398" y="30516"/>
                  </a:cubicBezTo>
                  <a:cubicBezTo>
                    <a:pt x="6398" y="28268"/>
                    <a:pt x="5166" y="26260"/>
                    <a:pt x="3186" y="25216"/>
                  </a:cubicBezTo>
                  <a:cubicBezTo>
                    <a:pt x="3079" y="23236"/>
                    <a:pt x="2062" y="21442"/>
                    <a:pt x="375" y="20399"/>
                  </a:cubicBezTo>
                  <a:cubicBezTo>
                    <a:pt x="2088" y="19328"/>
                    <a:pt x="3186" y="17454"/>
                    <a:pt x="3186" y="15608"/>
                  </a:cubicBezTo>
                  <a:cubicBezTo>
                    <a:pt x="3186" y="15581"/>
                    <a:pt x="3186" y="15581"/>
                    <a:pt x="3186" y="15554"/>
                  </a:cubicBezTo>
                  <a:cubicBezTo>
                    <a:pt x="5166" y="14510"/>
                    <a:pt x="6398" y="12503"/>
                    <a:pt x="6398" y="10254"/>
                  </a:cubicBezTo>
                  <a:cubicBezTo>
                    <a:pt x="6398" y="8006"/>
                    <a:pt x="5166" y="5999"/>
                    <a:pt x="3186" y="4955"/>
                  </a:cubicBezTo>
                  <a:cubicBezTo>
                    <a:pt x="3186" y="3028"/>
                    <a:pt x="1981" y="1047"/>
                    <a:pt x="215" y="30"/>
                  </a:cubicBezTo>
                  <a:cubicBezTo>
                    <a:pt x="184" y="10"/>
                    <a:pt x="153" y="1"/>
                    <a:pt x="12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144" name="Google Shape;2144;p115"/>
          <p:cNvSpPr/>
          <p:nvPr/>
        </p:nvSpPr>
        <p:spPr>
          <a:xfrm rot="-3415034" flipH="1">
            <a:off x="5358889" y="524097"/>
            <a:ext cx="4814608" cy="4095305"/>
          </a:xfrm>
          <a:custGeom>
            <a:avLst/>
            <a:gdLst/>
            <a:ahLst/>
            <a:cxnLst/>
            <a:rect l="l" t="t" r="r" b="b"/>
            <a:pathLst>
              <a:path w="61178" h="52038" extrusionOk="0">
                <a:moveTo>
                  <a:pt x="4170" y="12043"/>
                </a:moveTo>
                <a:cubicBezTo>
                  <a:pt x="7339" y="7239"/>
                  <a:pt x="14177" y="1"/>
                  <a:pt x="24184" y="5571"/>
                </a:cubicBezTo>
                <a:cubicBezTo>
                  <a:pt x="34191" y="11142"/>
                  <a:pt x="29988" y="17146"/>
                  <a:pt x="34024" y="21249"/>
                </a:cubicBezTo>
                <a:cubicBezTo>
                  <a:pt x="38061" y="25319"/>
                  <a:pt x="43198" y="25586"/>
                  <a:pt x="51103" y="27253"/>
                </a:cubicBezTo>
                <a:cubicBezTo>
                  <a:pt x="58976" y="28921"/>
                  <a:pt x="61177" y="36093"/>
                  <a:pt x="54472" y="41664"/>
                </a:cubicBezTo>
                <a:cubicBezTo>
                  <a:pt x="47801" y="47268"/>
                  <a:pt x="33758" y="52038"/>
                  <a:pt x="26819" y="46467"/>
                </a:cubicBezTo>
                <a:cubicBezTo>
                  <a:pt x="19848" y="40930"/>
                  <a:pt x="11108" y="34826"/>
                  <a:pt x="5537" y="31590"/>
                </a:cubicBezTo>
                <a:cubicBezTo>
                  <a:pt x="0" y="28388"/>
                  <a:pt x="967" y="16879"/>
                  <a:pt x="4170" y="12043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45" name="Google Shape;2145;p115"/>
          <p:cNvSpPr/>
          <p:nvPr/>
        </p:nvSpPr>
        <p:spPr>
          <a:xfrm rot="-1379372" flipH="1">
            <a:off x="5148635" y="1183665"/>
            <a:ext cx="1343009" cy="1754062"/>
          </a:xfrm>
          <a:custGeom>
            <a:avLst/>
            <a:gdLst/>
            <a:ahLst/>
            <a:cxnLst/>
            <a:rect l="l" t="t" r="r" b="b"/>
            <a:pathLst>
              <a:path w="17277" h="22564" extrusionOk="0">
                <a:moveTo>
                  <a:pt x="9074" y="0"/>
                </a:moveTo>
                <a:cubicBezTo>
                  <a:pt x="8555" y="0"/>
                  <a:pt x="8010" y="60"/>
                  <a:pt x="7441" y="188"/>
                </a:cubicBezTo>
                <a:cubicBezTo>
                  <a:pt x="2543" y="1285"/>
                  <a:pt x="1" y="6692"/>
                  <a:pt x="54" y="12607"/>
                </a:cubicBezTo>
                <a:cubicBezTo>
                  <a:pt x="134" y="18683"/>
                  <a:pt x="3989" y="22189"/>
                  <a:pt x="8592" y="22564"/>
                </a:cubicBezTo>
                <a:cubicBezTo>
                  <a:pt x="14641" y="22082"/>
                  <a:pt x="16354" y="18388"/>
                  <a:pt x="16836" y="12312"/>
                </a:cubicBezTo>
                <a:cubicBezTo>
                  <a:pt x="17276" y="6737"/>
                  <a:pt x="14567" y="0"/>
                  <a:pt x="9074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46" name="Google Shape;2146;p115"/>
          <p:cNvSpPr/>
          <p:nvPr/>
        </p:nvSpPr>
        <p:spPr>
          <a:xfrm flipH="1">
            <a:off x="794051" y="3667402"/>
            <a:ext cx="1062209" cy="936955"/>
          </a:xfrm>
          <a:custGeom>
            <a:avLst/>
            <a:gdLst/>
            <a:ahLst/>
            <a:cxnLst/>
            <a:rect l="l" t="t" r="r" b="b"/>
            <a:pathLst>
              <a:path w="13679" h="12066" extrusionOk="0">
                <a:moveTo>
                  <a:pt x="7541" y="1"/>
                </a:moveTo>
                <a:cubicBezTo>
                  <a:pt x="7109" y="1"/>
                  <a:pt x="6648" y="24"/>
                  <a:pt x="6157" y="68"/>
                </a:cubicBezTo>
                <a:cubicBezTo>
                  <a:pt x="1981" y="443"/>
                  <a:pt x="28" y="3173"/>
                  <a:pt x="1" y="6385"/>
                </a:cubicBezTo>
                <a:cubicBezTo>
                  <a:pt x="598" y="10109"/>
                  <a:pt x="2003" y="12066"/>
                  <a:pt x="5300" y="12066"/>
                </a:cubicBezTo>
                <a:cubicBezTo>
                  <a:pt x="5700" y="12066"/>
                  <a:pt x="6128" y="12037"/>
                  <a:pt x="6585" y="11979"/>
                </a:cubicBezTo>
                <a:cubicBezTo>
                  <a:pt x="10680" y="11470"/>
                  <a:pt x="13678" y="9516"/>
                  <a:pt x="12822" y="4297"/>
                </a:cubicBezTo>
                <a:cubicBezTo>
                  <a:pt x="12326" y="1256"/>
                  <a:pt x="10731" y="1"/>
                  <a:pt x="7541" y="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2">
  <p:cSld name="CUSTOM_60">
    <p:spTree>
      <p:nvGrpSpPr>
        <p:cNvPr id="1" name="Shape 2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8" name="Google Shape;2148;p116"/>
          <p:cNvSpPr/>
          <p:nvPr/>
        </p:nvSpPr>
        <p:spPr>
          <a:xfrm flipH="1">
            <a:off x="1008588" y="534225"/>
            <a:ext cx="3513000" cy="4031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accent1"/>
              </a:solidFill>
            </a:endParaRPr>
          </a:p>
        </p:txBody>
      </p:sp>
      <p:sp>
        <p:nvSpPr>
          <p:cNvPr id="2149" name="Google Shape;2149;p116"/>
          <p:cNvSpPr/>
          <p:nvPr/>
        </p:nvSpPr>
        <p:spPr>
          <a:xfrm rot="-5096759" flipH="1">
            <a:off x="5974001" y="2294202"/>
            <a:ext cx="4913557" cy="3022954"/>
          </a:xfrm>
          <a:custGeom>
            <a:avLst/>
            <a:gdLst/>
            <a:ahLst/>
            <a:cxnLst/>
            <a:rect l="l" t="t" r="r" b="b"/>
            <a:pathLst>
              <a:path w="59643" h="36694" extrusionOk="0">
                <a:moveTo>
                  <a:pt x="6271" y="15779"/>
                </a:moveTo>
                <a:cubicBezTo>
                  <a:pt x="9374" y="14178"/>
                  <a:pt x="17513" y="18347"/>
                  <a:pt x="23150" y="11676"/>
                </a:cubicBezTo>
                <a:cubicBezTo>
                  <a:pt x="28787" y="5004"/>
                  <a:pt x="30455" y="1"/>
                  <a:pt x="37327" y="2302"/>
                </a:cubicBezTo>
                <a:cubicBezTo>
                  <a:pt x="44198" y="4571"/>
                  <a:pt x="43064" y="13410"/>
                  <a:pt x="47601" y="15779"/>
                </a:cubicBezTo>
                <a:cubicBezTo>
                  <a:pt x="52104" y="18147"/>
                  <a:pt x="59643" y="31690"/>
                  <a:pt x="43364" y="34192"/>
                </a:cubicBezTo>
                <a:cubicBezTo>
                  <a:pt x="27120" y="36694"/>
                  <a:pt x="10441" y="33158"/>
                  <a:pt x="5204" y="27520"/>
                </a:cubicBezTo>
                <a:cubicBezTo>
                  <a:pt x="0" y="21883"/>
                  <a:pt x="3136" y="17380"/>
                  <a:pt x="6271" y="15779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50" name="Google Shape;2150;p116"/>
          <p:cNvSpPr/>
          <p:nvPr/>
        </p:nvSpPr>
        <p:spPr>
          <a:xfrm>
            <a:off x="4236525" y="3712869"/>
            <a:ext cx="764314" cy="674188"/>
          </a:xfrm>
          <a:custGeom>
            <a:avLst/>
            <a:gdLst/>
            <a:ahLst/>
            <a:cxnLst/>
            <a:rect l="l" t="t" r="r" b="b"/>
            <a:pathLst>
              <a:path w="13679" h="12066" extrusionOk="0">
                <a:moveTo>
                  <a:pt x="7541" y="1"/>
                </a:moveTo>
                <a:cubicBezTo>
                  <a:pt x="7109" y="1"/>
                  <a:pt x="6648" y="24"/>
                  <a:pt x="6157" y="68"/>
                </a:cubicBezTo>
                <a:cubicBezTo>
                  <a:pt x="1981" y="443"/>
                  <a:pt x="28" y="3173"/>
                  <a:pt x="1" y="6385"/>
                </a:cubicBezTo>
                <a:cubicBezTo>
                  <a:pt x="598" y="10109"/>
                  <a:pt x="2003" y="12066"/>
                  <a:pt x="5300" y="12066"/>
                </a:cubicBezTo>
                <a:cubicBezTo>
                  <a:pt x="5700" y="12066"/>
                  <a:pt x="6128" y="12037"/>
                  <a:pt x="6585" y="11979"/>
                </a:cubicBezTo>
                <a:cubicBezTo>
                  <a:pt x="10680" y="11470"/>
                  <a:pt x="13678" y="9516"/>
                  <a:pt x="12822" y="4297"/>
                </a:cubicBezTo>
                <a:cubicBezTo>
                  <a:pt x="12326" y="1256"/>
                  <a:pt x="10731" y="1"/>
                  <a:pt x="7541" y="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151" name="Google Shape;2151;p116"/>
          <p:cNvGrpSpPr/>
          <p:nvPr/>
        </p:nvGrpSpPr>
        <p:grpSpPr>
          <a:xfrm>
            <a:off x="6148229" y="1251727"/>
            <a:ext cx="1830972" cy="1822411"/>
            <a:chOff x="2414491" y="671177"/>
            <a:chExt cx="1830972" cy="1822411"/>
          </a:xfrm>
        </p:grpSpPr>
        <p:sp>
          <p:nvSpPr>
            <p:cNvPr id="2152" name="Google Shape;2152;p116"/>
            <p:cNvSpPr/>
            <p:nvPr/>
          </p:nvSpPr>
          <p:spPr>
            <a:xfrm>
              <a:off x="2414491" y="671177"/>
              <a:ext cx="1830972" cy="1822391"/>
            </a:xfrm>
            <a:custGeom>
              <a:avLst/>
              <a:gdLst/>
              <a:ahLst/>
              <a:cxnLst/>
              <a:rect l="l" t="t" r="r" b="b"/>
              <a:pathLst>
                <a:path w="45663" h="45449" extrusionOk="0">
                  <a:moveTo>
                    <a:pt x="10947" y="4979"/>
                  </a:moveTo>
                  <a:lnTo>
                    <a:pt x="15605" y="7656"/>
                  </a:lnTo>
                  <a:lnTo>
                    <a:pt x="15605" y="13062"/>
                  </a:lnTo>
                  <a:lnTo>
                    <a:pt x="10947" y="15766"/>
                  </a:lnTo>
                  <a:lnTo>
                    <a:pt x="6263" y="13062"/>
                  </a:lnTo>
                  <a:lnTo>
                    <a:pt x="6263" y="7656"/>
                  </a:lnTo>
                  <a:lnTo>
                    <a:pt x="10947" y="4979"/>
                  </a:lnTo>
                  <a:close/>
                  <a:moveTo>
                    <a:pt x="20449" y="4979"/>
                  </a:moveTo>
                  <a:lnTo>
                    <a:pt x="25133" y="7656"/>
                  </a:lnTo>
                  <a:lnTo>
                    <a:pt x="25133" y="13062"/>
                  </a:lnTo>
                  <a:lnTo>
                    <a:pt x="20449" y="15766"/>
                  </a:lnTo>
                  <a:lnTo>
                    <a:pt x="15792" y="13062"/>
                  </a:lnTo>
                  <a:lnTo>
                    <a:pt x="15792" y="7656"/>
                  </a:lnTo>
                  <a:lnTo>
                    <a:pt x="20449" y="4979"/>
                  </a:lnTo>
                  <a:close/>
                  <a:moveTo>
                    <a:pt x="29978" y="4979"/>
                  </a:moveTo>
                  <a:lnTo>
                    <a:pt x="34635" y="7656"/>
                  </a:lnTo>
                  <a:lnTo>
                    <a:pt x="34635" y="13062"/>
                  </a:lnTo>
                  <a:lnTo>
                    <a:pt x="29978" y="15766"/>
                  </a:lnTo>
                  <a:lnTo>
                    <a:pt x="25294" y="13062"/>
                  </a:lnTo>
                  <a:lnTo>
                    <a:pt x="25294" y="7656"/>
                  </a:lnTo>
                  <a:lnTo>
                    <a:pt x="29978" y="4979"/>
                  </a:lnTo>
                  <a:close/>
                  <a:moveTo>
                    <a:pt x="6183" y="13196"/>
                  </a:moveTo>
                  <a:lnTo>
                    <a:pt x="10867" y="15899"/>
                  </a:lnTo>
                  <a:lnTo>
                    <a:pt x="10867" y="21306"/>
                  </a:lnTo>
                  <a:lnTo>
                    <a:pt x="6183" y="23983"/>
                  </a:lnTo>
                  <a:lnTo>
                    <a:pt x="1526" y="21306"/>
                  </a:lnTo>
                  <a:lnTo>
                    <a:pt x="1526" y="15899"/>
                  </a:lnTo>
                  <a:lnTo>
                    <a:pt x="6183" y="13196"/>
                  </a:lnTo>
                  <a:close/>
                  <a:moveTo>
                    <a:pt x="15712" y="13196"/>
                  </a:moveTo>
                  <a:lnTo>
                    <a:pt x="20369" y="15899"/>
                  </a:lnTo>
                  <a:lnTo>
                    <a:pt x="20369" y="21306"/>
                  </a:lnTo>
                  <a:lnTo>
                    <a:pt x="15712" y="23983"/>
                  </a:lnTo>
                  <a:lnTo>
                    <a:pt x="11028" y="21306"/>
                  </a:lnTo>
                  <a:lnTo>
                    <a:pt x="11028" y="15899"/>
                  </a:lnTo>
                  <a:lnTo>
                    <a:pt x="15712" y="13196"/>
                  </a:lnTo>
                  <a:close/>
                  <a:moveTo>
                    <a:pt x="25213" y="13196"/>
                  </a:moveTo>
                  <a:lnTo>
                    <a:pt x="29871" y="15899"/>
                  </a:lnTo>
                  <a:lnTo>
                    <a:pt x="29871" y="21306"/>
                  </a:lnTo>
                  <a:lnTo>
                    <a:pt x="25213" y="23983"/>
                  </a:lnTo>
                  <a:lnTo>
                    <a:pt x="20529" y="21306"/>
                  </a:lnTo>
                  <a:lnTo>
                    <a:pt x="20529" y="15899"/>
                  </a:lnTo>
                  <a:lnTo>
                    <a:pt x="25213" y="13196"/>
                  </a:lnTo>
                  <a:close/>
                  <a:moveTo>
                    <a:pt x="34715" y="13196"/>
                  </a:moveTo>
                  <a:lnTo>
                    <a:pt x="39399" y="15899"/>
                  </a:lnTo>
                  <a:lnTo>
                    <a:pt x="39399" y="21306"/>
                  </a:lnTo>
                  <a:lnTo>
                    <a:pt x="34715" y="23983"/>
                  </a:lnTo>
                  <a:lnTo>
                    <a:pt x="30058" y="21306"/>
                  </a:lnTo>
                  <a:lnTo>
                    <a:pt x="30058" y="15899"/>
                  </a:lnTo>
                  <a:lnTo>
                    <a:pt x="34715" y="13196"/>
                  </a:lnTo>
                  <a:close/>
                  <a:moveTo>
                    <a:pt x="10947" y="21440"/>
                  </a:moveTo>
                  <a:lnTo>
                    <a:pt x="15605" y="24143"/>
                  </a:lnTo>
                  <a:lnTo>
                    <a:pt x="15605" y="29523"/>
                  </a:lnTo>
                  <a:lnTo>
                    <a:pt x="10947" y="32226"/>
                  </a:lnTo>
                  <a:lnTo>
                    <a:pt x="6263" y="29523"/>
                  </a:lnTo>
                  <a:lnTo>
                    <a:pt x="6263" y="24143"/>
                  </a:lnTo>
                  <a:lnTo>
                    <a:pt x="10947" y="21440"/>
                  </a:lnTo>
                  <a:close/>
                  <a:moveTo>
                    <a:pt x="20449" y="21440"/>
                  </a:moveTo>
                  <a:lnTo>
                    <a:pt x="25133" y="24143"/>
                  </a:lnTo>
                  <a:lnTo>
                    <a:pt x="25133" y="29523"/>
                  </a:lnTo>
                  <a:lnTo>
                    <a:pt x="20449" y="32226"/>
                  </a:lnTo>
                  <a:lnTo>
                    <a:pt x="15792" y="29523"/>
                  </a:lnTo>
                  <a:lnTo>
                    <a:pt x="15792" y="24143"/>
                  </a:lnTo>
                  <a:lnTo>
                    <a:pt x="20449" y="21440"/>
                  </a:lnTo>
                  <a:close/>
                  <a:moveTo>
                    <a:pt x="29978" y="21440"/>
                  </a:moveTo>
                  <a:lnTo>
                    <a:pt x="34635" y="24143"/>
                  </a:lnTo>
                  <a:lnTo>
                    <a:pt x="34635" y="29523"/>
                  </a:lnTo>
                  <a:lnTo>
                    <a:pt x="29978" y="32226"/>
                  </a:lnTo>
                  <a:lnTo>
                    <a:pt x="25294" y="29523"/>
                  </a:lnTo>
                  <a:lnTo>
                    <a:pt x="25294" y="24143"/>
                  </a:lnTo>
                  <a:lnTo>
                    <a:pt x="29978" y="21440"/>
                  </a:lnTo>
                  <a:close/>
                  <a:moveTo>
                    <a:pt x="39480" y="21440"/>
                  </a:moveTo>
                  <a:lnTo>
                    <a:pt x="44137" y="24143"/>
                  </a:lnTo>
                  <a:lnTo>
                    <a:pt x="44137" y="29523"/>
                  </a:lnTo>
                  <a:lnTo>
                    <a:pt x="39480" y="32226"/>
                  </a:lnTo>
                  <a:lnTo>
                    <a:pt x="34796" y="29523"/>
                  </a:lnTo>
                  <a:lnTo>
                    <a:pt x="34796" y="24143"/>
                  </a:lnTo>
                  <a:lnTo>
                    <a:pt x="39480" y="21440"/>
                  </a:lnTo>
                  <a:close/>
                  <a:moveTo>
                    <a:pt x="15712" y="29684"/>
                  </a:moveTo>
                  <a:lnTo>
                    <a:pt x="20369" y="32387"/>
                  </a:lnTo>
                  <a:lnTo>
                    <a:pt x="20369" y="37767"/>
                  </a:lnTo>
                  <a:lnTo>
                    <a:pt x="15712" y="40470"/>
                  </a:lnTo>
                  <a:lnTo>
                    <a:pt x="11028" y="37767"/>
                  </a:lnTo>
                  <a:lnTo>
                    <a:pt x="11028" y="32387"/>
                  </a:lnTo>
                  <a:lnTo>
                    <a:pt x="15712" y="29684"/>
                  </a:lnTo>
                  <a:close/>
                  <a:moveTo>
                    <a:pt x="25213" y="29684"/>
                  </a:moveTo>
                  <a:lnTo>
                    <a:pt x="29871" y="32387"/>
                  </a:lnTo>
                  <a:lnTo>
                    <a:pt x="29871" y="37767"/>
                  </a:lnTo>
                  <a:lnTo>
                    <a:pt x="25213" y="40470"/>
                  </a:lnTo>
                  <a:lnTo>
                    <a:pt x="20529" y="37767"/>
                  </a:lnTo>
                  <a:lnTo>
                    <a:pt x="20529" y="32387"/>
                  </a:lnTo>
                  <a:lnTo>
                    <a:pt x="25213" y="29684"/>
                  </a:lnTo>
                  <a:close/>
                  <a:moveTo>
                    <a:pt x="34715" y="29684"/>
                  </a:moveTo>
                  <a:lnTo>
                    <a:pt x="39399" y="32387"/>
                  </a:lnTo>
                  <a:lnTo>
                    <a:pt x="39399" y="37767"/>
                  </a:lnTo>
                  <a:lnTo>
                    <a:pt x="34715" y="40470"/>
                  </a:lnTo>
                  <a:lnTo>
                    <a:pt x="30058" y="37767"/>
                  </a:lnTo>
                  <a:lnTo>
                    <a:pt x="30058" y="32387"/>
                  </a:lnTo>
                  <a:lnTo>
                    <a:pt x="34715" y="29684"/>
                  </a:lnTo>
                  <a:close/>
                  <a:moveTo>
                    <a:pt x="20369" y="1"/>
                  </a:moveTo>
                  <a:lnTo>
                    <a:pt x="20369" y="4818"/>
                  </a:lnTo>
                  <a:lnTo>
                    <a:pt x="15712" y="7522"/>
                  </a:lnTo>
                  <a:lnTo>
                    <a:pt x="11028" y="4818"/>
                  </a:lnTo>
                  <a:lnTo>
                    <a:pt x="11028" y="3159"/>
                  </a:lnTo>
                  <a:cubicBezTo>
                    <a:pt x="10974" y="3186"/>
                    <a:pt x="10921" y="3239"/>
                    <a:pt x="10867" y="3266"/>
                  </a:cubicBezTo>
                  <a:lnTo>
                    <a:pt x="10867" y="4818"/>
                  </a:lnTo>
                  <a:lnTo>
                    <a:pt x="6183" y="7522"/>
                  </a:lnTo>
                  <a:lnTo>
                    <a:pt x="5915" y="7361"/>
                  </a:lnTo>
                  <a:cubicBezTo>
                    <a:pt x="5889" y="7415"/>
                    <a:pt x="5835" y="7442"/>
                    <a:pt x="5808" y="7495"/>
                  </a:cubicBezTo>
                  <a:lnTo>
                    <a:pt x="6103" y="7656"/>
                  </a:lnTo>
                  <a:lnTo>
                    <a:pt x="6103" y="13062"/>
                  </a:lnTo>
                  <a:lnTo>
                    <a:pt x="1419" y="15766"/>
                  </a:lnTo>
                  <a:lnTo>
                    <a:pt x="1124" y="15578"/>
                  </a:lnTo>
                  <a:cubicBezTo>
                    <a:pt x="1124" y="15632"/>
                    <a:pt x="1098" y="15685"/>
                    <a:pt x="1071" y="15739"/>
                  </a:cubicBezTo>
                  <a:lnTo>
                    <a:pt x="1338" y="15899"/>
                  </a:lnTo>
                  <a:lnTo>
                    <a:pt x="1338" y="21306"/>
                  </a:lnTo>
                  <a:lnTo>
                    <a:pt x="0" y="22082"/>
                  </a:lnTo>
                  <a:cubicBezTo>
                    <a:pt x="0" y="22136"/>
                    <a:pt x="0" y="22216"/>
                    <a:pt x="0" y="22270"/>
                  </a:cubicBezTo>
                  <a:lnTo>
                    <a:pt x="1419" y="21440"/>
                  </a:lnTo>
                  <a:lnTo>
                    <a:pt x="6103" y="24143"/>
                  </a:lnTo>
                  <a:lnTo>
                    <a:pt x="6103" y="29523"/>
                  </a:lnTo>
                  <a:lnTo>
                    <a:pt x="1927" y="31932"/>
                  </a:lnTo>
                  <a:cubicBezTo>
                    <a:pt x="1954" y="31986"/>
                    <a:pt x="1981" y="32039"/>
                    <a:pt x="2008" y="32093"/>
                  </a:cubicBezTo>
                  <a:lnTo>
                    <a:pt x="6183" y="29684"/>
                  </a:lnTo>
                  <a:lnTo>
                    <a:pt x="10867" y="32387"/>
                  </a:lnTo>
                  <a:lnTo>
                    <a:pt x="10867" y="37767"/>
                  </a:lnTo>
                  <a:lnTo>
                    <a:pt x="7548" y="39694"/>
                  </a:lnTo>
                  <a:cubicBezTo>
                    <a:pt x="7575" y="39721"/>
                    <a:pt x="7628" y="39774"/>
                    <a:pt x="7682" y="39801"/>
                  </a:cubicBezTo>
                  <a:lnTo>
                    <a:pt x="10947" y="37928"/>
                  </a:lnTo>
                  <a:lnTo>
                    <a:pt x="15605" y="40631"/>
                  </a:lnTo>
                  <a:lnTo>
                    <a:pt x="15605" y="44405"/>
                  </a:lnTo>
                  <a:cubicBezTo>
                    <a:pt x="15658" y="44405"/>
                    <a:pt x="15738" y="44432"/>
                    <a:pt x="15792" y="44458"/>
                  </a:cubicBezTo>
                  <a:lnTo>
                    <a:pt x="15792" y="40631"/>
                  </a:lnTo>
                  <a:lnTo>
                    <a:pt x="20449" y="37928"/>
                  </a:lnTo>
                  <a:lnTo>
                    <a:pt x="25133" y="40631"/>
                  </a:lnTo>
                  <a:lnTo>
                    <a:pt x="25133" y="45449"/>
                  </a:lnTo>
                  <a:cubicBezTo>
                    <a:pt x="25187" y="45449"/>
                    <a:pt x="25240" y="45449"/>
                    <a:pt x="25294" y="45422"/>
                  </a:cubicBezTo>
                  <a:lnTo>
                    <a:pt x="25294" y="40631"/>
                  </a:lnTo>
                  <a:lnTo>
                    <a:pt x="29978" y="37928"/>
                  </a:lnTo>
                  <a:lnTo>
                    <a:pt x="34635" y="40631"/>
                  </a:lnTo>
                  <a:lnTo>
                    <a:pt x="34635" y="42290"/>
                  </a:lnTo>
                  <a:cubicBezTo>
                    <a:pt x="34688" y="42237"/>
                    <a:pt x="34742" y="42210"/>
                    <a:pt x="34796" y="42183"/>
                  </a:cubicBezTo>
                  <a:lnTo>
                    <a:pt x="34796" y="40631"/>
                  </a:lnTo>
                  <a:lnTo>
                    <a:pt x="39480" y="37928"/>
                  </a:lnTo>
                  <a:lnTo>
                    <a:pt x="39747" y="38088"/>
                  </a:lnTo>
                  <a:cubicBezTo>
                    <a:pt x="39774" y="38035"/>
                    <a:pt x="39827" y="37981"/>
                    <a:pt x="39854" y="37954"/>
                  </a:cubicBezTo>
                  <a:lnTo>
                    <a:pt x="39560" y="37767"/>
                  </a:lnTo>
                  <a:lnTo>
                    <a:pt x="39560" y="32387"/>
                  </a:lnTo>
                  <a:lnTo>
                    <a:pt x="44244" y="29684"/>
                  </a:lnTo>
                  <a:lnTo>
                    <a:pt x="44538" y="29871"/>
                  </a:lnTo>
                  <a:cubicBezTo>
                    <a:pt x="44565" y="29791"/>
                    <a:pt x="44565" y="29737"/>
                    <a:pt x="44592" y="29684"/>
                  </a:cubicBezTo>
                  <a:lnTo>
                    <a:pt x="44324" y="29523"/>
                  </a:lnTo>
                  <a:lnTo>
                    <a:pt x="44324" y="24143"/>
                  </a:lnTo>
                  <a:lnTo>
                    <a:pt x="45662" y="23367"/>
                  </a:lnTo>
                  <a:cubicBezTo>
                    <a:pt x="45662" y="23314"/>
                    <a:pt x="45662" y="23233"/>
                    <a:pt x="45662" y="23153"/>
                  </a:cubicBezTo>
                  <a:lnTo>
                    <a:pt x="44244" y="23983"/>
                  </a:lnTo>
                  <a:lnTo>
                    <a:pt x="39560" y="21306"/>
                  </a:lnTo>
                  <a:lnTo>
                    <a:pt x="39560" y="15899"/>
                  </a:lnTo>
                  <a:lnTo>
                    <a:pt x="43735" y="13491"/>
                  </a:lnTo>
                  <a:cubicBezTo>
                    <a:pt x="43709" y="13437"/>
                    <a:pt x="43682" y="13383"/>
                    <a:pt x="43655" y="13330"/>
                  </a:cubicBezTo>
                  <a:lnTo>
                    <a:pt x="39480" y="15766"/>
                  </a:lnTo>
                  <a:lnTo>
                    <a:pt x="34796" y="13062"/>
                  </a:lnTo>
                  <a:lnTo>
                    <a:pt x="34796" y="7656"/>
                  </a:lnTo>
                  <a:lnTo>
                    <a:pt x="38114" y="5755"/>
                  </a:lnTo>
                  <a:cubicBezTo>
                    <a:pt x="38088" y="5702"/>
                    <a:pt x="38034" y="5675"/>
                    <a:pt x="37981" y="5621"/>
                  </a:cubicBezTo>
                  <a:lnTo>
                    <a:pt x="34715" y="7522"/>
                  </a:lnTo>
                  <a:lnTo>
                    <a:pt x="30058" y="4818"/>
                  </a:lnTo>
                  <a:lnTo>
                    <a:pt x="30058" y="1045"/>
                  </a:lnTo>
                  <a:cubicBezTo>
                    <a:pt x="30004" y="1018"/>
                    <a:pt x="29951" y="1018"/>
                    <a:pt x="29871" y="991"/>
                  </a:cubicBezTo>
                  <a:lnTo>
                    <a:pt x="29871" y="4818"/>
                  </a:lnTo>
                  <a:lnTo>
                    <a:pt x="25213" y="7522"/>
                  </a:lnTo>
                  <a:lnTo>
                    <a:pt x="20529" y="4818"/>
                  </a:lnTo>
                  <a:lnTo>
                    <a:pt x="2052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3" name="Google Shape;2153;p116"/>
            <p:cNvSpPr/>
            <p:nvPr/>
          </p:nvSpPr>
          <p:spPr>
            <a:xfrm>
              <a:off x="2796545" y="833253"/>
              <a:ext cx="9704" cy="7538"/>
            </a:xfrm>
            <a:custGeom>
              <a:avLst/>
              <a:gdLst/>
              <a:ahLst/>
              <a:cxnLst/>
              <a:rect l="l" t="t" r="r" b="b"/>
              <a:pathLst>
                <a:path w="242" h="188" extrusionOk="0">
                  <a:moveTo>
                    <a:pt x="161" y="0"/>
                  </a:moveTo>
                  <a:cubicBezTo>
                    <a:pt x="108" y="27"/>
                    <a:pt x="54" y="81"/>
                    <a:pt x="1" y="107"/>
                  </a:cubicBezTo>
                  <a:lnTo>
                    <a:pt x="161" y="188"/>
                  </a:lnTo>
                  <a:lnTo>
                    <a:pt x="242" y="54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4" name="Google Shape;2154;p116"/>
            <p:cNvSpPr/>
            <p:nvPr/>
          </p:nvSpPr>
          <p:spPr>
            <a:xfrm>
              <a:off x="2899597" y="677633"/>
              <a:ext cx="287659" cy="242590"/>
            </a:xfrm>
            <a:custGeom>
              <a:avLst/>
              <a:gdLst/>
              <a:ahLst/>
              <a:cxnLst/>
              <a:rect l="l" t="t" r="r" b="b"/>
              <a:pathLst>
                <a:path w="7174" h="6050" extrusionOk="0">
                  <a:moveTo>
                    <a:pt x="7173" y="0"/>
                  </a:moveTo>
                  <a:lnTo>
                    <a:pt x="7173" y="0"/>
                  </a:lnTo>
                  <a:cubicBezTo>
                    <a:pt x="7013" y="27"/>
                    <a:pt x="6852" y="54"/>
                    <a:pt x="6692" y="81"/>
                  </a:cubicBezTo>
                  <a:lnTo>
                    <a:pt x="3667" y="1794"/>
                  </a:lnTo>
                  <a:lnTo>
                    <a:pt x="3667" y="830"/>
                  </a:lnTo>
                  <a:cubicBezTo>
                    <a:pt x="3614" y="857"/>
                    <a:pt x="3560" y="857"/>
                    <a:pt x="3507" y="884"/>
                  </a:cubicBezTo>
                  <a:lnTo>
                    <a:pt x="3507" y="1794"/>
                  </a:lnTo>
                  <a:lnTo>
                    <a:pt x="2516" y="1231"/>
                  </a:lnTo>
                  <a:cubicBezTo>
                    <a:pt x="2463" y="1258"/>
                    <a:pt x="2382" y="1285"/>
                    <a:pt x="2329" y="1312"/>
                  </a:cubicBezTo>
                  <a:lnTo>
                    <a:pt x="3426" y="1954"/>
                  </a:lnTo>
                  <a:lnTo>
                    <a:pt x="0" y="3935"/>
                  </a:lnTo>
                  <a:lnTo>
                    <a:pt x="81" y="4069"/>
                  </a:lnTo>
                  <a:lnTo>
                    <a:pt x="3507" y="2115"/>
                  </a:lnTo>
                  <a:lnTo>
                    <a:pt x="3507" y="6049"/>
                  </a:lnTo>
                  <a:lnTo>
                    <a:pt x="3667" y="6049"/>
                  </a:lnTo>
                  <a:lnTo>
                    <a:pt x="3667" y="2115"/>
                  </a:lnTo>
                  <a:lnTo>
                    <a:pt x="7093" y="4069"/>
                  </a:lnTo>
                  <a:lnTo>
                    <a:pt x="7173" y="3935"/>
                  </a:lnTo>
                  <a:lnTo>
                    <a:pt x="3774" y="1954"/>
                  </a:lnTo>
                  <a:lnTo>
                    <a:pt x="717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5" name="Google Shape;2155;p116"/>
            <p:cNvSpPr/>
            <p:nvPr/>
          </p:nvSpPr>
          <p:spPr>
            <a:xfrm>
              <a:off x="3280608" y="671177"/>
              <a:ext cx="288742" cy="249046"/>
            </a:xfrm>
            <a:custGeom>
              <a:avLst/>
              <a:gdLst/>
              <a:ahLst/>
              <a:cxnLst/>
              <a:rect l="l" t="t" r="r" b="b"/>
              <a:pathLst>
                <a:path w="7201" h="6211" extrusionOk="0">
                  <a:moveTo>
                    <a:pt x="107" y="1"/>
                  </a:moveTo>
                  <a:lnTo>
                    <a:pt x="0" y="134"/>
                  </a:lnTo>
                  <a:lnTo>
                    <a:pt x="3426" y="2115"/>
                  </a:lnTo>
                  <a:lnTo>
                    <a:pt x="0" y="4096"/>
                  </a:lnTo>
                  <a:lnTo>
                    <a:pt x="107" y="4230"/>
                  </a:lnTo>
                  <a:lnTo>
                    <a:pt x="3506" y="2276"/>
                  </a:lnTo>
                  <a:lnTo>
                    <a:pt x="3506" y="6210"/>
                  </a:lnTo>
                  <a:lnTo>
                    <a:pt x="3694" y="6210"/>
                  </a:lnTo>
                  <a:lnTo>
                    <a:pt x="3694" y="2276"/>
                  </a:lnTo>
                  <a:lnTo>
                    <a:pt x="7093" y="4230"/>
                  </a:lnTo>
                  <a:lnTo>
                    <a:pt x="7200" y="4096"/>
                  </a:lnTo>
                  <a:lnTo>
                    <a:pt x="3774" y="2115"/>
                  </a:lnTo>
                  <a:lnTo>
                    <a:pt x="6558" y="509"/>
                  </a:lnTo>
                  <a:cubicBezTo>
                    <a:pt x="6477" y="482"/>
                    <a:pt x="6397" y="456"/>
                    <a:pt x="6317" y="456"/>
                  </a:cubicBezTo>
                  <a:lnTo>
                    <a:pt x="3694" y="1955"/>
                  </a:lnTo>
                  <a:lnTo>
                    <a:pt x="3694" y="1"/>
                  </a:lnTo>
                  <a:lnTo>
                    <a:pt x="3506" y="1"/>
                  </a:lnTo>
                  <a:lnTo>
                    <a:pt x="3506" y="1955"/>
                  </a:lnTo>
                  <a:lnTo>
                    <a:pt x="10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6" name="Google Shape;2156;p116"/>
            <p:cNvSpPr/>
            <p:nvPr/>
          </p:nvSpPr>
          <p:spPr>
            <a:xfrm>
              <a:off x="3662662" y="776354"/>
              <a:ext cx="109506" cy="64437"/>
            </a:xfrm>
            <a:custGeom>
              <a:avLst/>
              <a:gdLst/>
              <a:ahLst/>
              <a:cxnLst/>
              <a:rect l="l" t="t" r="r" b="b"/>
              <a:pathLst>
                <a:path w="2731" h="1607" extrusionOk="0">
                  <a:moveTo>
                    <a:pt x="2543" y="1"/>
                  </a:moveTo>
                  <a:lnTo>
                    <a:pt x="1" y="1473"/>
                  </a:lnTo>
                  <a:lnTo>
                    <a:pt x="81" y="1607"/>
                  </a:lnTo>
                  <a:lnTo>
                    <a:pt x="2731" y="81"/>
                  </a:lnTo>
                  <a:cubicBezTo>
                    <a:pt x="2677" y="54"/>
                    <a:pt x="2597" y="27"/>
                    <a:pt x="254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7" name="Google Shape;2157;p116"/>
            <p:cNvSpPr/>
            <p:nvPr/>
          </p:nvSpPr>
          <p:spPr>
            <a:xfrm>
              <a:off x="3803246" y="797847"/>
              <a:ext cx="6496" cy="122378"/>
            </a:xfrm>
            <a:custGeom>
              <a:avLst/>
              <a:gdLst/>
              <a:ahLst/>
              <a:cxnLst/>
              <a:rect l="l" t="t" r="r" b="b"/>
              <a:pathLst>
                <a:path w="162" h="3052" extrusionOk="0">
                  <a:moveTo>
                    <a:pt x="1" y="0"/>
                  </a:moveTo>
                  <a:lnTo>
                    <a:pt x="1" y="3051"/>
                  </a:lnTo>
                  <a:lnTo>
                    <a:pt x="162" y="3051"/>
                  </a:lnTo>
                  <a:lnTo>
                    <a:pt x="162" y="107"/>
                  </a:lnTo>
                  <a:cubicBezTo>
                    <a:pt x="108" y="54"/>
                    <a:pt x="54" y="27"/>
                    <a:pt x="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8" name="Google Shape;2158;p116"/>
            <p:cNvSpPr/>
            <p:nvPr/>
          </p:nvSpPr>
          <p:spPr>
            <a:xfrm>
              <a:off x="2475641" y="1246463"/>
              <a:ext cx="2205" cy="4331"/>
            </a:xfrm>
            <a:custGeom>
              <a:avLst/>
              <a:gdLst/>
              <a:ahLst/>
              <a:cxnLst/>
              <a:rect l="l" t="t" r="r" b="b"/>
              <a:pathLst>
                <a:path w="55" h="108" extrusionOk="0">
                  <a:moveTo>
                    <a:pt x="54" y="0"/>
                  </a:moveTo>
                  <a:cubicBezTo>
                    <a:pt x="28" y="27"/>
                    <a:pt x="28" y="54"/>
                    <a:pt x="1" y="107"/>
                  </a:cubicBezTo>
                  <a:lnTo>
                    <a:pt x="54" y="107"/>
                  </a:lnTo>
                  <a:lnTo>
                    <a:pt x="5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9" name="Google Shape;2159;p116"/>
            <p:cNvSpPr/>
            <p:nvPr/>
          </p:nvSpPr>
          <p:spPr>
            <a:xfrm>
              <a:off x="2616265" y="1006036"/>
              <a:ext cx="2165" cy="2205"/>
            </a:xfrm>
            <a:custGeom>
              <a:avLst/>
              <a:gdLst/>
              <a:ahLst/>
              <a:cxnLst/>
              <a:rect l="l" t="t" r="r" b="b"/>
              <a:pathLst>
                <a:path w="54" h="55" extrusionOk="0">
                  <a:moveTo>
                    <a:pt x="54" y="1"/>
                  </a:moveTo>
                  <a:cubicBezTo>
                    <a:pt x="27" y="27"/>
                    <a:pt x="27" y="27"/>
                    <a:pt x="0" y="54"/>
                  </a:cubicBezTo>
                  <a:lnTo>
                    <a:pt x="54" y="27"/>
                  </a:lnTo>
                  <a:lnTo>
                    <a:pt x="5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0" name="Google Shape;2160;p116"/>
            <p:cNvSpPr/>
            <p:nvPr/>
          </p:nvSpPr>
          <p:spPr>
            <a:xfrm>
              <a:off x="2535748" y="1119794"/>
              <a:ext cx="82681" cy="51565"/>
            </a:xfrm>
            <a:custGeom>
              <a:avLst/>
              <a:gdLst/>
              <a:ahLst/>
              <a:cxnLst/>
              <a:rect l="l" t="t" r="r" b="b"/>
              <a:pathLst>
                <a:path w="2062" h="1286" extrusionOk="0">
                  <a:moveTo>
                    <a:pt x="81" y="1"/>
                  </a:moveTo>
                  <a:cubicBezTo>
                    <a:pt x="54" y="54"/>
                    <a:pt x="27" y="108"/>
                    <a:pt x="1" y="135"/>
                  </a:cubicBezTo>
                  <a:lnTo>
                    <a:pt x="1981" y="1285"/>
                  </a:lnTo>
                  <a:lnTo>
                    <a:pt x="2062" y="1125"/>
                  </a:ln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1" name="Google Shape;2161;p116"/>
            <p:cNvSpPr/>
            <p:nvPr/>
          </p:nvSpPr>
          <p:spPr>
            <a:xfrm>
              <a:off x="2711778" y="921268"/>
              <a:ext cx="287659" cy="329521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217"/>
                  </a:lnTo>
                  <a:lnTo>
                    <a:pt x="3667" y="8217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2" name="Google Shape;2162;p116"/>
            <p:cNvSpPr/>
            <p:nvPr/>
          </p:nvSpPr>
          <p:spPr>
            <a:xfrm>
              <a:off x="3092789" y="921268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80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0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41"/>
                  </a:lnTo>
                  <a:lnTo>
                    <a:pt x="7093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3" name="Google Shape;2163;p116"/>
            <p:cNvSpPr/>
            <p:nvPr/>
          </p:nvSpPr>
          <p:spPr>
            <a:xfrm>
              <a:off x="3474843" y="92126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480" y="3961"/>
                  </a:lnTo>
                  <a:lnTo>
                    <a:pt x="81" y="1981"/>
                  </a:lnTo>
                  <a:lnTo>
                    <a:pt x="1" y="2141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36"/>
                  </a:lnTo>
                  <a:lnTo>
                    <a:pt x="3480" y="4256"/>
                  </a:lnTo>
                  <a:lnTo>
                    <a:pt x="3480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4" name="Google Shape;2164;p116"/>
            <p:cNvSpPr/>
            <p:nvPr/>
          </p:nvSpPr>
          <p:spPr>
            <a:xfrm>
              <a:off x="3855854" y="953467"/>
              <a:ext cx="287659" cy="296240"/>
            </a:xfrm>
            <a:custGeom>
              <a:avLst/>
              <a:gdLst/>
              <a:ahLst/>
              <a:cxnLst/>
              <a:rect l="l" t="t" r="r" b="b"/>
              <a:pathLst>
                <a:path w="7174" h="7388" extrusionOk="0">
                  <a:moveTo>
                    <a:pt x="3507" y="0"/>
                  </a:moveTo>
                  <a:lnTo>
                    <a:pt x="3507" y="3158"/>
                  </a:lnTo>
                  <a:lnTo>
                    <a:pt x="81" y="1178"/>
                  </a:lnTo>
                  <a:lnTo>
                    <a:pt x="0" y="1312"/>
                  </a:lnTo>
                  <a:lnTo>
                    <a:pt x="3426" y="3292"/>
                  </a:lnTo>
                  <a:lnTo>
                    <a:pt x="0" y="5273"/>
                  </a:lnTo>
                  <a:lnTo>
                    <a:pt x="81" y="5433"/>
                  </a:lnTo>
                  <a:lnTo>
                    <a:pt x="3507" y="3453"/>
                  </a:lnTo>
                  <a:lnTo>
                    <a:pt x="3507" y="7387"/>
                  </a:lnTo>
                  <a:lnTo>
                    <a:pt x="3667" y="7387"/>
                  </a:lnTo>
                  <a:lnTo>
                    <a:pt x="3667" y="3453"/>
                  </a:lnTo>
                  <a:lnTo>
                    <a:pt x="7093" y="5407"/>
                  </a:lnTo>
                  <a:lnTo>
                    <a:pt x="7174" y="5273"/>
                  </a:lnTo>
                  <a:lnTo>
                    <a:pt x="3748" y="3292"/>
                  </a:lnTo>
                  <a:lnTo>
                    <a:pt x="5434" y="2329"/>
                  </a:lnTo>
                  <a:cubicBezTo>
                    <a:pt x="5380" y="2302"/>
                    <a:pt x="5354" y="2248"/>
                    <a:pt x="5327" y="2195"/>
                  </a:cubicBezTo>
                  <a:lnTo>
                    <a:pt x="3667" y="3158"/>
                  </a:lnTo>
                  <a:lnTo>
                    <a:pt x="3667" y="187"/>
                  </a:lnTo>
                  <a:cubicBezTo>
                    <a:pt x="3614" y="134"/>
                    <a:pt x="3560" y="80"/>
                    <a:pt x="350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5" name="Google Shape;2165;p116"/>
            <p:cNvSpPr/>
            <p:nvPr/>
          </p:nvSpPr>
          <p:spPr>
            <a:xfrm>
              <a:off x="2417699" y="1498640"/>
              <a:ext cx="7538" cy="9704"/>
            </a:xfrm>
            <a:custGeom>
              <a:avLst/>
              <a:gdLst/>
              <a:ahLst/>
              <a:cxnLst/>
              <a:rect l="l" t="t" r="r" b="b"/>
              <a:pathLst>
                <a:path w="188" h="242" extrusionOk="0">
                  <a:moveTo>
                    <a:pt x="1" y="1"/>
                  </a:moveTo>
                  <a:cubicBezTo>
                    <a:pt x="1" y="54"/>
                    <a:pt x="1" y="135"/>
                    <a:pt x="1" y="188"/>
                  </a:cubicBezTo>
                  <a:lnTo>
                    <a:pt x="108" y="242"/>
                  </a:lnTo>
                  <a:lnTo>
                    <a:pt x="188" y="108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6" name="Google Shape;2166;p116"/>
            <p:cNvSpPr/>
            <p:nvPr/>
          </p:nvSpPr>
          <p:spPr>
            <a:xfrm>
              <a:off x="2518586" y="1259335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7" name="Google Shape;2167;p116"/>
            <p:cNvSpPr/>
            <p:nvPr/>
          </p:nvSpPr>
          <p:spPr>
            <a:xfrm>
              <a:off x="2899597" y="1259335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3" y="6049"/>
                  </a:lnTo>
                  <a:lnTo>
                    <a:pt x="3774" y="4095"/>
                  </a:lnTo>
                  <a:lnTo>
                    <a:pt x="7173" y="2115"/>
                  </a:lnTo>
                  <a:lnTo>
                    <a:pt x="7093" y="1954"/>
                  </a:lnTo>
                  <a:lnTo>
                    <a:pt x="3667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8" name="Google Shape;2168;p116"/>
            <p:cNvSpPr/>
            <p:nvPr/>
          </p:nvSpPr>
          <p:spPr>
            <a:xfrm>
              <a:off x="3280608" y="1259335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35"/>
                  </a:lnTo>
                  <a:lnTo>
                    <a:pt x="107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107" y="6210"/>
                  </a:lnTo>
                  <a:lnTo>
                    <a:pt x="3506" y="4229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29"/>
                  </a:lnTo>
                  <a:lnTo>
                    <a:pt x="7093" y="6210"/>
                  </a:lnTo>
                  <a:lnTo>
                    <a:pt x="7200" y="6049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54"/>
                  </a:lnTo>
                  <a:lnTo>
                    <a:pt x="3694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9" name="Google Shape;2169;p116"/>
            <p:cNvSpPr/>
            <p:nvPr/>
          </p:nvSpPr>
          <p:spPr>
            <a:xfrm>
              <a:off x="3662662" y="1258252"/>
              <a:ext cx="287659" cy="329521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122"/>
                  </a:lnTo>
                  <a:lnTo>
                    <a:pt x="1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8" y="8218"/>
                  </a:lnTo>
                  <a:lnTo>
                    <a:pt x="3668" y="4256"/>
                  </a:lnTo>
                  <a:lnTo>
                    <a:pt x="7094" y="6237"/>
                  </a:lnTo>
                  <a:lnTo>
                    <a:pt x="7174" y="6076"/>
                  </a:lnTo>
                  <a:lnTo>
                    <a:pt x="3748" y="4122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0" name="Google Shape;2170;p116"/>
            <p:cNvSpPr/>
            <p:nvPr/>
          </p:nvSpPr>
          <p:spPr>
            <a:xfrm>
              <a:off x="4043673" y="1258252"/>
              <a:ext cx="193230" cy="329521"/>
            </a:xfrm>
            <a:custGeom>
              <a:avLst/>
              <a:gdLst/>
              <a:ahLst/>
              <a:cxnLst/>
              <a:rect l="l" t="t" r="r" b="b"/>
              <a:pathLst>
                <a:path w="4819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7" y="8218"/>
                  </a:lnTo>
                  <a:lnTo>
                    <a:pt x="3667" y="4256"/>
                  </a:lnTo>
                  <a:lnTo>
                    <a:pt x="4818" y="4925"/>
                  </a:lnTo>
                  <a:cubicBezTo>
                    <a:pt x="4818" y="4845"/>
                    <a:pt x="4818" y="4765"/>
                    <a:pt x="4792" y="4711"/>
                  </a:cubicBezTo>
                  <a:lnTo>
                    <a:pt x="3774" y="4096"/>
                  </a:lnTo>
                  <a:lnTo>
                    <a:pt x="4604" y="3614"/>
                  </a:lnTo>
                  <a:cubicBezTo>
                    <a:pt x="4604" y="3560"/>
                    <a:pt x="4577" y="3507"/>
                    <a:pt x="4577" y="3453"/>
                  </a:cubicBezTo>
                  <a:lnTo>
                    <a:pt x="3667" y="3962"/>
                  </a:lnTo>
                  <a:lnTo>
                    <a:pt x="3667" y="295"/>
                  </a:lnTo>
                  <a:cubicBezTo>
                    <a:pt x="3641" y="188"/>
                    <a:pt x="3614" y="108"/>
                    <a:pt x="358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1" name="Google Shape;2171;p116"/>
            <p:cNvSpPr/>
            <p:nvPr/>
          </p:nvSpPr>
          <p:spPr>
            <a:xfrm>
              <a:off x="2423072" y="1578074"/>
              <a:ext cx="195355" cy="328439"/>
            </a:xfrm>
            <a:custGeom>
              <a:avLst/>
              <a:gdLst/>
              <a:ahLst/>
              <a:cxnLst/>
              <a:rect l="l" t="t" r="r" b="b"/>
              <a:pathLst>
                <a:path w="4872" h="8191" extrusionOk="0">
                  <a:moveTo>
                    <a:pt x="1205" y="1"/>
                  </a:moveTo>
                  <a:lnTo>
                    <a:pt x="1205" y="3935"/>
                  </a:lnTo>
                  <a:lnTo>
                    <a:pt x="0" y="3266"/>
                  </a:lnTo>
                  <a:lnTo>
                    <a:pt x="0" y="3266"/>
                  </a:lnTo>
                  <a:cubicBezTo>
                    <a:pt x="0" y="3320"/>
                    <a:pt x="27" y="3400"/>
                    <a:pt x="27" y="3480"/>
                  </a:cubicBezTo>
                  <a:lnTo>
                    <a:pt x="1098" y="4096"/>
                  </a:lnTo>
                  <a:lnTo>
                    <a:pt x="214" y="4604"/>
                  </a:lnTo>
                  <a:cubicBezTo>
                    <a:pt x="241" y="4658"/>
                    <a:pt x="241" y="4738"/>
                    <a:pt x="268" y="4792"/>
                  </a:cubicBezTo>
                  <a:lnTo>
                    <a:pt x="1205" y="4256"/>
                  </a:lnTo>
                  <a:lnTo>
                    <a:pt x="1205" y="8030"/>
                  </a:lnTo>
                  <a:cubicBezTo>
                    <a:pt x="1205" y="8084"/>
                    <a:pt x="1232" y="8137"/>
                    <a:pt x="1258" y="8191"/>
                  </a:cubicBezTo>
                  <a:lnTo>
                    <a:pt x="1365" y="8191"/>
                  </a:lnTo>
                  <a:lnTo>
                    <a:pt x="1365" y="4256"/>
                  </a:lnTo>
                  <a:lnTo>
                    <a:pt x="4791" y="6210"/>
                  </a:lnTo>
                  <a:lnTo>
                    <a:pt x="4872" y="6076"/>
                  </a:lnTo>
                  <a:lnTo>
                    <a:pt x="1446" y="4096"/>
                  </a:lnTo>
                  <a:lnTo>
                    <a:pt x="4872" y="2115"/>
                  </a:lnTo>
                  <a:lnTo>
                    <a:pt x="4791" y="1981"/>
                  </a:lnTo>
                  <a:lnTo>
                    <a:pt x="1365" y="3935"/>
                  </a:lnTo>
                  <a:lnTo>
                    <a:pt x="136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2" name="Google Shape;2172;p116"/>
            <p:cNvSpPr/>
            <p:nvPr/>
          </p:nvSpPr>
          <p:spPr>
            <a:xfrm>
              <a:off x="2711778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56"/>
                  </a:lnTo>
                  <a:lnTo>
                    <a:pt x="7093" y="6210"/>
                  </a:lnTo>
                  <a:lnTo>
                    <a:pt x="7173" y="6076"/>
                  </a:lnTo>
                  <a:lnTo>
                    <a:pt x="3774" y="4096"/>
                  </a:lnTo>
                  <a:lnTo>
                    <a:pt x="7173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3" name="Google Shape;2173;p116"/>
            <p:cNvSpPr/>
            <p:nvPr/>
          </p:nvSpPr>
          <p:spPr>
            <a:xfrm>
              <a:off x="3092789" y="1578074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1"/>
                  </a:moveTo>
                  <a:lnTo>
                    <a:pt x="3506" y="3935"/>
                  </a:lnTo>
                  <a:lnTo>
                    <a:pt x="80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0" y="6210"/>
                  </a:lnTo>
                  <a:lnTo>
                    <a:pt x="3506" y="4230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30"/>
                  </a:lnTo>
                  <a:lnTo>
                    <a:pt x="7093" y="6210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15"/>
                  </a:lnTo>
                  <a:lnTo>
                    <a:pt x="7093" y="1981"/>
                  </a:lnTo>
                  <a:lnTo>
                    <a:pt x="3694" y="3935"/>
                  </a:lnTo>
                  <a:lnTo>
                    <a:pt x="369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4" name="Google Shape;2174;p116"/>
            <p:cNvSpPr/>
            <p:nvPr/>
          </p:nvSpPr>
          <p:spPr>
            <a:xfrm>
              <a:off x="3474843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1" y="2115"/>
                  </a:lnTo>
                  <a:lnTo>
                    <a:pt x="3400" y="4096"/>
                  </a:lnTo>
                  <a:lnTo>
                    <a:pt x="1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480" y="8191"/>
                  </a:lnTo>
                  <a:lnTo>
                    <a:pt x="3668" y="8191"/>
                  </a:lnTo>
                  <a:lnTo>
                    <a:pt x="3668" y="4230"/>
                  </a:lnTo>
                  <a:lnTo>
                    <a:pt x="7094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4" y="1955"/>
                  </a:lnTo>
                  <a:lnTo>
                    <a:pt x="3668" y="3935"/>
                  </a:lnTo>
                  <a:lnTo>
                    <a:pt x="366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5" name="Google Shape;2175;p116"/>
            <p:cNvSpPr/>
            <p:nvPr/>
          </p:nvSpPr>
          <p:spPr>
            <a:xfrm>
              <a:off x="3855854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30"/>
                  </a:lnTo>
                  <a:lnTo>
                    <a:pt x="7093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3" y="1955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6" name="Google Shape;2176;p116"/>
            <p:cNvSpPr/>
            <p:nvPr/>
          </p:nvSpPr>
          <p:spPr>
            <a:xfrm>
              <a:off x="2518586" y="1919388"/>
              <a:ext cx="287659" cy="293033"/>
            </a:xfrm>
            <a:custGeom>
              <a:avLst/>
              <a:gdLst/>
              <a:ahLst/>
              <a:cxnLst/>
              <a:rect l="l" t="t" r="r" b="b"/>
              <a:pathLst>
                <a:path w="7174" h="730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1767" y="5059"/>
                  </a:lnTo>
                  <a:cubicBezTo>
                    <a:pt x="1821" y="5086"/>
                    <a:pt x="1847" y="5139"/>
                    <a:pt x="1874" y="5193"/>
                  </a:cubicBezTo>
                  <a:lnTo>
                    <a:pt x="3507" y="4256"/>
                  </a:lnTo>
                  <a:lnTo>
                    <a:pt x="3507" y="7120"/>
                  </a:lnTo>
                  <a:cubicBezTo>
                    <a:pt x="3560" y="7200"/>
                    <a:pt x="3614" y="7254"/>
                    <a:pt x="3667" y="7307"/>
                  </a:cubicBezTo>
                  <a:lnTo>
                    <a:pt x="3667" y="4256"/>
                  </a:lnTo>
                  <a:lnTo>
                    <a:pt x="7093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7" name="Google Shape;2177;p116"/>
            <p:cNvSpPr/>
            <p:nvPr/>
          </p:nvSpPr>
          <p:spPr>
            <a:xfrm>
              <a:off x="2899597" y="191938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7" y="8190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8" name="Google Shape;2178;p116"/>
            <p:cNvSpPr/>
            <p:nvPr/>
          </p:nvSpPr>
          <p:spPr>
            <a:xfrm>
              <a:off x="3280608" y="1919388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107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107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9" name="Google Shape;2179;p116"/>
            <p:cNvSpPr/>
            <p:nvPr/>
          </p:nvSpPr>
          <p:spPr>
            <a:xfrm>
              <a:off x="3662662" y="191938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1" y="2115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0" name="Google Shape;2180;p116"/>
            <p:cNvSpPr/>
            <p:nvPr/>
          </p:nvSpPr>
          <p:spPr>
            <a:xfrm>
              <a:off x="4043673" y="1998782"/>
              <a:ext cx="78391" cy="49400"/>
            </a:xfrm>
            <a:custGeom>
              <a:avLst/>
              <a:gdLst/>
              <a:ahLst/>
              <a:cxnLst/>
              <a:rect l="l" t="t" r="r" b="b"/>
              <a:pathLst>
                <a:path w="1955" h="1232" extrusionOk="0">
                  <a:moveTo>
                    <a:pt x="81" y="1"/>
                  </a:moveTo>
                  <a:lnTo>
                    <a:pt x="0" y="135"/>
                  </a:lnTo>
                  <a:lnTo>
                    <a:pt x="1874" y="1232"/>
                  </a:lnTo>
                  <a:cubicBezTo>
                    <a:pt x="1901" y="1178"/>
                    <a:pt x="1928" y="1125"/>
                    <a:pt x="1954" y="1071"/>
                  </a:cubicBez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1" name="Google Shape;2181;p116"/>
            <p:cNvSpPr/>
            <p:nvPr/>
          </p:nvSpPr>
          <p:spPr>
            <a:xfrm>
              <a:off x="2884560" y="2317561"/>
              <a:ext cx="114879" cy="68727"/>
            </a:xfrm>
            <a:custGeom>
              <a:avLst/>
              <a:gdLst/>
              <a:ahLst/>
              <a:cxnLst/>
              <a:rect l="l" t="t" r="r" b="b"/>
              <a:pathLst>
                <a:path w="2865" h="1714" extrusionOk="0">
                  <a:moveTo>
                    <a:pt x="2784" y="0"/>
                  </a:moveTo>
                  <a:lnTo>
                    <a:pt x="1" y="1606"/>
                  </a:lnTo>
                  <a:cubicBezTo>
                    <a:pt x="54" y="1660"/>
                    <a:pt x="108" y="1686"/>
                    <a:pt x="161" y="1713"/>
                  </a:cubicBezTo>
                  <a:lnTo>
                    <a:pt x="2864" y="161"/>
                  </a:lnTo>
                  <a:lnTo>
                    <a:pt x="278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2" name="Google Shape;2182;p116"/>
            <p:cNvSpPr/>
            <p:nvPr/>
          </p:nvSpPr>
          <p:spPr>
            <a:xfrm>
              <a:off x="2852362" y="2238127"/>
              <a:ext cx="6496" cy="129916"/>
            </a:xfrm>
            <a:custGeom>
              <a:avLst/>
              <a:gdLst/>
              <a:ahLst/>
              <a:cxnLst/>
              <a:rect l="l" t="t" r="r" b="b"/>
              <a:pathLst>
                <a:path w="162" h="3240" extrusionOk="0">
                  <a:moveTo>
                    <a:pt x="1" y="0"/>
                  </a:moveTo>
                  <a:lnTo>
                    <a:pt x="1" y="3132"/>
                  </a:lnTo>
                  <a:cubicBezTo>
                    <a:pt x="54" y="3159"/>
                    <a:pt x="108" y="3212"/>
                    <a:pt x="161" y="3239"/>
                  </a:cubicBez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3" name="Google Shape;2183;p116"/>
            <p:cNvSpPr/>
            <p:nvPr/>
          </p:nvSpPr>
          <p:spPr>
            <a:xfrm>
              <a:off x="3092789" y="2238127"/>
              <a:ext cx="288742" cy="255461"/>
            </a:xfrm>
            <a:custGeom>
              <a:avLst/>
              <a:gdLst/>
              <a:ahLst/>
              <a:cxnLst/>
              <a:rect l="l" t="t" r="r" b="b"/>
              <a:pathLst>
                <a:path w="7201" h="6371" extrusionOk="0">
                  <a:moveTo>
                    <a:pt x="3506" y="0"/>
                  </a:moveTo>
                  <a:lnTo>
                    <a:pt x="3506" y="3962"/>
                  </a:lnTo>
                  <a:lnTo>
                    <a:pt x="80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455" y="5835"/>
                  </a:lnTo>
                  <a:cubicBezTo>
                    <a:pt x="535" y="5835"/>
                    <a:pt x="616" y="5862"/>
                    <a:pt x="696" y="5889"/>
                  </a:cubicBezTo>
                  <a:lnTo>
                    <a:pt x="3506" y="4256"/>
                  </a:lnTo>
                  <a:lnTo>
                    <a:pt x="3506" y="6371"/>
                  </a:lnTo>
                  <a:lnTo>
                    <a:pt x="3694" y="6371"/>
                  </a:lnTo>
                  <a:lnTo>
                    <a:pt x="3694" y="4256"/>
                  </a:lnTo>
                  <a:lnTo>
                    <a:pt x="7093" y="6237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42"/>
                  </a:lnTo>
                  <a:lnTo>
                    <a:pt x="7093" y="1981"/>
                  </a:lnTo>
                  <a:lnTo>
                    <a:pt x="3694" y="3962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4" name="Google Shape;2184;p116"/>
            <p:cNvSpPr/>
            <p:nvPr/>
          </p:nvSpPr>
          <p:spPr>
            <a:xfrm>
              <a:off x="3474843" y="2238127"/>
              <a:ext cx="287659" cy="247963"/>
            </a:xfrm>
            <a:custGeom>
              <a:avLst/>
              <a:gdLst/>
              <a:ahLst/>
              <a:cxnLst/>
              <a:rect l="l" t="t" r="r" b="b"/>
              <a:pathLst>
                <a:path w="7174" h="6184" extrusionOk="0">
                  <a:moveTo>
                    <a:pt x="3507" y="0"/>
                  </a:moveTo>
                  <a:lnTo>
                    <a:pt x="3480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096"/>
                  </a:lnTo>
                  <a:lnTo>
                    <a:pt x="1" y="6076"/>
                  </a:lnTo>
                  <a:lnTo>
                    <a:pt x="54" y="6183"/>
                  </a:lnTo>
                  <a:lnTo>
                    <a:pt x="161" y="6183"/>
                  </a:lnTo>
                  <a:lnTo>
                    <a:pt x="3480" y="4256"/>
                  </a:lnTo>
                  <a:lnTo>
                    <a:pt x="3480" y="5354"/>
                  </a:lnTo>
                  <a:cubicBezTo>
                    <a:pt x="3560" y="5327"/>
                    <a:pt x="3614" y="5327"/>
                    <a:pt x="3668" y="5300"/>
                  </a:cubicBezTo>
                  <a:lnTo>
                    <a:pt x="3668" y="4256"/>
                  </a:lnTo>
                  <a:lnTo>
                    <a:pt x="4765" y="4899"/>
                  </a:lnTo>
                  <a:cubicBezTo>
                    <a:pt x="4845" y="4872"/>
                    <a:pt x="4899" y="4845"/>
                    <a:pt x="4979" y="4818"/>
                  </a:cubicBezTo>
                  <a:lnTo>
                    <a:pt x="3748" y="4096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5" name="Google Shape;2185;p116"/>
            <p:cNvSpPr/>
            <p:nvPr/>
          </p:nvSpPr>
          <p:spPr>
            <a:xfrm>
              <a:off x="3855854" y="2317561"/>
              <a:ext cx="12911" cy="9704"/>
            </a:xfrm>
            <a:custGeom>
              <a:avLst/>
              <a:gdLst/>
              <a:ahLst/>
              <a:cxnLst/>
              <a:rect l="l" t="t" r="r" b="b"/>
              <a:pathLst>
                <a:path w="322" h="242" extrusionOk="0">
                  <a:moveTo>
                    <a:pt x="81" y="0"/>
                  </a:moveTo>
                  <a:lnTo>
                    <a:pt x="0" y="134"/>
                  </a:lnTo>
                  <a:lnTo>
                    <a:pt x="161" y="241"/>
                  </a:lnTo>
                  <a:cubicBezTo>
                    <a:pt x="215" y="214"/>
                    <a:pt x="268" y="161"/>
                    <a:pt x="322" y="134"/>
                  </a:cubicBezTo>
                  <a:lnTo>
                    <a:pt x="8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186" name="Google Shape;2186;p116"/>
          <p:cNvSpPr/>
          <p:nvPr/>
        </p:nvSpPr>
        <p:spPr>
          <a:xfrm rot="-4619829">
            <a:off x="5338279" y="-1392653"/>
            <a:ext cx="3210852" cy="3197538"/>
          </a:xfrm>
          <a:custGeom>
            <a:avLst/>
            <a:gdLst/>
            <a:ahLst/>
            <a:cxnLst/>
            <a:rect l="l" t="t" r="r" b="b"/>
            <a:pathLst>
              <a:path w="48235" h="48035" extrusionOk="0">
                <a:moveTo>
                  <a:pt x="3770" y="17379"/>
                </a:moveTo>
                <a:cubicBezTo>
                  <a:pt x="7573" y="20948"/>
                  <a:pt x="10108" y="20948"/>
                  <a:pt x="20515" y="21349"/>
                </a:cubicBezTo>
                <a:cubicBezTo>
                  <a:pt x="30956" y="21782"/>
                  <a:pt x="19314" y="35525"/>
                  <a:pt x="27520" y="41797"/>
                </a:cubicBezTo>
                <a:cubicBezTo>
                  <a:pt x="35726" y="48034"/>
                  <a:pt x="48235" y="37827"/>
                  <a:pt x="48235" y="26986"/>
                </a:cubicBezTo>
                <a:cubicBezTo>
                  <a:pt x="48235" y="16145"/>
                  <a:pt x="35026" y="0"/>
                  <a:pt x="18080" y="867"/>
                </a:cubicBezTo>
                <a:cubicBezTo>
                  <a:pt x="1135" y="1768"/>
                  <a:pt x="1" y="13843"/>
                  <a:pt x="3770" y="17379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theme" Target="../theme/theme2.xml"/><Relationship Id="rId3" Type="http://schemas.openxmlformats.org/officeDocument/2006/relationships/slideLayout" Target="../slideLayouts/slideLayout13.xml"/><Relationship Id="rId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1.xml"/><Relationship Id="rId6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4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5.xml"/><Relationship Id="rId13" Type="http://schemas.openxmlformats.org/officeDocument/2006/relationships/slideLayout" Target="../slideLayouts/slideLayout30.xml"/><Relationship Id="rId18" Type="http://schemas.openxmlformats.org/officeDocument/2006/relationships/slideLayout" Target="../slideLayouts/slideLayout35.xml"/><Relationship Id="rId3" Type="http://schemas.openxmlformats.org/officeDocument/2006/relationships/slideLayout" Target="../slideLayouts/slideLayout20.xml"/><Relationship Id="rId7" Type="http://schemas.openxmlformats.org/officeDocument/2006/relationships/slideLayout" Target="../slideLayouts/slideLayout24.xml"/><Relationship Id="rId12" Type="http://schemas.openxmlformats.org/officeDocument/2006/relationships/slideLayout" Target="../slideLayouts/slideLayout29.xml"/><Relationship Id="rId17" Type="http://schemas.openxmlformats.org/officeDocument/2006/relationships/slideLayout" Target="../slideLayouts/slideLayout34.xml"/><Relationship Id="rId2" Type="http://schemas.openxmlformats.org/officeDocument/2006/relationships/slideLayout" Target="../slideLayouts/slideLayout19.xml"/><Relationship Id="rId16" Type="http://schemas.openxmlformats.org/officeDocument/2006/relationships/slideLayout" Target="../slideLayouts/slideLayout33.xml"/><Relationship Id="rId20" Type="http://schemas.openxmlformats.org/officeDocument/2006/relationships/theme" Target="../theme/theme3.xml"/><Relationship Id="rId1" Type="http://schemas.openxmlformats.org/officeDocument/2006/relationships/slideLayout" Target="../slideLayouts/slideLayout18.xml"/><Relationship Id="rId6" Type="http://schemas.openxmlformats.org/officeDocument/2006/relationships/slideLayout" Target="../slideLayouts/slideLayout23.xml"/><Relationship Id="rId11" Type="http://schemas.openxmlformats.org/officeDocument/2006/relationships/slideLayout" Target="../slideLayouts/slideLayout28.xml"/><Relationship Id="rId5" Type="http://schemas.openxmlformats.org/officeDocument/2006/relationships/slideLayout" Target="../slideLayouts/slideLayout22.xml"/><Relationship Id="rId15" Type="http://schemas.openxmlformats.org/officeDocument/2006/relationships/slideLayout" Target="../slideLayouts/slideLayout32.xml"/><Relationship Id="rId10" Type="http://schemas.openxmlformats.org/officeDocument/2006/relationships/slideLayout" Target="../slideLayouts/slideLayout27.xml"/><Relationship Id="rId19" Type="http://schemas.openxmlformats.org/officeDocument/2006/relationships/slideLayout" Target="../slideLayouts/slideLayout36.xml"/><Relationship Id="rId4" Type="http://schemas.openxmlformats.org/officeDocument/2006/relationships/slideLayout" Target="../slideLayouts/slideLayout21.xml"/><Relationship Id="rId9" Type="http://schemas.openxmlformats.org/officeDocument/2006/relationships/slideLayout" Target="../slideLayouts/slideLayout26.xml"/><Relationship Id="rId14" Type="http://schemas.openxmlformats.org/officeDocument/2006/relationships/slideLayout" Target="../slideLayouts/slideLayout31.xml"/></Relationships>
</file>

<file path=ppt/slideMasters/_rels/slideMaster4.xml.rels><?xml version="1.0" encoding="UTF-8" standalone="yes"?>
<Relationships xmlns="http://schemas.openxmlformats.org/package/2006/relationships"><Relationship Id="rId26" Type="http://schemas.openxmlformats.org/officeDocument/2006/relationships/slideLayout" Target="../slideLayouts/slideLayout62.xml"/><Relationship Id="rId21" Type="http://schemas.openxmlformats.org/officeDocument/2006/relationships/slideLayout" Target="../slideLayouts/slideLayout57.xml"/><Relationship Id="rId42" Type="http://schemas.openxmlformats.org/officeDocument/2006/relationships/slideLayout" Target="../slideLayouts/slideLayout78.xml"/><Relationship Id="rId47" Type="http://schemas.openxmlformats.org/officeDocument/2006/relationships/slideLayout" Target="../slideLayouts/slideLayout83.xml"/><Relationship Id="rId63" Type="http://schemas.openxmlformats.org/officeDocument/2006/relationships/slideLayout" Target="../slideLayouts/slideLayout99.xml"/><Relationship Id="rId68" Type="http://schemas.openxmlformats.org/officeDocument/2006/relationships/slideLayout" Target="../slideLayouts/slideLayout104.xml"/><Relationship Id="rId2" Type="http://schemas.openxmlformats.org/officeDocument/2006/relationships/slideLayout" Target="../slideLayouts/slideLayout38.xml"/><Relationship Id="rId16" Type="http://schemas.openxmlformats.org/officeDocument/2006/relationships/slideLayout" Target="../slideLayouts/slideLayout52.xml"/><Relationship Id="rId29" Type="http://schemas.openxmlformats.org/officeDocument/2006/relationships/slideLayout" Target="../slideLayouts/slideLayout65.xml"/><Relationship Id="rId11" Type="http://schemas.openxmlformats.org/officeDocument/2006/relationships/slideLayout" Target="../slideLayouts/slideLayout47.xml"/><Relationship Id="rId24" Type="http://schemas.openxmlformats.org/officeDocument/2006/relationships/slideLayout" Target="../slideLayouts/slideLayout60.xml"/><Relationship Id="rId32" Type="http://schemas.openxmlformats.org/officeDocument/2006/relationships/slideLayout" Target="../slideLayouts/slideLayout68.xml"/><Relationship Id="rId37" Type="http://schemas.openxmlformats.org/officeDocument/2006/relationships/slideLayout" Target="../slideLayouts/slideLayout73.xml"/><Relationship Id="rId40" Type="http://schemas.openxmlformats.org/officeDocument/2006/relationships/slideLayout" Target="../slideLayouts/slideLayout76.xml"/><Relationship Id="rId45" Type="http://schemas.openxmlformats.org/officeDocument/2006/relationships/slideLayout" Target="../slideLayouts/slideLayout81.xml"/><Relationship Id="rId53" Type="http://schemas.openxmlformats.org/officeDocument/2006/relationships/slideLayout" Target="../slideLayouts/slideLayout89.xml"/><Relationship Id="rId58" Type="http://schemas.openxmlformats.org/officeDocument/2006/relationships/slideLayout" Target="../slideLayouts/slideLayout94.xml"/><Relationship Id="rId66" Type="http://schemas.openxmlformats.org/officeDocument/2006/relationships/slideLayout" Target="../slideLayouts/slideLayout102.xml"/><Relationship Id="rId74" Type="http://schemas.openxmlformats.org/officeDocument/2006/relationships/slideLayout" Target="../slideLayouts/slideLayout110.xml"/><Relationship Id="rId5" Type="http://schemas.openxmlformats.org/officeDocument/2006/relationships/slideLayout" Target="../slideLayouts/slideLayout41.xml"/><Relationship Id="rId61" Type="http://schemas.openxmlformats.org/officeDocument/2006/relationships/slideLayout" Target="../slideLayouts/slideLayout97.xml"/><Relationship Id="rId19" Type="http://schemas.openxmlformats.org/officeDocument/2006/relationships/slideLayout" Target="../slideLayouts/slideLayout55.xml"/><Relationship Id="rId14" Type="http://schemas.openxmlformats.org/officeDocument/2006/relationships/slideLayout" Target="../slideLayouts/slideLayout50.xml"/><Relationship Id="rId22" Type="http://schemas.openxmlformats.org/officeDocument/2006/relationships/slideLayout" Target="../slideLayouts/slideLayout58.xml"/><Relationship Id="rId27" Type="http://schemas.openxmlformats.org/officeDocument/2006/relationships/slideLayout" Target="../slideLayouts/slideLayout63.xml"/><Relationship Id="rId30" Type="http://schemas.openxmlformats.org/officeDocument/2006/relationships/slideLayout" Target="../slideLayouts/slideLayout66.xml"/><Relationship Id="rId35" Type="http://schemas.openxmlformats.org/officeDocument/2006/relationships/slideLayout" Target="../slideLayouts/slideLayout71.xml"/><Relationship Id="rId43" Type="http://schemas.openxmlformats.org/officeDocument/2006/relationships/slideLayout" Target="../slideLayouts/slideLayout79.xml"/><Relationship Id="rId48" Type="http://schemas.openxmlformats.org/officeDocument/2006/relationships/slideLayout" Target="../slideLayouts/slideLayout84.xml"/><Relationship Id="rId56" Type="http://schemas.openxmlformats.org/officeDocument/2006/relationships/slideLayout" Target="../slideLayouts/slideLayout92.xml"/><Relationship Id="rId64" Type="http://schemas.openxmlformats.org/officeDocument/2006/relationships/slideLayout" Target="../slideLayouts/slideLayout100.xml"/><Relationship Id="rId69" Type="http://schemas.openxmlformats.org/officeDocument/2006/relationships/slideLayout" Target="../slideLayouts/slideLayout105.xml"/><Relationship Id="rId8" Type="http://schemas.openxmlformats.org/officeDocument/2006/relationships/slideLayout" Target="../slideLayouts/slideLayout44.xml"/><Relationship Id="rId51" Type="http://schemas.openxmlformats.org/officeDocument/2006/relationships/slideLayout" Target="../slideLayouts/slideLayout87.xml"/><Relationship Id="rId72" Type="http://schemas.openxmlformats.org/officeDocument/2006/relationships/slideLayout" Target="../slideLayouts/slideLayout108.xml"/><Relationship Id="rId3" Type="http://schemas.openxmlformats.org/officeDocument/2006/relationships/slideLayout" Target="../slideLayouts/slideLayout39.xml"/><Relationship Id="rId12" Type="http://schemas.openxmlformats.org/officeDocument/2006/relationships/slideLayout" Target="../slideLayouts/slideLayout48.xml"/><Relationship Id="rId17" Type="http://schemas.openxmlformats.org/officeDocument/2006/relationships/slideLayout" Target="../slideLayouts/slideLayout53.xml"/><Relationship Id="rId25" Type="http://schemas.openxmlformats.org/officeDocument/2006/relationships/slideLayout" Target="../slideLayouts/slideLayout61.xml"/><Relationship Id="rId33" Type="http://schemas.openxmlformats.org/officeDocument/2006/relationships/slideLayout" Target="../slideLayouts/slideLayout69.xml"/><Relationship Id="rId38" Type="http://schemas.openxmlformats.org/officeDocument/2006/relationships/slideLayout" Target="../slideLayouts/slideLayout74.xml"/><Relationship Id="rId46" Type="http://schemas.openxmlformats.org/officeDocument/2006/relationships/slideLayout" Target="../slideLayouts/slideLayout82.xml"/><Relationship Id="rId59" Type="http://schemas.openxmlformats.org/officeDocument/2006/relationships/slideLayout" Target="../slideLayouts/slideLayout95.xml"/><Relationship Id="rId67" Type="http://schemas.openxmlformats.org/officeDocument/2006/relationships/slideLayout" Target="../slideLayouts/slideLayout103.xml"/><Relationship Id="rId20" Type="http://schemas.openxmlformats.org/officeDocument/2006/relationships/slideLayout" Target="../slideLayouts/slideLayout56.xml"/><Relationship Id="rId41" Type="http://schemas.openxmlformats.org/officeDocument/2006/relationships/slideLayout" Target="../slideLayouts/slideLayout77.xml"/><Relationship Id="rId54" Type="http://schemas.openxmlformats.org/officeDocument/2006/relationships/slideLayout" Target="../slideLayouts/slideLayout90.xml"/><Relationship Id="rId62" Type="http://schemas.openxmlformats.org/officeDocument/2006/relationships/slideLayout" Target="../slideLayouts/slideLayout98.xml"/><Relationship Id="rId70" Type="http://schemas.openxmlformats.org/officeDocument/2006/relationships/slideLayout" Target="../slideLayouts/slideLayout106.xml"/><Relationship Id="rId75" Type="http://schemas.openxmlformats.org/officeDocument/2006/relationships/theme" Target="../theme/theme4.xml"/><Relationship Id="rId1" Type="http://schemas.openxmlformats.org/officeDocument/2006/relationships/slideLayout" Target="../slideLayouts/slideLayout37.xml"/><Relationship Id="rId6" Type="http://schemas.openxmlformats.org/officeDocument/2006/relationships/slideLayout" Target="../slideLayouts/slideLayout42.xml"/><Relationship Id="rId15" Type="http://schemas.openxmlformats.org/officeDocument/2006/relationships/slideLayout" Target="../slideLayouts/slideLayout51.xml"/><Relationship Id="rId23" Type="http://schemas.openxmlformats.org/officeDocument/2006/relationships/slideLayout" Target="../slideLayouts/slideLayout59.xml"/><Relationship Id="rId28" Type="http://schemas.openxmlformats.org/officeDocument/2006/relationships/slideLayout" Target="../slideLayouts/slideLayout64.xml"/><Relationship Id="rId36" Type="http://schemas.openxmlformats.org/officeDocument/2006/relationships/slideLayout" Target="../slideLayouts/slideLayout72.xml"/><Relationship Id="rId49" Type="http://schemas.openxmlformats.org/officeDocument/2006/relationships/slideLayout" Target="../slideLayouts/slideLayout85.xml"/><Relationship Id="rId57" Type="http://schemas.openxmlformats.org/officeDocument/2006/relationships/slideLayout" Target="../slideLayouts/slideLayout93.xml"/><Relationship Id="rId10" Type="http://schemas.openxmlformats.org/officeDocument/2006/relationships/slideLayout" Target="../slideLayouts/slideLayout46.xml"/><Relationship Id="rId31" Type="http://schemas.openxmlformats.org/officeDocument/2006/relationships/slideLayout" Target="../slideLayouts/slideLayout67.xml"/><Relationship Id="rId44" Type="http://schemas.openxmlformats.org/officeDocument/2006/relationships/slideLayout" Target="../slideLayouts/slideLayout80.xml"/><Relationship Id="rId52" Type="http://schemas.openxmlformats.org/officeDocument/2006/relationships/slideLayout" Target="../slideLayouts/slideLayout88.xml"/><Relationship Id="rId60" Type="http://schemas.openxmlformats.org/officeDocument/2006/relationships/slideLayout" Target="../slideLayouts/slideLayout96.xml"/><Relationship Id="rId65" Type="http://schemas.openxmlformats.org/officeDocument/2006/relationships/slideLayout" Target="../slideLayouts/slideLayout101.xml"/><Relationship Id="rId73" Type="http://schemas.openxmlformats.org/officeDocument/2006/relationships/slideLayout" Target="../slideLayouts/slideLayout109.xml"/><Relationship Id="rId4" Type="http://schemas.openxmlformats.org/officeDocument/2006/relationships/slideLayout" Target="../slideLayouts/slideLayout40.xml"/><Relationship Id="rId9" Type="http://schemas.openxmlformats.org/officeDocument/2006/relationships/slideLayout" Target="../slideLayouts/slideLayout45.xml"/><Relationship Id="rId13" Type="http://schemas.openxmlformats.org/officeDocument/2006/relationships/slideLayout" Target="../slideLayouts/slideLayout49.xml"/><Relationship Id="rId18" Type="http://schemas.openxmlformats.org/officeDocument/2006/relationships/slideLayout" Target="../slideLayouts/slideLayout54.xml"/><Relationship Id="rId39" Type="http://schemas.openxmlformats.org/officeDocument/2006/relationships/slideLayout" Target="../slideLayouts/slideLayout75.xml"/><Relationship Id="rId34" Type="http://schemas.openxmlformats.org/officeDocument/2006/relationships/slideLayout" Target="../slideLayouts/slideLayout70.xml"/><Relationship Id="rId50" Type="http://schemas.openxmlformats.org/officeDocument/2006/relationships/slideLayout" Target="../slideLayouts/slideLayout86.xml"/><Relationship Id="rId55" Type="http://schemas.openxmlformats.org/officeDocument/2006/relationships/slideLayout" Target="../slideLayouts/slideLayout91.xml"/><Relationship Id="rId7" Type="http://schemas.openxmlformats.org/officeDocument/2006/relationships/slideLayout" Target="../slideLayouts/slideLayout43.xml"/><Relationship Id="rId71" Type="http://schemas.openxmlformats.org/officeDocument/2006/relationships/slideLayout" Target="../slideLayouts/slideLayout10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eague Spartan Medium"/>
              <a:buNone/>
              <a:defRPr sz="2800">
                <a:solidFill>
                  <a:schemeClr val="dk1"/>
                </a:solidFill>
                <a:latin typeface="League Spartan Medium"/>
                <a:ea typeface="League Spartan Medium"/>
                <a:cs typeface="League Spartan Medium"/>
                <a:sym typeface="League Spartan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lvl1pPr marL="457200" lvl="0" indent="-3111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Inter"/>
              <a:buChar char="●"/>
              <a:defRPr sz="1300">
                <a:solidFill>
                  <a:schemeClr val="dk2"/>
                </a:solidFill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Inter"/>
              <a:buChar char="○"/>
              <a:defRPr sz="1200">
                <a:solidFill>
                  <a:schemeClr val="dk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Inter"/>
              <a:buChar char="■"/>
              <a:defRPr sz="1200">
                <a:solidFill>
                  <a:schemeClr val="dk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Inter"/>
              <a:buChar char="●"/>
              <a:defRPr sz="1200">
                <a:solidFill>
                  <a:schemeClr val="dk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Inter"/>
              <a:buChar char="○"/>
              <a:defRPr sz="1200">
                <a:solidFill>
                  <a:schemeClr val="dk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Inter"/>
              <a:buChar char="■"/>
              <a:defRPr sz="1200">
                <a:solidFill>
                  <a:schemeClr val="dk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Inter"/>
              <a:buChar char="●"/>
              <a:defRPr sz="1200">
                <a:solidFill>
                  <a:schemeClr val="dk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Inter"/>
              <a:buChar char="○"/>
              <a:defRPr sz="1200">
                <a:solidFill>
                  <a:schemeClr val="dk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Inter"/>
              <a:buChar char="■"/>
              <a:defRPr sz="1200">
                <a:solidFill>
                  <a:schemeClr val="dk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buNone/>
              <a:defRPr sz="1000">
                <a:solidFill>
                  <a:schemeClr val="dk2"/>
                </a:solidFill>
              </a:defRPr>
            </a:lvl1pPr>
            <a:lvl2pPr lvl="1" algn="r" rtl="0">
              <a:buNone/>
              <a:defRPr sz="1000">
                <a:solidFill>
                  <a:schemeClr val="dk2"/>
                </a:solidFill>
              </a:defRPr>
            </a:lvl2pPr>
            <a:lvl3pPr lvl="2" algn="r" rtl="0">
              <a:buNone/>
              <a:defRPr sz="1000">
                <a:solidFill>
                  <a:schemeClr val="dk2"/>
                </a:solidFill>
              </a:defRPr>
            </a:lvl3pPr>
            <a:lvl4pPr lvl="3" algn="r" rtl="0">
              <a:buNone/>
              <a:defRPr sz="1000">
                <a:solidFill>
                  <a:schemeClr val="dk2"/>
                </a:solidFill>
              </a:defRPr>
            </a:lvl4pPr>
            <a:lvl5pPr lvl="4" algn="r" rtl="0">
              <a:buNone/>
              <a:defRPr sz="1000">
                <a:solidFill>
                  <a:schemeClr val="dk2"/>
                </a:solidFill>
              </a:defRPr>
            </a:lvl5pPr>
            <a:lvl6pPr lvl="5" algn="r" rtl="0">
              <a:buNone/>
              <a:defRPr sz="1000">
                <a:solidFill>
                  <a:schemeClr val="dk2"/>
                </a:solidFill>
              </a:defRPr>
            </a:lvl6pPr>
            <a:lvl7pPr lvl="6" algn="r" rtl="0">
              <a:buNone/>
              <a:defRPr sz="1000">
                <a:solidFill>
                  <a:schemeClr val="dk2"/>
                </a:solidFill>
              </a:defRPr>
            </a:lvl7pPr>
            <a:lvl8pPr lvl="7" algn="r" rtl="0">
              <a:buNone/>
              <a:defRPr sz="1000">
                <a:solidFill>
                  <a:schemeClr val="dk2"/>
                </a:solidFill>
              </a:defRPr>
            </a:lvl8pPr>
            <a:lvl9pPr lvl="8" algn="r" rtl="0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 SemiBold"/>
              <a:buNone/>
              <a:defRPr sz="280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4" name="Google Shape;64;p13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lvl1pPr marL="457200" lvl="0" indent="-3111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Open Sans"/>
              <a:buChar char="●"/>
              <a:defRPr sz="1300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lvl="1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Open Sans"/>
              <a:buChar char="○"/>
              <a:defRPr sz="1200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Open Sans"/>
              <a:buChar char="■"/>
              <a:defRPr sz="1200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Open Sans"/>
              <a:buChar char="●"/>
              <a:defRPr sz="1200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Open Sans"/>
              <a:buChar char="○"/>
              <a:defRPr sz="1200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Open Sans"/>
              <a:buChar char="■"/>
              <a:defRPr sz="1200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lvl="6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Open Sans"/>
              <a:buChar char="●"/>
              <a:defRPr sz="1200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lvl="7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Open Sans"/>
              <a:buChar char="○"/>
              <a:defRPr sz="1200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lvl="8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Open Sans"/>
              <a:buChar char="■"/>
              <a:defRPr sz="1200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endParaRPr/>
          </a:p>
        </p:txBody>
      </p:sp>
      <p:sp>
        <p:nvSpPr>
          <p:cNvPr id="65" name="Google Shape;65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buNone/>
              <a:defRPr sz="1000">
                <a:solidFill>
                  <a:schemeClr val="dk2"/>
                </a:solidFill>
              </a:defRPr>
            </a:lvl1pPr>
            <a:lvl2pPr lvl="1" algn="r" rtl="0">
              <a:buNone/>
              <a:defRPr sz="1000">
                <a:solidFill>
                  <a:schemeClr val="dk2"/>
                </a:solidFill>
              </a:defRPr>
            </a:lvl2pPr>
            <a:lvl3pPr lvl="2" algn="r" rtl="0">
              <a:buNone/>
              <a:defRPr sz="1000">
                <a:solidFill>
                  <a:schemeClr val="dk2"/>
                </a:solidFill>
              </a:defRPr>
            </a:lvl3pPr>
            <a:lvl4pPr lvl="3" algn="r" rtl="0">
              <a:buNone/>
              <a:defRPr sz="1000">
                <a:solidFill>
                  <a:schemeClr val="dk2"/>
                </a:solidFill>
              </a:defRPr>
            </a:lvl4pPr>
            <a:lvl5pPr lvl="4" algn="r" rtl="0">
              <a:buNone/>
              <a:defRPr sz="1000">
                <a:solidFill>
                  <a:schemeClr val="dk2"/>
                </a:solidFill>
              </a:defRPr>
            </a:lvl5pPr>
            <a:lvl6pPr lvl="5" algn="r" rtl="0">
              <a:buNone/>
              <a:defRPr sz="1000">
                <a:solidFill>
                  <a:schemeClr val="dk2"/>
                </a:solidFill>
              </a:defRPr>
            </a:lvl6pPr>
            <a:lvl7pPr lvl="6" algn="r" rtl="0">
              <a:buNone/>
              <a:defRPr sz="1000">
                <a:solidFill>
                  <a:schemeClr val="dk2"/>
                </a:solidFill>
              </a:defRPr>
            </a:lvl7pPr>
            <a:lvl8pPr lvl="7" algn="r" rtl="0">
              <a:buNone/>
              <a:defRPr sz="1000">
                <a:solidFill>
                  <a:schemeClr val="dk2"/>
                </a:solidFill>
              </a:defRPr>
            </a:lvl8pPr>
            <a:lvl9pPr lvl="8" algn="r" rtl="0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6" name="Google Shape;66;p13"/>
          <p:cNvSpPr/>
          <p:nvPr/>
        </p:nvSpPr>
        <p:spPr>
          <a:xfrm>
            <a:off x="0" y="0"/>
            <a:ext cx="9144000" cy="639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9pPr>
          </a:lstStyle>
          <a:p>
            <a:endParaRPr/>
          </a:p>
        </p:txBody>
      </p:sp>
      <p:sp>
        <p:nvSpPr>
          <p:cNvPr id="97" name="Google Shape;97;p2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tamaran Light"/>
              <a:buChar char="●"/>
              <a:defRPr sz="1200">
                <a:solidFill>
                  <a:schemeClr val="dk1"/>
                </a:solidFill>
                <a:latin typeface="Catamaran Light"/>
                <a:ea typeface="Catamaran Light"/>
                <a:cs typeface="Catamaran Light"/>
                <a:sym typeface="Catamaran Light"/>
              </a:defRPr>
            </a:lvl1pPr>
            <a:lvl2pPr marL="914400" lvl="1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tamaran Light"/>
              <a:buChar char="○"/>
              <a:defRPr sz="1200">
                <a:solidFill>
                  <a:schemeClr val="dk1"/>
                </a:solidFill>
                <a:latin typeface="Catamaran Light"/>
                <a:ea typeface="Catamaran Light"/>
                <a:cs typeface="Catamaran Light"/>
                <a:sym typeface="Catamaran Light"/>
              </a:defRPr>
            </a:lvl2pPr>
            <a:lvl3pPr marL="1371600" lvl="2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tamaran Light"/>
              <a:buChar char="■"/>
              <a:defRPr sz="1200">
                <a:solidFill>
                  <a:schemeClr val="dk1"/>
                </a:solidFill>
                <a:latin typeface="Catamaran Light"/>
                <a:ea typeface="Catamaran Light"/>
                <a:cs typeface="Catamaran Light"/>
                <a:sym typeface="Catamaran Light"/>
              </a:defRPr>
            </a:lvl3pPr>
            <a:lvl4pPr marL="1828800" lvl="3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tamaran Light"/>
              <a:buChar char="●"/>
              <a:defRPr sz="1200">
                <a:solidFill>
                  <a:schemeClr val="dk1"/>
                </a:solidFill>
                <a:latin typeface="Catamaran Light"/>
                <a:ea typeface="Catamaran Light"/>
                <a:cs typeface="Catamaran Light"/>
                <a:sym typeface="Catamaran Light"/>
              </a:defRPr>
            </a:lvl4pPr>
            <a:lvl5pPr marL="2286000" lvl="4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tamaran Light"/>
              <a:buChar char="○"/>
              <a:defRPr sz="1200">
                <a:solidFill>
                  <a:schemeClr val="dk1"/>
                </a:solidFill>
                <a:latin typeface="Catamaran Light"/>
                <a:ea typeface="Catamaran Light"/>
                <a:cs typeface="Catamaran Light"/>
                <a:sym typeface="Catamaran Light"/>
              </a:defRPr>
            </a:lvl5pPr>
            <a:lvl6pPr marL="2743200" lvl="5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tamaran Light"/>
              <a:buChar char="■"/>
              <a:defRPr sz="1200">
                <a:solidFill>
                  <a:schemeClr val="dk1"/>
                </a:solidFill>
                <a:latin typeface="Catamaran Light"/>
                <a:ea typeface="Catamaran Light"/>
                <a:cs typeface="Catamaran Light"/>
                <a:sym typeface="Catamaran Light"/>
              </a:defRPr>
            </a:lvl6pPr>
            <a:lvl7pPr marL="3200400" lvl="6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tamaran Light"/>
              <a:buChar char="●"/>
              <a:defRPr sz="1200">
                <a:solidFill>
                  <a:schemeClr val="dk1"/>
                </a:solidFill>
                <a:latin typeface="Catamaran Light"/>
                <a:ea typeface="Catamaran Light"/>
                <a:cs typeface="Catamaran Light"/>
                <a:sym typeface="Catamaran Light"/>
              </a:defRPr>
            </a:lvl7pPr>
            <a:lvl8pPr marL="3657600" lvl="7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tamaran Light"/>
              <a:buChar char="○"/>
              <a:defRPr sz="1200">
                <a:solidFill>
                  <a:schemeClr val="dk1"/>
                </a:solidFill>
                <a:latin typeface="Catamaran Light"/>
                <a:ea typeface="Catamaran Light"/>
                <a:cs typeface="Catamaran Light"/>
                <a:sym typeface="Catamaran Light"/>
              </a:defRPr>
            </a:lvl8pPr>
            <a:lvl9pPr marL="4114800" lvl="8" indent="-3048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200"/>
              <a:buFont typeface="Catamaran Light"/>
              <a:buChar char="■"/>
              <a:defRPr sz="1200">
                <a:solidFill>
                  <a:schemeClr val="dk1"/>
                </a:solidFill>
                <a:latin typeface="Catamaran Light"/>
                <a:ea typeface="Catamaran Light"/>
                <a:cs typeface="Catamaran Light"/>
                <a:sym typeface="Catamaran Light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6" r:id="rId1"/>
    <p:sldLayoutId id="2147483667" r:id="rId2"/>
    <p:sldLayoutId id="2147483669" r:id="rId3"/>
    <p:sldLayoutId id="2147483670" r:id="rId4"/>
    <p:sldLayoutId id="2147483671" r:id="rId5"/>
    <p:sldLayoutId id="2147483672" r:id="rId6"/>
    <p:sldLayoutId id="2147483673" r:id="rId7"/>
    <p:sldLayoutId id="2147483674" r:id="rId8"/>
    <p:sldLayoutId id="2147483675" r:id="rId9"/>
    <p:sldLayoutId id="2147483676" r:id="rId10"/>
    <p:sldLayoutId id="2147483677" r:id="rId11"/>
    <p:sldLayoutId id="2147483678" r:id="rId12"/>
    <p:sldLayoutId id="2147483679" r:id="rId13"/>
    <p:sldLayoutId id="2147483680" r:id="rId14"/>
    <p:sldLayoutId id="2147483681" r:id="rId15"/>
    <p:sldLayoutId id="2147483682" r:id="rId16"/>
    <p:sldLayoutId id="2147483683" r:id="rId17"/>
    <p:sldLayoutId id="2147483684" r:id="rId18"/>
    <p:sldLayoutId id="2147483685" r:id="rId19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dk1"/>
        </a:solidFill>
        <a:effectLst/>
      </p:bgPr>
    </p:bg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42"/>
          <p:cNvSpPr txBox="1">
            <a:spLocks noGrp="1"/>
          </p:cNvSpPr>
          <p:nvPr>
            <p:ph type="title"/>
          </p:nvPr>
        </p:nvSpPr>
        <p:spPr>
          <a:xfrm>
            <a:off x="544250" y="445025"/>
            <a:ext cx="8055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Hammersmith One"/>
              <a:buNone/>
              <a:defRPr sz="3000" b="1">
                <a:solidFill>
                  <a:schemeClr val="accent2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Hammersmith One"/>
              <a:buNone/>
              <a:defRPr sz="3000" b="1">
                <a:solidFill>
                  <a:schemeClr val="accent2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Hammersmith One"/>
              <a:buNone/>
              <a:defRPr sz="3000" b="1">
                <a:solidFill>
                  <a:schemeClr val="accent2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Hammersmith One"/>
              <a:buNone/>
              <a:defRPr sz="3000" b="1">
                <a:solidFill>
                  <a:schemeClr val="accent2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Hammersmith One"/>
              <a:buNone/>
              <a:defRPr sz="3000" b="1">
                <a:solidFill>
                  <a:schemeClr val="accent2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Hammersmith One"/>
              <a:buNone/>
              <a:defRPr sz="3000" b="1">
                <a:solidFill>
                  <a:schemeClr val="accent2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Hammersmith One"/>
              <a:buNone/>
              <a:defRPr sz="3000" b="1">
                <a:solidFill>
                  <a:schemeClr val="accent2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Hammersmith One"/>
              <a:buNone/>
              <a:defRPr sz="3000" b="1">
                <a:solidFill>
                  <a:schemeClr val="accent2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Hammersmith One"/>
              <a:buNone/>
              <a:defRPr sz="3000" b="1">
                <a:solidFill>
                  <a:schemeClr val="accent2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9pPr>
          </a:lstStyle>
          <a:p>
            <a:endParaRPr/>
          </a:p>
        </p:txBody>
      </p:sp>
      <p:sp>
        <p:nvSpPr>
          <p:cNvPr id="207" name="Google Shape;207;p42"/>
          <p:cNvSpPr txBox="1">
            <a:spLocks noGrp="1"/>
          </p:cNvSpPr>
          <p:nvPr>
            <p:ph type="body" idx="1"/>
          </p:nvPr>
        </p:nvSpPr>
        <p:spPr>
          <a:xfrm>
            <a:off x="544250" y="1152475"/>
            <a:ext cx="8055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Manjari"/>
              <a:buChar char="●"/>
              <a:defRPr sz="1800">
                <a:solidFill>
                  <a:schemeClr val="accent2"/>
                </a:solidFill>
                <a:latin typeface="Manjari"/>
                <a:ea typeface="Manjari"/>
                <a:cs typeface="Manjari"/>
                <a:sym typeface="Manjari"/>
              </a:defRPr>
            </a:lvl1pPr>
            <a:lvl2pPr marL="914400" lvl="1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Manjari"/>
              <a:buChar char="○"/>
              <a:defRPr>
                <a:solidFill>
                  <a:schemeClr val="accent2"/>
                </a:solidFill>
                <a:latin typeface="Manjari"/>
                <a:ea typeface="Manjari"/>
                <a:cs typeface="Manjari"/>
                <a:sym typeface="Manjari"/>
              </a:defRPr>
            </a:lvl2pPr>
            <a:lvl3pPr marL="1371600" lvl="2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Manjari"/>
              <a:buChar char="■"/>
              <a:defRPr>
                <a:solidFill>
                  <a:schemeClr val="accent2"/>
                </a:solidFill>
                <a:latin typeface="Manjari"/>
                <a:ea typeface="Manjari"/>
                <a:cs typeface="Manjari"/>
                <a:sym typeface="Manjari"/>
              </a:defRPr>
            </a:lvl3pPr>
            <a:lvl4pPr marL="1828800" lvl="3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Manjari"/>
              <a:buChar char="●"/>
              <a:defRPr>
                <a:solidFill>
                  <a:schemeClr val="accent2"/>
                </a:solidFill>
                <a:latin typeface="Manjari"/>
                <a:ea typeface="Manjari"/>
                <a:cs typeface="Manjari"/>
                <a:sym typeface="Manjari"/>
              </a:defRPr>
            </a:lvl4pPr>
            <a:lvl5pPr marL="2286000" lvl="4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Manjari"/>
              <a:buChar char="○"/>
              <a:defRPr>
                <a:solidFill>
                  <a:schemeClr val="accent2"/>
                </a:solidFill>
                <a:latin typeface="Manjari"/>
                <a:ea typeface="Manjari"/>
                <a:cs typeface="Manjari"/>
                <a:sym typeface="Manjari"/>
              </a:defRPr>
            </a:lvl5pPr>
            <a:lvl6pPr marL="2743200" lvl="5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Manjari"/>
              <a:buChar char="■"/>
              <a:defRPr>
                <a:solidFill>
                  <a:schemeClr val="accent2"/>
                </a:solidFill>
                <a:latin typeface="Manjari"/>
                <a:ea typeface="Manjari"/>
                <a:cs typeface="Manjari"/>
                <a:sym typeface="Manjari"/>
              </a:defRPr>
            </a:lvl6pPr>
            <a:lvl7pPr marL="3200400" lvl="6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Manjari"/>
              <a:buChar char="●"/>
              <a:defRPr>
                <a:solidFill>
                  <a:schemeClr val="accent2"/>
                </a:solidFill>
                <a:latin typeface="Manjari"/>
                <a:ea typeface="Manjari"/>
                <a:cs typeface="Manjari"/>
                <a:sym typeface="Manjari"/>
              </a:defRPr>
            </a:lvl7pPr>
            <a:lvl8pPr marL="3657600" lvl="7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Manjari"/>
              <a:buChar char="○"/>
              <a:defRPr>
                <a:solidFill>
                  <a:schemeClr val="accent2"/>
                </a:solidFill>
                <a:latin typeface="Manjari"/>
                <a:ea typeface="Manjari"/>
                <a:cs typeface="Manjari"/>
                <a:sym typeface="Manjari"/>
              </a:defRPr>
            </a:lvl8pPr>
            <a:lvl9pPr marL="4114800" lvl="8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Manjari"/>
              <a:buChar char="■"/>
              <a:defRPr>
                <a:solidFill>
                  <a:schemeClr val="accent2"/>
                </a:solidFill>
                <a:latin typeface="Manjari"/>
                <a:ea typeface="Manjari"/>
                <a:cs typeface="Manjari"/>
                <a:sym typeface="Manjari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86" r:id="rId1"/>
    <p:sldLayoutId id="2147483687" r:id="rId2"/>
    <p:sldLayoutId id="2147483688" r:id="rId3"/>
    <p:sldLayoutId id="2147483689" r:id="rId4"/>
    <p:sldLayoutId id="2147483690" r:id="rId5"/>
    <p:sldLayoutId id="2147483691" r:id="rId6"/>
    <p:sldLayoutId id="2147483692" r:id="rId7"/>
    <p:sldLayoutId id="2147483693" r:id="rId8"/>
    <p:sldLayoutId id="2147483694" r:id="rId9"/>
    <p:sldLayoutId id="2147483695" r:id="rId10"/>
    <p:sldLayoutId id="2147483696" r:id="rId11"/>
    <p:sldLayoutId id="2147483697" r:id="rId12"/>
    <p:sldLayoutId id="2147483698" r:id="rId13"/>
    <p:sldLayoutId id="2147483699" r:id="rId14"/>
    <p:sldLayoutId id="2147483700" r:id="rId15"/>
    <p:sldLayoutId id="2147483701" r:id="rId16"/>
    <p:sldLayoutId id="2147483702" r:id="rId17"/>
    <p:sldLayoutId id="2147483703" r:id="rId18"/>
    <p:sldLayoutId id="2147483704" r:id="rId19"/>
    <p:sldLayoutId id="2147483705" r:id="rId20"/>
    <p:sldLayoutId id="2147483706" r:id="rId21"/>
    <p:sldLayoutId id="2147483707" r:id="rId22"/>
    <p:sldLayoutId id="2147483708" r:id="rId23"/>
    <p:sldLayoutId id="2147483709" r:id="rId24"/>
    <p:sldLayoutId id="2147483710" r:id="rId25"/>
    <p:sldLayoutId id="2147483711" r:id="rId26"/>
    <p:sldLayoutId id="2147483712" r:id="rId27"/>
    <p:sldLayoutId id="2147483713" r:id="rId28"/>
    <p:sldLayoutId id="2147483714" r:id="rId29"/>
    <p:sldLayoutId id="2147483715" r:id="rId30"/>
    <p:sldLayoutId id="2147483716" r:id="rId31"/>
    <p:sldLayoutId id="2147483717" r:id="rId32"/>
    <p:sldLayoutId id="2147483718" r:id="rId33"/>
    <p:sldLayoutId id="2147483719" r:id="rId34"/>
    <p:sldLayoutId id="2147483720" r:id="rId35"/>
    <p:sldLayoutId id="2147483721" r:id="rId36"/>
    <p:sldLayoutId id="2147483722" r:id="rId37"/>
    <p:sldLayoutId id="2147483723" r:id="rId38"/>
    <p:sldLayoutId id="2147483724" r:id="rId39"/>
    <p:sldLayoutId id="2147483725" r:id="rId40"/>
    <p:sldLayoutId id="2147483726" r:id="rId41"/>
    <p:sldLayoutId id="2147483727" r:id="rId42"/>
    <p:sldLayoutId id="2147483728" r:id="rId43"/>
    <p:sldLayoutId id="2147483729" r:id="rId44"/>
    <p:sldLayoutId id="2147483730" r:id="rId45"/>
    <p:sldLayoutId id="2147483731" r:id="rId46"/>
    <p:sldLayoutId id="2147483732" r:id="rId47"/>
    <p:sldLayoutId id="2147483733" r:id="rId48"/>
    <p:sldLayoutId id="2147483734" r:id="rId49"/>
    <p:sldLayoutId id="2147483735" r:id="rId50"/>
    <p:sldLayoutId id="2147483736" r:id="rId51"/>
    <p:sldLayoutId id="2147483737" r:id="rId52"/>
    <p:sldLayoutId id="2147483738" r:id="rId53"/>
    <p:sldLayoutId id="2147483739" r:id="rId54"/>
    <p:sldLayoutId id="2147483740" r:id="rId55"/>
    <p:sldLayoutId id="2147483741" r:id="rId56"/>
    <p:sldLayoutId id="2147483742" r:id="rId57"/>
    <p:sldLayoutId id="2147483743" r:id="rId58"/>
    <p:sldLayoutId id="2147483744" r:id="rId59"/>
    <p:sldLayoutId id="2147483745" r:id="rId60"/>
    <p:sldLayoutId id="2147483746" r:id="rId61"/>
    <p:sldLayoutId id="2147483747" r:id="rId62"/>
    <p:sldLayoutId id="2147483748" r:id="rId63"/>
    <p:sldLayoutId id="2147483749" r:id="rId64"/>
    <p:sldLayoutId id="2147483750" r:id="rId65"/>
    <p:sldLayoutId id="2147483751" r:id="rId66"/>
    <p:sldLayoutId id="2147483752" r:id="rId67"/>
    <p:sldLayoutId id="2147483753" r:id="rId68"/>
    <p:sldLayoutId id="2147483754" r:id="rId69"/>
    <p:sldLayoutId id="2147483755" r:id="rId70"/>
    <p:sldLayoutId id="2147483756" r:id="rId71"/>
    <p:sldLayoutId id="2147483757" r:id="rId72"/>
    <p:sldLayoutId id="2147483758" r:id="rId73"/>
    <p:sldLayoutId id="2147483759" r:id="rId74"/>
  </p:sldLayoutIdLst>
  <p:transition spd="slow">
    <p:fade thruBlk="1"/>
  </p:transition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8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8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5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5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5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8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91" name="Google Shape;2191;p117"/>
          <p:cNvPicPr preferRelativeResize="0"/>
          <p:nvPr/>
        </p:nvPicPr>
        <p:blipFill rotWithShape="1">
          <a:blip r:embed="rId3">
            <a:alphaModFix/>
          </a:blip>
          <a:srcRect l="3901"/>
          <a:stretch/>
        </p:blipFill>
        <p:spPr>
          <a:xfrm>
            <a:off x="442625" y="4475"/>
            <a:ext cx="8787098" cy="5134549"/>
          </a:xfrm>
          <a:prstGeom prst="rect">
            <a:avLst/>
          </a:prstGeom>
          <a:noFill/>
          <a:ln>
            <a:noFill/>
          </a:ln>
        </p:spPr>
      </p:pic>
      <p:sp>
        <p:nvSpPr>
          <p:cNvPr id="2192" name="Google Shape;2192;p117"/>
          <p:cNvSpPr/>
          <p:nvPr/>
        </p:nvSpPr>
        <p:spPr>
          <a:xfrm rot="5400000">
            <a:off x="1276475" y="13850"/>
            <a:ext cx="3358800" cy="5026500"/>
          </a:xfrm>
          <a:prstGeom prst="rect">
            <a:avLst/>
          </a:prstGeom>
          <a:solidFill>
            <a:schemeClr val="accent1">
              <a:alpha val="8616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3" name="Google Shape;2193;p117"/>
          <p:cNvSpPr txBox="1">
            <a:spLocks noGrp="1"/>
          </p:cNvSpPr>
          <p:nvPr>
            <p:ph type="subTitle" idx="1"/>
          </p:nvPr>
        </p:nvSpPr>
        <p:spPr>
          <a:xfrm>
            <a:off x="1039575" y="3187350"/>
            <a:ext cx="2991736" cy="97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indent="0">
              <a:lnSpc>
                <a:spcPct val="150000"/>
              </a:lnSpc>
            </a:pPr>
            <a:r>
              <a:rPr lang="en-GB" dirty="0">
                <a:solidFill>
                  <a:schemeClr val="lt1"/>
                </a:solidFill>
              </a:rPr>
              <a:t>Vladimir Yeghiazaryan, Arthur </a:t>
            </a:r>
            <a:r>
              <a:rPr lang="en-GB" dirty="0" err="1">
                <a:solidFill>
                  <a:schemeClr val="lt1"/>
                </a:solidFill>
              </a:rPr>
              <a:t>Grigoryan</a:t>
            </a:r>
            <a:endParaRPr lang="en-GB" dirty="0">
              <a:solidFill>
                <a:schemeClr val="lt1"/>
              </a:solidFill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lt1"/>
                </a:solidFill>
              </a:rPr>
              <a:t>Central Bank of Armenia</a:t>
            </a:r>
            <a:endParaRPr dirty="0">
              <a:solidFill>
                <a:schemeClr val="lt1"/>
              </a:solidFill>
            </a:endParaRPr>
          </a:p>
        </p:txBody>
      </p:sp>
      <p:sp>
        <p:nvSpPr>
          <p:cNvPr id="2194" name="Google Shape;2194;p117"/>
          <p:cNvSpPr txBox="1">
            <a:spLocks noGrp="1"/>
          </p:cNvSpPr>
          <p:nvPr>
            <p:ph type="ctrTitle"/>
          </p:nvPr>
        </p:nvSpPr>
        <p:spPr>
          <a:xfrm>
            <a:off x="887175" y="1209675"/>
            <a:ext cx="4592400" cy="2274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300" dirty="0">
                <a:solidFill>
                  <a:schemeClr val="lt1"/>
                </a:solidFill>
              </a:rPr>
              <a:t>The Role of </a:t>
            </a:r>
            <a:r>
              <a:rPr lang="en" sz="3300" dirty="0" err="1">
                <a:solidFill>
                  <a:schemeClr val="lt1"/>
                </a:solidFill>
              </a:rPr>
              <a:t>CCyB</a:t>
            </a:r>
            <a:r>
              <a:rPr lang="en" sz="3300" dirty="0">
                <a:solidFill>
                  <a:schemeClr val="lt1"/>
                </a:solidFill>
              </a:rPr>
              <a:t> and Forward Looking Perspectives</a:t>
            </a:r>
            <a:endParaRPr sz="3300" dirty="0">
              <a:solidFill>
                <a:schemeClr val="lt1"/>
              </a:solidFill>
              <a:latin typeface="Livvic"/>
              <a:ea typeface="Livvic"/>
              <a:cs typeface="Livvic"/>
              <a:sym typeface="Livvic"/>
            </a:endParaRPr>
          </a:p>
        </p:txBody>
      </p:sp>
      <p:sp>
        <p:nvSpPr>
          <p:cNvPr id="2195" name="Google Shape;2195;p117"/>
          <p:cNvSpPr/>
          <p:nvPr/>
        </p:nvSpPr>
        <p:spPr>
          <a:xfrm rot="-5400000" flipH="1">
            <a:off x="7354200" y="2416550"/>
            <a:ext cx="3358800" cy="221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0" name="Google Shape;2200;p118"/>
          <p:cNvSpPr txBox="1">
            <a:spLocks noGrp="1"/>
          </p:cNvSpPr>
          <p:nvPr>
            <p:ph type="title"/>
          </p:nvPr>
        </p:nvSpPr>
        <p:spPr>
          <a:xfrm>
            <a:off x="632175" y="920625"/>
            <a:ext cx="7679700" cy="726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Overview</a:t>
            </a:r>
            <a:endParaRPr dirty="0"/>
          </a:p>
        </p:txBody>
      </p:sp>
      <p:sp>
        <p:nvSpPr>
          <p:cNvPr id="2201" name="Google Shape;2201;p118"/>
          <p:cNvSpPr txBox="1">
            <a:spLocks noGrp="1"/>
          </p:cNvSpPr>
          <p:nvPr>
            <p:ph type="body" idx="1"/>
          </p:nvPr>
        </p:nvSpPr>
        <p:spPr>
          <a:xfrm>
            <a:off x="632175" y="1717350"/>
            <a:ext cx="5673300" cy="3426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" sz="1500" dirty="0" err="1">
                <a:solidFill>
                  <a:srgbClr val="434343"/>
                </a:solidFill>
                <a:latin typeface=""/>
              </a:rPr>
              <a:t>CCyB</a:t>
            </a:r>
            <a:r>
              <a:rPr lang="en" sz="1500" dirty="0">
                <a:solidFill>
                  <a:srgbClr val="434343"/>
                </a:solidFill>
                <a:latin typeface=""/>
              </a:rPr>
              <a:t> requires banks to hold additional capital during periods of excessive credit growth and to release it during periods of stress, thus smoothing out credit cycles.</a:t>
            </a:r>
            <a:endParaRPr sz="1500" dirty="0">
              <a:solidFill>
                <a:srgbClr val="434343"/>
              </a:solidFill>
              <a:latin typeface=""/>
            </a:endParaRPr>
          </a:p>
          <a:p>
            <a:pPr marL="0" lvl="0" indent="0" algn="just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500" dirty="0">
                <a:solidFill>
                  <a:srgbClr val="434343"/>
                </a:solidFill>
                <a:latin typeface=""/>
              </a:rPr>
              <a:t>The level of </a:t>
            </a:r>
            <a:r>
              <a:rPr lang="en" sz="1500" dirty="0" err="1">
                <a:solidFill>
                  <a:srgbClr val="434343"/>
                </a:solidFill>
                <a:latin typeface=""/>
              </a:rPr>
              <a:t>CCyB</a:t>
            </a:r>
            <a:r>
              <a:rPr lang="en" sz="1500" dirty="0">
                <a:solidFill>
                  <a:srgbClr val="434343"/>
                </a:solidFill>
                <a:latin typeface=""/>
              </a:rPr>
              <a:t> should be relative to the amount of accumulated risk within the system. The buffers should be increased before the existing risks are realized.</a:t>
            </a:r>
            <a:endParaRPr sz="1500" dirty="0">
              <a:solidFill>
                <a:srgbClr val="434343"/>
              </a:solidFill>
              <a:latin typeface="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2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6" name="Google Shape;2206;p119"/>
          <p:cNvSpPr txBox="1">
            <a:spLocks noGrp="1"/>
          </p:cNvSpPr>
          <p:nvPr>
            <p:ph type="title"/>
          </p:nvPr>
        </p:nvSpPr>
        <p:spPr>
          <a:xfrm>
            <a:off x="713250" y="523025"/>
            <a:ext cx="7717500" cy="54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l">
              <a:buClr>
                <a:schemeClr val="dk1"/>
              </a:buClr>
              <a:buSzPts val="2800"/>
              <a:buFont typeface="League Spartan Medium"/>
            </a:pPr>
            <a:r>
              <a:rPr lang="en" sz="2800" b="0" dirty="0">
                <a:solidFill>
                  <a:srgbClr val="000000"/>
                </a:solidFill>
                <a:latin typeface="League Spartan Medium"/>
                <a:sym typeface="Manjari"/>
              </a:rPr>
              <a:t>Decision criteria</a:t>
            </a:r>
            <a:endParaRPr sz="2800" b="0" dirty="0">
              <a:solidFill>
                <a:srgbClr val="000000"/>
              </a:solidFill>
              <a:latin typeface="League Spartan Medium"/>
              <a:sym typeface="Manjari"/>
            </a:endParaRPr>
          </a:p>
        </p:txBody>
      </p:sp>
      <p:sp>
        <p:nvSpPr>
          <p:cNvPr id="2207" name="Google Shape;2207;p119"/>
          <p:cNvSpPr txBox="1">
            <a:spLocks noGrp="1"/>
          </p:cNvSpPr>
          <p:nvPr>
            <p:ph type="body" idx="4294967295"/>
          </p:nvPr>
        </p:nvSpPr>
        <p:spPr>
          <a:xfrm>
            <a:off x="713250" y="1422075"/>
            <a:ext cx="6925800" cy="323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2385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SzPts val="1500"/>
              <a:buFont typeface="Inter"/>
              <a:buAutoNum type="arabicParenR"/>
            </a:pPr>
            <a:r>
              <a:rPr lang="en" sz="1500" dirty="0">
                <a:solidFill>
                  <a:srgbClr val="434343"/>
                </a:solidFill>
                <a:latin typeface=""/>
                <a:ea typeface="Inter"/>
                <a:cs typeface="Inter"/>
                <a:sym typeface="Inter"/>
              </a:rPr>
              <a:t>Changes in financial cycle</a:t>
            </a:r>
            <a:endParaRPr sz="1500" dirty="0">
              <a:solidFill>
                <a:srgbClr val="434343"/>
              </a:solidFill>
              <a:latin typeface=""/>
              <a:ea typeface="Inter"/>
              <a:cs typeface="Inter"/>
              <a:sym typeface="Inter"/>
            </a:endParaRPr>
          </a:p>
          <a:p>
            <a:pPr marL="457200" lvl="0" indent="-3238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500"/>
              <a:buFont typeface="Inter"/>
              <a:buAutoNum type="arabicParenR"/>
            </a:pPr>
            <a:r>
              <a:rPr lang="en" sz="1500" dirty="0">
                <a:solidFill>
                  <a:srgbClr val="434343"/>
                </a:solidFill>
                <a:latin typeface=""/>
                <a:ea typeface="Inter"/>
                <a:cs typeface="Inter"/>
                <a:sym typeface="Inter"/>
              </a:rPr>
              <a:t>Early warning indicators and recent developments</a:t>
            </a:r>
            <a:endParaRPr sz="1500" dirty="0">
              <a:solidFill>
                <a:srgbClr val="434343"/>
              </a:solidFill>
              <a:latin typeface=""/>
              <a:ea typeface="Inter"/>
              <a:cs typeface="Inter"/>
              <a:sym typeface="Inter"/>
            </a:endParaRPr>
          </a:p>
          <a:p>
            <a:pPr marL="457200" lvl="0" indent="-3238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500"/>
              <a:buFont typeface="Inter"/>
              <a:buAutoNum type="arabicParenR"/>
            </a:pPr>
            <a:r>
              <a:rPr lang="en" sz="1500" dirty="0">
                <a:solidFill>
                  <a:srgbClr val="434343"/>
                </a:solidFill>
                <a:latin typeface=""/>
                <a:ea typeface="Inter"/>
                <a:cs typeface="Inter"/>
                <a:sym typeface="Inter"/>
              </a:rPr>
              <a:t>Quantitative analysis  (fin cycle-based measures, stress testing)</a:t>
            </a:r>
            <a:endParaRPr sz="1500" dirty="0">
              <a:solidFill>
                <a:srgbClr val="434343"/>
              </a:solidFill>
              <a:latin typeface=""/>
              <a:ea typeface="Inter"/>
              <a:cs typeface="Inter"/>
              <a:sym typeface="Inter"/>
            </a:endParaRPr>
          </a:p>
          <a:p>
            <a:pPr marL="457200" lvl="0" indent="-3238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500"/>
              <a:buFont typeface="Inter"/>
              <a:buAutoNum type="arabicParenR"/>
            </a:pPr>
            <a:r>
              <a:rPr lang="en" sz="1500" dirty="0">
                <a:solidFill>
                  <a:srgbClr val="434343"/>
                </a:solidFill>
                <a:latin typeface=""/>
                <a:ea typeface="Inter"/>
                <a:cs typeface="Inter"/>
                <a:sym typeface="Inter"/>
              </a:rPr>
              <a:t>Decision within the department based on </a:t>
            </a:r>
            <a:r>
              <a:rPr lang="en" sz="1500" b="1" dirty="0">
                <a:solidFill>
                  <a:srgbClr val="434343"/>
                </a:solidFill>
                <a:latin typeface=""/>
                <a:ea typeface="Inter"/>
                <a:cs typeface="Inter"/>
                <a:sym typeface="Inter"/>
              </a:rPr>
              <a:t>expert judgment</a:t>
            </a:r>
            <a:endParaRPr sz="1500" b="1" dirty="0">
              <a:solidFill>
                <a:srgbClr val="434343"/>
              </a:solidFill>
              <a:latin typeface=""/>
              <a:ea typeface="Inter"/>
              <a:cs typeface="Inter"/>
              <a:sym typeface="Inter"/>
            </a:endParaRPr>
          </a:p>
          <a:p>
            <a:pPr marL="457200" lvl="0" indent="-3238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500"/>
              <a:buFont typeface="Inter"/>
              <a:buAutoNum type="arabicParenR"/>
            </a:pPr>
            <a:r>
              <a:rPr lang="en-GB" sz="1500" dirty="0">
                <a:solidFill>
                  <a:srgbClr val="434343"/>
                </a:solidFill>
                <a:latin typeface=""/>
                <a:ea typeface="Inter"/>
              </a:rPr>
              <a:t>Scenario discussion and approval at the Board meeting</a:t>
            </a:r>
            <a:endParaRPr sz="1500" dirty="0">
              <a:solidFill>
                <a:srgbClr val="434343"/>
              </a:solidFill>
              <a:latin typeface=""/>
              <a:ea typeface="Inter"/>
              <a:sym typeface="Inter"/>
            </a:endParaRPr>
          </a:p>
          <a:p>
            <a:pPr marL="457200" lvl="0" indent="-3238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500"/>
              <a:buFont typeface="Inter"/>
              <a:buAutoNum type="arabicParenR"/>
            </a:pPr>
            <a:r>
              <a:rPr lang="en" sz="1500" dirty="0">
                <a:solidFill>
                  <a:srgbClr val="434343"/>
                </a:solidFill>
                <a:latin typeface=""/>
                <a:ea typeface="Inter"/>
                <a:cs typeface="Inter"/>
                <a:sym typeface="Inter"/>
              </a:rPr>
              <a:t>Decision comes into force after 6 months (to minimize </a:t>
            </a:r>
            <a:r>
              <a:rPr lang="en" sz="1500" b="1" dirty="0">
                <a:solidFill>
                  <a:srgbClr val="434343"/>
                </a:solidFill>
                <a:latin typeface=""/>
                <a:ea typeface="Inter"/>
                <a:cs typeface="Inter"/>
                <a:sym typeface="Inter"/>
              </a:rPr>
              <a:t>inaction bias </a:t>
            </a:r>
            <a:r>
              <a:rPr lang="en" sz="1500" dirty="0">
                <a:solidFill>
                  <a:srgbClr val="434343"/>
                </a:solidFill>
                <a:latin typeface=""/>
                <a:ea typeface="Inter"/>
                <a:cs typeface="Inter"/>
                <a:sym typeface="Inter"/>
              </a:rPr>
              <a:t>and</a:t>
            </a:r>
            <a:r>
              <a:rPr lang="en" sz="1500" b="1" dirty="0">
                <a:solidFill>
                  <a:srgbClr val="434343"/>
                </a:solidFill>
                <a:latin typeface=""/>
                <a:ea typeface="Inter"/>
                <a:cs typeface="Inter"/>
                <a:sym typeface="Inter"/>
              </a:rPr>
              <a:t> </a:t>
            </a:r>
            <a:r>
              <a:rPr lang="en" sz="1500" dirty="0">
                <a:solidFill>
                  <a:srgbClr val="434343"/>
                </a:solidFill>
                <a:latin typeface=""/>
                <a:ea typeface="Inter"/>
                <a:cs typeface="Inter"/>
                <a:sym typeface="Inter"/>
              </a:rPr>
              <a:t>maintain</a:t>
            </a:r>
            <a:r>
              <a:rPr lang="en" sz="1500" b="1" dirty="0">
                <a:solidFill>
                  <a:srgbClr val="434343"/>
                </a:solidFill>
                <a:latin typeface=""/>
                <a:ea typeface="Inter"/>
                <a:cs typeface="Inter"/>
                <a:sym typeface="Inter"/>
              </a:rPr>
              <a:t> resilience</a:t>
            </a:r>
            <a:r>
              <a:rPr lang="en" sz="1500" dirty="0">
                <a:solidFill>
                  <a:srgbClr val="434343"/>
                </a:solidFill>
                <a:latin typeface=""/>
                <a:ea typeface="Inter"/>
                <a:cs typeface="Inter"/>
                <a:sym typeface="Inter"/>
              </a:rPr>
              <a:t>)</a:t>
            </a:r>
            <a:endParaRPr sz="1500" dirty="0">
              <a:solidFill>
                <a:srgbClr val="434343"/>
              </a:solidFill>
              <a:latin typeface=""/>
              <a:ea typeface="Inter"/>
              <a:cs typeface="Inter"/>
              <a:sym typeface="Inter"/>
            </a:endParaRPr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 sz="1500" dirty="0">
              <a:latin typeface="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1" name="Google Shape;2251;p125"/>
          <p:cNvSpPr txBox="1">
            <a:spLocks noGrp="1"/>
          </p:cNvSpPr>
          <p:nvPr>
            <p:ph type="title"/>
          </p:nvPr>
        </p:nvSpPr>
        <p:spPr>
          <a:xfrm>
            <a:off x="383075" y="443750"/>
            <a:ext cx="7753500" cy="63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>
              <a:buFont typeface="League Spartan Medium"/>
            </a:pPr>
            <a:r>
              <a:rPr lang="en" dirty="0">
                <a:latin typeface="League Spartan Medium"/>
              </a:rPr>
              <a:t>Compliments to </a:t>
            </a:r>
            <a:r>
              <a:rPr lang="en" dirty="0" err="1">
                <a:latin typeface="League Spartan Medium"/>
              </a:rPr>
              <a:t>CCyB</a:t>
            </a:r>
            <a:r>
              <a:rPr lang="en" dirty="0">
                <a:latin typeface="League Spartan Medium"/>
              </a:rPr>
              <a:t> framework</a:t>
            </a:r>
            <a:endParaRPr dirty="0">
              <a:latin typeface="League Spartan Medium"/>
            </a:endParaRPr>
          </a:p>
        </p:txBody>
      </p:sp>
      <p:sp>
        <p:nvSpPr>
          <p:cNvPr id="2252" name="Google Shape;2252;p125"/>
          <p:cNvSpPr txBox="1">
            <a:spLocks noGrp="1"/>
          </p:cNvSpPr>
          <p:nvPr>
            <p:ph type="subTitle" idx="1"/>
          </p:nvPr>
        </p:nvSpPr>
        <p:spPr>
          <a:xfrm>
            <a:off x="457200" y="1708400"/>
            <a:ext cx="3895800" cy="133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/>
          <a:p>
            <a:pPr marL="0" lvl="0" indent="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" dirty="0">
                <a:solidFill>
                  <a:srgbClr val="434343"/>
                </a:solidFill>
              </a:rPr>
              <a:t>Main </a:t>
            </a:r>
            <a:r>
              <a:rPr lang="en" b="1" dirty="0">
                <a:solidFill>
                  <a:srgbClr val="434343"/>
                </a:solidFill>
              </a:rPr>
              <a:t>criticism</a:t>
            </a:r>
            <a:r>
              <a:rPr lang="en" dirty="0">
                <a:solidFill>
                  <a:srgbClr val="434343"/>
                </a:solidFill>
              </a:rPr>
              <a:t> to </a:t>
            </a:r>
            <a:r>
              <a:rPr lang="en" dirty="0" err="1">
                <a:solidFill>
                  <a:srgbClr val="434343"/>
                </a:solidFill>
              </a:rPr>
              <a:t>CCyB</a:t>
            </a:r>
            <a:r>
              <a:rPr lang="en" dirty="0">
                <a:solidFill>
                  <a:srgbClr val="434343"/>
                </a:solidFill>
              </a:rPr>
              <a:t>:</a:t>
            </a:r>
            <a:endParaRPr dirty="0">
              <a:solidFill>
                <a:srgbClr val="434343"/>
              </a:solidFill>
            </a:endParaRPr>
          </a:p>
          <a:p>
            <a:pPr marL="457200" lvl="0" indent="-304800" algn="l" rtl="0">
              <a:lnSpc>
                <a:spcPct val="200000"/>
              </a:lnSpc>
              <a:spcBef>
                <a:spcPts val="1200"/>
              </a:spcBef>
              <a:spcAft>
                <a:spcPts val="0"/>
              </a:spcAft>
              <a:buSzPts val="1200"/>
              <a:buChar char="●"/>
            </a:pPr>
            <a:r>
              <a:rPr lang="en" b="1" dirty="0">
                <a:solidFill>
                  <a:srgbClr val="434343"/>
                </a:solidFill>
              </a:rPr>
              <a:t>short-term costs</a:t>
            </a:r>
            <a:endParaRPr dirty="0">
              <a:solidFill>
                <a:srgbClr val="434343"/>
              </a:solidFill>
            </a:endParaRPr>
          </a:p>
          <a:p>
            <a:pPr marL="457200" lvl="0" indent="-30480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lang="en" dirty="0">
                <a:solidFill>
                  <a:srgbClr val="434343"/>
                </a:solidFill>
              </a:rPr>
              <a:t>uncertainties concerning</a:t>
            </a:r>
            <a:r>
              <a:rPr lang="en" b="1" dirty="0">
                <a:solidFill>
                  <a:srgbClr val="434343"/>
                </a:solidFill>
              </a:rPr>
              <a:t> long-term benefits</a:t>
            </a:r>
            <a:endParaRPr b="1" dirty="0">
              <a:solidFill>
                <a:srgbClr val="434343"/>
              </a:solidFill>
            </a:endParaRPr>
          </a:p>
        </p:txBody>
      </p:sp>
      <p:sp>
        <p:nvSpPr>
          <p:cNvPr id="2253" name="Google Shape;2253;p125"/>
          <p:cNvSpPr txBox="1">
            <a:spLocks noGrp="1"/>
          </p:cNvSpPr>
          <p:nvPr>
            <p:ph type="subTitle" idx="1"/>
          </p:nvPr>
        </p:nvSpPr>
        <p:spPr>
          <a:xfrm>
            <a:off x="4752975" y="1708400"/>
            <a:ext cx="4171800" cy="133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" dirty="0">
                <a:solidFill>
                  <a:srgbClr val="434343"/>
                </a:solidFill>
              </a:rPr>
              <a:t>Solution:</a:t>
            </a:r>
            <a:endParaRPr dirty="0">
              <a:solidFill>
                <a:srgbClr val="434343"/>
              </a:solidFill>
            </a:endParaRPr>
          </a:p>
          <a:p>
            <a:pPr marL="457200" lvl="0" indent="-304800" algn="l" rtl="0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SzPts val="1200"/>
              <a:buChar char="●"/>
            </a:pPr>
            <a:r>
              <a:rPr lang="en" dirty="0">
                <a:solidFill>
                  <a:srgbClr val="434343"/>
                </a:solidFill>
              </a:rPr>
              <a:t>Quantify uncertainty by capturing the effects of policy on the </a:t>
            </a:r>
            <a:r>
              <a:rPr lang="en" b="1" dirty="0">
                <a:solidFill>
                  <a:srgbClr val="434343"/>
                </a:solidFill>
              </a:rPr>
              <a:t>entire distribution of GDP</a:t>
            </a:r>
            <a:r>
              <a:rPr lang="en" dirty="0">
                <a:solidFill>
                  <a:srgbClr val="434343"/>
                </a:solidFill>
              </a:rPr>
              <a:t> using the </a:t>
            </a:r>
            <a:r>
              <a:rPr lang="en" b="1" dirty="0">
                <a:solidFill>
                  <a:srgbClr val="434343"/>
                </a:solidFill>
              </a:rPr>
              <a:t>Growth at Risk</a:t>
            </a:r>
            <a:r>
              <a:rPr lang="en" dirty="0">
                <a:solidFill>
                  <a:srgbClr val="434343"/>
                </a:solidFill>
              </a:rPr>
              <a:t> (</a:t>
            </a:r>
            <a:r>
              <a:rPr lang="en" dirty="0" err="1">
                <a:solidFill>
                  <a:srgbClr val="434343"/>
                </a:solidFill>
              </a:rPr>
              <a:t>GaR</a:t>
            </a:r>
            <a:r>
              <a:rPr lang="en" dirty="0">
                <a:solidFill>
                  <a:srgbClr val="434343"/>
                </a:solidFill>
              </a:rPr>
              <a:t>) framework.</a:t>
            </a:r>
            <a:endParaRPr b="1" dirty="0">
              <a:solidFill>
                <a:srgbClr val="434343"/>
              </a:solidFill>
            </a:endParaRPr>
          </a:p>
        </p:txBody>
      </p:sp>
      <p:pic>
        <p:nvPicPr>
          <p:cNvPr id="2254" name="Google Shape;2254;p125"/>
          <p:cNvPicPr preferRelativeResize="0"/>
          <p:nvPr/>
        </p:nvPicPr>
        <p:blipFill rotWithShape="1">
          <a:blip r:embed="rId3">
            <a:alphaModFix/>
          </a:blip>
          <a:srcRect t="21893"/>
          <a:stretch/>
        </p:blipFill>
        <p:spPr>
          <a:xfrm>
            <a:off x="457188" y="3160000"/>
            <a:ext cx="5348174" cy="1840626"/>
          </a:xfrm>
          <a:prstGeom prst="rect">
            <a:avLst/>
          </a:prstGeom>
          <a:noFill/>
          <a:ln>
            <a:noFill/>
          </a:ln>
        </p:spPr>
      </p:pic>
      <p:sp>
        <p:nvSpPr>
          <p:cNvPr id="2255" name="Google Shape;2255;p125"/>
          <p:cNvSpPr txBox="1"/>
          <p:nvPr/>
        </p:nvSpPr>
        <p:spPr>
          <a:xfrm>
            <a:off x="5805350" y="3718663"/>
            <a:ext cx="3119400" cy="8309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solidFill>
                  <a:srgbClr val="434343"/>
                </a:solidFill>
                <a:latin typeface="Open Sans"/>
                <a:ea typeface="Open Sans"/>
                <a:cs typeface="Open Sans"/>
                <a:sym typeface="Open Sans"/>
              </a:rPr>
              <a:t>optimal rate </a:t>
            </a:r>
            <a:r>
              <a:rPr lang="en">
                <a:solidFill>
                  <a:srgbClr val="434343"/>
                </a:solidFill>
                <a:latin typeface="Open Sans"/>
                <a:ea typeface="Open Sans"/>
                <a:cs typeface="Open Sans"/>
                <a:sym typeface="Open Sans"/>
              </a:rPr>
              <a:t>is</a:t>
            </a:r>
            <a:r>
              <a:rPr lang="en" b="1">
                <a:solidFill>
                  <a:srgbClr val="434343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">
                <a:solidFill>
                  <a:srgbClr val="434343"/>
                </a:solidFill>
                <a:latin typeface="Open Sans"/>
                <a:ea typeface="Open Sans"/>
                <a:cs typeface="Open Sans"/>
                <a:sym typeface="Open Sans"/>
              </a:rPr>
              <a:t>a result between </a:t>
            </a:r>
            <a:r>
              <a:rPr lang="en" b="1">
                <a:solidFill>
                  <a:srgbClr val="434343"/>
                </a:solidFill>
                <a:latin typeface="Open Sans"/>
                <a:ea typeface="Open Sans"/>
                <a:cs typeface="Open Sans"/>
                <a:sym typeface="Open Sans"/>
              </a:rPr>
              <a:t>the distance to tail</a:t>
            </a:r>
            <a:r>
              <a:rPr lang="en">
                <a:solidFill>
                  <a:srgbClr val="434343"/>
                </a:solidFill>
                <a:latin typeface="Open Sans"/>
                <a:ea typeface="Open Sans"/>
                <a:cs typeface="Open Sans"/>
                <a:sym typeface="Open Sans"/>
              </a:rPr>
              <a:t> and the </a:t>
            </a:r>
            <a:r>
              <a:rPr lang="en" b="1">
                <a:solidFill>
                  <a:srgbClr val="434343"/>
                </a:solidFill>
                <a:latin typeface="Open Sans"/>
                <a:ea typeface="Open Sans"/>
                <a:cs typeface="Open Sans"/>
                <a:sym typeface="Open Sans"/>
              </a:rPr>
              <a:t>mean</a:t>
            </a:r>
            <a:endParaRPr b="1">
              <a:solidFill>
                <a:srgbClr val="434343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0" name="Google Shape;2260;p126"/>
          <p:cNvSpPr txBox="1">
            <a:spLocks noGrp="1"/>
          </p:cNvSpPr>
          <p:nvPr>
            <p:ph type="title"/>
          </p:nvPr>
        </p:nvSpPr>
        <p:spPr>
          <a:xfrm>
            <a:off x="383075" y="443300"/>
            <a:ext cx="7753500" cy="554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 err="1"/>
              <a:t>GaR</a:t>
            </a:r>
            <a:r>
              <a:rPr lang="en" dirty="0"/>
              <a:t> Loss Function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61" name="Google Shape;2261;p126"/>
              <p:cNvSpPr txBox="1">
                <a:spLocks noGrp="1"/>
              </p:cNvSpPr>
              <p:nvPr>
                <p:ph type="body" idx="4294967295"/>
              </p:nvPr>
            </p:nvSpPr>
            <p:spPr>
              <a:xfrm>
                <a:off x="383075" y="1191225"/>
                <a:ext cx="6003900" cy="3152100"/>
              </a:xfrm>
              <a:prstGeom prst="rect">
                <a:avLst/>
              </a:prstGeom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pPr marL="0" lvl="0" indent="0" algn="just" rtl="0">
                  <a:spcBef>
                    <a:spcPts val="1000"/>
                  </a:spcBef>
                  <a:spcAft>
                    <a:spcPts val="1200"/>
                  </a:spcAft>
                  <a:buNone/>
                </a:pPr>
                <a:r>
                  <a:rPr lang="en-GB" sz="1500" dirty="0">
                    <a:solidFill>
                      <a:srgbClr val="434343"/>
                    </a:solidFill>
                    <a:latin typeface=""/>
                  </a:rPr>
                  <a:t>Welfare function by Suarez (2022):</a:t>
                </a:r>
              </a:p>
              <a:p>
                <a:pPr marL="0" lvl="0" indent="0" algn="just">
                  <a:spcBef>
                    <a:spcPts val="1200"/>
                  </a:spcBef>
                  <a:spcAft>
                    <a:spcPts val="12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500" b="0" i="1" smtClean="0">
                          <a:solidFill>
                            <a:srgbClr val="43434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𝑊</m:t>
                      </m:r>
                      <m:r>
                        <a:rPr lang="en-US" sz="1500" b="0" i="1" smtClean="0">
                          <a:solidFill>
                            <a:srgbClr val="43434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̅"/>
                          <m:ctrlPr>
                            <a:rPr lang="en-US" sz="1500" b="0" i="1" smtClean="0">
                              <a:solidFill>
                                <a:srgbClr val="43434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1500" b="0" i="1" smtClean="0">
                              <a:solidFill>
                                <a:srgbClr val="43434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en-US" sz="1500" b="0" i="1" dirty="0" smtClean="0">
                          <a:solidFill>
                            <a:srgbClr val="43434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sz="1500" b="0" i="1" dirty="0" smtClean="0">
                              <a:solidFill>
                                <a:srgbClr val="43434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500" b="0" i="1" dirty="0" smtClean="0">
                              <a:solidFill>
                                <a:srgbClr val="43434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1500" b="0" i="1" dirty="0" smtClean="0">
                              <a:solidFill>
                                <a:srgbClr val="43434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sz="1500" b="0" i="1" dirty="0" smtClean="0">
                          <a:solidFill>
                            <a:srgbClr val="43434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𝑤</m:t>
                      </m:r>
                      <m:sSup>
                        <m:sSupPr>
                          <m:ctrlPr>
                            <a:rPr lang="en-US" sz="1500" b="0" i="1" dirty="0" smtClean="0">
                              <a:solidFill>
                                <a:srgbClr val="43434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1500" b="0" i="1" dirty="0" smtClean="0">
                                  <a:solidFill>
                                    <a:srgbClr val="434343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̅"/>
                                  <m:ctrlPr>
                                    <a:rPr lang="en-US" sz="1500" i="1">
                                      <a:solidFill>
                                        <a:srgbClr val="434343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1500" i="1">
                                      <a:solidFill>
                                        <a:srgbClr val="434343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en-US" sz="1500" b="0" i="1" smtClean="0">
                                  <a:solidFill>
                                    <a:srgbClr val="434343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sz="1500" b="0" i="1" smtClean="0">
                                      <a:solidFill>
                                        <a:srgbClr val="434343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500" b="0" i="1" smtClean="0">
                                      <a:solidFill>
                                        <a:srgbClr val="434343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sz="1500" b="0" i="1" smtClean="0">
                                      <a:solidFill>
                                        <a:srgbClr val="434343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𝑐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en-US" sz="1500" b="0" i="1" smtClean="0">
                              <a:solidFill>
                                <a:srgbClr val="43434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1500" b="0" i="1" smtClean="0">
                          <a:solidFill>
                            <a:srgbClr val="43434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GB" sz="1500" dirty="0">
                  <a:solidFill>
                    <a:srgbClr val="434343"/>
                  </a:solidFill>
                  <a:latin typeface=""/>
                  <a:ea typeface="Cambria Math" panose="02040503050406030204" pitchFamily="18" charset="0"/>
                </a:endParaRPr>
              </a:p>
              <a:p>
                <a:pPr marL="0" lvl="0" indent="0" algn="just" rtl="0">
                  <a:spcBef>
                    <a:spcPts val="1200"/>
                  </a:spcBef>
                  <a:spcAft>
                    <a:spcPts val="1200"/>
                  </a:spcAft>
                  <a:buNone/>
                </a:pPr>
                <a:r>
                  <a:rPr lang="en-GB" sz="1500" dirty="0">
                    <a:solidFill>
                      <a:srgbClr val="434343"/>
                    </a:solidFill>
                    <a:latin typeface=""/>
                  </a:rPr>
                  <a:t>Loss function in general form:</a:t>
                </a:r>
              </a:p>
              <a:p>
                <a:pPr marL="0" indent="0" algn="just">
                  <a:spcBef>
                    <a:spcPts val="1200"/>
                  </a:spcBef>
                  <a:spcAft>
                    <a:spcPts val="12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sz="1800" b="0" i="1" smtClean="0">
                              <a:solidFill>
                                <a:srgbClr val="43434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1800" b="0" i="1" smtClean="0">
                                  <a:solidFill>
                                    <a:srgbClr val="434343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1800" b="0" i="0" smtClean="0">
                                  <a:solidFill>
                                    <a:srgbClr val="434343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sSub>
                                <m:sSubPr>
                                  <m:ctrlPr>
                                    <a:rPr lang="en-US" sz="1800" i="1">
                                      <a:solidFill>
                                        <a:srgbClr val="434343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i="1">
                                      <a:solidFill>
                                        <a:srgbClr val="434343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𝜌</m:t>
                                  </m:r>
                                </m:e>
                                <m:sub>
                                  <m:r>
                                    <a:rPr lang="en-US" sz="1800" i="1">
                                      <a:solidFill>
                                        <a:srgbClr val="434343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lim>
                          </m:limLow>
                        </m:fName>
                        <m:e>
                          <m:r>
                            <m:rPr>
                              <m:nor/>
                            </m:rPr>
                            <a:rPr lang="en-GB" sz="1800">
                              <a:solidFill>
                                <a:srgbClr val="434343"/>
                              </a:solidFill>
                              <a:latin typeface=""/>
                              <a:ea typeface="Cambria Math" panose="02040503050406030204" pitchFamily="18" charset="0"/>
                            </a:rPr>
                            <m:t>ℒ</m:t>
                          </m:r>
                        </m:e>
                      </m:func>
                      <m:r>
                        <a:rPr lang="en-US" sz="1800" b="0" i="1" smtClean="0">
                          <a:solidFill>
                            <a:srgbClr val="43434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800" b="0" i="1" smtClean="0">
                              <a:solidFill>
                                <a:srgbClr val="43434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b="0" i="1" smtClean="0">
                              <a:solidFill>
                                <a:srgbClr val="43434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sz="1800" b="0" i="1" smtClean="0">
                              <a:solidFill>
                                <a:srgbClr val="43434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d>
                        <m:dPr>
                          <m:begChr m:val="{"/>
                          <m:endChr m:val="}"/>
                          <m:ctrlPr>
                            <a:rPr lang="en-US" sz="1800" b="0" i="1" smtClean="0">
                              <a:solidFill>
                                <a:srgbClr val="43434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ctrlPr>
                                <a:rPr lang="en-US" sz="1800" i="1">
                                  <a:solidFill>
                                    <a:srgbClr val="434343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sz="1800" i="1">
                                  <a:solidFill>
                                    <a:srgbClr val="434343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1800" i="1">
                                  <a:solidFill>
                                    <a:srgbClr val="434343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=0</m:t>
                              </m:r>
                            </m:sub>
                            <m:sup>
                              <m:r>
                                <a:rPr lang="en-US" sz="1800" i="1">
                                  <a:solidFill>
                                    <a:srgbClr val="434343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𝑇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en-US" sz="1800" i="1">
                                      <a:solidFill>
                                        <a:srgbClr val="434343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800" i="1">
                                      <a:solidFill>
                                        <a:srgbClr val="434343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p>
                                  <m:r>
                                    <a:rPr lang="en-US" sz="1800" i="1">
                                      <a:solidFill>
                                        <a:srgbClr val="434343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p>
                              </m:sSup>
                              <m:r>
                                <a:rPr lang="en-US" sz="1800" i="1">
                                  <a:solidFill>
                                    <a:srgbClr val="434343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en-US" sz="1800" i="1">
                                  <a:solidFill>
                                    <a:srgbClr val="434343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  <m:r>
                                <a:rPr lang="en-US" sz="1800" i="1">
                                  <a:solidFill>
                                    <a:srgbClr val="434343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1800" i="1">
                                  <a:solidFill>
                                    <a:srgbClr val="434343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𝐺</m:t>
                              </m:r>
                              <m:r>
                                <a:rPr lang="en-US" sz="1800" i="1">
                                  <a:solidFill>
                                    <a:srgbClr val="434343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@</m:t>
                              </m:r>
                              <m:sSub>
                                <m:sSubPr>
                                  <m:ctrlPr>
                                    <a:rPr lang="en-US" sz="1800" i="1">
                                      <a:solidFill>
                                        <a:srgbClr val="434343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i="1">
                                      <a:solidFill>
                                        <a:srgbClr val="434343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en-US" sz="1800" i="1">
                                      <a:solidFill>
                                        <a:srgbClr val="434343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1800" i="1">
                                      <a:solidFill>
                                        <a:srgbClr val="434343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sz="1800" i="1">
                                      <a:solidFill>
                                        <a:srgbClr val="434343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1800" i="1">
                                  <a:solidFill>
                                    <a:srgbClr val="434343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1800" i="1">
                                  <a:solidFill>
                                    <a:srgbClr val="434343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  <m:sSub>
                                <m:sSubPr>
                                  <m:ctrlPr>
                                    <a:rPr lang="en-US" sz="1800" i="1">
                                      <a:solidFill>
                                        <a:srgbClr val="434343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i="1">
                                      <a:solidFill>
                                        <a:srgbClr val="434343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sz="1800" i="1">
                                      <a:solidFill>
                                        <a:srgbClr val="434343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1800" i="1">
                                      <a:solidFill>
                                        <a:srgbClr val="434343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sz="1800" i="1">
                                      <a:solidFill>
                                        <a:srgbClr val="434343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1800" i="1">
                                  <a:solidFill>
                                    <a:srgbClr val="434343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]</m:t>
                              </m:r>
                            </m:e>
                          </m:nary>
                        </m:e>
                      </m:d>
                    </m:oMath>
                  </m:oMathPara>
                </a14:m>
                <a:endParaRPr lang="en-GB" sz="1800" dirty="0">
                  <a:solidFill>
                    <a:srgbClr val="434343"/>
                  </a:solidFill>
                  <a:latin typeface="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261" name="Google Shape;2261;p126"/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4294967295"/>
              </p:nvPr>
            </p:nvSpPr>
            <p:spPr>
              <a:xfrm>
                <a:off x="383075" y="1191225"/>
                <a:ext cx="6003900" cy="3152100"/>
              </a:xfrm>
              <a:prstGeom prst="rect">
                <a:avLst/>
              </a:prstGeom>
              <a:blipFill>
                <a:blip r:embed="rId3"/>
                <a:stretch>
                  <a:fillRect l="-422" b="-30522"/>
                </a:stretch>
              </a:blipFill>
            </p:spPr>
            <p:txBody>
              <a:bodyPr/>
              <a:lstStyle/>
              <a:p>
                <a:r>
                  <a:rPr lang="en-AM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6" name="Google Shape;2266;p127"/>
          <p:cNvSpPr txBox="1">
            <a:spLocks noGrp="1"/>
          </p:cNvSpPr>
          <p:nvPr>
            <p:ph type="title"/>
          </p:nvPr>
        </p:nvSpPr>
        <p:spPr>
          <a:xfrm>
            <a:off x="383075" y="443750"/>
            <a:ext cx="7753500" cy="63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>
              <a:buFont typeface="League Spartan Medium"/>
            </a:pPr>
            <a:r>
              <a:rPr lang="en" dirty="0" err="1">
                <a:latin typeface="League Spartan Medium"/>
                <a:sym typeface="League Spartan Medium"/>
              </a:rPr>
              <a:t>GaR</a:t>
            </a:r>
            <a:r>
              <a:rPr lang="en" dirty="0">
                <a:latin typeface="League Spartan Medium"/>
                <a:sym typeface="League Spartan Medium"/>
              </a:rPr>
              <a:t> WIP</a:t>
            </a:r>
            <a:endParaRPr dirty="0">
              <a:latin typeface="League Spartan Medium"/>
              <a:sym typeface="League Spartan Medium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0E5724B-1B40-4CA3-9A9A-97561E077B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3075" y="1079750"/>
            <a:ext cx="4889500" cy="2235200"/>
          </a:xfrm>
          <a:prstGeom prst="rect">
            <a:avLst/>
          </a:prstGeom>
        </p:spPr>
      </p:pic>
      <p:sp>
        <p:nvSpPr>
          <p:cNvPr id="5" name="Google Shape;2253;p125">
            <a:extLst>
              <a:ext uri="{FF2B5EF4-FFF2-40B4-BE49-F238E27FC236}">
                <a16:creationId xmlns:a16="http://schemas.microsoft.com/office/drawing/2014/main" id="{F642F099-0354-DC86-2B32-B67A07EDAA95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5667376" y="1079750"/>
            <a:ext cx="3476624" cy="319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" dirty="0">
                <a:solidFill>
                  <a:srgbClr val="434343"/>
                </a:solidFill>
              </a:rPr>
              <a:t>Data </a:t>
            </a:r>
            <a:r>
              <a:rPr lang="en-GB" dirty="0">
                <a:solidFill>
                  <a:srgbClr val="434343"/>
                </a:solidFill>
              </a:rPr>
              <a:t>sources</a:t>
            </a:r>
            <a:r>
              <a:rPr lang="en" dirty="0">
                <a:solidFill>
                  <a:srgbClr val="434343"/>
                </a:solidFill>
              </a:rPr>
              <a:t>:</a:t>
            </a:r>
          </a:p>
          <a:p>
            <a:pPr marL="457200" lvl="0" indent="-304800" algn="l" rtl="0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SzPts val="1200"/>
              <a:buChar char="●"/>
            </a:pPr>
            <a:r>
              <a:rPr lang="en-GB" b="1" dirty="0">
                <a:solidFill>
                  <a:srgbClr val="434343"/>
                </a:solidFill>
              </a:rPr>
              <a:t>IMF (FSI and IFS)</a:t>
            </a:r>
          </a:p>
          <a:p>
            <a:pPr marL="457200" lvl="0" indent="-304800" algn="l" rtl="0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SzPts val="1200"/>
              <a:buChar char="●"/>
            </a:pPr>
            <a:r>
              <a:rPr lang="en-GB" b="1" dirty="0">
                <a:solidFill>
                  <a:srgbClr val="434343"/>
                </a:solidFill>
              </a:rPr>
              <a:t>World Bank</a:t>
            </a:r>
          </a:p>
          <a:p>
            <a:pPr marL="457200" lvl="0" indent="-304800" algn="l" rtl="0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SzPts val="1200"/>
              <a:buChar char="●"/>
            </a:pPr>
            <a:r>
              <a:rPr lang="en-GB" b="1" dirty="0" err="1">
                <a:solidFill>
                  <a:srgbClr val="434343"/>
                </a:solidFill>
              </a:rPr>
              <a:t>TradingView</a:t>
            </a:r>
            <a:r>
              <a:rPr lang="en-GB" b="1" dirty="0">
                <a:solidFill>
                  <a:srgbClr val="434343"/>
                </a:solidFill>
              </a:rPr>
              <a:t> (for Gov bond data)</a:t>
            </a:r>
          </a:p>
          <a:p>
            <a:pPr marL="457200" lvl="0" indent="-304800" algn="l" rtl="0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SzPts val="1200"/>
              <a:buChar char="●"/>
            </a:pPr>
            <a:r>
              <a:rPr lang="en-GB" b="1" dirty="0">
                <a:solidFill>
                  <a:srgbClr val="434343"/>
                </a:solidFill>
              </a:rPr>
              <a:t>OECD (house prices)</a:t>
            </a:r>
          </a:p>
          <a:p>
            <a:pPr marL="457200" lvl="0" indent="-304800" algn="l" rtl="0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SzPts val="1200"/>
              <a:buChar char="●"/>
            </a:pPr>
            <a:endParaRPr lang="en-GB" b="1" dirty="0">
              <a:solidFill>
                <a:srgbClr val="43434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864514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6" name="Google Shape;2266;p127"/>
          <p:cNvSpPr txBox="1">
            <a:spLocks noGrp="1"/>
          </p:cNvSpPr>
          <p:nvPr>
            <p:ph type="title"/>
          </p:nvPr>
        </p:nvSpPr>
        <p:spPr>
          <a:xfrm>
            <a:off x="383075" y="443750"/>
            <a:ext cx="7753500" cy="63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>
              <a:buFont typeface="League Spartan Medium"/>
            </a:pPr>
            <a:r>
              <a:rPr lang="en" dirty="0" err="1">
                <a:latin typeface="League Spartan Medium"/>
                <a:sym typeface="League Spartan Medium"/>
              </a:rPr>
              <a:t>GaR</a:t>
            </a:r>
            <a:r>
              <a:rPr lang="en" dirty="0">
                <a:latin typeface="League Spartan Medium"/>
                <a:sym typeface="League Spartan Medium"/>
              </a:rPr>
              <a:t> WIP: data cleanup</a:t>
            </a:r>
            <a:endParaRPr dirty="0">
              <a:latin typeface="League Spartan Medium"/>
              <a:sym typeface="League Spartan Medium"/>
            </a:endParaRPr>
          </a:p>
        </p:txBody>
      </p:sp>
      <p:sp>
        <p:nvSpPr>
          <p:cNvPr id="5" name="Google Shape;2253;p125">
            <a:extLst>
              <a:ext uri="{FF2B5EF4-FFF2-40B4-BE49-F238E27FC236}">
                <a16:creationId xmlns:a16="http://schemas.microsoft.com/office/drawing/2014/main" id="{F642F099-0354-DC86-2B32-B67A07EDAA95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83075" y="1079750"/>
            <a:ext cx="3091645" cy="319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434343"/>
                </a:solidFill>
              </a:rPr>
              <a:t>Integrated dataset details</a:t>
            </a:r>
            <a:r>
              <a:rPr lang="en" dirty="0">
                <a:solidFill>
                  <a:srgbClr val="434343"/>
                </a:solidFill>
              </a:rPr>
              <a:t>:</a:t>
            </a:r>
          </a:p>
          <a:p>
            <a:pPr marL="457200" lvl="0" indent="-304800" algn="l" rtl="0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SzPts val="1200"/>
              <a:buChar char="●"/>
            </a:pPr>
            <a:r>
              <a:rPr lang="en-AM" b="0" i="0" dirty="0">
                <a:solidFill>
                  <a:srgbClr val="000000"/>
                </a:solidFill>
                <a:effectLst/>
                <a:latin typeface="Helvetica Neue" panose="02000503000000020004" pitchFamily="2" charset="0"/>
              </a:rPr>
              <a:t>58 </a:t>
            </a:r>
            <a:r>
              <a:rPr lang="en-GB" b="1" i="0" dirty="0">
                <a:solidFill>
                  <a:srgbClr val="434343"/>
                </a:solidFill>
                <a:effectLst/>
                <a:latin typeface="Helvetica Neue" panose="02000503000000020004" pitchFamily="2" charset="0"/>
              </a:rPr>
              <a:t>v</a:t>
            </a:r>
            <a:r>
              <a:rPr lang="en-GB" b="1" dirty="0">
                <a:solidFill>
                  <a:srgbClr val="434343"/>
                </a:solidFill>
              </a:rPr>
              <a:t>ariables </a:t>
            </a:r>
            <a:r>
              <a:rPr lang="en-GB" dirty="0">
                <a:solidFill>
                  <a:srgbClr val="434343"/>
                </a:solidFill>
              </a:rPr>
              <a:t>and 48 </a:t>
            </a:r>
            <a:r>
              <a:rPr lang="en-GB" b="1" dirty="0">
                <a:solidFill>
                  <a:srgbClr val="434343"/>
                </a:solidFill>
              </a:rPr>
              <a:t>countries</a:t>
            </a:r>
            <a:r>
              <a:rPr lang="en-GB" dirty="0">
                <a:solidFill>
                  <a:srgbClr val="434343"/>
                </a:solidFill>
              </a:rPr>
              <a:t>.</a:t>
            </a:r>
            <a:endParaRPr lang="en-AM" b="0" i="0" dirty="0">
              <a:solidFill>
                <a:srgbClr val="000000"/>
              </a:solidFill>
              <a:effectLst/>
              <a:latin typeface="Helvetica Neue" panose="02000503000000020004" pitchFamily="2" charset="0"/>
            </a:endParaRPr>
          </a:p>
          <a:p>
            <a:pPr marL="457200" lvl="0" indent="-304800" algn="l" rtl="0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SzPts val="1200"/>
              <a:buChar char="●"/>
            </a:pPr>
            <a:r>
              <a:rPr lang="en-GB" b="1" dirty="0"/>
              <a:t>Available data</a:t>
            </a:r>
            <a:r>
              <a:rPr lang="en-GB" dirty="0"/>
              <a:t> accounted for the </a:t>
            </a:r>
            <a:r>
              <a:rPr lang="en-AM" dirty="0"/>
              <a:t>70.86% of the cells.</a:t>
            </a:r>
          </a:p>
          <a:p>
            <a:pPr marL="457200" lvl="0" indent="-304800" algn="l" rtl="0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SzPts val="1200"/>
              <a:buChar char="●"/>
            </a:pPr>
            <a:r>
              <a:rPr lang="en-GB" dirty="0">
                <a:solidFill>
                  <a:srgbClr val="434343"/>
                </a:solidFill>
              </a:rPr>
              <a:t>The rest of the cells were filled using a </a:t>
            </a:r>
            <a:r>
              <a:rPr lang="en-GB" b="1" dirty="0">
                <a:solidFill>
                  <a:srgbClr val="434343"/>
                </a:solidFill>
              </a:rPr>
              <a:t>matrix completion</a:t>
            </a:r>
            <a:r>
              <a:rPr lang="en-GB" dirty="0">
                <a:solidFill>
                  <a:srgbClr val="434343"/>
                </a:solidFill>
              </a:rPr>
              <a:t> algorithm.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DB08939C-202B-1E6A-1C50-6E209DA1A29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76711" y="955680"/>
            <a:ext cx="5242853" cy="37440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854753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6" name="Google Shape;2266;p127"/>
          <p:cNvSpPr txBox="1">
            <a:spLocks noGrp="1"/>
          </p:cNvSpPr>
          <p:nvPr>
            <p:ph type="title"/>
          </p:nvPr>
        </p:nvSpPr>
        <p:spPr>
          <a:xfrm>
            <a:off x="383075" y="443750"/>
            <a:ext cx="7753500" cy="63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>
              <a:buFont typeface="League Spartan Medium"/>
            </a:pPr>
            <a:r>
              <a:rPr lang="en" dirty="0" err="1">
                <a:latin typeface="League Spartan Medium"/>
                <a:sym typeface="League Spartan Medium"/>
              </a:rPr>
              <a:t>GaR</a:t>
            </a:r>
            <a:r>
              <a:rPr lang="en" dirty="0">
                <a:latin typeface="League Spartan Medium"/>
                <a:sym typeface="League Spartan Medium"/>
              </a:rPr>
              <a:t> WIP: </a:t>
            </a:r>
            <a:r>
              <a:rPr lang="en-GB" dirty="0">
                <a:latin typeface="League Spartan Medium"/>
                <a:sym typeface="League Spartan Medium"/>
              </a:rPr>
              <a:t>Frontier</a:t>
            </a:r>
            <a:endParaRPr dirty="0">
              <a:latin typeface="League Spartan Medium"/>
              <a:sym typeface="League Spartan Medium"/>
            </a:endParaRP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A38D745F-0EC8-A00C-AA60-2B6D58F179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468062"/>
            <a:ext cx="4194815" cy="22073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D41A7CA-0384-FCA6-BE6C-93518033B0ED}"/>
              </a:ext>
            </a:extLst>
          </p:cNvPr>
          <p:cNvSpPr txBox="1"/>
          <p:nvPr/>
        </p:nvSpPr>
        <p:spPr>
          <a:xfrm>
            <a:off x="1587491" y="1101263"/>
            <a:ext cx="101983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AM" dirty="0"/>
              <a:t>Short term</a:t>
            </a:r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208E5226-7564-3C42-B688-7D2C6DA622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00" y="1409040"/>
            <a:ext cx="4301656" cy="22635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3A1062F-C366-C45E-CB73-C42C1C2F309D}"/>
              </a:ext>
            </a:extLst>
          </p:cNvPr>
          <p:cNvSpPr txBox="1"/>
          <p:nvPr/>
        </p:nvSpPr>
        <p:spPr>
          <a:xfrm>
            <a:off x="6228141" y="1101262"/>
            <a:ext cx="174438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AM" dirty="0"/>
              <a:t>Long term (2 years)</a:t>
            </a:r>
          </a:p>
        </p:txBody>
      </p:sp>
    </p:spTree>
    <p:extLst>
      <p:ext uri="{BB962C8B-B14F-4D97-AF65-F5344CB8AC3E}">
        <p14:creationId xmlns:p14="http://schemas.microsoft.com/office/powerpoint/2010/main" val="22203882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6" name="Google Shape;2266;p127"/>
          <p:cNvSpPr txBox="1">
            <a:spLocks noGrp="1"/>
          </p:cNvSpPr>
          <p:nvPr>
            <p:ph type="title"/>
          </p:nvPr>
        </p:nvSpPr>
        <p:spPr>
          <a:xfrm>
            <a:off x="383075" y="443750"/>
            <a:ext cx="7753500" cy="63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>
              <a:buFont typeface="League Spartan Medium"/>
            </a:pPr>
            <a:r>
              <a:rPr lang="en" dirty="0" err="1">
                <a:latin typeface="League Spartan Medium"/>
                <a:sym typeface="League Spartan Medium"/>
              </a:rPr>
              <a:t>GaR</a:t>
            </a:r>
            <a:r>
              <a:rPr lang="en" dirty="0">
                <a:latin typeface="League Spartan Medium"/>
                <a:sym typeface="League Spartan Medium"/>
              </a:rPr>
              <a:t> WIP: </a:t>
            </a:r>
            <a:r>
              <a:rPr lang="en-GB" dirty="0">
                <a:latin typeface="League Spartan Medium"/>
                <a:sym typeface="League Spartan Medium"/>
              </a:rPr>
              <a:t>Frontier </a:t>
            </a:r>
            <a:r>
              <a:rPr lang="en-GB" dirty="0" err="1">
                <a:latin typeface="League Spartan Medium"/>
                <a:sym typeface="League Spartan Medium"/>
              </a:rPr>
              <a:t>contd</a:t>
            </a:r>
            <a:endParaRPr dirty="0">
              <a:latin typeface="League Spartan Medium"/>
              <a:sym typeface="League Spartan Medium"/>
            </a:endParaRP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4D2ED5D3-BE4C-6835-DCFC-9D8D388ABAF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3075" y="1836856"/>
            <a:ext cx="5845774" cy="26031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0D5022A-5EAE-41BA-6A60-38CEC1827585}"/>
              </a:ext>
            </a:extLst>
          </p:cNvPr>
          <p:cNvSpPr txBox="1"/>
          <p:nvPr/>
        </p:nvSpPr>
        <p:spPr>
          <a:xfrm>
            <a:off x="6228849" y="1836856"/>
            <a:ext cx="169629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AM" dirty="0"/>
              <a:t>Armenia in orange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0F07B1E-F1C4-8E90-3752-4558FEC3A47B}"/>
              </a:ext>
            </a:extLst>
          </p:cNvPr>
          <p:cNvSpPr txBox="1"/>
          <p:nvPr/>
        </p:nvSpPr>
        <p:spPr>
          <a:xfrm>
            <a:off x="622630" y="1529079"/>
            <a:ext cx="170591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AM" dirty="0"/>
              <a:t>Frontier line in blue</a:t>
            </a:r>
          </a:p>
        </p:txBody>
      </p:sp>
    </p:spTree>
    <p:extLst>
      <p:ext uri="{BB962C8B-B14F-4D97-AF65-F5344CB8AC3E}">
        <p14:creationId xmlns:p14="http://schemas.microsoft.com/office/powerpoint/2010/main" val="32666769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6" name="Google Shape;2266;p127"/>
          <p:cNvSpPr txBox="1">
            <a:spLocks noGrp="1"/>
          </p:cNvSpPr>
          <p:nvPr>
            <p:ph type="title"/>
          </p:nvPr>
        </p:nvSpPr>
        <p:spPr>
          <a:xfrm>
            <a:off x="383075" y="443750"/>
            <a:ext cx="7753500" cy="63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>
              <a:buFont typeface="League Spartan Medium"/>
            </a:pPr>
            <a:r>
              <a:rPr lang="en" dirty="0" err="1">
                <a:latin typeface="League Spartan Medium"/>
                <a:sym typeface="League Spartan Medium"/>
              </a:rPr>
              <a:t>GaR</a:t>
            </a:r>
            <a:r>
              <a:rPr lang="en" dirty="0">
                <a:latin typeface="League Spartan Medium"/>
                <a:sym typeface="League Spartan Medium"/>
              </a:rPr>
              <a:t> WIP</a:t>
            </a:r>
            <a:endParaRPr dirty="0">
              <a:latin typeface="League Spartan Medium"/>
              <a:sym typeface="League Spartan Medium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270A1E7-6FA1-FD97-AF23-40144A4E7C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3075" y="1097645"/>
            <a:ext cx="7772400" cy="36021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405774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6" name="Google Shape;2266;p127"/>
          <p:cNvSpPr txBox="1">
            <a:spLocks noGrp="1"/>
          </p:cNvSpPr>
          <p:nvPr>
            <p:ph type="title"/>
          </p:nvPr>
        </p:nvSpPr>
        <p:spPr>
          <a:xfrm>
            <a:off x="383075" y="443750"/>
            <a:ext cx="7753500" cy="63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>
              <a:buFont typeface="League Spartan Medium"/>
            </a:pPr>
            <a:r>
              <a:rPr lang="en" dirty="0" err="1">
                <a:latin typeface="League Spartan Medium"/>
              </a:rPr>
              <a:t>GaR</a:t>
            </a:r>
            <a:r>
              <a:rPr lang="en" dirty="0">
                <a:latin typeface="League Spartan Medium"/>
              </a:rPr>
              <a:t> WIP</a:t>
            </a:r>
            <a:endParaRPr dirty="0">
              <a:latin typeface="League Spartan Medium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E3BE20D-0707-0B9C-902F-3A44DF5963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2399" y="307194"/>
            <a:ext cx="6758526" cy="483630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1FB4EBBD-67B0-11CE-BC0F-F90DF4DC461D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3091"/>
          <a:stretch/>
        </p:blipFill>
        <p:spPr>
          <a:xfrm>
            <a:off x="2029295" y="159025"/>
            <a:ext cx="5085407" cy="4984475"/>
          </a:xfrm>
          <a:prstGeom prst="rect">
            <a:avLst/>
          </a:prstGeom>
        </p:spPr>
      </p:pic>
      <p:sp>
        <p:nvSpPr>
          <p:cNvPr id="2266" name="Google Shape;2266;p127"/>
          <p:cNvSpPr txBox="1">
            <a:spLocks noGrp="1"/>
          </p:cNvSpPr>
          <p:nvPr>
            <p:ph type="title"/>
          </p:nvPr>
        </p:nvSpPr>
        <p:spPr>
          <a:xfrm>
            <a:off x="383075" y="443750"/>
            <a:ext cx="7753500" cy="63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>
              <a:buFont typeface="League Spartan Medium"/>
            </a:pPr>
            <a:r>
              <a:rPr lang="en" dirty="0" err="1">
                <a:latin typeface="League Spartan Medium"/>
              </a:rPr>
              <a:t>GaR</a:t>
            </a:r>
            <a:r>
              <a:rPr lang="en" dirty="0">
                <a:latin typeface="League Spartan Medium"/>
              </a:rPr>
              <a:t> WIP</a:t>
            </a:r>
            <a:endParaRPr dirty="0">
              <a:latin typeface="League Spartan Medium"/>
            </a:endParaRPr>
          </a:p>
        </p:txBody>
      </p:sp>
    </p:spTree>
    <p:extLst>
      <p:ext uri="{BB962C8B-B14F-4D97-AF65-F5344CB8AC3E}">
        <p14:creationId xmlns:p14="http://schemas.microsoft.com/office/powerpoint/2010/main" val="341084053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6" name="Google Shape;2266;p127"/>
          <p:cNvSpPr txBox="1">
            <a:spLocks noGrp="1"/>
          </p:cNvSpPr>
          <p:nvPr>
            <p:ph type="title"/>
          </p:nvPr>
        </p:nvSpPr>
        <p:spPr>
          <a:xfrm>
            <a:off x="383075" y="443750"/>
            <a:ext cx="7753500" cy="63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>
              <a:buFont typeface="League Spartan Medium"/>
            </a:pPr>
            <a:r>
              <a:rPr lang="en" dirty="0" err="1">
                <a:latin typeface="League Spartan Medium"/>
              </a:rPr>
              <a:t>GaR</a:t>
            </a:r>
            <a:r>
              <a:rPr lang="en" dirty="0">
                <a:latin typeface="League Spartan Medium"/>
              </a:rPr>
              <a:t> WIP</a:t>
            </a:r>
            <a:endParaRPr dirty="0">
              <a:latin typeface="League Spartan Medium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CA096E2-2B43-9656-394B-5E3882091F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971815"/>
            <a:ext cx="7772400" cy="41478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783994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2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1" name="Google Shape;2271;p128"/>
          <p:cNvSpPr txBox="1">
            <a:spLocks noGrp="1"/>
          </p:cNvSpPr>
          <p:nvPr>
            <p:ph type="title"/>
          </p:nvPr>
        </p:nvSpPr>
        <p:spPr>
          <a:xfrm>
            <a:off x="713250" y="523025"/>
            <a:ext cx="7717500" cy="54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l">
              <a:buClr>
                <a:schemeClr val="dk1"/>
              </a:buClr>
              <a:buFont typeface="League Spartan Medium"/>
            </a:pPr>
            <a:r>
              <a:rPr lang="en" sz="2400" b="0" dirty="0">
                <a:solidFill>
                  <a:srgbClr val="434343"/>
                </a:solidFill>
                <a:latin typeface="League Spartan Medium"/>
                <a:cs typeface="Montserrat SemiBold"/>
                <a:sym typeface="Manjari"/>
              </a:rPr>
              <a:t>Forward-looking policy</a:t>
            </a:r>
            <a:endParaRPr sz="2400" b="0" dirty="0">
              <a:solidFill>
                <a:srgbClr val="434343"/>
              </a:solidFill>
              <a:latin typeface="League Spartan Medium"/>
              <a:cs typeface="Montserrat SemiBold"/>
              <a:sym typeface="Manjari"/>
            </a:endParaRPr>
          </a:p>
        </p:txBody>
      </p:sp>
      <p:sp>
        <p:nvSpPr>
          <p:cNvPr id="2" name="Google Shape;2232;p122">
            <a:extLst>
              <a:ext uri="{FF2B5EF4-FFF2-40B4-BE49-F238E27FC236}">
                <a16:creationId xmlns:a16="http://schemas.microsoft.com/office/drawing/2014/main" id="{FB8AC846-239B-0DC2-7DF4-6674634B4AF5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958177" y="1458750"/>
            <a:ext cx="5999213" cy="252373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rgbClr val="434343"/>
                </a:solidFill>
                <a:latin typeface=""/>
              </a:rPr>
              <a:t>Rule based decision making framework:</a:t>
            </a:r>
          </a:p>
          <a:p>
            <a:pPr marL="457200" lvl="0" indent="-311150" algn="l" rtl="0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SzPts val="1300"/>
              <a:buChar char="●"/>
            </a:pPr>
            <a:r>
              <a:rPr lang="en" dirty="0">
                <a:solidFill>
                  <a:srgbClr val="434343"/>
                </a:solidFill>
                <a:latin typeface=""/>
              </a:rPr>
              <a:t>Stable phase of </a:t>
            </a:r>
            <a:r>
              <a:rPr lang="en-GB" dirty="0">
                <a:solidFill>
                  <a:srgbClr val="434343"/>
                </a:solidFill>
                <a:latin typeface=""/>
              </a:rPr>
              <a:t>cycle</a:t>
            </a:r>
            <a:r>
              <a:rPr lang="en" dirty="0">
                <a:solidFill>
                  <a:srgbClr val="434343"/>
                </a:solidFill>
                <a:latin typeface=""/>
              </a:rPr>
              <a:t>: </a:t>
            </a:r>
            <a:r>
              <a:rPr lang="en-GB" b="1" dirty="0">
                <a:solidFill>
                  <a:srgbClr val="434343"/>
                </a:solidFill>
                <a:latin typeface=""/>
              </a:rPr>
              <a:t>neutral rate</a:t>
            </a:r>
          </a:p>
          <a:p>
            <a:pPr marL="457200" lvl="0" indent="-311150" algn="l" rtl="0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SzPts val="1300"/>
              <a:buChar char="●"/>
            </a:pPr>
            <a:r>
              <a:rPr lang="en" dirty="0">
                <a:solidFill>
                  <a:srgbClr val="434343"/>
                </a:solidFill>
                <a:latin typeface=""/>
              </a:rPr>
              <a:t>Expansion and Peak of </a:t>
            </a:r>
            <a:r>
              <a:rPr lang="en-GB" dirty="0">
                <a:solidFill>
                  <a:srgbClr val="434343"/>
                </a:solidFill>
                <a:latin typeface=""/>
              </a:rPr>
              <a:t>cycle</a:t>
            </a:r>
            <a:r>
              <a:rPr lang="en" dirty="0">
                <a:solidFill>
                  <a:srgbClr val="434343"/>
                </a:solidFill>
                <a:latin typeface=""/>
              </a:rPr>
              <a:t>: </a:t>
            </a:r>
            <a:r>
              <a:rPr lang="en" b="1" dirty="0">
                <a:solidFill>
                  <a:srgbClr val="434343"/>
                </a:solidFill>
                <a:latin typeface=""/>
              </a:rPr>
              <a:t>optimal rate</a:t>
            </a:r>
            <a:r>
              <a:rPr lang="en" dirty="0">
                <a:solidFill>
                  <a:srgbClr val="434343"/>
                </a:solidFill>
                <a:latin typeface=""/>
              </a:rPr>
              <a:t> based on </a:t>
            </a:r>
            <a:r>
              <a:rPr lang="en" dirty="0" err="1">
                <a:solidFill>
                  <a:srgbClr val="434343"/>
                </a:solidFill>
                <a:latin typeface=""/>
              </a:rPr>
              <a:t>GaR</a:t>
            </a:r>
            <a:endParaRPr lang="en" dirty="0">
              <a:solidFill>
                <a:srgbClr val="434343"/>
              </a:solidFill>
              <a:latin typeface=""/>
            </a:endParaRPr>
          </a:p>
          <a:p>
            <a:pPr marL="457200" lvl="0" indent="-311150" algn="l" rtl="0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SzPts val="1300"/>
              <a:buChar char="●"/>
            </a:pPr>
            <a:r>
              <a:rPr lang="en" dirty="0">
                <a:solidFill>
                  <a:srgbClr val="434343"/>
                </a:solidFill>
                <a:latin typeface=""/>
              </a:rPr>
              <a:t>Contraction: </a:t>
            </a:r>
            <a:r>
              <a:rPr lang="en" b="1" dirty="0">
                <a:solidFill>
                  <a:srgbClr val="434343"/>
                </a:solidFill>
                <a:latin typeface=""/>
              </a:rPr>
              <a:t>release</a:t>
            </a:r>
            <a:endParaRPr lang="en" dirty="0">
              <a:solidFill>
                <a:srgbClr val="434343"/>
              </a:solidFill>
              <a:latin typeface=""/>
            </a:endParaRPr>
          </a:p>
          <a:p>
            <a:pPr marL="457200" lvl="0" indent="-311150" algn="l" rtl="0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SzPts val="1300"/>
              <a:buChar char="●"/>
            </a:pPr>
            <a:endParaRPr lang="en-GB" dirty="0">
              <a:solidFill>
                <a:srgbClr val="434343"/>
              </a:solidFill>
              <a:latin typeface="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3" name="Google Shape;2283;p130"/>
          <p:cNvSpPr txBox="1">
            <a:spLocks noGrp="1"/>
          </p:cNvSpPr>
          <p:nvPr>
            <p:ph type="title"/>
          </p:nvPr>
        </p:nvSpPr>
        <p:spPr>
          <a:xfrm>
            <a:off x="530400" y="2208300"/>
            <a:ext cx="8083200" cy="726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Thank you</a:t>
            </a:r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odern Monochrome - v1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Simple Contrast Light - v1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Engineering Project Proposal by Slidesgo">
  <a:themeElements>
    <a:clrScheme name="Simple Light">
      <a:dk1>
        <a:srgbClr val="434343"/>
      </a:dk1>
      <a:lt1>
        <a:srgbClr val="FFFFFF"/>
      </a:lt1>
      <a:dk2>
        <a:srgbClr val="595959"/>
      </a:dk2>
      <a:lt2>
        <a:srgbClr val="EEEEEE"/>
      </a:lt2>
      <a:accent1>
        <a:srgbClr val="D16138"/>
      </a:accent1>
      <a:accent2>
        <a:srgbClr val="212121"/>
      </a:accent2>
      <a:accent3>
        <a:srgbClr val="DF957A"/>
      </a:accent3>
      <a:accent4>
        <a:srgbClr val="CE5123"/>
      </a:accent4>
      <a:accent5>
        <a:srgbClr val="EB845F"/>
      </a:accent5>
      <a:accent6>
        <a:srgbClr val="99634F"/>
      </a:accent6>
      <a:hlink>
        <a:srgbClr val="434343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Elegant Education Pack for Students XL by Slidesgo">
  <a:themeElements>
    <a:clrScheme name="Simple Light">
      <a:dk1>
        <a:srgbClr val="FFFFFF"/>
      </a:dk1>
      <a:lt1>
        <a:srgbClr val="EDECDF"/>
      </a:lt1>
      <a:dk2>
        <a:srgbClr val="D16138"/>
      </a:dk2>
      <a:lt2>
        <a:srgbClr val="FFFFFF"/>
      </a:lt2>
      <a:accent1>
        <a:srgbClr val="A0A299"/>
      </a:accent1>
      <a:accent2>
        <a:srgbClr val="40474B"/>
      </a:accent2>
      <a:accent3>
        <a:srgbClr val="D16138"/>
      </a:accent3>
      <a:accent4>
        <a:srgbClr val="EDECDF"/>
      </a:accent4>
      <a:accent5>
        <a:srgbClr val="A0A299"/>
      </a:accent5>
      <a:accent6>
        <a:srgbClr val="FFFFFF"/>
      </a:accent6>
      <a:hlink>
        <a:srgbClr val="40474B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335</TotalTime>
  <Words>375</Words>
  <Application>Microsoft Macintosh PowerPoint</Application>
  <PresentationFormat>On-screen Show (16:9)</PresentationFormat>
  <Paragraphs>53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18</vt:i4>
      </vt:variant>
      <vt:variant>
        <vt:lpstr>Theme</vt:lpstr>
      </vt:variant>
      <vt:variant>
        <vt:i4>4</vt:i4>
      </vt:variant>
      <vt:variant>
        <vt:lpstr>Slide Titles</vt:lpstr>
      </vt:variant>
      <vt:variant>
        <vt:i4>15</vt:i4>
      </vt:variant>
    </vt:vector>
  </HeadingPairs>
  <TitlesOfParts>
    <vt:vector size="37" baseType="lpstr">
      <vt:lpstr>Open Sans</vt:lpstr>
      <vt:lpstr>Roboto Condensed Light</vt:lpstr>
      <vt:lpstr>Manjari</vt:lpstr>
      <vt:lpstr>Inter</vt:lpstr>
      <vt:lpstr>Cairo</vt:lpstr>
      <vt:lpstr>Ubuntu</vt:lpstr>
      <vt:lpstr>Hammersmith One</vt:lpstr>
      <vt:lpstr>Arial</vt:lpstr>
      <vt:lpstr>League Spartan Medium</vt:lpstr>
      <vt:lpstr>Cambria Math</vt:lpstr>
      <vt:lpstr>Montserrat SemiBold</vt:lpstr>
      <vt:lpstr>Nunito</vt:lpstr>
      <vt:lpstr>Poppins</vt:lpstr>
      <vt:lpstr>Livvic</vt:lpstr>
      <vt:lpstr>Fira Sans Extra Condensed Medium</vt:lpstr>
      <vt:lpstr>Anaheim</vt:lpstr>
      <vt:lpstr>Catamaran Light</vt:lpstr>
      <vt:lpstr>Helvetica Neue</vt:lpstr>
      <vt:lpstr>Modern Monochrome - v1</vt:lpstr>
      <vt:lpstr>Simple Contrast Light - v1</vt:lpstr>
      <vt:lpstr>Engineering Project Proposal by Slidesgo</vt:lpstr>
      <vt:lpstr>Elegant Education Pack for Students XL by Slidesgo</vt:lpstr>
      <vt:lpstr>The Role of CCyB and Forward Looking Perspectives</vt:lpstr>
      <vt:lpstr>Overview</vt:lpstr>
      <vt:lpstr>Decision criteria</vt:lpstr>
      <vt:lpstr>Compliments to CCyB framework</vt:lpstr>
      <vt:lpstr>GaR Loss Function</vt:lpstr>
      <vt:lpstr>GaR WIP</vt:lpstr>
      <vt:lpstr>GaR WIP: data cleanup</vt:lpstr>
      <vt:lpstr>GaR WIP: Frontier</vt:lpstr>
      <vt:lpstr>GaR WIP: Frontier contd</vt:lpstr>
      <vt:lpstr>GaR WIP</vt:lpstr>
      <vt:lpstr>GaR WIP</vt:lpstr>
      <vt:lpstr>GaR WIP</vt:lpstr>
      <vt:lpstr>GaR WIP</vt:lpstr>
      <vt:lpstr>Forward-looking policy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Role of CCyB and Forward Looking Perspectives</dc:title>
  <cp:lastModifiedBy>Victor Yerz</cp:lastModifiedBy>
  <cp:revision>17</cp:revision>
  <dcterms:modified xsi:type="dcterms:W3CDTF">2024-02-20T13:17:10Z</dcterms:modified>
</cp:coreProperties>
</file>