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3.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drawings/drawing1.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5.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0" r:id="rId2"/>
    <p:sldMasterId id="2147483691" r:id="rId3"/>
    <p:sldMasterId id="2147483766" r:id="rId4"/>
  </p:sldMasterIdLst>
  <p:notesMasterIdLst>
    <p:notesMasterId r:id="rId43"/>
  </p:notesMasterIdLst>
  <p:sldIdLst>
    <p:sldId id="257" r:id="rId5"/>
    <p:sldId id="258" r:id="rId6"/>
    <p:sldId id="294" r:id="rId7"/>
    <p:sldId id="276" r:id="rId8"/>
    <p:sldId id="301" r:id="rId9"/>
    <p:sldId id="302" r:id="rId10"/>
    <p:sldId id="317" r:id="rId11"/>
    <p:sldId id="304" r:id="rId12"/>
    <p:sldId id="305" r:id="rId13"/>
    <p:sldId id="306" r:id="rId14"/>
    <p:sldId id="307" r:id="rId15"/>
    <p:sldId id="308" r:id="rId16"/>
    <p:sldId id="318" r:id="rId17"/>
    <p:sldId id="319" r:id="rId18"/>
    <p:sldId id="315" r:id="rId19"/>
    <p:sldId id="320" r:id="rId20"/>
    <p:sldId id="287" r:id="rId21"/>
    <p:sldId id="288" r:id="rId22"/>
    <p:sldId id="321" r:id="rId23"/>
    <p:sldId id="336" r:id="rId24"/>
    <p:sldId id="322" r:id="rId25"/>
    <p:sldId id="337" r:id="rId26"/>
    <p:sldId id="323" r:id="rId27"/>
    <p:sldId id="325" r:id="rId28"/>
    <p:sldId id="324" r:id="rId29"/>
    <p:sldId id="326" r:id="rId30"/>
    <p:sldId id="333" r:id="rId31"/>
    <p:sldId id="334" r:id="rId32"/>
    <p:sldId id="335" r:id="rId33"/>
    <p:sldId id="295" r:id="rId34"/>
    <p:sldId id="327" r:id="rId35"/>
    <p:sldId id="293" r:id="rId36"/>
    <p:sldId id="330" r:id="rId37"/>
    <p:sldId id="331" r:id="rId38"/>
    <p:sldId id="332" r:id="rId39"/>
    <p:sldId id="300" r:id="rId40"/>
    <p:sldId id="296" r:id="rId41"/>
    <p:sldId id="297" r:id="rId42"/>
  </p:sldIdLst>
  <p:sldSz cx="12192000" cy="6858000"/>
  <p:notesSz cx="6858000" cy="9144000"/>
  <p:defaultTextStyle>
    <a:defPPr>
      <a:defRPr lang="en-A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5416"/>
    <a:srgbClr val="003300"/>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5610"/>
  </p:normalViewPr>
  <p:slideViewPr>
    <p:cSldViewPr snapToGrid="0">
      <p:cViewPr varScale="1">
        <p:scale>
          <a:sx n="121" d="100"/>
          <a:sy n="121" d="100"/>
        </p:scale>
        <p:origin x="2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5" Type="http://schemas.openxmlformats.org/officeDocument/2006/relationships/chartUserShapes" Target="../drawings/drawing1.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8028579760863225E-2"/>
          <c:y val="2.1947503605254978E-2"/>
          <c:w val="0.93197142023913682"/>
          <c:h val="0.75419201306214745"/>
        </c:manualLayout>
      </c:layout>
      <c:barChart>
        <c:barDir val="col"/>
        <c:grouping val="clustered"/>
        <c:varyColors val="0"/>
        <c:ser>
          <c:idx val="1"/>
          <c:order val="1"/>
          <c:tx>
            <c:strRef>
              <c:f>Sheet1!$C$1</c:f>
              <c:strCache>
                <c:ptCount val="1"/>
                <c:pt idx="0">
                  <c:v>Assets/Equity (right axis)</c:v>
                </c:pt>
              </c:strCache>
            </c:strRef>
          </c:tx>
          <c:spPr>
            <a:solidFill>
              <a:schemeClr val="accent5">
                <a:lumMod val="60000"/>
                <a:lumOff val="40000"/>
              </a:schemeClr>
            </a:solidFill>
            <a:ln>
              <a:solidFill>
                <a:srgbClr val="0070C0"/>
              </a:solidFill>
            </a:ln>
            <a:effectLst/>
          </c:spPr>
          <c:invertIfNegative val="0"/>
          <c:cat>
            <c:numRef>
              <c:f>Sheet1!$A$2:$A$11</c:f>
              <c:numCache>
                <c:formatCode>General</c:formatCode>
                <c:ptCount val="10"/>
                <c:pt idx="0">
                  <c:v>2014</c:v>
                </c:pt>
                <c:pt idx="1">
                  <c:v>2015</c:v>
                </c:pt>
                <c:pt idx="2">
                  <c:v>2016</c:v>
                </c:pt>
                <c:pt idx="3">
                  <c:v>2017</c:v>
                </c:pt>
                <c:pt idx="4">
                  <c:v>2018</c:v>
                </c:pt>
                <c:pt idx="5">
                  <c:v>2019</c:v>
                </c:pt>
                <c:pt idx="6">
                  <c:v>2020</c:v>
                </c:pt>
                <c:pt idx="7">
                  <c:v>2021</c:v>
                </c:pt>
                <c:pt idx="8">
                  <c:v>2022</c:v>
                </c:pt>
                <c:pt idx="9">
                  <c:v>2023</c:v>
                </c:pt>
              </c:numCache>
            </c:numRef>
          </c:cat>
          <c:val>
            <c:numRef>
              <c:f>Sheet1!$C$2:$C$11</c:f>
              <c:numCache>
                <c:formatCode>_(* #,##0.0_);_(* \(#,##0.0\);_(* "-"??_);_(@_)</c:formatCode>
                <c:ptCount val="10"/>
                <c:pt idx="0">
                  <c:v>7.3768222588960457</c:v>
                </c:pt>
                <c:pt idx="1">
                  <c:v>6.8096781406232045</c:v>
                </c:pt>
                <c:pt idx="2">
                  <c:v>6.1711086201819549</c:v>
                </c:pt>
                <c:pt idx="3">
                  <c:v>6.3640745993031809</c:v>
                </c:pt>
                <c:pt idx="4">
                  <c:v>6.6588333995395717</c:v>
                </c:pt>
                <c:pt idx="5">
                  <c:v>7.0725917314730822</c:v>
                </c:pt>
                <c:pt idx="6">
                  <c:v>7.6179323183629668</c:v>
                </c:pt>
                <c:pt idx="7">
                  <c:v>7.7184649662337979</c:v>
                </c:pt>
                <c:pt idx="8">
                  <c:v>6.7302136082903425</c:v>
                </c:pt>
                <c:pt idx="9" formatCode="_(* #,##0.000_);_(* \(#,##0.000\);_(* &quot;-&quot;??_);_(@_)">
                  <c:v>6.4044133796934375</c:v>
                </c:pt>
              </c:numCache>
            </c:numRef>
          </c:val>
          <c:extLst>
            <c:ext xmlns:c16="http://schemas.microsoft.com/office/drawing/2014/chart" uri="{C3380CC4-5D6E-409C-BE32-E72D297353CC}">
              <c16:uniqueId val="{00000000-47B4-4A9A-B247-6C450BE1F909}"/>
            </c:ext>
          </c:extLst>
        </c:ser>
        <c:dLbls>
          <c:showLegendKey val="0"/>
          <c:showVal val="0"/>
          <c:showCatName val="0"/>
          <c:showSerName val="0"/>
          <c:showPercent val="0"/>
          <c:showBubbleSize val="0"/>
        </c:dLbls>
        <c:gapWidth val="156"/>
        <c:axId val="466444120"/>
        <c:axId val="466443728"/>
      </c:barChart>
      <c:lineChart>
        <c:grouping val="standard"/>
        <c:varyColors val="0"/>
        <c:ser>
          <c:idx val="0"/>
          <c:order val="0"/>
          <c:tx>
            <c:strRef>
              <c:f>Sheet1!$B$1</c:f>
              <c:strCache>
                <c:ptCount val="1"/>
                <c:pt idx="0">
                  <c:v>ROE</c:v>
                </c:pt>
              </c:strCache>
            </c:strRef>
          </c:tx>
          <c:spPr>
            <a:ln w="25400" cap="rnd">
              <a:solidFill>
                <a:srgbClr val="C00000"/>
              </a:solidFill>
              <a:round/>
            </a:ln>
            <a:effectLst/>
          </c:spPr>
          <c:marker>
            <c:symbol val="none"/>
          </c:marker>
          <c:cat>
            <c:numRef>
              <c:f>Sheet1!$A$2:$A$11</c:f>
              <c:numCache>
                <c:formatCode>General</c:formatCode>
                <c:ptCount val="10"/>
                <c:pt idx="0">
                  <c:v>2014</c:v>
                </c:pt>
                <c:pt idx="1">
                  <c:v>2015</c:v>
                </c:pt>
                <c:pt idx="2">
                  <c:v>2016</c:v>
                </c:pt>
                <c:pt idx="3">
                  <c:v>2017</c:v>
                </c:pt>
                <c:pt idx="4">
                  <c:v>2018</c:v>
                </c:pt>
                <c:pt idx="5">
                  <c:v>2019</c:v>
                </c:pt>
                <c:pt idx="6">
                  <c:v>2020</c:v>
                </c:pt>
                <c:pt idx="7">
                  <c:v>2021</c:v>
                </c:pt>
                <c:pt idx="8">
                  <c:v>2022</c:v>
                </c:pt>
                <c:pt idx="9">
                  <c:v>2023</c:v>
                </c:pt>
              </c:numCache>
            </c:numRef>
          </c:cat>
          <c:val>
            <c:numRef>
              <c:f>Sheet1!$B$2:$B$11</c:f>
              <c:numCache>
                <c:formatCode>0.0%</c:formatCode>
                <c:ptCount val="10"/>
                <c:pt idx="0">
                  <c:v>4.5512099582099584E-2</c:v>
                </c:pt>
                <c:pt idx="1">
                  <c:v>-4.4456505789214916E-2</c:v>
                </c:pt>
                <c:pt idx="2">
                  <c:v>5.7258056325245416E-2</c:v>
                </c:pt>
                <c:pt idx="3">
                  <c:v>6.0574400527880906E-2</c:v>
                </c:pt>
                <c:pt idx="4">
                  <c:v>5.3079388727209659E-2</c:v>
                </c:pt>
                <c:pt idx="5">
                  <c:v>7.9374438002283998E-2</c:v>
                </c:pt>
                <c:pt idx="6">
                  <c:v>7.2034031437200455E-2</c:v>
                </c:pt>
                <c:pt idx="7">
                  <c:v>7.0655843413163444E-2</c:v>
                </c:pt>
                <c:pt idx="8">
                  <c:v>0.21651564082605998</c:v>
                </c:pt>
                <c:pt idx="9" formatCode="0.000%">
                  <c:v>0.16797620518034984</c:v>
                </c:pt>
              </c:numCache>
            </c:numRef>
          </c:val>
          <c:smooth val="0"/>
          <c:extLst>
            <c:ext xmlns:c16="http://schemas.microsoft.com/office/drawing/2014/chart" uri="{C3380CC4-5D6E-409C-BE32-E72D297353CC}">
              <c16:uniqueId val="{00000001-47B4-4A9A-B247-6C450BE1F909}"/>
            </c:ext>
          </c:extLst>
        </c:ser>
        <c:dLbls>
          <c:showLegendKey val="0"/>
          <c:showVal val="0"/>
          <c:showCatName val="0"/>
          <c:showSerName val="0"/>
          <c:showPercent val="0"/>
          <c:showBubbleSize val="0"/>
        </c:dLbls>
        <c:marker val="1"/>
        <c:smooth val="0"/>
        <c:axId val="466442160"/>
        <c:axId val="466443336"/>
      </c:lineChart>
      <c:catAx>
        <c:axId val="466442160"/>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M"/>
          </a:p>
        </c:txPr>
        <c:crossAx val="466443336"/>
        <c:crosses val="autoZero"/>
        <c:auto val="1"/>
        <c:lblAlgn val="ctr"/>
        <c:lblOffset val="100"/>
        <c:noMultiLvlLbl val="1"/>
      </c:catAx>
      <c:valAx>
        <c:axId val="4664433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M"/>
          </a:p>
        </c:txPr>
        <c:crossAx val="466442160"/>
        <c:crosses val="autoZero"/>
        <c:crossBetween val="between"/>
      </c:valAx>
      <c:valAx>
        <c:axId val="466443728"/>
        <c:scaling>
          <c:orientation val="minMax"/>
          <c:min val="5"/>
        </c:scaling>
        <c:delete val="0"/>
        <c:axPos val="r"/>
        <c:numFmt formatCode="_(* #,##0.0_);_(* \(#,##0.0\);_(* &quot;-&quot;??_);_(@_)"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AM"/>
          </a:p>
        </c:txPr>
        <c:crossAx val="466444120"/>
        <c:crosses val="max"/>
        <c:crossBetween val="between"/>
      </c:valAx>
      <c:catAx>
        <c:axId val="466444120"/>
        <c:scaling>
          <c:orientation val="minMax"/>
        </c:scaling>
        <c:delete val="1"/>
        <c:axPos val="b"/>
        <c:numFmt formatCode="General" sourceLinked="1"/>
        <c:majorTickMark val="out"/>
        <c:minorTickMark val="none"/>
        <c:tickLblPos val="nextTo"/>
        <c:crossAx val="466443728"/>
        <c:crosses val="autoZero"/>
        <c:auto val="1"/>
        <c:lblAlgn val="ctr"/>
        <c:lblOffset val="100"/>
        <c:tickLblSkip val="1"/>
        <c:tickMarkSkip val="1"/>
        <c:noMultiLvlLbl val="1"/>
      </c:catAx>
      <c:spPr>
        <a:noFill/>
        <a:ln>
          <a:noFill/>
        </a:ln>
        <a:effectLst/>
      </c:spPr>
    </c:plotArea>
    <c:legend>
      <c:legendPos val="b"/>
      <c:layout>
        <c:manualLayout>
          <c:xMode val="edge"/>
          <c:yMode val="edge"/>
          <c:x val="5.2764259986575301E-2"/>
          <c:y val="0.90764196189618163"/>
          <c:w val="0.87126708330852221"/>
          <c:h val="7.244400449705307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legend>
    <c:plotVisOnly val="1"/>
    <c:dispBlanksAs val="gap"/>
    <c:showDLblsOverMax val="0"/>
  </c:chart>
  <c:spPr>
    <a:noFill/>
    <a:ln>
      <a:noFill/>
    </a:ln>
    <a:effectLst/>
  </c:spPr>
  <c:txPr>
    <a:bodyPr/>
    <a:lstStyle/>
    <a:p>
      <a:pPr>
        <a:defRPr/>
      </a:pPr>
      <a:endParaRPr lang="en-AM"/>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235155388185173"/>
          <c:y val="4.1804667760777597E-2"/>
          <c:w val="0.89281752824375216"/>
          <c:h val="0.65711660306645314"/>
        </c:manualLayout>
      </c:layout>
      <c:barChart>
        <c:barDir val="col"/>
        <c:grouping val="stacked"/>
        <c:varyColors val="0"/>
        <c:ser>
          <c:idx val="0"/>
          <c:order val="0"/>
          <c:tx>
            <c:strRef>
              <c:f>Sheet1!$B$1</c:f>
              <c:strCache>
                <c:ptCount val="1"/>
                <c:pt idx="0">
                  <c:v>Minimum CAR requirement</c:v>
                </c:pt>
              </c:strCache>
            </c:strRef>
          </c:tx>
          <c:spPr>
            <a:pattFill prst="dkUpDiag">
              <a:fgClr>
                <a:schemeClr val="accent1"/>
              </a:fgClr>
              <a:bgClr>
                <a:schemeClr val="bg1"/>
              </a:bgClr>
            </a:pattFill>
            <a:ln w="12700">
              <a:solidFill>
                <a:srgbClr val="0070C0"/>
              </a:solidFill>
            </a:ln>
            <a:effectLst/>
          </c:spPr>
          <c:invertIfNegative val="0"/>
          <c:cat>
            <c:numRef>
              <c:f>Sheet1!$A$6:$A$12</c:f>
              <c:numCache>
                <c:formatCode>General</c:formatCode>
                <c:ptCount val="7"/>
                <c:pt idx="0">
                  <c:v>2017</c:v>
                </c:pt>
                <c:pt idx="1">
                  <c:v>2018</c:v>
                </c:pt>
                <c:pt idx="2">
                  <c:v>2019</c:v>
                </c:pt>
                <c:pt idx="3">
                  <c:v>2020</c:v>
                </c:pt>
                <c:pt idx="4">
                  <c:v>2021</c:v>
                </c:pt>
                <c:pt idx="5">
                  <c:v>2022</c:v>
                </c:pt>
                <c:pt idx="6">
                  <c:v>2023</c:v>
                </c:pt>
              </c:numCache>
            </c:numRef>
          </c:cat>
          <c:val>
            <c:numRef>
              <c:f>Sheet1!$B$6:$B$12</c:f>
              <c:numCache>
                <c:formatCode>0.0%</c:formatCode>
                <c:ptCount val="7"/>
                <c:pt idx="0">
                  <c:v>0.12</c:v>
                </c:pt>
                <c:pt idx="1">
                  <c:v>0.12</c:v>
                </c:pt>
                <c:pt idx="2">
                  <c:v>0.12</c:v>
                </c:pt>
                <c:pt idx="3">
                  <c:v>0.12</c:v>
                </c:pt>
                <c:pt idx="4">
                  <c:v>0.12</c:v>
                </c:pt>
                <c:pt idx="5">
                  <c:v>0.12</c:v>
                </c:pt>
                <c:pt idx="6">
                  <c:v>0.11</c:v>
                </c:pt>
              </c:numCache>
            </c:numRef>
          </c:val>
          <c:extLst>
            <c:ext xmlns:c16="http://schemas.microsoft.com/office/drawing/2014/chart" uri="{C3380CC4-5D6E-409C-BE32-E72D297353CC}">
              <c16:uniqueId val="{00000000-E571-442D-9CF4-FF8980E5B263}"/>
            </c:ext>
          </c:extLst>
        </c:ser>
        <c:ser>
          <c:idx val="1"/>
          <c:order val="1"/>
          <c:tx>
            <c:strRef>
              <c:f>Sheet1!$C$1</c:f>
              <c:strCache>
                <c:ptCount val="1"/>
                <c:pt idx="0">
                  <c:v>Countercyclical capital buffer</c:v>
                </c:pt>
              </c:strCache>
            </c:strRef>
          </c:tx>
          <c:spPr>
            <a:pattFill prst="dkUpDiag">
              <a:fgClr>
                <a:srgbClr val="C00000"/>
              </a:fgClr>
              <a:bgClr>
                <a:schemeClr val="bg1"/>
              </a:bgClr>
            </a:pattFill>
            <a:ln>
              <a:solidFill>
                <a:srgbClr val="C00000"/>
              </a:solidFill>
            </a:ln>
            <a:effectLst/>
          </c:spPr>
          <c:invertIfNegative val="0"/>
          <c:cat>
            <c:numRef>
              <c:f>Sheet1!$A$6:$A$12</c:f>
              <c:numCache>
                <c:formatCode>General</c:formatCode>
                <c:ptCount val="7"/>
                <c:pt idx="0">
                  <c:v>2017</c:v>
                </c:pt>
                <c:pt idx="1">
                  <c:v>2018</c:v>
                </c:pt>
                <c:pt idx="2">
                  <c:v>2019</c:v>
                </c:pt>
                <c:pt idx="3">
                  <c:v>2020</c:v>
                </c:pt>
                <c:pt idx="4">
                  <c:v>2021</c:v>
                </c:pt>
                <c:pt idx="5">
                  <c:v>2022</c:v>
                </c:pt>
                <c:pt idx="6">
                  <c:v>2023</c:v>
                </c:pt>
              </c:numCache>
            </c:numRef>
          </c:cat>
          <c:val>
            <c:numRef>
              <c:f>Sheet1!$C$6:$C$12</c:f>
              <c:numCache>
                <c:formatCode>General</c:formatCode>
                <c:ptCount val="7"/>
                <c:pt idx="6" formatCode="0.0%">
                  <c:v>1.4999999999999999E-2</c:v>
                </c:pt>
              </c:numCache>
            </c:numRef>
          </c:val>
          <c:extLst>
            <c:ext xmlns:c16="http://schemas.microsoft.com/office/drawing/2014/chart" uri="{C3380CC4-5D6E-409C-BE32-E72D297353CC}">
              <c16:uniqueId val="{00000001-E571-442D-9CF4-FF8980E5B263}"/>
            </c:ext>
          </c:extLst>
        </c:ser>
        <c:ser>
          <c:idx val="2"/>
          <c:order val="2"/>
          <c:tx>
            <c:strRef>
              <c:f>Sheet1!$D$1</c:f>
              <c:strCache>
                <c:ptCount val="1"/>
                <c:pt idx="0">
                  <c:v>SIFI buffer</c:v>
                </c:pt>
              </c:strCache>
            </c:strRef>
          </c:tx>
          <c:spPr>
            <a:pattFill prst="wdUpDiag">
              <a:fgClr>
                <a:srgbClr val="7030A0"/>
              </a:fgClr>
              <a:bgClr>
                <a:schemeClr val="bg1"/>
              </a:bgClr>
            </a:pattFill>
            <a:ln>
              <a:solidFill>
                <a:schemeClr val="accent6">
                  <a:lumMod val="50000"/>
                </a:schemeClr>
              </a:solidFill>
            </a:ln>
            <a:effectLst/>
          </c:spPr>
          <c:invertIfNegative val="0"/>
          <c:cat>
            <c:numRef>
              <c:f>Sheet1!$A$6:$A$12</c:f>
              <c:numCache>
                <c:formatCode>General</c:formatCode>
                <c:ptCount val="7"/>
                <c:pt idx="0">
                  <c:v>2017</c:v>
                </c:pt>
                <c:pt idx="1">
                  <c:v>2018</c:v>
                </c:pt>
                <c:pt idx="2">
                  <c:v>2019</c:v>
                </c:pt>
                <c:pt idx="3">
                  <c:v>2020</c:v>
                </c:pt>
                <c:pt idx="4">
                  <c:v>2021</c:v>
                </c:pt>
                <c:pt idx="5">
                  <c:v>2022</c:v>
                </c:pt>
                <c:pt idx="6">
                  <c:v>2023</c:v>
                </c:pt>
              </c:numCache>
            </c:numRef>
          </c:cat>
          <c:val>
            <c:numRef>
              <c:f>Sheet1!$D$6:$D$12</c:f>
              <c:numCache>
                <c:formatCode>General</c:formatCode>
                <c:ptCount val="7"/>
                <c:pt idx="3" formatCode="0.0%">
                  <c:v>5.0000000000000001E-3</c:v>
                </c:pt>
                <c:pt idx="4" formatCode="0.0%">
                  <c:v>5.0000000000000001E-3</c:v>
                </c:pt>
                <c:pt idx="5" formatCode="0.0%">
                  <c:v>0.01</c:v>
                </c:pt>
                <c:pt idx="6" formatCode="0.0%">
                  <c:v>1.4999999999999999E-2</c:v>
                </c:pt>
              </c:numCache>
            </c:numRef>
          </c:val>
          <c:extLst>
            <c:ext xmlns:c16="http://schemas.microsoft.com/office/drawing/2014/chart" uri="{C3380CC4-5D6E-409C-BE32-E72D297353CC}">
              <c16:uniqueId val="{00000002-E571-442D-9CF4-FF8980E5B263}"/>
            </c:ext>
          </c:extLst>
        </c:ser>
        <c:ser>
          <c:idx val="3"/>
          <c:order val="3"/>
          <c:tx>
            <c:strRef>
              <c:f>Sheet1!$E$1</c:f>
              <c:strCache>
                <c:ptCount val="1"/>
                <c:pt idx="0">
                  <c:v>Capital conservation buffer</c:v>
                </c:pt>
              </c:strCache>
            </c:strRef>
          </c:tx>
          <c:spPr>
            <a:pattFill prst="smConfetti">
              <a:fgClr>
                <a:schemeClr val="accent4">
                  <a:lumMod val="75000"/>
                </a:schemeClr>
              </a:fgClr>
              <a:bgClr>
                <a:schemeClr val="bg1"/>
              </a:bgClr>
            </a:pattFill>
            <a:ln>
              <a:solidFill>
                <a:schemeClr val="accent4">
                  <a:lumMod val="50000"/>
                </a:schemeClr>
              </a:solidFill>
            </a:ln>
            <a:effectLst/>
          </c:spPr>
          <c:invertIfNegative val="0"/>
          <c:cat>
            <c:numRef>
              <c:f>Sheet1!$A$6:$A$12</c:f>
              <c:numCache>
                <c:formatCode>General</c:formatCode>
                <c:ptCount val="7"/>
                <c:pt idx="0">
                  <c:v>2017</c:v>
                </c:pt>
                <c:pt idx="1">
                  <c:v>2018</c:v>
                </c:pt>
                <c:pt idx="2">
                  <c:v>2019</c:v>
                </c:pt>
                <c:pt idx="3">
                  <c:v>2020</c:v>
                </c:pt>
                <c:pt idx="4">
                  <c:v>2021</c:v>
                </c:pt>
                <c:pt idx="5">
                  <c:v>2022</c:v>
                </c:pt>
                <c:pt idx="6">
                  <c:v>2023</c:v>
                </c:pt>
              </c:numCache>
            </c:numRef>
          </c:cat>
          <c:val>
            <c:numRef>
              <c:f>Sheet1!$E$6:$E$12</c:f>
              <c:numCache>
                <c:formatCode>General</c:formatCode>
                <c:ptCount val="7"/>
                <c:pt idx="3" formatCode="0.0%">
                  <c:v>5.0000000000000001E-3</c:v>
                </c:pt>
                <c:pt idx="4" formatCode="0.0%">
                  <c:v>0.01</c:v>
                </c:pt>
                <c:pt idx="5" formatCode="0.0%">
                  <c:v>1.4999999999999999E-2</c:v>
                </c:pt>
                <c:pt idx="6" formatCode="0.0%">
                  <c:v>0.02</c:v>
                </c:pt>
              </c:numCache>
            </c:numRef>
          </c:val>
          <c:extLst>
            <c:ext xmlns:c16="http://schemas.microsoft.com/office/drawing/2014/chart" uri="{C3380CC4-5D6E-409C-BE32-E72D297353CC}">
              <c16:uniqueId val="{00000003-E571-442D-9CF4-FF8980E5B263}"/>
            </c:ext>
          </c:extLst>
        </c:ser>
        <c:ser>
          <c:idx val="4"/>
          <c:order val="4"/>
          <c:tx>
            <c:strRef>
              <c:f>Sheet1!$F$1</c:f>
              <c:strCache>
                <c:ptCount val="1"/>
                <c:pt idx="0">
                  <c:v>Capital surplus</c:v>
                </c:pt>
              </c:strCache>
            </c:strRef>
          </c:tx>
          <c:spPr>
            <a:pattFill prst="pct25">
              <a:fgClr>
                <a:srgbClr val="00B050"/>
              </a:fgClr>
              <a:bgClr>
                <a:schemeClr val="bg1"/>
              </a:bgClr>
            </a:pattFill>
            <a:ln>
              <a:solidFill>
                <a:srgbClr val="7030A0"/>
              </a:solidFill>
            </a:ln>
            <a:effectLst/>
          </c:spPr>
          <c:invertIfNegative val="0"/>
          <c:cat>
            <c:numRef>
              <c:f>Sheet1!$A$6:$A$12</c:f>
              <c:numCache>
                <c:formatCode>General</c:formatCode>
                <c:ptCount val="7"/>
                <c:pt idx="0">
                  <c:v>2017</c:v>
                </c:pt>
                <c:pt idx="1">
                  <c:v>2018</c:v>
                </c:pt>
                <c:pt idx="2">
                  <c:v>2019</c:v>
                </c:pt>
                <c:pt idx="3">
                  <c:v>2020</c:v>
                </c:pt>
                <c:pt idx="4">
                  <c:v>2021</c:v>
                </c:pt>
                <c:pt idx="5">
                  <c:v>2022</c:v>
                </c:pt>
                <c:pt idx="6">
                  <c:v>2023</c:v>
                </c:pt>
              </c:numCache>
            </c:numRef>
          </c:cat>
          <c:val>
            <c:numRef>
              <c:f>Sheet1!$F$6:$F$12</c:f>
              <c:numCache>
                <c:formatCode>0.0%</c:formatCode>
                <c:ptCount val="7"/>
                <c:pt idx="0">
                  <c:v>6.6775882738007997E-2</c:v>
                </c:pt>
                <c:pt idx="1">
                  <c:v>5.6589511707644008E-2</c:v>
                </c:pt>
                <c:pt idx="2">
                  <c:v>5.578617828959001E-2</c:v>
                </c:pt>
                <c:pt idx="3">
                  <c:v>3.9338430016889997E-2</c:v>
                </c:pt>
                <c:pt idx="4">
                  <c:v>3.7031862244155861E-2</c:v>
                </c:pt>
                <c:pt idx="5">
                  <c:v>5.77534563203905E-2</c:v>
                </c:pt>
                <c:pt idx="6">
                  <c:v>4.0792634717241205E-2</c:v>
                </c:pt>
              </c:numCache>
            </c:numRef>
          </c:val>
          <c:extLst>
            <c:ext xmlns:c16="http://schemas.microsoft.com/office/drawing/2014/chart" uri="{C3380CC4-5D6E-409C-BE32-E72D297353CC}">
              <c16:uniqueId val="{00000004-E571-442D-9CF4-FF8980E5B263}"/>
            </c:ext>
          </c:extLst>
        </c:ser>
        <c:dLbls>
          <c:showLegendKey val="0"/>
          <c:showVal val="0"/>
          <c:showCatName val="0"/>
          <c:showSerName val="0"/>
          <c:showPercent val="0"/>
          <c:showBubbleSize val="0"/>
        </c:dLbls>
        <c:gapWidth val="150"/>
        <c:overlap val="100"/>
        <c:axId val="421744216"/>
        <c:axId val="421741080"/>
      </c:barChart>
      <c:catAx>
        <c:axId val="421744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M"/>
          </a:p>
        </c:txPr>
        <c:crossAx val="421741080"/>
        <c:crosses val="autoZero"/>
        <c:auto val="1"/>
        <c:lblAlgn val="ctr"/>
        <c:lblOffset val="100"/>
        <c:noMultiLvlLbl val="0"/>
      </c:catAx>
      <c:valAx>
        <c:axId val="421741080"/>
        <c:scaling>
          <c:orientation val="minMax"/>
          <c:min val="0.1"/>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M"/>
          </a:p>
        </c:txPr>
        <c:crossAx val="421744216"/>
        <c:crosses val="autoZero"/>
        <c:crossBetween val="between"/>
      </c:valAx>
      <c:spPr>
        <a:noFill/>
        <a:ln>
          <a:noFill/>
        </a:ln>
        <a:effectLst/>
      </c:spPr>
    </c:plotArea>
    <c:legend>
      <c:legendPos val="b"/>
      <c:layout>
        <c:manualLayout>
          <c:xMode val="edge"/>
          <c:yMode val="edge"/>
          <c:x val="0"/>
          <c:y val="0.80324327650109206"/>
          <c:w val="0.9992378941762714"/>
          <c:h val="0.1763725541337463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AM"/>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4858794914313265E-2"/>
          <c:y val="2.6531596222221648E-2"/>
          <c:w val="0.91283029023452877"/>
          <c:h val="0.79413015957323374"/>
        </c:manualLayout>
      </c:layout>
      <c:lineChart>
        <c:grouping val="standard"/>
        <c:varyColors val="0"/>
        <c:ser>
          <c:idx val="1"/>
          <c:order val="0"/>
          <c:tx>
            <c:strRef>
              <c:f>Sheet1!$C$1</c:f>
              <c:strCache>
                <c:ptCount val="1"/>
                <c:pt idx="0">
                  <c:v>To previous quarter</c:v>
                </c:pt>
              </c:strCache>
            </c:strRef>
          </c:tx>
          <c:spPr>
            <a:ln w="28575" cap="rnd">
              <a:solidFill>
                <a:srgbClr val="0070C0"/>
              </a:solidFill>
              <a:prstDash val="sysDash"/>
              <a:round/>
            </a:ln>
            <a:effectLst/>
          </c:spPr>
          <c:marker>
            <c:symbol val="none"/>
          </c:marker>
          <c:cat>
            <c:numRef>
              <c:f>Sheet1!$A$15:$A$40</c:f>
              <c:numCache>
                <c:formatCode>[$-409]mmm\-yy;@</c:formatCode>
                <c:ptCount val="26"/>
                <c:pt idx="0">
                  <c:v>43008</c:v>
                </c:pt>
                <c:pt idx="1">
                  <c:v>43100</c:v>
                </c:pt>
                <c:pt idx="2">
                  <c:v>43190</c:v>
                </c:pt>
                <c:pt idx="3">
                  <c:v>43281</c:v>
                </c:pt>
                <c:pt idx="4">
                  <c:v>43373</c:v>
                </c:pt>
                <c:pt idx="5">
                  <c:v>43465</c:v>
                </c:pt>
                <c:pt idx="6">
                  <c:v>43555</c:v>
                </c:pt>
                <c:pt idx="7">
                  <c:v>43646</c:v>
                </c:pt>
                <c:pt idx="8">
                  <c:v>43738</c:v>
                </c:pt>
                <c:pt idx="9">
                  <c:v>43830</c:v>
                </c:pt>
                <c:pt idx="10">
                  <c:v>43921</c:v>
                </c:pt>
                <c:pt idx="11">
                  <c:v>44012</c:v>
                </c:pt>
                <c:pt idx="12">
                  <c:v>44104</c:v>
                </c:pt>
                <c:pt idx="13">
                  <c:v>44196</c:v>
                </c:pt>
                <c:pt idx="14">
                  <c:v>44286</c:v>
                </c:pt>
                <c:pt idx="15">
                  <c:v>44377</c:v>
                </c:pt>
                <c:pt idx="16">
                  <c:v>44469</c:v>
                </c:pt>
                <c:pt idx="17">
                  <c:v>44561</c:v>
                </c:pt>
                <c:pt idx="18">
                  <c:v>44651</c:v>
                </c:pt>
                <c:pt idx="19">
                  <c:v>44742</c:v>
                </c:pt>
                <c:pt idx="20">
                  <c:v>44834</c:v>
                </c:pt>
                <c:pt idx="21">
                  <c:v>44926</c:v>
                </c:pt>
                <c:pt idx="22">
                  <c:v>45016</c:v>
                </c:pt>
                <c:pt idx="23">
                  <c:v>45107</c:v>
                </c:pt>
                <c:pt idx="24">
                  <c:v>45199</c:v>
                </c:pt>
                <c:pt idx="25">
                  <c:v>45291</c:v>
                </c:pt>
              </c:numCache>
            </c:numRef>
          </c:cat>
          <c:val>
            <c:numRef>
              <c:f>Sheet1!$C$15:$C$40</c:f>
              <c:numCache>
                <c:formatCode>0.0%</c:formatCode>
                <c:ptCount val="26"/>
                <c:pt idx="0">
                  <c:v>2.1891722843840888E-3</c:v>
                </c:pt>
                <c:pt idx="1">
                  <c:v>1.9035400991643803E-2</c:v>
                </c:pt>
                <c:pt idx="2">
                  <c:v>3.741068390609037E-2</c:v>
                </c:pt>
                <c:pt idx="3">
                  <c:v>2.3991866052247568E-2</c:v>
                </c:pt>
                <c:pt idx="4">
                  <c:v>2.1636078280644622E-2</c:v>
                </c:pt>
                <c:pt idx="5">
                  <c:v>1.9281112347749652E-2</c:v>
                </c:pt>
                <c:pt idx="6">
                  <c:v>2.8251541762145616E-2</c:v>
                </c:pt>
                <c:pt idx="7">
                  <c:v>2.5306610828597087E-2</c:v>
                </c:pt>
                <c:pt idx="8">
                  <c:v>3.1392227797875982E-2</c:v>
                </c:pt>
                <c:pt idx="9">
                  <c:v>6.2443426114505485E-2</c:v>
                </c:pt>
                <c:pt idx="10">
                  <c:v>2.2670695829284382E-2</c:v>
                </c:pt>
                <c:pt idx="11">
                  <c:v>-2.0280648772487253E-2</c:v>
                </c:pt>
                <c:pt idx="12">
                  <c:v>-2.9469600340136015E-2</c:v>
                </c:pt>
                <c:pt idx="13">
                  <c:v>-1.1814473071762865E-2</c:v>
                </c:pt>
                <c:pt idx="14">
                  <c:v>-6.9406924067995091E-3</c:v>
                </c:pt>
                <c:pt idx="15">
                  <c:v>2.702212549873062E-2</c:v>
                </c:pt>
                <c:pt idx="16">
                  <c:v>3.3510370964017433E-2</c:v>
                </c:pt>
                <c:pt idx="17">
                  <c:v>4.0887942591278259E-2</c:v>
                </c:pt>
                <c:pt idx="18">
                  <c:v>3.9168150308723781E-2</c:v>
                </c:pt>
                <c:pt idx="19">
                  <c:v>4.3111094910023073E-2</c:v>
                </c:pt>
                <c:pt idx="20">
                  <c:v>8.4452572600091091E-3</c:v>
                </c:pt>
                <c:pt idx="21">
                  <c:v>1.6679757889386915E-2</c:v>
                </c:pt>
                <c:pt idx="22">
                  <c:v>2.2245955280858043E-2</c:v>
                </c:pt>
                <c:pt idx="23">
                  <c:v>2.9075066130215266E-2</c:v>
                </c:pt>
                <c:pt idx="24">
                  <c:v>3.1666486661626525E-2</c:v>
                </c:pt>
                <c:pt idx="25">
                  <c:v>3.6599317434726997E-2</c:v>
                </c:pt>
              </c:numCache>
            </c:numRef>
          </c:val>
          <c:smooth val="0"/>
          <c:extLst>
            <c:ext xmlns:c16="http://schemas.microsoft.com/office/drawing/2014/chart" uri="{C3380CC4-5D6E-409C-BE32-E72D297353CC}">
              <c16:uniqueId val="{00000000-F4BA-4078-8BC8-DD4233EA50F8}"/>
            </c:ext>
          </c:extLst>
        </c:ser>
        <c:ser>
          <c:idx val="2"/>
          <c:order val="1"/>
          <c:tx>
            <c:strRef>
              <c:f>Sheet1!$D$1</c:f>
              <c:strCache>
                <c:ptCount val="1"/>
                <c:pt idx="0">
                  <c:v>YoY growth</c:v>
                </c:pt>
              </c:strCache>
            </c:strRef>
          </c:tx>
          <c:spPr>
            <a:ln w="28575" cap="rnd">
              <a:solidFill>
                <a:srgbClr val="00B050"/>
              </a:solidFill>
              <a:prstDash val="solid"/>
              <a:round/>
            </a:ln>
            <a:effectLst/>
          </c:spPr>
          <c:marker>
            <c:symbol val="none"/>
          </c:marker>
          <c:cat>
            <c:numRef>
              <c:f>Sheet1!$A$15:$A$40</c:f>
              <c:numCache>
                <c:formatCode>[$-409]mmm\-yy;@</c:formatCode>
                <c:ptCount val="26"/>
                <c:pt idx="0">
                  <c:v>43008</c:v>
                </c:pt>
                <c:pt idx="1">
                  <c:v>43100</c:v>
                </c:pt>
                <c:pt idx="2">
                  <c:v>43190</c:v>
                </c:pt>
                <c:pt idx="3">
                  <c:v>43281</c:v>
                </c:pt>
                <c:pt idx="4">
                  <c:v>43373</c:v>
                </c:pt>
                <c:pt idx="5">
                  <c:v>43465</c:v>
                </c:pt>
                <c:pt idx="6">
                  <c:v>43555</c:v>
                </c:pt>
                <c:pt idx="7">
                  <c:v>43646</c:v>
                </c:pt>
                <c:pt idx="8">
                  <c:v>43738</c:v>
                </c:pt>
                <c:pt idx="9">
                  <c:v>43830</c:v>
                </c:pt>
                <c:pt idx="10">
                  <c:v>43921</c:v>
                </c:pt>
                <c:pt idx="11">
                  <c:v>44012</c:v>
                </c:pt>
                <c:pt idx="12">
                  <c:v>44104</c:v>
                </c:pt>
                <c:pt idx="13">
                  <c:v>44196</c:v>
                </c:pt>
                <c:pt idx="14">
                  <c:v>44286</c:v>
                </c:pt>
                <c:pt idx="15">
                  <c:v>44377</c:v>
                </c:pt>
                <c:pt idx="16">
                  <c:v>44469</c:v>
                </c:pt>
                <c:pt idx="17">
                  <c:v>44561</c:v>
                </c:pt>
                <c:pt idx="18">
                  <c:v>44651</c:v>
                </c:pt>
                <c:pt idx="19">
                  <c:v>44742</c:v>
                </c:pt>
                <c:pt idx="20">
                  <c:v>44834</c:v>
                </c:pt>
                <c:pt idx="21">
                  <c:v>44926</c:v>
                </c:pt>
                <c:pt idx="22">
                  <c:v>45016</c:v>
                </c:pt>
                <c:pt idx="23">
                  <c:v>45107</c:v>
                </c:pt>
                <c:pt idx="24">
                  <c:v>45199</c:v>
                </c:pt>
                <c:pt idx="25">
                  <c:v>45291</c:v>
                </c:pt>
              </c:numCache>
            </c:numRef>
          </c:cat>
          <c:val>
            <c:numRef>
              <c:f>Sheet1!$D$15:$D$40</c:f>
              <c:numCache>
                <c:formatCode>0.0%</c:formatCode>
                <c:ptCount val="26"/>
                <c:pt idx="0">
                  <c:v>-4.6468186401732336E-2</c:v>
                </c:pt>
                <c:pt idx="1">
                  <c:v>-2.9199973574684623E-2</c:v>
                </c:pt>
                <c:pt idx="2">
                  <c:v>2.6392418912322579E-2</c:v>
                </c:pt>
                <c:pt idx="3">
                  <c:v>8.4891236361109179E-2</c:v>
                </c:pt>
                <c:pt idx="4">
                  <c:v>0.10594292846988651</c:v>
                </c:pt>
                <c:pt idx="5">
                  <c:v>0.10620959510037431</c:v>
                </c:pt>
                <c:pt idx="6">
                  <c:v>9.644303776710017E-2</c:v>
                </c:pt>
                <c:pt idx="7">
                  <c:v>9.7850805547548214E-2</c:v>
                </c:pt>
                <c:pt idx="8">
                  <c:v>0.1083347702726003</c:v>
                </c:pt>
                <c:pt idx="9">
                  <c:v>0.15526813589037736</c:v>
                </c:pt>
                <c:pt idx="10">
                  <c:v>0.14899790607239027</c:v>
                </c:pt>
                <c:pt idx="11">
                  <c:v>9.7911074804527765E-2</c:v>
                </c:pt>
                <c:pt idx="12">
                  <c:v>3.3124009957003819E-2</c:v>
                </c:pt>
                <c:pt idx="13">
                  <c:v>-3.9084652351602078E-2</c:v>
                </c:pt>
                <c:pt idx="14">
                  <c:v>-6.6907917002941963E-2</c:v>
                </c:pt>
                <c:pt idx="15">
                  <c:v>-2.1856398809523725E-2</c:v>
                </c:pt>
                <c:pt idx="16">
                  <c:v>4.1617610820578799E-2</c:v>
                </c:pt>
                <c:pt idx="17">
                  <c:v>9.716969369519135E-2</c:v>
                </c:pt>
                <c:pt idx="18">
                  <c:v>0.1481124968611367</c:v>
                </c:pt>
                <c:pt idx="19">
                  <c:v>0.16609842567815369</c:v>
                </c:pt>
                <c:pt idx="20">
                  <c:v>0.13781773256578078</c:v>
                </c:pt>
                <c:pt idx="21">
                  <c:v>0.11135522810207465</c:v>
                </c:pt>
                <c:pt idx="22">
                  <c:v>9.3257512241947005E-2</c:v>
                </c:pt>
                <c:pt idx="23">
                  <c:v>7.854671683343617E-2</c:v>
                </c:pt>
                <c:pt idx="24">
                  <c:v>0.10338215589336053</c:v>
                </c:pt>
                <c:pt idx="25" formatCode="0%">
                  <c:v>0.12500045446282493</c:v>
                </c:pt>
              </c:numCache>
            </c:numRef>
          </c:val>
          <c:smooth val="0"/>
          <c:extLst>
            <c:ext xmlns:c16="http://schemas.microsoft.com/office/drawing/2014/chart" uri="{C3380CC4-5D6E-409C-BE32-E72D297353CC}">
              <c16:uniqueId val="{00000001-F4BA-4078-8BC8-DD4233EA50F8}"/>
            </c:ext>
          </c:extLst>
        </c:ser>
        <c:dLbls>
          <c:showLegendKey val="0"/>
          <c:showVal val="0"/>
          <c:showCatName val="0"/>
          <c:showSerName val="0"/>
          <c:showPercent val="0"/>
          <c:showBubbleSize val="0"/>
        </c:dLbls>
        <c:smooth val="0"/>
        <c:axId val="421739512"/>
        <c:axId val="421741472"/>
      </c:lineChart>
      <c:dateAx>
        <c:axId val="421739512"/>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M"/>
          </a:p>
        </c:txPr>
        <c:crossAx val="421741472"/>
        <c:crosses val="autoZero"/>
        <c:auto val="1"/>
        <c:lblOffset val="100"/>
        <c:baseTimeUnit val="months"/>
      </c:dateAx>
      <c:valAx>
        <c:axId val="42174147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crossAx val="4217395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AM"/>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result!$B$1</c:f>
              <c:strCache>
                <c:ptCount val="1"/>
                <c:pt idx="0">
                  <c:v>Price to rent method</c:v>
                </c:pt>
              </c:strCache>
            </c:strRef>
          </c:tx>
          <c:spPr>
            <a:ln w="28575" cap="rnd">
              <a:solidFill>
                <a:schemeClr val="accent1"/>
              </a:solidFill>
              <a:round/>
            </a:ln>
            <a:effectLst/>
          </c:spPr>
          <c:marker>
            <c:symbol val="none"/>
          </c:marker>
          <c:cat>
            <c:numRef>
              <c:f>result!$A$2:$A$61</c:f>
              <c:numCache>
                <c:formatCode>mmm\-yy</c:formatCode>
                <c:ptCount val="60"/>
                <c:pt idx="0">
                  <c:v>39873</c:v>
                </c:pt>
                <c:pt idx="1">
                  <c:v>39965</c:v>
                </c:pt>
                <c:pt idx="2">
                  <c:v>40057</c:v>
                </c:pt>
                <c:pt idx="3">
                  <c:v>40148</c:v>
                </c:pt>
                <c:pt idx="4">
                  <c:v>40238</c:v>
                </c:pt>
                <c:pt idx="5">
                  <c:v>40330</c:v>
                </c:pt>
                <c:pt idx="6">
                  <c:v>40422</c:v>
                </c:pt>
                <c:pt idx="7">
                  <c:v>40513</c:v>
                </c:pt>
                <c:pt idx="8">
                  <c:v>40603</c:v>
                </c:pt>
                <c:pt idx="9">
                  <c:v>40695</c:v>
                </c:pt>
                <c:pt idx="10">
                  <c:v>40787</c:v>
                </c:pt>
                <c:pt idx="11">
                  <c:v>40878</c:v>
                </c:pt>
                <c:pt idx="12">
                  <c:v>40969</c:v>
                </c:pt>
                <c:pt idx="13">
                  <c:v>41061</c:v>
                </c:pt>
                <c:pt idx="14">
                  <c:v>41153</c:v>
                </c:pt>
                <c:pt idx="15">
                  <c:v>41244</c:v>
                </c:pt>
                <c:pt idx="16">
                  <c:v>41334</c:v>
                </c:pt>
                <c:pt idx="17">
                  <c:v>41426</c:v>
                </c:pt>
                <c:pt idx="18">
                  <c:v>41518</c:v>
                </c:pt>
                <c:pt idx="19">
                  <c:v>41609</c:v>
                </c:pt>
                <c:pt idx="20">
                  <c:v>41699</c:v>
                </c:pt>
                <c:pt idx="21">
                  <c:v>41791</c:v>
                </c:pt>
                <c:pt idx="22">
                  <c:v>41883</c:v>
                </c:pt>
                <c:pt idx="23">
                  <c:v>41974</c:v>
                </c:pt>
                <c:pt idx="24">
                  <c:v>42064</c:v>
                </c:pt>
                <c:pt idx="25">
                  <c:v>42156</c:v>
                </c:pt>
                <c:pt idx="26">
                  <c:v>42248</c:v>
                </c:pt>
                <c:pt idx="27">
                  <c:v>42339</c:v>
                </c:pt>
                <c:pt idx="28">
                  <c:v>42430</c:v>
                </c:pt>
                <c:pt idx="29">
                  <c:v>42522</c:v>
                </c:pt>
                <c:pt idx="30">
                  <c:v>42614</c:v>
                </c:pt>
                <c:pt idx="31">
                  <c:v>42705</c:v>
                </c:pt>
                <c:pt idx="32">
                  <c:v>42795</c:v>
                </c:pt>
                <c:pt idx="33">
                  <c:v>42887</c:v>
                </c:pt>
                <c:pt idx="34">
                  <c:v>42979</c:v>
                </c:pt>
                <c:pt idx="35">
                  <c:v>43070</c:v>
                </c:pt>
                <c:pt idx="36">
                  <c:v>43160</c:v>
                </c:pt>
                <c:pt idx="37">
                  <c:v>43252</c:v>
                </c:pt>
                <c:pt idx="38">
                  <c:v>43344</c:v>
                </c:pt>
                <c:pt idx="39">
                  <c:v>43435</c:v>
                </c:pt>
                <c:pt idx="40">
                  <c:v>43525</c:v>
                </c:pt>
                <c:pt idx="41">
                  <c:v>43617</c:v>
                </c:pt>
                <c:pt idx="42">
                  <c:v>43709</c:v>
                </c:pt>
                <c:pt idx="43">
                  <c:v>43800</c:v>
                </c:pt>
                <c:pt idx="44">
                  <c:v>43891</c:v>
                </c:pt>
                <c:pt idx="45">
                  <c:v>43983</c:v>
                </c:pt>
                <c:pt idx="46">
                  <c:v>44075</c:v>
                </c:pt>
                <c:pt idx="47">
                  <c:v>44166</c:v>
                </c:pt>
                <c:pt idx="48">
                  <c:v>44256</c:v>
                </c:pt>
                <c:pt idx="49">
                  <c:v>44348</c:v>
                </c:pt>
                <c:pt idx="50">
                  <c:v>44440</c:v>
                </c:pt>
                <c:pt idx="51">
                  <c:v>44531</c:v>
                </c:pt>
                <c:pt idx="52">
                  <c:v>44621</c:v>
                </c:pt>
                <c:pt idx="53">
                  <c:v>44713</c:v>
                </c:pt>
                <c:pt idx="54">
                  <c:v>44805</c:v>
                </c:pt>
                <c:pt idx="55">
                  <c:v>44896</c:v>
                </c:pt>
                <c:pt idx="56">
                  <c:v>44986</c:v>
                </c:pt>
                <c:pt idx="57">
                  <c:v>45078</c:v>
                </c:pt>
                <c:pt idx="58">
                  <c:v>45170</c:v>
                </c:pt>
                <c:pt idx="59">
                  <c:v>45261</c:v>
                </c:pt>
              </c:numCache>
            </c:numRef>
          </c:cat>
          <c:val>
            <c:numRef>
              <c:f>result!$B$2:$B$61</c:f>
              <c:numCache>
                <c:formatCode>General</c:formatCode>
                <c:ptCount val="60"/>
                <c:pt idx="3" formatCode="0%">
                  <c:v>3.8360997221634011E-2</c:v>
                </c:pt>
                <c:pt idx="4" formatCode="0%">
                  <c:v>2.1718179031242499E-2</c:v>
                </c:pt>
                <c:pt idx="5" formatCode="0%">
                  <c:v>3.9052155494933592E-2</c:v>
                </c:pt>
                <c:pt idx="6" formatCode="0%">
                  <c:v>5.4851754773008438E-2</c:v>
                </c:pt>
                <c:pt idx="7" formatCode="0%">
                  <c:v>4.8647622319434376E-2</c:v>
                </c:pt>
                <c:pt idx="8" formatCode="0%">
                  <c:v>3.3860677171934681E-2</c:v>
                </c:pt>
                <c:pt idx="9" formatCode="0%">
                  <c:v>1.3275059057019305E-2</c:v>
                </c:pt>
                <c:pt idx="10" formatCode="0%">
                  <c:v>-4.4340624025350573E-3</c:v>
                </c:pt>
                <c:pt idx="11" formatCode="0%">
                  <c:v>-1.2456972357864334E-2</c:v>
                </c:pt>
                <c:pt idx="12" formatCode="0%">
                  <c:v>-2.3802626864147181E-2</c:v>
                </c:pt>
                <c:pt idx="13" formatCode="0%">
                  <c:v>-2.9666266755764985E-2</c:v>
                </c:pt>
                <c:pt idx="14" formatCode="0%">
                  <c:v>-3.2520550933846183E-2</c:v>
                </c:pt>
                <c:pt idx="15" formatCode="0%">
                  <c:v>-2.8394755824586556E-2</c:v>
                </c:pt>
                <c:pt idx="16" formatCode="0%">
                  <c:v>-1.5465091671146246E-2</c:v>
                </c:pt>
                <c:pt idx="17" formatCode="0%">
                  <c:v>-2.0318546320230202E-4</c:v>
                </c:pt>
                <c:pt idx="18" formatCode="0%">
                  <c:v>1.3440243468453784E-2</c:v>
                </c:pt>
                <c:pt idx="19" formatCode="0%">
                  <c:v>1.5765804213773563E-2</c:v>
                </c:pt>
                <c:pt idx="20" formatCode="0%">
                  <c:v>1.6674521319428183E-2</c:v>
                </c:pt>
                <c:pt idx="21" formatCode="0%">
                  <c:v>1.0901440159533276E-2</c:v>
                </c:pt>
                <c:pt idx="22" formatCode="0%">
                  <c:v>8.0534419888207195E-3</c:v>
                </c:pt>
                <c:pt idx="23" formatCode="0%">
                  <c:v>5.4927242870926292E-3</c:v>
                </c:pt>
                <c:pt idx="24" formatCode="0%">
                  <c:v>-4.62185633045186E-3</c:v>
                </c:pt>
                <c:pt idx="25" formatCode="0%">
                  <c:v>-1.241883428184801E-2</c:v>
                </c:pt>
                <c:pt idx="26" formatCode="0%">
                  <c:v>-1.7515088539936798E-2</c:v>
                </c:pt>
                <c:pt idx="27" formatCode="0%">
                  <c:v>-1.9702612341873985E-2</c:v>
                </c:pt>
                <c:pt idx="28" formatCode="0%">
                  <c:v>-3.0675083134411699E-2</c:v>
                </c:pt>
                <c:pt idx="29" formatCode="0%">
                  <c:v>-3.3396025825754676E-2</c:v>
                </c:pt>
                <c:pt idx="30" formatCode="0%">
                  <c:v>-3.9182333660769404E-2</c:v>
                </c:pt>
                <c:pt idx="31" formatCode="0%">
                  <c:v>-4.4193918980590545E-2</c:v>
                </c:pt>
                <c:pt idx="32" formatCode="0%">
                  <c:v>-4.477507789339407E-2</c:v>
                </c:pt>
                <c:pt idx="33" formatCode="0%">
                  <c:v>-6.0160008672434012E-2</c:v>
                </c:pt>
                <c:pt idx="34" formatCode="0%">
                  <c:v>-7.485355062856458E-2</c:v>
                </c:pt>
                <c:pt idx="35" formatCode="0%">
                  <c:v>-8.7533136064690154E-2</c:v>
                </c:pt>
                <c:pt idx="36" formatCode="0%">
                  <c:v>-8.5677132731761321E-2</c:v>
                </c:pt>
                <c:pt idx="37" formatCode="0%">
                  <c:v>-7.148281991821015E-2</c:v>
                </c:pt>
                <c:pt idx="38" formatCode="0%">
                  <c:v>-5.1882202499717492E-2</c:v>
                </c:pt>
                <c:pt idx="39" formatCode="0%">
                  <c:v>-2.9581820202892156E-2</c:v>
                </c:pt>
                <c:pt idx="40" formatCode="0%">
                  <c:v>-9.2174688467250195E-3</c:v>
                </c:pt>
                <c:pt idx="41" formatCode="0%">
                  <c:v>1.2564506523788916E-2</c:v>
                </c:pt>
                <c:pt idx="42" formatCode="0%">
                  <c:v>2.8664777613343448E-2</c:v>
                </c:pt>
                <c:pt idx="43" formatCode="0%">
                  <c:v>4.8891621980455137E-2</c:v>
                </c:pt>
                <c:pt idx="44" formatCode="0%">
                  <c:v>8.1047578695331884E-2</c:v>
                </c:pt>
                <c:pt idx="45" formatCode="0%">
                  <c:v>0.10444342029388939</c:v>
                </c:pt>
                <c:pt idx="46" formatCode="0%">
                  <c:v>0.11868894171508064</c:v>
                </c:pt>
                <c:pt idx="47" formatCode="0%">
                  <c:v>0.11553379652353105</c:v>
                </c:pt>
                <c:pt idx="48" formatCode="0%">
                  <c:v>9.3351699111872855E-2</c:v>
                </c:pt>
                <c:pt idx="49" formatCode="0%">
                  <c:v>7.7929156213585773E-2</c:v>
                </c:pt>
                <c:pt idx="50" formatCode="0%">
                  <c:v>7.8872397727992469E-2</c:v>
                </c:pt>
                <c:pt idx="51" formatCode="0%">
                  <c:v>9.7560182416491337E-2</c:v>
                </c:pt>
                <c:pt idx="52" formatCode="0%">
                  <c:v>0.11052754207799634</c:v>
                </c:pt>
                <c:pt idx="53" formatCode="0%">
                  <c:v>0.15667179532866027</c:v>
                </c:pt>
                <c:pt idx="54" formatCode="0%">
                  <c:v>0.19075655754987525</c:v>
                </c:pt>
                <c:pt idx="55" formatCode="0%">
                  <c:v>0.21819768036535658</c:v>
                </c:pt>
                <c:pt idx="56" formatCode="0%">
                  <c:v>0.23000229142508574</c:v>
                </c:pt>
                <c:pt idx="57" formatCode="0%">
                  <c:v>0.25678058596200659</c:v>
                </c:pt>
                <c:pt idx="58" formatCode="0%">
                  <c:v>0.27681170635986779</c:v>
                </c:pt>
                <c:pt idx="59" formatCode="0%">
                  <c:v>0.31844150292534273</c:v>
                </c:pt>
              </c:numCache>
            </c:numRef>
          </c:val>
          <c:smooth val="0"/>
          <c:extLst>
            <c:ext xmlns:c16="http://schemas.microsoft.com/office/drawing/2014/chart" uri="{C3380CC4-5D6E-409C-BE32-E72D297353CC}">
              <c16:uniqueId val="{00000000-D9C9-41B4-8897-292766F7F5C9}"/>
            </c:ext>
          </c:extLst>
        </c:ser>
        <c:ser>
          <c:idx val="1"/>
          <c:order val="1"/>
          <c:tx>
            <c:strRef>
              <c:f>result!$C$1</c:f>
              <c:strCache>
                <c:ptCount val="1"/>
                <c:pt idx="0">
                  <c:v>Price to income method</c:v>
                </c:pt>
              </c:strCache>
            </c:strRef>
          </c:tx>
          <c:spPr>
            <a:ln w="28575" cap="rnd">
              <a:solidFill>
                <a:schemeClr val="accent2"/>
              </a:solidFill>
              <a:round/>
            </a:ln>
            <a:effectLst/>
          </c:spPr>
          <c:marker>
            <c:symbol val="none"/>
          </c:marker>
          <c:cat>
            <c:numRef>
              <c:f>result!$A$2:$A$61</c:f>
              <c:numCache>
                <c:formatCode>mmm\-yy</c:formatCode>
                <c:ptCount val="60"/>
                <c:pt idx="0">
                  <c:v>39873</c:v>
                </c:pt>
                <c:pt idx="1">
                  <c:v>39965</c:v>
                </c:pt>
                <c:pt idx="2">
                  <c:v>40057</c:v>
                </c:pt>
                <c:pt idx="3">
                  <c:v>40148</c:v>
                </c:pt>
                <c:pt idx="4">
                  <c:v>40238</c:v>
                </c:pt>
                <c:pt idx="5">
                  <c:v>40330</c:v>
                </c:pt>
                <c:pt idx="6">
                  <c:v>40422</c:v>
                </c:pt>
                <c:pt idx="7">
                  <c:v>40513</c:v>
                </c:pt>
                <c:pt idx="8">
                  <c:v>40603</c:v>
                </c:pt>
                <c:pt idx="9">
                  <c:v>40695</c:v>
                </c:pt>
                <c:pt idx="10">
                  <c:v>40787</c:v>
                </c:pt>
                <c:pt idx="11">
                  <c:v>40878</c:v>
                </c:pt>
                <c:pt idx="12">
                  <c:v>40969</c:v>
                </c:pt>
                <c:pt idx="13">
                  <c:v>41061</c:v>
                </c:pt>
                <c:pt idx="14">
                  <c:v>41153</c:v>
                </c:pt>
                <c:pt idx="15">
                  <c:v>41244</c:v>
                </c:pt>
                <c:pt idx="16">
                  <c:v>41334</c:v>
                </c:pt>
                <c:pt idx="17">
                  <c:v>41426</c:v>
                </c:pt>
                <c:pt idx="18">
                  <c:v>41518</c:v>
                </c:pt>
                <c:pt idx="19">
                  <c:v>41609</c:v>
                </c:pt>
                <c:pt idx="20">
                  <c:v>41699</c:v>
                </c:pt>
                <c:pt idx="21">
                  <c:v>41791</c:v>
                </c:pt>
                <c:pt idx="22">
                  <c:v>41883</c:v>
                </c:pt>
                <c:pt idx="23">
                  <c:v>41974</c:v>
                </c:pt>
                <c:pt idx="24">
                  <c:v>42064</c:v>
                </c:pt>
                <c:pt idx="25">
                  <c:v>42156</c:v>
                </c:pt>
                <c:pt idx="26">
                  <c:v>42248</c:v>
                </c:pt>
                <c:pt idx="27">
                  <c:v>42339</c:v>
                </c:pt>
                <c:pt idx="28">
                  <c:v>42430</c:v>
                </c:pt>
                <c:pt idx="29">
                  <c:v>42522</c:v>
                </c:pt>
                <c:pt idx="30">
                  <c:v>42614</c:v>
                </c:pt>
                <c:pt idx="31">
                  <c:v>42705</c:v>
                </c:pt>
                <c:pt idx="32">
                  <c:v>42795</c:v>
                </c:pt>
                <c:pt idx="33">
                  <c:v>42887</c:v>
                </c:pt>
                <c:pt idx="34">
                  <c:v>42979</c:v>
                </c:pt>
                <c:pt idx="35">
                  <c:v>43070</c:v>
                </c:pt>
                <c:pt idx="36">
                  <c:v>43160</c:v>
                </c:pt>
                <c:pt idx="37">
                  <c:v>43252</c:v>
                </c:pt>
                <c:pt idx="38">
                  <c:v>43344</c:v>
                </c:pt>
                <c:pt idx="39">
                  <c:v>43435</c:v>
                </c:pt>
                <c:pt idx="40">
                  <c:v>43525</c:v>
                </c:pt>
                <c:pt idx="41">
                  <c:v>43617</c:v>
                </c:pt>
                <c:pt idx="42">
                  <c:v>43709</c:v>
                </c:pt>
                <c:pt idx="43">
                  <c:v>43800</c:v>
                </c:pt>
                <c:pt idx="44">
                  <c:v>43891</c:v>
                </c:pt>
                <c:pt idx="45">
                  <c:v>43983</c:v>
                </c:pt>
                <c:pt idx="46">
                  <c:v>44075</c:v>
                </c:pt>
                <c:pt idx="47">
                  <c:v>44166</c:v>
                </c:pt>
                <c:pt idx="48">
                  <c:v>44256</c:v>
                </c:pt>
                <c:pt idx="49">
                  <c:v>44348</c:v>
                </c:pt>
                <c:pt idx="50">
                  <c:v>44440</c:v>
                </c:pt>
                <c:pt idx="51">
                  <c:v>44531</c:v>
                </c:pt>
                <c:pt idx="52">
                  <c:v>44621</c:v>
                </c:pt>
                <c:pt idx="53">
                  <c:v>44713</c:v>
                </c:pt>
                <c:pt idx="54">
                  <c:v>44805</c:v>
                </c:pt>
                <c:pt idx="55">
                  <c:v>44896</c:v>
                </c:pt>
                <c:pt idx="56">
                  <c:v>44986</c:v>
                </c:pt>
                <c:pt idx="57">
                  <c:v>45078</c:v>
                </c:pt>
                <c:pt idx="58">
                  <c:v>45170</c:v>
                </c:pt>
                <c:pt idx="59">
                  <c:v>45261</c:v>
                </c:pt>
              </c:numCache>
            </c:numRef>
          </c:cat>
          <c:val>
            <c:numRef>
              <c:f>result!$C$2:$C$61</c:f>
              <c:numCache>
                <c:formatCode>0%</c:formatCode>
                <c:ptCount val="60"/>
                <c:pt idx="0">
                  <c:v>0.15416912319430573</c:v>
                </c:pt>
                <c:pt idx="1">
                  <c:v>0.11751431950209817</c:v>
                </c:pt>
                <c:pt idx="2">
                  <c:v>8.0788014274817688E-2</c:v>
                </c:pt>
                <c:pt idx="3">
                  <c:v>5.3187265784497069E-2</c:v>
                </c:pt>
                <c:pt idx="4">
                  <c:v>3.9048630653281999E-2</c:v>
                </c:pt>
                <c:pt idx="5">
                  <c:v>5.0503813839423956E-2</c:v>
                </c:pt>
                <c:pt idx="6">
                  <c:v>6.6069641805710969E-2</c:v>
                </c:pt>
                <c:pt idx="7">
                  <c:v>5.7493282605857135E-2</c:v>
                </c:pt>
                <c:pt idx="8">
                  <c:v>4.086104666151083E-2</c:v>
                </c:pt>
                <c:pt idx="9">
                  <c:v>1.190527132947115E-2</c:v>
                </c:pt>
                <c:pt idx="10">
                  <c:v>-1.1491360753973027E-2</c:v>
                </c:pt>
                <c:pt idx="11">
                  <c:v>-2.6303379828930183E-2</c:v>
                </c:pt>
                <c:pt idx="12">
                  <c:v>-3.7386243696766235E-2</c:v>
                </c:pt>
                <c:pt idx="13">
                  <c:v>-4.4206959895699748E-2</c:v>
                </c:pt>
                <c:pt idx="14">
                  <c:v>-4.5532554338840486E-2</c:v>
                </c:pt>
                <c:pt idx="15">
                  <c:v>-3.896991288587582E-2</c:v>
                </c:pt>
                <c:pt idx="16">
                  <c:v>-2.4672177670789705E-2</c:v>
                </c:pt>
                <c:pt idx="17">
                  <c:v>-1.0496098736104235E-2</c:v>
                </c:pt>
                <c:pt idx="18">
                  <c:v>-3.734354415135538E-3</c:v>
                </c:pt>
                <c:pt idx="19">
                  <c:v>-2.4960229806015649E-3</c:v>
                </c:pt>
                <c:pt idx="20">
                  <c:v>3.5065736876744961E-3</c:v>
                </c:pt>
                <c:pt idx="21">
                  <c:v>3.2966922223699054E-3</c:v>
                </c:pt>
                <c:pt idx="22">
                  <c:v>-4.5759783895374888E-4</c:v>
                </c:pt>
                <c:pt idx="23">
                  <c:v>-7.7756332889663228E-3</c:v>
                </c:pt>
                <c:pt idx="24">
                  <c:v>-1.3114197973743436E-2</c:v>
                </c:pt>
                <c:pt idx="25">
                  <c:v>-1.7825887958505822E-2</c:v>
                </c:pt>
                <c:pt idx="26">
                  <c:v>-1.9961254237474749E-2</c:v>
                </c:pt>
                <c:pt idx="27">
                  <c:v>-1.7790093511366685E-2</c:v>
                </c:pt>
                <c:pt idx="28">
                  <c:v>-2.1041583033071104E-2</c:v>
                </c:pt>
                <c:pt idx="29">
                  <c:v>-2.4577377316771547E-2</c:v>
                </c:pt>
                <c:pt idx="30">
                  <c:v>-2.9964472697454458E-2</c:v>
                </c:pt>
                <c:pt idx="31">
                  <c:v>-3.2454124869998227E-2</c:v>
                </c:pt>
                <c:pt idx="32">
                  <c:v>-4.4243011738538493E-2</c:v>
                </c:pt>
                <c:pt idx="33">
                  <c:v>-6.6091844330999364E-2</c:v>
                </c:pt>
                <c:pt idx="34">
                  <c:v>-8.5973042639853017E-2</c:v>
                </c:pt>
                <c:pt idx="35">
                  <c:v>-0.11396221531376481</c:v>
                </c:pt>
                <c:pt idx="36">
                  <c:v>-0.11574565925314255</c:v>
                </c:pt>
                <c:pt idx="37">
                  <c:v>-9.6738621466077479E-2</c:v>
                </c:pt>
                <c:pt idx="38">
                  <c:v>-6.6401707778784166E-2</c:v>
                </c:pt>
                <c:pt idx="39">
                  <c:v>-3.8213105582057413E-2</c:v>
                </c:pt>
                <c:pt idx="40">
                  <c:v>-1.9963251735754344E-2</c:v>
                </c:pt>
                <c:pt idx="41">
                  <c:v>-6.7212135446398954E-4</c:v>
                </c:pt>
                <c:pt idx="42">
                  <c:v>1.7732283400861214E-2</c:v>
                </c:pt>
                <c:pt idx="43">
                  <c:v>5.138139530969657E-2</c:v>
                </c:pt>
                <c:pt idx="44">
                  <c:v>8.4266156928261976E-2</c:v>
                </c:pt>
                <c:pt idx="45">
                  <c:v>0.12027138010035503</c:v>
                </c:pt>
                <c:pt idx="46">
                  <c:v>0.13027552742618473</c:v>
                </c:pt>
                <c:pt idx="47">
                  <c:v>0.11699102015368408</c:v>
                </c:pt>
                <c:pt idx="48">
                  <c:v>9.7893642832708447E-2</c:v>
                </c:pt>
                <c:pt idx="49">
                  <c:v>6.6745133048229155E-2</c:v>
                </c:pt>
                <c:pt idx="50">
                  <c:v>6.4051501682879569E-2</c:v>
                </c:pt>
                <c:pt idx="51">
                  <c:v>8.5023195604897364E-2</c:v>
                </c:pt>
                <c:pt idx="52">
                  <c:v>0.11743559774759178</c:v>
                </c:pt>
                <c:pt idx="53">
                  <c:v>0.16373821133333444</c:v>
                </c:pt>
                <c:pt idx="54">
                  <c:v>0.2094634577090542</c:v>
                </c:pt>
                <c:pt idx="55">
                  <c:v>0.22122739804170449</c:v>
                </c:pt>
                <c:pt idx="56">
                  <c:v>0.2644806927718702</c:v>
                </c:pt>
                <c:pt idx="57">
                  <c:v>0.28859694041111034</c:v>
                </c:pt>
                <c:pt idx="58">
                  <c:v>0.31828199309777855</c:v>
                </c:pt>
                <c:pt idx="59">
                  <c:v>0.36397851670774822</c:v>
                </c:pt>
              </c:numCache>
            </c:numRef>
          </c:val>
          <c:smooth val="0"/>
          <c:extLst>
            <c:ext xmlns:c16="http://schemas.microsoft.com/office/drawing/2014/chart" uri="{C3380CC4-5D6E-409C-BE32-E72D297353CC}">
              <c16:uniqueId val="{00000001-D9C9-41B4-8897-292766F7F5C9}"/>
            </c:ext>
          </c:extLst>
        </c:ser>
        <c:ser>
          <c:idx val="2"/>
          <c:order val="2"/>
          <c:tx>
            <c:strRef>
              <c:f>result!$D$1</c:f>
              <c:strCache>
                <c:ptCount val="1"/>
                <c:pt idx="0">
                  <c:v>Price to rent method without prior adjustment of rentals</c:v>
                </c:pt>
              </c:strCache>
            </c:strRef>
          </c:tx>
          <c:spPr>
            <a:ln w="28575" cap="rnd">
              <a:solidFill>
                <a:schemeClr val="accent3"/>
              </a:solidFill>
              <a:round/>
            </a:ln>
            <a:effectLst/>
          </c:spPr>
          <c:marker>
            <c:symbol val="none"/>
          </c:marker>
          <c:cat>
            <c:numRef>
              <c:f>result!$A$2:$A$61</c:f>
              <c:numCache>
                <c:formatCode>mmm\-yy</c:formatCode>
                <c:ptCount val="60"/>
                <c:pt idx="0">
                  <c:v>39873</c:v>
                </c:pt>
                <c:pt idx="1">
                  <c:v>39965</c:v>
                </c:pt>
                <c:pt idx="2">
                  <c:v>40057</c:v>
                </c:pt>
                <c:pt idx="3">
                  <c:v>40148</c:v>
                </c:pt>
                <c:pt idx="4">
                  <c:v>40238</c:v>
                </c:pt>
                <c:pt idx="5">
                  <c:v>40330</c:v>
                </c:pt>
                <c:pt idx="6">
                  <c:v>40422</c:v>
                </c:pt>
                <c:pt idx="7">
                  <c:v>40513</c:v>
                </c:pt>
                <c:pt idx="8">
                  <c:v>40603</c:v>
                </c:pt>
                <c:pt idx="9">
                  <c:v>40695</c:v>
                </c:pt>
                <c:pt idx="10">
                  <c:v>40787</c:v>
                </c:pt>
                <c:pt idx="11">
                  <c:v>40878</c:v>
                </c:pt>
                <c:pt idx="12">
                  <c:v>40969</c:v>
                </c:pt>
                <c:pt idx="13">
                  <c:v>41061</c:v>
                </c:pt>
                <c:pt idx="14">
                  <c:v>41153</c:v>
                </c:pt>
                <c:pt idx="15">
                  <c:v>41244</c:v>
                </c:pt>
                <c:pt idx="16">
                  <c:v>41334</c:v>
                </c:pt>
                <c:pt idx="17">
                  <c:v>41426</c:v>
                </c:pt>
                <c:pt idx="18">
                  <c:v>41518</c:v>
                </c:pt>
                <c:pt idx="19">
                  <c:v>41609</c:v>
                </c:pt>
                <c:pt idx="20">
                  <c:v>41699</c:v>
                </c:pt>
                <c:pt idx="21">
                  <c:v>41791</c:v>
                </c:pt>
                <c:pt idx="22">
                  <c:v>41883</c:v>
                </c:pt>
                <c:pt idx="23">
                  <c:v>41974</c:v>
                </c:pt>
                <c:pt idx="24">
                  <c:v>42064</c:v>
                </c:pt>
                <c:pt idx="25">
                  <c:v>42156</c:v>
                </c:pt>
                <c:pt idx="26">
                  <c:v>42248</c:v>
                </c:pt>
                <c:pt idx="27">
                  <c:v>42339</c:v>
                </c:pt>
                <c:pt idx="28">
                  <c:v>42430</c:v>
                </c:pt>
                <c:pt idx="29">
                  <c:v>42522</c:v>
                </c:pt>
                <c:pt idx="30">
                  <c:v>42614</c:v>
                </c:pt>
                <c:pt idx="31">
                  <c:v>42705</c:v>
                </c:pt>
                <c:pt idx="32">
                  <c:v>42795</c:v>
                </c:pt>
                <c:pt idx="33">
                  <c:v>42887</c:v>
                </c:pt>
                <c:pt idx="34">
                  <c:v>42979</c:v>
                </c:pt>
                <c:pt idx="35">
                  <c:v>43070</c:v>
                </c:pt>
                <c:pt idx="36">
                  <c:v>43160</c:v>
                </c:pt>
                <c:pt idx="37">
                  <c:v>43252</c:v>
                </c:pt>
                <c:pt idx="38">
                  <c:v>43344</c:v>
                </c:pt>
                <c:pt idx="39">
                  <c:v>43435</c:v>
                </c:pt>
                <c:pt idx="40">
                  <c:v>43525</c:v>
                </c:pt>
                <c:pt idx="41">
                  <c:v>43617</c:v>
                </c:pt>
                <c:pt idx="42">
                  <c:v>43709</c:v>
                </c:pt>
                <c:pt idx="43">
                  <c:v>43800</c:v>
                </c:pt>
                <c:pt idx="44">
                  <c:v>43891</c:v>
                </c:pt>
                <c:pt idx="45">
                  <c:v>43983</c:v>
                </c:pt>
                <c:pt idx="46">
                  <c:v>44075</c:v>
                </c:pt>
                <c:pt idx="47">
                  <c:v>44166</c:v>
                </c:pt>
                <c:pt idx="48">
                  <c:v>44256</c:v>
                </c:pt>
                <c:pt idx="49">
                  <c:v>44348</c:v>
                </c:pt>
                <c:pt idx="50">
                  <c:v>44440</c:v>
                </c:pt>
                <c:pt idx="51">
                  <c:v>44531</c:v>
                </c:pt>
                <c:pt idx="52">
                  <c:v>44621</c:v>
                </c:pt>
                <c:pt idx="53">
                  <c:v>44713</c:v>
                </c:pt>
                <c:pt idx="54">
                  <c:v>44805</c:v>
                </c:pt>
                <c:pt idx="55">
                  <c:v>44896</c:v>
                </c:pt>
                <c:pt idx="56">
                  <c:v>44986</c:v>
                </c:pt>
                <c:pt idx="57">
                  <c:v>45078</c:v>
                </c:pt>
                <c:pt idx="58">
                  <c:v>45170</c:v>
                </c:pt>
                <c:pt idx="59">
                  <c:v>45261</c:v>
                </c:pt>
              </c:numCache>
            </c:numRef>
          </c:cat>
          <c:val>
            <c:numRef>
              <c:f>result!$D$2:$D$61</c:f>
              <c:numCache>
                <c:formatCode>General</c:formatCode>
                <c:ptCount val="60"/>
                <c:pt idx="55" formatCode="0%">
                  <c:v>0.10358923112553836</c:v>
                </c:pt>
                <c:pt idx="56" formatCode="0%">
                  <c:v>0.12403496997383207</c:v>
                </c:pt>
                <c:pt idx="57" formatCode="0%">
                  <c:v>0.14075538231140969</c:v>
                </c:pt>
                <c:pt idx="58" formatCode="0%">
                  <c:v>0.15907033687264677</c:v>
                </c:pt>
                <c:pt idx="59" formatCode="0%">
                  <c:v>0.19702256301627818</c:v>
                </c:pt>
              </c:numCache>
            </c:numRef>
          </c:val>
          <c:smooth val="0"/>
          <c:extLst>
            <c:ext xmlns:c16="http://schemas.microsoft.com/office/drawing/2014/chart" uri="{C3380CC4-5D6E-409C-BE32-E72D297353CC}">
              <c16:uniqueId val="{00000002-D9C9-41B4-8897-292766F7F5C9}"/>
            </c:ext>
          </c:extLst>
        </c:ser>
        <c:dLbls>
          <c:showLegendKey val="0"/>
          <c:showVal val="0"/>
          <c:showCatName val="0"/>
          <c:showSerName val="0"/>
          <c:showPercent val="0"/>
          <c:showBubbleSize val="0"/>
        </c:dLbls>
        <c:smooth val="0"/>
        <c:axId val="421742648"/>
        <c:axId val="421746176"/>
      </c:lineChart>
      <c:dateAx>
        <c:axId val="421742648"/>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crossAx val="421746176"/>
        <c:crosses val="autoZero"/>
        <c:auto val="1"/>
        <c:lblOffset val="100"/>
        <c:baseTimeUnit val="months"/>
      </c:dateAx>
      <c:valAx>
        <c:axId val="42174617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crossAx val="421742648"/>
        <c:crosses val="autoZero"/>
        <c:crossBetween val="between"/>
      </c:valAx>
      <c:spPr>
        <a:noFill/>
        <a:ln>
          <a:noFill/>
        </a:ln>
        <a:effectLst/>
      </c:spPr>
    </c:plotArea>
    <c:legend>
      <c:legendPos val="b"/>
      <c:layout>
        <c:manualLayout>
          <c:xMode val="edge"/>
          <c:yMode val="edge"/>
          <c:x val="1.0670207714678345E-2"/>
          <c:y val="0.81730409156350703"/>
          <c:w val="0.96980464040908443"/>
          <c:h val="0.1628107673080972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M"/>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AM"/>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0.79648</cdr:x>
      <cdr:y>0.11942</cdr:y>
    </cdr:from>
    <cdr:to>
      <cdr:x>0.97442</cdr:x>
      <cdr:y>0.58827</cdr:y>
    </cdr:to>
    <cdr:sp macro="" textlink="">
      <cdr:nvSpPr>
        <cdr:cNvPr id="2" name="Oval 1">
          <a:extLst xmlns:a="http://schemas.openxmlformats.org/drawingml/2006/main">
            <a:ext uri="{FF2B5EF4-FFF2-40B4-BE49-F238E27FC236}">
              <a16:creationId xmlns:a16="http://schemas.microsoft.com/office/drawing/2014/main" id="{E31BFA4F-90FC-492D-A4B2-3371628FD59A}"/>
            </a:ext>
          </a:extLst>
        </cdr:cNvPr>
        <cdr:cNvSpPr/>
      </cdr:nvSpPr>
      <cdr:spPr>
        <a:xfrm xmlns:a="http://schemas.openxmlformats.org/drawingml/2006/main" rot="18505382">
          <a:off x="4181421" y="845540"/>
          <a:ext cx="1796655" cy="1020785"/>
        </a:xfrm>
        <a:prstGeom xmlns:a="http://schemas.openxmlformats.org/drawingml/2006/main" prst="ellipse">
          <a:avLst/>
        </a:prstGeom>
        <a:noFill xmlns:a="http://schemas.openxmlformats.org/drawingml/2006/main"/>
        <a:ln xmlns:a="http://schemas.openxmlformats.org/drawingml/2006/main" w="19050">
          <a:solidFill>
            <a:srgbClr val="0070C0"/>
          </a:solidFill>
          <a:prstDash val="sysDash"/>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a:p>
      </cdr:txBody>
    </cdr:sp>
  </cdr:relSizeAnchor>
  <cdr:relSizeAnchor xmlns:cdr="http://schemas.openxmlformats.org/drawingml/2006/chartDrawing">
    <cdr:from>
      <cdr:x>0.4424</cdr:x>
      <cdr:y>0.17215</cdr:y>
    </cdr:from>
    <cdr:to>
      <cdr:x>0.81575</cdr:x>
      <cdr:y>0.26781</cdr:y>
    </cdr:to>
    <cdr:cxnSp macro="">
      <cdr:nvCxnSpPr>
        <cdr:cNvPr id="3" name="Straight Arrow Connector 2">
          <a:extLst xmlns:a="http://schemas.openxmlformats.org/drawingml/2006/main">
            <a:ext uri="{FF2B5EF4-FFF2-40B4-BE49-F238E27FC236}">
              <a16:creationId xmlns:a16="http://schemas.microsoft.com/office/drawing/2014/main" id="{CD6E5BB0-52E5-4E92-A2C8-630C45744BC1}"/>
            </a:ext>
          </a:extLst>
        </cdr:cNvPr>
        <cdr:cNvCxnSpPr>
          <a:cxnSpLocks xmlns:a="http://schemas.openxmlformats.org/drawingml/2006/main"/>
          <a:stCxn xmlns:a="http://schemas.openxmlformats.org/drawingml/2006/main" id="4" idx="3"/>
          <a:endCxn xmlns:a="http://schemas.openxmlformats.org/drawingml/2006/main" id="2" idx="0"/>
        </cdr:cNvCxnSpPr>
      </cdr:nvCxnSpPr>
      <cdr:spPr>
        <a:xfrm xmlns:a="http://schemas.openxmlformats.org/drawingml/2006/main">
          <a:off x="2459598" y="615063"/>
          <a:ext cx="2075687" cy="341771"/>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0.10211</cdr:x>
      <cdr:y>0.06447</cdr:y>
    </cdr:from>
    <cdr:to>
      <cdr:x>0.4424</cdr:x>
      <cdr:y>0.27983</cdr:y>
    </cdr:to>
    <cdr:sp macro="" textlink="">
      <cdr:nvSpPr>
        <cdr:cNvPr id="4" name="TextBox 2">
          <a:extLst xmlns:a="http://schemas.openxmlformats.org/drawingml/2006/main">
            <a:ext uri="{FF2B5EF4-FFF2-40B4-BE49-F238E27FC236}">
              <a16:creationId xmlns:a16="http://schemas.microsoft.com/office/drawing/2014/main" id="{CE84C443-8790-4ED5-A4AF-D65B74258E53}"/>
            </a:ext>
          </a:extLst>
        </cdr:cNvPr>
        <cdr:cNvSpPr txBox="1"/>
      </cdr:nvSpPr>
      <cdr:spPr>
        <a:xfrm xmlns:a="http://schemas.openxmlformats.org/drawingml/2006/main">
          <a:off x="567698" y="230342"/>
          <a:ext cx="1891900" cy="76944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kern="1200" dirty="0">
              <a:solidFill>
                <a:schemeClr val="accent5">
                  <a:lumMod val="50000"/>
                </a:schemeClr>
              </a:solidFill>
            </a:rPr>
            <a:t>The estimated size of deviation of real estate prices from their fundamental levels is almost </a:t>
          </a:r>
          <a:r>
            <a:rPr lang="hy-AM" kern="1200" dirty="0">
              <a:solidFill>
                <a:schemeClr val="accent5">
                  <a:lumMod val="50000"/>
                </a:schemeClr>
              </a:solidFill>
            </a:rPr>
            <a:t>20</a:t>
          </a:r>
          <a:r>
            <a:rPr lang="ru-RU" kern="1200" dirty="0">
              <a:solidFill>
                <a:schemeClr val="accent5">
                  <a:lumMod val="50000"/>
                </a:schemeClr>
              </a:solidFill>
            </a:rPr>
            <a:t>%</a:t>
          </a:r>
          <a:r>
            <a:rPr lang="hy-AM" kern="1200" dirty="0">
              <a:solidFill>
                <a:schemeClr val="accent5">
                  <a:lumMod val="50000"/>
                </a:schemeClr>
              </a:solidFill>
            </a:rPr>
            <a:t>-35%։ </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56D81-52F2-974D-AFF1-B8E548BDB205}" type="datetimeFigureOut">
              <a:rPr lang="en-AM" smtClean="0"/>
              <a:t>05.07.24</a:t>
            </a:fld>
            <a:endParaRPr lang="en-A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41F20-C253-BA4F-87AF-73662935528C}" type="slidenum">
              <a:rPr lang="en-AM" smtClean="0"/>
              <a:t>‹#›</a:t>
            </a:fld>
            <a:endParaRPr lang="en-AM"/>
          </a:p>
        </p:txBody>
      </p:sp>
    </p:spTree>
    <p:extLst>
      <p:ext uri="{BB962C8B-B14F-4D97-AF65-F5344CB8AC3E}">
        <p14:creationId xmlns:p14="http://schemas.microsoft.com/office/powerpoint/2010/main" val="328507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242ad95d2a6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242ad95d2a6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846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620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2495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580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7928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65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908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7795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5576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8695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5210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570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435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420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457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1570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319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162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1075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40669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403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0103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11602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5247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65942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5044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4980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9"/>
        <p:cNvGrpSpPr/>
        <p:nvPr/>
      </p:nvGrpSpPr>
      <p:grpSpPr>
        <a:xfrm>
          <a:off x="0" y="0"/>
          <a:ext cx="0" cy="0"/>
          <a:chOff x="0" y="0"/>
          <a:chExt cx="0" cy="0"/>
        </a:xfrm>
      </p:grpSpPr>
      <p:sp>
        <p:nvSpPr>
          <p:cNvPr id="2280" name="Google Shape;2280;SLIDES_API1934884435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1" name="Google Shape;2281;SLIDES_API1934884435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971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65176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3956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Opening slide">
    <p:spTree>
      <p:nvGrpSpPr>
        <p:cNvPr id="1" name="Shape 98"/>
        <p:cNvGrpSpPr/>
        <p:nvPr/>
      </p:nvGrpSpPr>
      <p:grpSpPr>
        <a:xfrm>
          <a:off x="0" y="0"/>
          <a:ext cx="0" cy="0"/>
          <a:chOff x="0" y="0"/>
          <a:chExt cx="0" cy="0"/>
        </a:xfrm>
      </p:grpSpPr>
      <p:sp>
        <p:nvSpPr>
          <p:cNvPr id="99" name="Google Shape;99;p22"/>
          <p:cNvSpPr txBox="1">
            <a:spLocks noGrp="1"/>
          </p:cNvSpPr>
          <p:nvPr>
            <p:ph type="ctrTitle"/>
          </p:nvPr>
        </p:nvSpPr>
        <p:spPr>
          <a:xfrm>
            <a:off x="1386100" y="2268300"/>
            <a:ext cx="6123200" cy="23764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00" name="Google Shape;100;p22"/>
          <p:cNvSpPr txBox="1">
            <a:spLocks noGrp="1"/>
          </p:cNvSpPr>
          <p:nvPr>
            <p:ph type="subTitle" idx="1"/>
          </p:nvPr>
        </p:nvSpPr>
        <p:spPr>
          <a:xfrm>
            <a:off x="1386100" y="4275200"/>
            <a:ext cx="3202800" cy="95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48284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1"/>
        <p:cNvGrpSpPr/>
        <p:nvPr/>
      </p:nvGrpSpPr>
      <p:grpSpPr>
        <a:xfrm>
          <a:off x="0" y="0"/>
          <a:ext cx="0" cy="0"/>
          <a:chOff x="0" y="0"/>
          <a:chExt cx="0" cy="0"/>
        </a:xfrm>
      </p:grpSpPr>
      <p:sp>
        <p:nvSpPr>
          <p:cNvPr id="102" name="Google Shape;102;p23"/>
          <p:cNvSpPr txBox="1">
            <a:spLocks noGrp="1"/>
          </p:cNvSpPr>
          <p:nvPr>
            <p:ph type="ctrTitle"/>
          </p:nvPr>
        </p:nvSpPr>
        <p:spPr>
          <a:xfrm>
            <a:off x="4565203" y="516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3" name="Google Shape;103;p23"/>
          <p:cNvSpPr txBox="1">
            <a:spLocks noGrp="1"/>
          </p:cNvSpPr>
          <p:nvPr>
            <p:ph type="subTitle" idx="1"/>
          </p:nvPr>
        </p:nvSpPr>
        <p:spPr>
          <a:xfrm>
            <a:off x="4565200" y="1070028"/>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4" name="Google Shape;104;p23"/>
          <p:cNvSpPr txBox="1">
            <a:spLocks noGrp="1"/>
          </p:cNvSpPr>
          <p:nvPr>
            <p:ph type="title" idx="2" hasCustomPrompt="1"/>
          </p:nvPr>
        </p:nvSpPr>
        <p:spPr>
          <a:xfrm>
            <a:off x="2697343" y="872151"/>
            <a:ext cx="23188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5" name="Google Shape;105;p23"/>
          <p:cNvSpPr txBox="1">
            <a:spLocks noGrp="1"/>
          </p:cNvSpPr>
          <p:nvPr>
            <p:ph type="ctrTitle" idx="3"/>
          </p:nvPr>
        </p:nvSpPr>
        <p:spPr>
          <a:xfrm>
            <a:off x="4567019" y="16323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6" name="Google Shape;106;p23"/>
          <p:cNvSpPr txBox="1">
            <a:spLocks noGrp="1"/>
          </p:cNvSpPr>
          <p:nvPr>
            <p:ph type="subTitle" idx="4"/>
          </p:nvPr>
        </p:nvSpPr>
        <p:spPr>
          <a:xfrm>
            <a:off x="4567012" y="2185145"/>
            <a:ext cx="26356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7" name="Google Shape;107;p23"/>
          <p:cNvSpPr txBox="1">
            <a:spLocks noGrp="1"/>
          </p:cNvSpPr>
          <p:nvPr>
            <p:ph type="title" idx="5" hasCustomPrompt="1"/>
          </p:nvPr>
        </p:nvSpPr>
        <p:spPr>
          <a:xfrm>
            <a:off x="2697343" y="1985051"/>
            <a:ext cx="21536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8" name="Google Shape;108;p23"/>
          <p:cNvSpPr txBox="1">
            <a:spLocks noGrp="1"/>
          </p:cNvSpPr>
          <p:nvPr>
            <p:ph type="ctrTitle" idx="6"/>
          </p:nvPr>
        </p:nvSpPr>
        <p:spPr>
          <a:xfrm>
            <a:off x="4570665" y="27481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9" name="Google Shape;109;p23"/>
          <p:cNvSpPr txBox="1">
            <a:spLocks noGrp="1"/>
          </p:cNvSpPr>
          <p:nvPr>
            <p:ph type="subTitle" idx="7"/>
          </p:nvPr>
        </p:nvSpPr>
        <p:spPr>
          <a:xfrm>
            <a:off x="4570663" y="3300263"/>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0" name="Google Shape;110;p23"/>
          <p:cNvSpPr txBox="1">
            <a:spLocks noGrp="1"/>
          </p:cNvSpPr>
          <p:nvPr>
            <p:ph type="title" idx="8" hasCustomPrompt="1"/>
          </p:nvPr>
        </p:nvSpPr>
        <p:spPr>
          <a:xfrm>
            <a:off x="2697343" y="30979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1" name="Google Shape;111;p23"/>
          <p:cNvSpPr txBox="1">
            <a:spLocks noGrp="1"/>
          </p:cNvSpPr>
          <p:nvPr>
            <p:ph type="ctrTitle" idx="9"/>
          </p:nvPr>
        </p:nvSpPr>
        <p:spPr>
          <a:xfrm rot="5400000">
            <a:off x="8802172"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12" name="Google Shape;112;p23"/>
          <p:cNvSpPr txBox="1">
            <a:spLocks noGrp="1"/>
          </p:cNvSpPr>
          <p:nvPr>
            <p:ph type="ctrTitle" idx="13"/>
          </p:nvPr>
        </p:nvSpPr>
        <p:spPr>
          <a:xfrm>
            <a:off x="4570665" y="38638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3" name="Google Shape;113;p23"/>
          <p:cNvSpPr txBox="1">
            <a:spLocks noGrp="1"/>
          </p:cNvSpPr>
          <p:nvPr>
            <p:ph type="subTitle" idx="14"/>
          </p:nvPr>
        </p:nvSpPr>
        <p:spPr>
          <a:xfrm>
            <a:off x="4570663" y="4415379"/>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4" name="Google Shape;114;p23"/>
          <p:cNvSpPr txBox="1">
            <a:spLocks noGrp="1"/>
          </p:cNvSpPr>
          <p:nvPr>
            <p:ph type="title" idx="15" hasCustomPrompt="1"/>
          </p:nvPr>
        </p:nvSpPr>
        <p:spPr>
          <a:xfrm>
            <a:off x="2697343" y="42108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23"/>
          <p:cNvSpPr txBox="1">
            <a:spLocks noGrp="1"/>
          </p:cNvSpPr>
          <p:nvPr>
            <p:ph type="ctrTitle" idx="16"/>
          </p:nvPr>
        </p:nvSpPr>
        <p:spPr>
          <a:xfrm>
            <a:off x="4570665" y="4979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6" name="Google Shape;116;p23"/>
          <p:cNvSpPr txBox="1">
            <a:spLocks noGrp="1"/>
          </p:cNvSpPr>
          <p:nvPr>
            <p:ph type="subTitle" idx="17"/>
          </p:nvPr>
        </p:nvSpPr>
        <p:spPr>
          <a:xfrm>
            <a:off x="4570663" y="5530496"/>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7" name="Google Shape;117;p23"/>
          <p:cNvSpPr txBox="1">
            <a:spLocks noGrp="1"/>
          </p:cNvSpPr>
          <p:nvPr>
            <p:ph type="title" idx="18" hasCustomPrompt="1"/>
          </p:nvPr>
        </p:nvSpPr>
        <p:spPr>
          <a:xfrm>
            <a:off x="2697343" y="53237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4284396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our columns 1">
  <p:cSld name="Four columns 1">
    <p:spTree>
      <p:nvGrpSpPr>
        <p:cNvPr id="1" name="Shape 121"/>
        <p:cNvGrpSpPr/>
        <p:nvPr/>
      </p:nvGrpSpPr>
      <p:grpSpPr>
        <a:xfrm>
          <a:off x="0" y="0"/>
          <a:ext cx="0" cy="0"/>
          <a:chOff x="0" y="0"/>
          <a:chExt cx="0" cy="0"/>
        </a:xfrm>
      </p:grpSpPr>
      <p:sp>
        <p:nvSpPr>
          <p:cNvPr id="122" name="Google Shape;122;p25"/>
          <p:cNvSpPr txBox="1">
            <a:spLocks noGrp="1"/>
          </p:cNvSpPr>
          <p:nvPr>
            <p:ph type="ctrTitle"/>
          </p:nvPr>
        </p:nvSpPr>
        <p:spPr>
          <a:xfrm>
            <a:off x="842500" y="1122700"/>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3" name="Google Shape;123;p25"/>
          <p:cNvSpPr txBox="1">
            <a:spLocks noGrp="1"/>
          </p:cNvSpPr>
          <p:nvPr>
            <p:ph type="subTitle" idx="1"/>
          </p:nvPr>
        </p:nvSpPr>
        <p:spPr>
          <a:xfrm>
            <a:off x="842512" y="1881121"/>
            <a:ext cx="3307600" cy="7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4" name="Google Shape;124;p25"/>
          <p:cNvSpPr txBox="1">
            <a:spLocks noGrp="1"/>
          </p:cNvSpPr>
          <p:nvPr>
            <p:ph type="ctrTitle" idx="2"/>
          </p:nvPr>
        </p:nvSpPr>
        <p:spPr>
          <a:xfrm>
            <a:off x="5618219" y="1122700"/>
            <a:ext cx="35972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5" name="Google Shape;125;p25"/>
          <p:cNvSpPr txBox="1">
            <a:spLocks noGrp="1"/>
          </p:cNvSpPr>
          <p:nvPr>
            <p:ph type="subTitle" idx="3"/>
          </p:nvPr>
        </p:nvSpPr>
        <p:spPr>
          <a:xfrm>
            <a:off x="5618219" y="1881121"/>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6" name="Google Shape;126;p25"/>
          <p:cNvSpPr txBox="1">
            <a:spLocks noGrp="1"/>
          </p:cNvSpPr>
          <p:nvPr>
            <p:ph type="ctrTitle" idx="4"/>
          </p:nvPr>
        </p:nvSpPr>
        <p:spPr>
          <a:xfrm>
            <a:off x="842511" y="4442569"/>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7" name="Google Shape;127;p25"/>
          <p:cNvSpPr txBox="1">
            <a:spLocks noGrp="1"/>
          </p:cNvSpPr>
          <p:nvPr>
            <p:ph type="subTitle" idx="5"/>
          </p:nvPr>
        </p:nvSpPr>
        <p:spPr>
          <a:xfrm>
            <a:off x="842512" y="5218944"/>
            <a:ext cx="3307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8" name="Google Shape;128;p25"/>
          <p:cNvSpPr txBox="1">
            <a:spLocks noGrp="1"/>
          </p:cNvSpPr>
          <p:nvPr>
            <p:ph type="ctrTitle" idx="6"/>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29" name="Google Shape;129;p25"/>
          <p:cNvSpPr txBox="1">
            <a:spLocks noGrp="1"/>
          </p:cNvSpPr>
          <p:nvPr>
            <p:ph type="ctrTitle" idx="7"/>
          </p:nvPr>
        </p:nvSpPr>
        <p:spPr>
          <a:xfrm>
            <a:off x="5618219" y="4442579"/>
            <a:ext cx="34480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30" name="Google Shape;130;p25"/>
          <p:cNvSpPr txBox="1">
            <a:spLocks noGrp="1"/>
          </p:cNvSpPr>
          <p:nvPr>
            <p:ph type="subTitle" idx="8"/>
          </p:nvPr>
        </p:nvSpPr>
        <p:spPr>
          <a:xfrm>
            <a:off x="5618219" y="5218944"/>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625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1">
  <p:cSld name="Three columns 1">
    <p:spTree>
      <p:nvGrpSpPr>
        <p:cNvPr id="1" name="Shape 131"/>
        <p:cNvGrpSpPr/>
        <p:nvPr/>
      </p:nvGrpSpPr>
      <p:grpSpPr>
        <a:xfrm>
          <a:off x="0" y="0"/>
          <a:ext cx="0" cy="0"/>
          <a:chOff x="0" y="0"/>
          <a:chExt cx="0" cy="0"/>
        </a:xfrm>
      </p:grpSpPr>
      <p:sp>
        <p:nvSpPr>
          <p:cNvPr id="132" name="Google Shape;132;p26"/>
          <p:cNvSpPr txBox="1">
            <a:spLocks noGrp="1"/>
          </p:cNvSpPr>
          <p:nvPr>
            <p:ph type="ctrTitle"/>
          </p:nvPr>
        </p:nvSpPr>
        <p:spPr>
          <a:xfrm>
            <a:off x="6562100"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3" name="Google Shape;133;p26"/>
          <p:cNvSpPr txBox="1">
            <a:spLocks noGrp="1"/>
          </p:cNvSpPr>
          <p:nvPr>
            <p:ph type="subTitle" idx="1"/>
          </p:nvPr>
        </p:nvSpPr>
        <p:spPr>
          <a:xfrm>
            <a:off x="6562100"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4" name="Google Shape;134;p26"/>
          <p:cNvSpPr txBox="1">
            <a:spLocks noGrp="1"/>
          </p:cNvSpPr>
          <p:nvPr>
            <p:ph type="ctrTitle" idx="2"/>
          </p:nvPr>
        </p:nvSpPr>
        <p:spPr>
          <a:xfrm>
            <a:off x="1208185"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5" name="Google Shape;135;p26"/>
          <p:cNvSpPr txBox="1">
            <a:spLocks noGrp="1"/>
          </p:cNvSpPr>
          <p:nvPr>
            <p:ph type="subTitle" idx="3"/>
          </p:nvPr>
        </p:nvSpPr>
        <p:spPr>
          <a:xfrm>
            <a:off x="1208185"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6" name="Google Shape;136;p26"/>
          <p:cNvSpPr txBox="1">
            <a:spLocks noGrp="1"/>
          </p:cNvSpPr>
          <p:nvPr>
            <p:ph type="ctrTitle" idx="4"/>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37" name="Google Shape;137;p26"/>
          <p:cNvSpPr txBox="1">
            <a:spLocks noGrp="1"/>
          </p:cNvSpPr>
          <p:nvPr>
            <p:ph type="ctrTitle" idx="5"/>
          </p:nvPr>
        </p:nvSpPr>
        <p:spPr>
          <a:xfrm>
            <a:off x="3904743" y="3990713"/>
            <a:ext cx="239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8" name="Google Shape;138;p26"/>
          <p:cNvSpPr txBox="1">
            <a:spLocks noGrp="1"/>
          </p:cNvSpPr>
          <p:nvPr>
            <p:ph type="subTitle" idx="6"/>
          </p:nvPr>
        </p:nvSpPr>
        <p:spPr>
          <a:xfrm>
            <a:off x="3904733" y="4738413"/>
            <a:ext cx="19684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73778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2">
  <p:cSld name="Title + text 2">
    <p:spTree>
      <p:nvGrpSpPr>
        <p:cNvPr id="1" name="Shape 139"/>
        <p:cNvGrpSpPr/>
        <p:nvPr/>
      </p:nvGrpSpPr>
      <p:grpSpPr>
        <a:xfrm>
          <a:off x="0" y="0"/>
          <a:ext cx="0" cy="0"/>
          <a:chOff x="0" y="0"/>
          <a:chExt cx="0" cy="0"/>
        </a:xfrm>
      </p:grpSpPr>
      <p:sp>
        <p:nvSpPr>
          <p:cNvPr id="140" name="Google Shape;140;p27"/>
          <p:cNvSpPr txBox="1">
            <a:spLocks noGrp="1"/>
          </p:cNvSpPr>
          <p:nvPr>
            <p:ph type="ctrTitle"/>
          </p:nvPr>
        </p:nvSpPr>
        <p:spPr>
          <a:xfrm>
            <a:off x="7242667" y="947567"/>
            <a:ext cx="3850800" cy="273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
        <p:nvSpPr>
          <p:cNvPr id="141" name="Google Shape;141;p27"/>
          <p:cNvSpPr txBox="1">
            <a:spLocks noGrp="1"/>
          </p:cNvSpPr>
          <p:nvPr>
            <p:ph type="subTitle" idx="1"/>
          </p:nvPr>
        </p:nvSpPr>
        <p:spPr>
          <a:xfrm>
            <a:off x="7151400" y="3632833"/>
            <a:ext cx="3942000" cy="237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34016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2"/>
        <p:cNvGrpSpPr/>
        <p:nvPr/>
      </p:nvGrpSpPr>
      <p:grpSpPr>
        <a:xfrm>
          <a:off x="0" y="0"/>
          <a:ext cx="0" cy="0"/>
          <a:chOff x="0" y="0"/>
          <a:chExt cx="0" cy="0"/>
        </a:xfrm>
      </p:grpSpPr>
      <p:sp>
        <p:nvSpPr>
          <p:cNvPr id="143" name="Google Shape;143;p28"/>
          <p:cNvSpPr txBox="1">
            <a:spLocks noGrp="1"/>
          </p:cNvSpPr>
          <p:nvPr>
            <p:ph type="subTitle" idx="1"/>
          </p:nvPr>
        </p:nvSpPr>
        <p:spPr>
          <a:xfrm>
            <a:off x="1220233" y="4507700"/>
            <a:ext cx="5280800" cy="842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4" name="Google Shape;144;p28"/>
          <p:cNvSpPr txBox="1">
            <a:spLocks noGrp="1"/>
          </p:cNvSpPr>
          <p:nvPr>
            <p:ph type="subTitle" idx="2"/>
          </p:nvPr>
        </p:nvSpPr>
        <p:spPr>
          <a:xfrm>
            <a:off x="1220233" y="5339433"/>
            <a:ext cx="2428000" cy="2840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latin typeface="Livvic"/>
                <a:ea typeface="Livvic"/>
                <a:cs typeface="Livvic"/>
                <a:sym typeface="Livvic"/>
              </a:defRPr>
            </a:lvl1pPr>
            <a:lvl2pPr lvl="1" rtl="0">
              <a:spcBef>
                <a:spcPts val="2133"/>
              </a:spcBef>
              <a:spcAft>
                <a:spcPts val="0"/>
              </a:spcAft>
              <a:buNone/>
              <a:defRPr b="1">
                <a:latin typeface="Livvic"/>
                <a:ea typeface="Livvic"/>
                <a:cs typeface="Livvic"/>
                <a:sym typeface="Livvic"/>
              </a:defRPr>
            </a:lvl2pPr>
            <a:lvl3pPr lvl="2" rtl="0">
              <a:spcBef>
                <a:spcPts val="2133"/>
              </a:spcBef>
              <a:spcAft>
                <a:spcPts val="0"/>
              </a:spcAft>
              <a:buNone/>
              <a:defRPr b="1">
                <a:latin typeface="Livvic"/>
                <a:ea typeface="Livvic"/>
                <a:cs typeface="Livvic"/>
                <a:sym typeface="Livvic"/>
              </a:defRPr>
            </a:lvl3pPr>
            <a:lvl4pPr lvl="3" rtl="0">
              <a:spcBef>
                <a:spcPts val="2133"/>
              </a:spcBef>
              <a:spcAft>
                <a:spcPts val="0"/>
              </a:spcAft>
              <a:buNone/>
              <a:defRPr b="1">
                <a:latin typeface="Livvic"/>
                <a:ea typeface="Livvic"/>
                <a:cs typeface="Livvic"/>
                <a:sym typeface="Livvic"/>
              </a:defRPr>
            </a:lvl4pPr>
            <a:lvl5pPr lvl="4" rtl="0">
              <a:spcBef>
                <a:spcPts val="2133"/>
              </a:spcBef>
              <a:spcAft>
                <a:spcPts val="0"/>
              </a:spcAft>
              <a:buNone/>
              <a:defRPr b="1">
                <a:latin typeface="Livvic"/>
                <a:ea typeface="Livvic"/>
                <a:cs typeface="Livvic"/>
                <a:sym typeface="Livvic"/>
              </a:defRPr>
            </a:lvl5pPr>
            <a:lvl6pPr lvl="5" rtl="0">
              <a:spcBef>
                <a:spcPts val="2133"/>
              </a:spcBef>
              <a:spcAft>
                <a:spcPts val="0"/>
              </a:spcAft>
              <a:buNone/>
              <a:defRPr b="1">
                <a:latin typeface="Livvic"/>
                <a:ea typeface="Livvic"/>
                <a:cs typeface="Livvic"/>
                <a:sym typeface="Livvic"/>
              </a:defRPr>
            </a:lvl6pPr>
            <a:lvl7pPr lvl="6" rtl="0">
              <a:spcBef>
                <a:spcPts val="2133"/>
              </a:spcBef>
              <a:spcAft>
                <a:spcPts val="0"/>
              </a:spcAft>
              <a:buNone/>
              <a:defRPr b="1">
                <a:latin typeface="Livvic"/>
                <a:ea typeface="Livvic"/>
                <a:cs typeface="Livvic"/>
                <a:sym typeface="Livvic"/>
              </a:defRPr>
            </a:lvl7pPr>
            <a:lvl8pPr lvl="7" rtl="0">
              <a:spcBef>
                <a:spcPts val="2133"/>
              </a:spcBef>
              <a:spcAft>
                <a:spcPts val="0"/>
              </a:spcAft>
              <a:buNone/>
              <a:defRPr b="1">
                <a:latin typeface="Livvic"/>
                <a:ea typeface="Livvic"/>
                <a:cs typeface="Livvic"/>
                <a:sym typeface="Livvic"/>
              </a:defRPr>
            </a:lvl8pPr>
            <a:lvl9pPr lvl="8" rtl="0">
              <a:spcBef>
                <a:spcPts val="2133"/>
              </a:spcBef>
              <a:spcAft>
                <a:spcPts val="2133"/>
              </a:spcAft>
              <a:buNone/>
              <a:defRPr b="1">
                <a:latin typeface="Livvic"/>
                <a:ea typeface="Livvic"/>
                <a:cs typeface="Livvic"/>
                <a:sym typeface="Livvic"/>
              </a:defRPr>
            </a:lvl9pPr>
          </a:lstStyle>
          <a:p>
            <a:endParaRPr/>
          </a:p>
        </p:txBody>
      </p:sp>
    </p:spTree>
    <p:extLst>
      <p:ext uri="{BB962C8B-B14F-4D97-AF65-F5344CB8AC3E}">
        <p14:creationId xmlns:p14="http://schemas.microsoft.com/office/powerpoint/2010/main" val="3761756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ext 3">
  <p:cSld name="Title + text 3">
    <p:spTree>
      <p:nvGrpSpPr>
        <p:cNvPr id="1" name="Shape 145"/>
        <p:cNvGrpSpPr/>
        <p:nvPr/>
      </p:nvGrpSpPr>
      <p:grpSpPr>
        <a:xfrm>
          <a:off x="0" y="0"/>
          <a:ext cx="0" cy="0"/>
          <a:chOff x="0" y="0"/>
          <a:chExt cx="0" cy="0"/>
        </a:xfrm>
      </p:grpSpPr>
      <p:sp>
        <p:nvSpPr>
          <p:cNvPr id="146" name="Google Shape;146;p29"/>
          <p:cNvSpPr txBox="1">
            <a:spLocks noGrp="1"/>
          </p:cNvSpPr>
          <p:nvPr>
            <p:ph type="subTitle" idx="1"/>
          </p:nvPr>
        </p:nvSpPr>
        <p:spPr>
          <a:xfrm>
            <a:off x="2823796"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7" name="Google Shape;147;p29"/>
          <p:cNvSpPr txBox="1">
            <a:spLocks noGrp="1"/>
          </p:cNvSpPr>
          <p:nvPr>
            <p:ph type="ctrTitle"/>
          </p:nvPr>
        </p:nvSpPr>
        <p:spPr>
          <a:xfrm rot="-5400000">
            <a:off x="-457468" y="2345533"/>
            <a:ext cx="3850800" cy="11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306641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4">
  <p:cSld name="Title + text 4">
    <p:spTree>
      <p:nvGrpSpPr>
        <p:cNvPr id="1" name="Shape 148"/>
        <p:cNvGrpSpPr/>
        <p:nvPr/>
      </p:nvGrpSpPr>
      <p:grpSpPr>
        <a:xfrm>
          <a:off x="0" y="0"/>
          <a:ext cx="0" cy="0"/>
          <a:chOff x="0" y="0"/>
          <a:chExt cx="0" cy="0"/>
        </a:xfrm>
      </p:grpSpPr>
      <p:sp>
        <p:nvSpPr>
          <p:cNvPr id="149" name="Google Shape;149;p30"/>
          <p:cNvSpPr txBox="1">
            <a:spLocks noGrp="1"/>
          </p:cNvSpPr>
          <p:nvPr>
            <p:ph type="subTitle" idx="1"/>
          </p:nvPr>
        </p:nvSpPr>
        <p:spPr>
          <a:xfrm flipH="1">
            <a:off x="5586167"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50" name="Google Shape;150;p30"/>
          <p:cNvSpPr txBox="1">
            <a:spLocks noGrp="1"/>
          </p:cNvSpPr>
          <p:nvPr>
            <p:ph type="ctrTitle"/>
          </p:nvPr>
        </p:nvSpPr>
        <p:spPr>
          <a:xfrm rot="5400000">
            <a:off x="8816545" y="2336752"/>
            <a:ext cx="3850800" cy="1197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rgbClr val="000000"/>
              </a:buClr>
              <a:buSzPts val="1600"/>
              <a:buNone/>
              <a:defRPr sz="2133">
                <a:solidFill>
                  <a:srgbClr val="000000"/>
                </a:solidFill>
              </a:defRPr>
            </a:lvl2pPr>
            <a:lvl3pPr lvl="2" rtl="0">
              <a:spcBef>
                <a:spcPts val="0"/>
              </a:spcBef>
              <a:spcAft>
                <a:spcPts val="0"/>
              </a:spcAft>
              <a:buClr>
                <a:srgbClr val="000000"/>
              </a:buClr>
              <a:buSzPts val="1600"/>
              <a:buNone/>
              <a:defRPr sz="2133">
                <a:solidFill>
                  <a:srgbClr val="000000"/>
                </a:solidFill>
              </a:defRPr>
            </a:lvl3pPr>
            <a:lvl4pPr lvl="3" rtl="0">
              <a:spcBef>
                <a:spcPts val="0"/>
              </a:spcBef>
              <a:spcAft>
                <a:spcPts val="0"/>
              </a:spcAft>
              <a:buClr>
                <a:srgbClr val="000000"/>
              </a:buClr>
              <a:buSzPts val="1600"/>
              <a:buNone/>
              <a:defRPr sz="2133">
                <a:solidFill>
                  <a:srgbClr val="000000"/>
                </a:solidFill>
              </a:defRPr>
            </a:lvl4pPr>
            <a:lvl5pPr lvl="4" rtl="0">
              <a:spcBef>
                <a:spcPts val="0"/>
              </a:spcBef>
              <a:spcAft>
                <a:spcPts val="0"/>
              </a:spcAft>
              <a:buClr>
                <a:srgbClr val="000000"/>
              </a:buClr>
              <a:buSzPts val="1600"/>
              <a:buNone/>
              <a:defRPr sz="2133">
                <a:solidFill>
                  <a:srgbClr val="000000"/>
                </a:solidFill>
              </a:defRPr>
            </a:lvl5pPr>
            <a:lvl6pPr lvl="5" rtl="0">
              <a:spcBef>
                <a:spcPts val="0"/>
              </a:spcBef>
              <a:spcAft>
                <a:spcPts val="0"/>
              </a:spcAft>
              <a:buClr>
                <a:srgbClr val="000000"/>
              </a:buClr>
              <a:buSzPts val="1600"/>
              <a:buNone/>
              <a:defRPr sz="2133">
                <a:solidFill>
                  <a:srgbClr val="000000"/>
                </a:solidFill>
              </a:defRPr>
            </a:lvl6pPr>
            <a:lvl7pPr lvl="6" rtl="0">
              <a:spcBef>
                <a:spcPts val="0"/>
              </a:spcBef>
              <a:spcAft>
                <a:spcPts val="0"/>
              </a:spcAft>
              <a:buClr>
                <a:srgbClr val="000000"/>
              </a:buClr>
              <a:buSzPts val="1600"/>
              <a:buNone/>
              <a:defRPr sz="2133">
                <a:solidFill>
                  <a:srgbClr val="000000"/>
                </a:solidFill>
              </a:defRPr>
            </a:lvl7pPr>
            <a:lvl8pPr lvl="7" rtl="0">
              <a:spcBef>
                <a:spcPts val="0"/>
              </a:spcBef>
              <a:spcAft>
                <a:spcPts val="0"/>
              </a:spcAft>
              <a:buClr>
                <a:srgbClr val="000000"/>
              </a:buClr>
              <a:buSzPts val="1600"/>
              <a:buNone/>
              <a:defRPr sz="2133">
                <a:solidFill>
                  <a:srgbClr val="000000"/>
                </a:solidFill>
              </a:defRPr>
            </a:lvl8pPr>
            <a:lvl9pPr lvl="8"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25073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title">
  <p:cSld name="Big title">
    <p:spTree>
      <p:nvGrpSpPr>
        <p:cNvPr id="1" name="Shape 151"/>
        <p:cNvGrpSpPr/>
        <p:nvPr/>
      </p:nvGrpSpPr>
      <p:grpSpPr>
        <a:xfrm>
          <a:off x="0" y="0"/>
          <a:ext cx="0" cy="0"/>
          <a:chOff x="0" y="0"/>
          <a:chExt cx="0" cy="0"/>
        </a:xfrm>
      </p:grpSpPr>
      <p:sp>
        <p:nvSpPr>
          <p:cNvPr id="152" name="Google Shape;152;p31"/>
          <p:cNvSpPr txBox="1">
            <a:spLocks noGrp="1"/>
          </p:cNvSpPr>
          <p:nvPr>
            <p:ph type="title"/>
          </p:nvPr>
        </p:nvSpPr>
        <p:spPr>
          <a:xfrm>
            <a:off x="4267000" y="2323667"/>
            <a:ext cx="365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4800"/>
            </a:lvl1pPr>
            <a:lvl2pPr lvl="1" algn="ctr" rtl="0">
              <a:spcBef>
                <a:spcPts val="0"/>
              </a:spcBef>
              <a:spcAft>
                <a:spcPts val="0"/>
              </a:spcAft>
              <a:buNone/>
              <a:defRPr sz="4800">
                <a:latin typeface="Catamaran Light"/>
                <a:ea typeface="Catamaran Light"/>
                <a:cs typeface="Catamaran Light"/>
                <a:sym typeface="Catamaran Light"/>
              </a:defRPr>
            </a:lvl2pPr>
            <a:lvl3pPr lvl="2" algn="ctr" rtl="0">
              <a:spcBef>
                <a:spcPts val="0"/>
              </a:spcBef>
              <a:spcAft>
                <a:spcPts val="0"/>
              </a:spcAft>
              <a:buNone/>
              <a:defRPr sz="4800">
                <a:latin typeface="Catamaran Light"/>
                <a:ea typeface="Catamaran Light"/>
                <a:cs typeface="Catamaran Light"/>
                <a:sym typeface="Catamaran Light"/>
              </a:defRPr>
            </a:lvl3pPr>
            <a:lvl4pPr lvl="3" algn="ctr" rtl="0">
              <a:spcBef>
                <a:spcPts val="0"/>
              </a:spcBef>
              <a:spcAft>
                <a:spcPts val="0"/>
              </a:spcAft>
              <a:buNone/>
              <a:defRPr sz="4800">
                <a:latin typeface="Catamaran Light"/>
                <a:ea typeface="Catamaran Light"/>
                <a:cs typeface="Catamaran Light"/>
                <a:sym typeface="Catamaran Light"/>
              </a:defRPr>
            </a:lvl4pPr>
            <a:lvl5pPr lvl="4" algn="ctr" rtl="0">
              <a:spcBef>
                <a:spcPts val="0"/>
              </a:spcBef>
              <a:spcAft>
                <a:spcPts val="0"/>
              </a:spcAft>
              <a:buNone/>
              <a:defRPr sz="4800">
                <a:latin typeface="Catamaran Light"/>
                <a:ea typeface="Catamaran Light"/>
                <a:cs typeface="Catamaran Light"/>
                <a:sym typeface="Catamaran Light"/>
              </a:defRPr>
            </a:lvl5pPr>
            <a:lvl6pPr lvl="5" algn="ctr" rtl="0">
              <a:spcBef>
                <a:spcPts val="0"/>
              </a:spcBef>
              <a:spcAft>
                <a:spcPts val="0"/>
              </a:spcAft>
              <a:buNone/>
              <a:defRPr sz="4800">
                <a:latin typeface="Catamaran Light"/>
                <a:ea typeface="Catamaran Light"/>
                <a:cs typeface="Catamaran Light"/>
                <a:sym typeface="Catamaran Light"/>
              </a:defRPr>
            </a:lvl6pPr>
            <a:lvl7pPr lvl="6" algn="ctr" rtl="0">
              <a:spcBef>
                <a:spcPts val="0"/>
              </a:spcBef>
              <a:spcAft>
                <a:spcPts val="0"/>
              </a:spcAft>
              <a:buNone/>
              <a:defRPr sz="4800">
                <a:latin typeface="Catamaran Light"/>
                <a:ea typeface="Catamaran Light"/>
                <a:cs typeface="Catamaran Light"/>
                <a:sym typeface="Catamaran Light"/>
              </a:defRPr>
            </a:lvl7pPr>
            <a:lvl8pPr lvl="7" algn="ctr" rtl="0">
              <a:spcBef>
                <a:spcPts val="0"/>
              </a:spcBef>
              <a:spcAft>
                <a:spcPts val="0"/>
              </a:spcAft>
              <a:buNone/>
              <a:defRPr sz="4800">
                <a:latin typeface="Catamaran Light"/>
                <a:ea typeface="Catamaran Light"/>
                <a:cs typeface="Catamaran Light"/>
                <a:sym typeface="Catamaran Light"/>
              </a:defRPr>
            </a:lvl8pPr>
            <a:lvl9pPr lvl="8" algn="ctr" rtl="0">
              <a:spcBef>
                <a:spcPts val="0"/>
              </a:spcBef>
              <a:spcAft>
                <a:spcPts val="0"/>
              </a:spcAft>
              <a:buNone/>
              <a:defRPr sz="4800">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16560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153"/>
        <p:cNvGrpSpPr/>
        <p:nvPr/>
      </p:nvGrpSpPr>
      <p:grpSpPr>
        <a:xfrm>
          <a:off x="0" y="0"/>
          <a:ext cx="0" cy="0"/>
          <a:chOff x="0" y="0"/>
          <a:chExt cx="0" cy="0"/>
        </a:xfrm>
      </p:grpSpPr>
      <p:sp>
        <p:nvSpPr>
          <p:cNvPr id="154" name="Google Shape;154;p32"/>
          <p:cNvSpPr txBox="1">
            <a:spLocks noGrp="1"/>
          </p:cNvSpPr>
          <p:nvPr>
            <p:ph type="ctrTitle"/>
          </p:nvPr>
        </p:nvSpPr>
        <p:spPr>
          <a:xfrm>
            <a:off x="1026300" y="1746733"/>
            <a:ext cx="45736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55" name="Google Shape;155;p32"/>
          <p:cNvSpPr txBox="1">
            <a:spLocks noGrp="1"/>
          </p:cNvSpPr>
          <p:nvPr>
            <p:ph type="title" idx="2" hasCustomPrompt="1"/>
          </p:nvPr>
        </p:nvSpPr>
        <p:spPr>
          <a:xfrm rot="5400000">
            <a:off x="9522904" y="4760301"/>
            <a:ext cx="2318400" cy="770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8000"/>
            </a:lvl1pPr>
            <a:lvl2pPr lvl="1"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1711610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p:cSld name="Six columns">
    <p:spTree>
      <p:nvGrpSpPr>
        <p:cNvPr id="1" name="Shape 156"/>
        <p:cNvGrpSpPr/>
        <p:nvPr/>
      </p:nvGrpSpPr>
      <p:grpSpPr>
        <a:xfrm>
          <a:off x="0" y="0"/>
          <a:ext cx="0" cy="0"/>
          <a:chOff x="0" y="0"/>
          <a:chExt cx="0" cy="0"/>
        </a:xfrm>
      </p:grpSpPr>
      <p:sp>
        <p:nvSpPr>
          <p:cNvPr id="157" name="Google Shape;157;p33"/>
          <p:cNvSpPr txBox="1">
            <a:spLocks noGrp="1"/>
          </p:cNvSpPr>
          <p:nvPr>
            <p:ph type="ctrTitle"/>
          </p:nvPr>
        </p:nvSpPr>
        <p:spPr>
          <a:xfrm>
            <a:off x="875229" y="18592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58" name="Google Shape;158;p33"/>
          <p:cNvSpPr txBox="1">
            <a:spLocks noGrp="1"/>
          </p:cNvSpPr>
          <p:nvPr>
            <p:ph type="subTitle" idx="1"/>
          </p:nvPr>
        </p:nvSpPr>
        <p:spPr>
          <a:xfrm>
            <a:off x="875233" y="25156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59" name="Google Shape;159;p33"/>
          <p:cNvSpPr txBox="1">
            <a:spLocks noGrp="1"/>
          </p:cNvSpPr>
          <p:nvPr>
            <p:ph type="ctrTitle" idx="2"/>
          </p:nvPr>
        </p:nvSpPr>
        <p:spPr>
          <a:xfrm>
            <a:off x="3534280" y="18592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0" name="Google Shape;160;p33"/>
          <p:cNvSpPr txBox="1">
            <a:spLocks noGrp="1"/>
          </p:cNvSpPr>
          <p:nvPr>
            <p:ph type="subTitle" idx="3"/>
          </p:nvPr>
        </p:nvSpPr>
        <p:spPr>
          <a:xfrm>
            <a:off x="3480933" y="25156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1" name="Google Shape;161;p33"/>
          <p:cNvSpPr txBox="1">
            <a:spLocks noGrp="1"/>
          </p:cNvSpPr>
          <p:nvPr>
            <p:ph type="ctrTitle" idx="4"/>
          </p:nvPr>
        </p:nvSpPr>
        <p:spPr>
          <a:xfrm>
            <a:off x="6184141" y="18592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2" name="Google Shape;162;p33"/>
          <p:cNvSpPr txBox="1">
            <a:spLocks noGrp="1"/>
          </p:cNvSpPr>
          <p:nvPr>
            <p:ph type="subTitle" idx="5"/>
          </p:nvPr>
        </p:nvSpPr>
        <p:spPr>
          <a:xfrm>
            <a:off x="6504101" y="25156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163" name="Google Shape;163;p33"/>
          <p:cNvSpPr txBox="1">
            <a:spLocks noGrp="1"/>
          </p:cNvSpPr>
          <p:nvPr>
            <p:ph type="ctrTitle" idx="6"/>
          </p:nvPr>
        </p:nvSpPr>
        <p:spPr>
          <a:xfrm rot="5400000">
            <a:off x="9154100" y="1954833"/>
            <a:ext cx="34040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64" name="Google Shape;164;p33"/>
          <p:cNvSpPr txBox="1">
            <a:spLocks noGrp="1"/>
          </p:cNvSpPr>
          <p:nvPr>
            <p:ph type="ctrTitle" idx="7"/>
          </p:nvPr>
        </p:nvSpPr>
        <p:spPr>
          <a:xfrm>
            <a:off x="875229" y="44904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65" name="Google Shape;165;p33"/>
          <p:cNvSpPr txBox="1">
            <a:spLocks noGrp="1"/>
          </p:cNvSpPr>
          <p:nvPr>
            <p:ph type="subTitle" idx="8"/>
          </p:nvPr>
        </p:nvSpPr>
        <p:spPr>
          <a:xfrm>
            <a:off x="875233" y="51468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6" name="Google Shape;166;p33"/>
          <p:cNvSpPr txBox="1">
            <a:spLocks noGrp="1"/>
          </p:cNvSpPr>
          <p:nvPr>
            <p:ph type="ctrTitle" idx="9"/>
          </p:nvPr>
        </p:nvSpPr>
        <p:spPr>
          <a:xfrm>
            <a:off x="3534280" y="44904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7" name="Google Shape;167;p33"/>
          <p:cNvSpPr txBox="1">
            <a:spLocks noGrp="1"/>
          </p:cNvSpPr>
          <p:nvPr>
            <p:ph type="subTitle" idx="13"/>
          </p:nvPr>
        </p:nvSpPr>
        <p:spPr>
          <a:xfrm>
            <a:off x="3480933" y="51468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8" name="Google Shape;168;p33"/>
          <p:cNvSpPr txBox="1">
            <a:spLocks noGrp="1"/>
          </p:cNvSpPr>
          <p:nvPr>
            <p:ph type="ctrTitle" idx="14"/>
          </p:nvPr>
        </p:nvSpPr>
        <p:spPr>
          <a:xfrm>
            <a:off x="6184141" y="44904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9" name="Google Shape;169;p33"/>
          <p:cNvSpPr txBox="1">
            <a:spLocks noGrp="1"/>
          </p:cNvSpPr>
          <p:nvPr>
            <p:ph type="subTitle" idx="15"/>
          </p:nvPr>
        </p:nvSpPr>
        <p:spPr>
          <a:xfrm>
            <a:off x="6504101" y="51468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93056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p:cSld name="Title + design">
    <p:spTree>
      <p:nvGrpSpPr>
        <p:cNvPr id="1" name="Shape 170"/>
        <p:cNvGrpSpPr/>
        <p:nvPr/>
      </p:nvGrpSpPr>
      <p:grpSpPr>
        <a:xfrm>
          <a:off x="0" y="0"/>
          <a:ext cx="0" cy="0"/>
          <a:chOff x="0" y="0"/>
          <a:chExt cx="0" cy="0"/>
        </a:xfrm>
      </p:grpSpPr>
      <p:sp>
        <p:nvSpPr>
          <p:cNvPr id="171" name="Google Shape;171;p34"/>
          <p:cNvSpPr txBox="1">
            <a:spLocks noGrp="1"/>
          </p:cNvSpPr>
          <p:nvPr>
            <p:ph type="ctrTitle"/>
          </p:nvPr>
        </p:nvSpPr>
        <p:spPr>
          <a:xfrm rot="5400000">
            <a:off x="8804793" y="2573633"/>
            <a:ext cx="4641600" cy="650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207947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1">
  <p:cSld name="Two columns 1">
    <p:spTree>
      <p:nvGrpSpPr>
        <p:cNvPr id="1" name="Shape 172"/>
        <p:cNvGrpSpPr/>
        <p:nvPr/>
      </p:nvGrpSpPr>
      <p:grpSpPr>
        <a:xfrm>
          <a:off x="0" y="0"/>
          <a:ext cx="0" cy="0"/>
          <a:chOff x="0" y="0"/>
          <a:chExt cx="0" cy="0"/>
        </a:xfrm>
      </p:grpSpPr>
      <p:sp>
        <p:nvSpPr>
          <p:cNvPr id="173" name="Google Shape;173;p35"/>
          <p:cNvSpPr txBox="1">
            <a:spLocks noGrp="1"/>
          </p:cNvSpPr>
          <p:nvPr>
            <p:ph type="subTitle" idx="1"/>
          </p:nvPr>
        </p:nvSpPr>
        <p:spPr>
          <a:xfrm>
            <a:off x="6178600" y="2463861"/>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4" name="Google Shape;174;p35"/>
          <p:cNvSpPr txBox="1">
            <a:spLocks noGrp="1"/>
          </p:cNvSpPr>
          <p:nvPr>
            <p:ph type="subTitle" idx="2"/>
          </p:nvPr>
        </p:nvSpPr>
        <p:spPr>
          <a:xfrm>
            <a:off x="6178600" y="5103827"/>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5" name="Google Shape;175;p35"/>
          <p:cNvSpPr txBox="1">
            <a:spLocks noGrp="1"/>
          </p:cNvSpPr>
          <p:nvPr>
            <p:ph type="ctrTitle"/>
          </p:nvPr>
        </p:nvSpPr>
        <p:spPr>
          <a:xfrm>
            <a:off x="6178600" y="2052395"/>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6" name="Google Shape;176;p35"/>
          <p:cNvSpPr txBox="1">
            <a:spLocks noGrp="1"/>
          </p:cNvSpPr>
          <p:nvPr>
            <p:ph type="ctrTitle" idx="3"/>
          </p:nvPr>
        </p:nvSpPr>
        <p:spPr>
          <a:xfrm>
            <a:off x="6178600" y="4692360"/>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7" name="Google Shape;177;p35"/>
          <p:cNvSpPr txBox="1">
            <a:spLocks noGrp="1"/>
          </p:cNvSpPr>
          <p:nvPr>
            <p:ph type="ctrTitle" idx="4"/>
          </p:nvPr>
        </p:nvSpPr>
        <p:spPr>
          <a:xfrm rot="5400000">
            <a:off x="9222900" y="1886032"/>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1324714125"/>
      </p:ext>
    </p:extLst>
  </p:cSld>
  <p:clrMapOvr>
    <a:masterClrMapping/>
  </p:clrMapOvr>
  <p:extLst>
    <p:ext uri="{DCECCB84-F9BA-43D5-87BE-67443E8EF086}">
      <p15:sldGuideLst xmlns:p15="http://schemas.microsoft.com/office/powerpoint/2012/main">
        <p15:guide id="1" orient="horz" pos="51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ext 5">
  <p:cSld name="Title + text 5">
    <p:spTree>
      <p:nvGrpSpPr>
        <p:cNvPr id="1" name="Shape 178"/>
        <p:cNvGrpSpPr/>
        <p:nvPr/>
      </p:nvGrpSpPr>
      <p:grpSpPr>
        <a:xfrm>
          <a:off x="0" y="0"/>
          <a:ext cx="0" cy="0"/>
          <a:chOff x="0" y="0"/>
          <a:chExt cx="0" cy="0"/>
        </a:xfrm>
      </p:grpSpPr>
      <p:sp>
        <p:nvSpPr>
          <p:cNvPr id="179" name="Google Shape;179;p36"/>
          <p:cNvSpPr txBox="1">
            <a:spLocks noGrp="1"/>
          </p:cNvSpPr>
          <p:nvPr>
            <p:ph type="subTitle" idx="1"/>
          </p:nvPr>
        </p:nvSpPr>
        <p:spPr>
          <a:xfrm>
            <a:off x="3010833" y="4141767"/>
            <a:ext cx="4038800" cy="134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67"/>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80" name="Google Shape;180;p36"/>
          <p:cNvSpPr txBox="1">
            <a:spLocks noGrp="1"/>
          </p:cNvSpPr>
          <p:nvPr>
            <p:ph type="ctrTitle"/>
          </p:nvPr>
        </p:nvSpPr>
        <p:spPr>
          <a:xfrm rot="5400000">
            <a:off x="9655319" y="1388033"/>
            <a:ext cx="2270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568694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4">
  <p:cSld name="Three columns 4">
    <p:spTree>
      <p:nvGrpSpPr>
        <p:cNvPr id="1" name="Shape 181"/>
        <p:cNvGrpSpPr/>
        <p:nvPr/>
      </p:nvGrpSpPr>
      <p:grpSpPr>
        <a:xfrm>
          <a:off x="0" y="0"/>
          <a:ext cx="0" cy="0"/>
          <a:chOff x="0" y="0"/>
          <a:chExt cx="0" cy="0"/>
        </a:xfrm>
      </p:grpSpPr>
      <p:sp>
        <p:nvSpPr>
          <p:cNvPr id="182" name="Google Shape;182;p37"/>
          <p:cNvSpPr txBox="1">
            <a:spLocks noGrp="1"/>
          </p:cNvSpPr>
          <p:nvPr>
            <p:ph type="subTitle" idx="1"/>
          </p:nvPr>
        </p:nvSpPr>
        <p:spPr>
          <a:xfrm flipH="1">
            <a:off x="1120800" y="3242867"/>
            <a:ext cx="2200400" cy="100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ctr" rtl="0">
              <a:lnSpc>
                <a:spcPct val="100000"/>
              </a:lnSpc>
              <a:spcBef>
                <a:spcPts val="0"/>
              </a:spcBef>
              <a:spcAft>
                <a:spcPts val="0"/>
              </a:spcAft>
              <a:buClr>
                <a:srgbClr val="000000"/>
              </a:buClr>
              <a:buSzPts val="1000"/>
              <a:buNone/>
              <a:defRPr sz="1333">
                <a:solidFill>
                  <a:srgbClr val="000000"/>
                </a:solidFill>
              </a:defRPr>
            </a:lvl2pPr>
            <a:lvl3pPr lvl="2" algn="ctr" rtl="0">
              <a:lnSpc>
                <a:spcPct val="100000"/>
              </a:lnSpc>
              <a:spcBef>
                <a:spcPts val="0"/>
              </a:spcBef>
              <a:spcAft>
                <a:spcPts val="0"/>
              </a:spcAft>
              <a:buClr>
                <a:srgbClr val="000000"/>
              </a:buClr>
              <a:buSzPts val="1000"/>
              <a:buNone/>
              <a:defRPr sz="1333">
                <a:solidFill>
                  <a:srgbClr val="000000"/>
                </a:solidFill>
              </a:defRPr>
            </a:lvl3pPr>
            <a:lvl4pPr lvl="3" algn="ctr" rtl="0">
              <a:lnSpc>
                <a:spcPct val="100000"/>
              </a:lnSpc>
              <a:spcBef>
                <a:spcPts val="0"/>
              </a:spcBef>
              <a:spcAft>
                <a:spcPts val="0"/>
              </a:spcAft>
              <a:buClr>
                <a:srgbClr val="000000"/>
              </a:buClr>
              <a:buSzPts val="1000"/>
              <a:buNone/>
              <a:defRPr sz="1333">
                <a:solidFill>
                  <a:srgbClr val="000000"/>
                </a:solidFill>
              </a:defRPr>
            </a:lvl4pPr>
            <a:lvl5pPr lvl="4" algn="ctr" rtl="0">
              <a:lnSpc>
                <a:spcPct val="100000"/>
              </a:lnSpc>
              <a:spcBef>
                <a:spcPts val="0"/>
              </a:spcBef>
              <a:spcAft>
                <a:spcPts val="0"/>
              </a:spcAft>
              <a:buClr>
                <a:srgbClr val="000000"/>
              </a:buClr>
              <a:buSzPts val="1000"/>
              <a:buNone/>
              <a:defRPr sz="1333">
                <a:solidFill>
                  <a:srgbClr val="000000"/>
                </a:solidFill>
              </a:defRPr>
            </a:lvl5pPr>
            <a:lvl6pPr lvl="5" algn="ctr" rtl="0">
              <a:lnSpc>
                <a:spcPct val="100000"/>
              </a:lnSpc>
              <a:spcBef>
                <a:spcPts val="0"/>
              </a:spcBef>
              <a:spcAft>
                <a:spcPts val="0"/>
              </a:spcAft>
              <a:buClr>
                <a:srgbClr val="000000"/>
              </a:buClr>
              <a:buSzPts val="1000"/>
              <a:buNone/>
              <a:defRPr sz="1333">
                <a:solidFill>
                  <a:srgbClr val="000000"/>
                </a:solidFill>
              </a:defRPr>
            </a:lvl6pPr>
            <a:lvl7pPr lvl="6" algn="ctr" rtl="0">
              <a:lnSpc>
                <a:spcPct val="100000"/>
              </a:lnSpc>
              <a:spcBef>
                <a:spcPts val="0"/>
              </a:spcBef>
              <a:spcAft>
                <a:spcPts val="0"/>
              </a:spcAft>
              <a:buClr>
                <a:srgbClr val="000000"/>
              </a:buClr>
              <a:buSzPts val="1000"/>
              <a:buNone/>
              <a:defRPr sz="1333">
                <a:solidFill>
                  <a:srgbClr val="000000"/>
                </a:solidFill>
              </a:defRPr>
            </a:lvl7pPr>
            <a:lvl8pPr lvl="7" algn="ctr" rtl="0">
              <a:lnSpc>
                <a:spcPct val="100000"/>
              </a:lnSpc>
              <a:spcBef>
                <a:spcPts val="0"/>
              </a:spcBef>
              <a:spcAft>
                <a:spcPts val="0"/>
              </a:spcAft>
              <a:buClr>
                <a:srgbClr val="000000"/>
              </a:buClr>
              <a:buSzPts val="1000"/>
              <a:buNone/>
              <a:defRPr sz="1333">
                <a:solidFill>
                  <a:srgbClr val="000000"/>
                </a:solidFill>
              </a:defRPr>
            </a:lvl8pPr>
            <a:lvl9pPr lvl="8" algn="ct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3" name="Google Shape;183;p37"/>
          <p:cNvSpPr txBox="1">
            <a:spLocks noGrp="1"/>
          </p:cNvSpPr>
          <p:nvPr>
            <p:ph type="subTitle" idx="2"/>
          </p:nvPr>
        </p:nvSpPr>
        <p:spPr>
          <a:xfrm>
            <a:off x="6269565" y="1398791"/>
            <a:ext cx="26136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4" name="Google Shape;184;p37"/>
          <p:cNvSpPr txBox="1">
            <a:spLocks noGrp="1"/>
          </p:cNvSpPr>
          <p:nvPr>
            <p:ph type="ctrTitle"/>
          </p:nvPr>
        </p:nvSpPr>
        <p:spPr>
          <a:xfrm>
            <a:off x="-711200" y="2729800"/>
            <a:ext cx="403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85" name="Google Shape;185;p37"/>
          <p:cNvSpPr txBox="1">
            <a:spLocks noGrp="1"/>
          </p:cNvSpPr>
          <p:nvPr>
            <p:ph type="ctrTitle" idx="3"/>
          </p:nvPr>
        </p:nvSpPr>
        <p:spPr>
          <a:xfrm>
            <a:off x="6269565" y="885724"/>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6" name="Google Shape;186;p37"/>
          <p:cNvSpPr txBox="1">
            <a:spLocks noGrp="1"/>
          </p:cNvSpPr>
          <p:nvPr>
            <p:ph type="subTitle" idx="4"/>
          </p:nvPr>
        </p:nvSpPr>
        <p:spPr>
          <a:xfrm>
            <a:off x="6269565" y="5051900"/>
            <a:ext cx="2953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7" name="Google Shape;187;p37"/>
          <p:cNvSpPr txBox="1">
            <a:spLocks noGrp="1"/>
          </p:cNvSpPr>
          <p:nvPr>
            <p:ph type="ctrTitle" idx="5"/>
          </p:nvPr>
        </p:nvSpPr>
        <p:spPr>
          <a:xfrm>
            <a:off x="6269565" y="4519633"/>
            <a:ext cx="33008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8" name="Google Shape;188;p37"/>
          <p:cNvSpPr txBox="1">
            <a:spLocks noGrp="1"/>
          </p:cNvSpPr>
          <p:nvPr>
            <p:ph type="ctrTitle" idx="6"/>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668394812"/>
      </p:ext>
    </p:extLst>
  </p:cSld>
  <p:clrMapOvr>
    <a:masterClrMapping/>
  </p:clrMapOvr>
  <p:extLst>
    <p:ext uri="{DCECCB84-F9BA-43D5-87BE-67443E8EF086}">
      <p15:sldGuideLst xmlns:p15="http://schemas.microsoft.com/office/powerpoint/2012/main">
        <p15:guide id="1" orient="horz" pos="510">
          <p15:clr>
            <a:srgbClr val="FA7B17"/>
          </p15:clr>
        </p15:guide>
        <p15:guide id="2" pos="45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2">
  <p:cSld name="Two columns 2">
    <p:spTree>
      <p:nvGrpSpPr>
        <p:cNvPr id="1" name="Shape 189"/>
        <p:cNvGrpSpPr/>
        <p:nvPr/>
      </p:nvGrpSpPr>
      <p:grpSpPr>
        <a:xfrm>
          <a:off x="0" y="0"/>
          <a:ext cx="0" cy="0"/>
          <a:chOff x="0" y="0"/>
          <a:chExt cx="0" cy="0"/>
        </a:xfrm>
      </p:grpSpPr>
      <p:sp>
        <p:nvSpPr>
          <p:cNvPr id="190" name="Google Shape;190;p38"/>
          <p:cNvSpPr txBox="1">
            <a:spLocks noGrp="1"/>
          </p:cNvSpPr>
          <p:nvPr>
            <p:ph type="ctrTitle"/>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91" name="Google Shape;191;p38"/>
          <p:cNvSpPr txBox="1">
            <a:spLocks noGrp="1"/>
          </p:cNvSpPr>
          <p:nvPr>
            <p:ph type="subTitle" idx="1"/>
          </p:nvPr>
        </p:nvSpPr>
        <p:spPr>
          <a:xfrm>
            <a:off x="2105419" y="2862933"/>
            <a:ext cx="21688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2" name="Google Shape;192;p38"/>
          <p:cNvSpPr txBox="1">
            <a:spLocks noGrp="1"/>
          </p:cNvSpPr>
          <p:nvPr>
            <p:ph type="ctrTitle" idx="2"/>
          </p:nvPr>
        </p:nvSpPr>
        <p:spPr>
          <a:xfrm>
            <a:off x="2105419" y="2349867"/>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93" name="Google Shape;193;p38"/>
          <p:cNvSpPr txBox="1">
            <a:spLocks noGrp="1"/>
          </p:cNvSpPr>
          <p:nvPr>
            <p:ph type="subTitle" idx="3"/>
          </p:nvPr>
        </p:nvSpPr>
        <p:spPr>
          <a:xfrm>
            <a:off x="5424359" y="2862933"/>
            <a:ext cx="21688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r" rtl="0">
              <a:lnSpc>
                <a:spcPct val="100000"/>
              </a:lnSpc>
              <a:spcBef>
                <a:spcPts val="0"/>
              </a:spcBef>
              <a:spcAft>
                <a:spcPts val="0"/>
              </a:spcAft>
              <a:buClr>
                <a:srgbClr val="000000"/>
              </a:buClr>
              <a:buSzPts val="1000"/>
              <a:buNone/>
              <a:defRPr sz="1333">
                <a:solidFill>
                  <a:srgbClr val="000000"/>
                </a:solidFill>
              </a:defRPr>
            </a:lvl2pPr>
            <a:lvl3pPr lvl="2" algn="r" rtl="0">
              <a:lnSpc>
                <a:spcPct val="100000"/>
              </a:lnSpc>
              <a:spcBef>
                <a:spcPts val="0"/>
              </a:spcBef>
              <a:spcAft>
                <a:spcPts val="0"/>
              </a:spcAft>
              <a:buClr>
                <a:srgbClr val="000000"/>
              </a:buClr>
              <a:buSzPts val="1000"/>
              <a:buNone/>
              <a:defRPr sz="1333">
                <a:solidFill>
                  <a:srgbClr val="000000"/>
                </a:solidFill>
              </a:defRPr>
            </a:lvl3pPr>
            <a:lvl4pPr lvl="3" algn="r" rtl="0">
              <a:lnSpc>
                <a:spcPct val="100000"/>
              </a:lnSpc>
              <a:spcBef>
                <a:spcPts val="0"/>
              </a:spcBef>
              <a:spcAft>
                <a:spcPts val="0"/>
              </a:spcAft>
              <a:buClr>
                <a:srgbClr val="000000"/>
              </a:buClr>
              <a:buSzPts val="1000"/>
              <a:buNone/>
              <a:defRPr sz="1333">
                <a:solidFill>
                  <a:srgbClr val="000000"/>
                </a:solidFill>
              </a:defRPr>
            </a:lvl4pPr>
            <a:lvl5pPr lvl="4" algn="r" rtl="0">
              <a:lnSpc>
                <a:spcPct val="100000"/>
              </a:lnSpc>
              <a:spcBef>
                <a:spcPts val="0"/>
              </a:spcBef>
              <a:spcAft>
                <a:spcPts val="0"/>
              </a:spcAft>
              <a:buClr>
                <a:srgbClr val="000000"/>
              </a:buClr>
              <a:buSzPts val="1000"/>
              <a:buNone/>
              <a:defRPr sz="1333">
                <a:solidFill>
                  <a:srgbClr val="000000"/>
                </a:solidFill>
              </a:defRPr>
            </a:lvl5pPr>
            <a:lvl6pPr lvl="5" algn="r" rtl="0">
              <a:lnSpc>
                <a:spcPct val="100000"/>
              </a:lnSpc>
              <a:spcBef>
                <a:spcPts val="0"/>
              </a:spcBef>
              <a:spcAft>
                <a:spcPts val="0"/>
              </a:spcAft>
              <a:buClr>
                <a:srgbClr val="000000"/>
              </a:buClr>
              <a:buSzPts val="1000"/>
              <a:buNone/>
              <a:defRPr sz="1333">
                <a:solidFill>
                  <a:srgbClr val="000000"/>
                </a:solidFill>
              </a:defRPr>
            </a:lvl6pPr>
            <a:lvl7pPr lvl="6" algn="r" rtl="0">
              <a:lnSpc>
                <a:spcPct val="100000"/>
              </a:lnSpc>
              <a:spcBef>
                <a:spcPts val="0"/>
              </a:spcBef>
              <a:spcAft>
                <a:spcPts val="0"/>
              </a:spcAft>
              <a:buClr>
                <a:srgbClr val="000000"/>
              </a:buClr>
              <a:buSzPts val="1000"/>
              <a:buNone/>
              <a:defRPr sz="1333">
                <a:solidFill>
                  <a:srgbClr val="000000"/>
                </a:solidFill>
              </a:defRPr>
            </a:lvl7pPr>
            <a:lvl8pPr lvl="7" algn="r" rtl="0">
              <a:lnSpc>
                <a:spcPct val="100000"/>
              </a:lnSpc>
              <a:spcBef>
                <a:spcPts val="0"/>
              </a:spcBef>
              <a:spcAft>
                <a:spcPts val="0"/>
              </a:spcAft>
              <a:buClr>
                <a:srgbClr val="000000"/>
              </a:buClr>
              <a:buSzPts val="1000"/>
              <a:buNone/>
              <a:defRPr sz="1333">
                <a:solidFill>
                  <a:srgbClr val="000000"/>
                </a:solidFill>
              </a:defRPr>
            </a:lvl8pPr>
            <a:lvl9pPr lvl="8" algn="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4" name="Google Shape;194;p38"/>
          <p:cNvSpPr txBox="1">
            <a:spLocks noGrp="1"/>
          </p:cNvSpPr>
          <p:nvPr>
            <p:ph type="ctrTitle" idx="4"/>
          </p:nvPr>
        </p:nvSpPr>
        <p:spPr>
          <a:xfrm>
            <a:off x="4100756" y="2349867"/>
            <a:ext cx="349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Tree>
    <p:extLst>
      <p:ext uri="{BB962C8B-B14F-4D97-AF65-F5344CB8AC3E}">
        <p14:creationId xmlns:p14="http://schemas.microsoft.com/office/powerpoint/2010/main" val="200414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6">
  <p:cSld name="Title + text 6">
    <p:spTree>
      <p:nvGrpSpPr>
        <p:cNvPr id="1" name="Shape 195"/>
        <p:cNvGrpSpPr/>
        <p:nvPr/>
      </p:nvGrpSpPr>
      <p:grpSpPr>
        <a:xfrm>
          <a:off x="0" y="0"/>
          <a:ext cx="0" cy="0"/>
          <a:chOff x="0" y="0"/>
          <a:chExt cx="0" cy="0"/>
        </a:xfrm>
      </p:grpSpPr>
      <p:sp>
        <p:nvSpPr>
          <p:cNvPr id="196" name="Google Shape;196;p39"/>
          <p:cNvSpPr txBox="1">
            <a:spLocks noGrp="1"/>
          </p:cNvSpPr>
          <p:nvPr>
            <p:ph type="ctrTitle"/>
          </p:nvPr>
        </p:nvSpPr>
        <p:spPr>
          <a:xfrm>
            <a:off x="1108267" y="501997"/>
            <a:ext cx="5156400" cy="27388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chemeClr val="lt1"/>
              </a:buClr>
              <a:buSzPts val="1600"/>
              <a:buNone/>
              <a:defRPr sz="2133">
                <a:solidFill>
                  <a:schemeClr val="lt1"/>
                </a:solidFill>
              </a:defRPr>
            </a:lvl2pPr>
            <a:lvl3pPr lvl="2" rtl="0">
              <a:spcBef>
                <a:spcPts val="0"/>
              </a:spcBef>
              <a:spcAft>
                <a:spcPts val="0"/>
              </a:spcAft>
              <a:buClr>
                <a:schemeClr val="lt1"/>
              </a:buClr>
              <a:buSzPts val="1600"/>
              <a:buNone/>
              <a:defRPr sz="2133">
                <a:solidFill>
                  <a:schemeClr val="lt1"/>
                </a:solidFill>
              </a:defRPr>
            </a:lvl3pPr>
            <a:lvl4pPr lvl="3" rtl="0">
              <a:spcBef>
                <a:spcPts val="0"/>
              </a:spcBef>
              <a:spcAft>
                <a:spcPts val="0"/>
              </a:spcAft>
              <a:buClr>
                <a:schemeClr val="lt1"/>
              </a:buClr>
              <a:buSzPts val="1600"/>
              <a:buNone/>
              <a:defRPr sz="2133">
                <a:solidFill>
                  <a:schemeClr val="lt1"/>
                </a:solidFill>
              </a:defRPr>
            </a:lvl4pPr>
            <a:lvl5pPr lvl="4" rtl="0">
              <a:spcBef>
                <a:spcPts val="0"/>
              </a:spcBef>
              <a:spcAft>
                <a:spcPts val="0"/>
              </a:spcAft>
              <a:buClr>
                <a:schemeClr val="lt1"/>
              </a:buClr>
              <a:buSzPts val="1600"/>
              <a:buNone/>
              <a:defRPr sz="2133">
                <a:solidFill>
                  <a:schemeClr val="lt1"/>
                </a:solidFill>
              </a:defRPr>
            </a:lvl5pPr>
            <a:lvl6pPr lvl="5" rtl="0">
              <a:spcBef>
                <a:spcPts val="0"/>
              </a:spcBef>
              <a:spcAft>
                <a:spcPts val="0"/>
              </a:spcAft>
              <a:buClr>
                <a:schemeClr val="lt1"/>
              </a:buClr>
              <a:buSzPts val="1600"/>
              <a:buNone/>
              <a:defRPr sz="2133">
                <a:solidFill>
                  <a:schemeClr val="lt1"/>
                </a:solidFill>
              </a:defRPr>
            </a:lvl6pPr>
            <a:lvl7pPr lvl="6" rtl="0">
              <a:spcBef>
                <a:spcPts val="0"/>
              </a:spcBef>
              <a:spcAft>
                <a:spcPts val="0"/>
              </a:spcAft>
              <a:buClr>
                <a:schemeClr val="lt1"/>
              </a:buClr>
              <a:buSzPts val="1600"/>
              <a:buNone/>
              <a:defRPr sz="2133">
                <a:solidFill>
                  <a:schemeClr val="lt1"/>
                </a:solidFill>
              </a:defRPr>
            </a:lvl7pPr>
            <a:lvl8pPr lvl="7" rtl="0">
              <a:spcBef>
                <a:spcPts val="0"/>
              </a:spcBef>
              <a:spcAft>
                <a:spcPts val="0"/>
              </a:spcAft>
              <a:buClr>
                <a:schemeClr val="lt1"/>
              </a:buClr>
              <a:buSzPts val="1600"/>
              <a:buNone/>
              <a:defRPr sz="2133">
                <a:solidFill>
                  <a:schemeClr val="lt1"/>
                </a:solidFill>
              </a:defRPr>
            </a:lvl8pPr>
            <a:lvl9pPr lvl="8" rtl="0">
              <a:spcBef>
                <a:spcPts val="0"/>
              </a:spcBef>
              <a:spcAft>
                <a:spcPts val="0"/>
              </a:spcAft>
              <a:buClr>
                <a:schemeClr val="lt1"/>
              </a:buClr>
              <a:buSzPts val="1600"/>
              <a:buNone/>
              <a:defRPr sz="2133">
                <a:solidFill>
                  <a:schemeClr val="lt1"/>
                </a:solidFill>
              </a:defRPr>
            </a:lvl9pPr>
          </a:lstStyle>
          <a:p>
            <a:endParaRPr/>
          </a:p>
        </p:txBody>
      </p:sp>
      <p:sp>
        <p:nvSpPr>
          <p:cNvPr id="197" name="Google Shape;197;p39"/>
          <p:cNvSpPr txBox="1">
            <a:spLocks noGrp="1"/>
          </p:cNvSpPr>
          <p:nvPr>
            <p:ph type="subTitle" idx="1"/>
          </p:nvPr>
        </p:nvSpPr>
        <p:spPr>
          <a:xfrm>
            <a:off x="1108267" y="3085633"/>
            <a:ext cx="4108800" cy="237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426169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redits">
  <p:cSld name="Credits">
    <p:spTree>
      <p:nvGrpSpPr>
        <p:cNvPr id="1" name="Shape 198"/>
        <p:cNvGrpSpPr/>
        <p:nvPr/>
      </p:nvGrpSpPr>
      <p:grpSpPr>
        <a:xfrm>
          <a:off x="0" y="0"/>
          <a:ext cx="0" cy="0"/>
          <a:chOff x="0" y="0"/>
          <a:chExt cx="0" cy="0"/>
        </a:xfrm>
      </p:grpSpPr>
      <p:sp>
        <p:nvSpPr>
          <p:cNvPr id="199" name="Google Shape;199;p40"/>
          <p:cNvSpPr txBox="1">
            <a:spLocks noGrp="1"/>
          </p:cNvSpPr>
          <p:nvPr>
            <p:ph type="body" idx="1"/>
          </p:nvPr>
        </p:nvSpPr>
        <p:spPr>
          <a:xfrm>
            <a:off x="856067" y="2846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0" name="Google Shape;200;p40"/>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34030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201"/>
        <p:cNvGrpSpPr/>
        <p:nvPr/>
      </p:nvGrpSpPr>
      <p:grpSpPr>
        <a:xfrm>
          <a:off x="0" y="0"/>
          <a:ext cx="0" cy="0"/>
          <a:chOff x="0" y="0"/>
          <a:chExt cx="0" cy="0"/>
        </a:xfrm>
      </p:grpSpPr>
      <p:sp>
        <p:nvSpPr>
          <p:cNvPr id="202" name="Google Shape;202;p41"/>
          <p:cNvSpPr txBox="1">
            <a:spLocks noGrp="1"/>
          </p:cNvSpPr>
          <p:nvPr>
            <p:ph type="body" idx="1"/>
          </p:nvPr>
        </p:nvSpPr>
        <p:spPr>
          <a:xfrm>
            <a:off x="856067" y="1703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3" name="Google Shape;203;p41"/>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204" name="Google Shape;204;p41"/>
          <p:cNvSpPr txBox="1">
            <a:spLocks noGrp="1"/>
          </p:cNvSpPr>
          <p:nvPr>
            <p:ph type="subTitle" idx="2"/>
          </p:nvPr>
        </p:nvSpPr>
        <p:spPr>
          <a:xfrm>
            <a:off x="856067" y="720000"/>
            <a:ext cx="6207200" cy="128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61538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149464938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14"/>
        <p:cNvGrpSpPr/>
        <p:nvPr/>
      </p:nvGrpSpPr>
      <p:grpSpPr>
        <a:xfrm>
          <a:off x="0" y="0"/>
          <a:ext cx="0" cy="0"/>
          <a:chOff x="0" y="0"/>
          <a:chExt cx="0" cy="0"/>
        </a:xfrm>
      </p:grpSpPr>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16" name="Google Shape;16;p3"/>
          <p:cNvPicPr preferRelativeResize="0"/>
          <p:nvPr/>
        </p:nvPicPr>
        <p:blipFill>
          <a:blip r:embed="rId2">
            <a:alphaModFix/>
          </a:blip>
          <a:stretch>
            <a:fillRect/>
          </a:stretch>
        </p:blipFill>
        <p:spPr>
          <a:xfrm>
            <a:off x="7865433" y="2550801"/>
            <a:ext cx="4326568" cy="4307199"/>
          </a:xfrm>
          <a:prstGeom prst="rect">
            <a:avLst/>
          </a:prstGeom>
          <a:noFill/>
          <a:ln>
            <a:noFill/>
          </a:ln>
        </p:spPr>
      </p:pic>
      <p:sp>
        <p:nvSpPr>
          <p:cNvPr id="17" name="Google Shape;17;p3"/>
          <p:cNvSpPr>
            <a:spLocks noGrp="1"/>
          </p:cNvSpPr>
          <p:nvPr>
            <p:ph type="pic" idx="2"/>
          </p:nvPr>
        </p:nvSpPr>
        <p:spPr>
          <a:xfrm>
            <a:off x="7790767" y="843067"/>
            <a:ext cx="3486800" cy="458816"/>
          </a:xfrm>
          <a:prstGeom prst="roundRect">
            <a:avLst>
              <a:gd name="adj" fmla="val 16667"/>
            </a:avLst>
          </a:prstGeom>
          <a:noFill/>
          <a:ln>
            <a:noFill/>
          </a:ln>
        </p:spPr>
        <p:txBody>
          <a:bodyPr/>
          <a:lstStyle>
            <a:lvl1pPr>
              <a:defRPr>
                <a:latin typeface="Arial" panose="020B0604020202020204" pitchFamily="34" charset="0"/>
                <a:cs typeface="Arial" panose="020B0604020202020204" pitchFamily="34" charset="0"/>
              </a:defRPr>
            </a:lvl1pPr>
          </a:lstStyle>
          <a:p>
            <a:endParaRPr lang="en-AM" dirty="0"/>
          </a:p>
        </p:txBody>
      </p:sp>
      <p:sp>
        <p:nvSpPr>
          <p:cNvPr id="18" name="Google Shape;18;p3"/>
          <p:cNvSpPr txBox="1">
            <a:spLocks noGrp="1"/>
          </p:cNvSpPr>
          <p:nvPr>
            <p:ph type="title"/>
          </p:nvPr>
        </p:nvSpPr>
        <p:spPr>
          <a:xfrm>
            <a:off x="842900" y="1227500"/>
            <a:ext cx="67280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9" name="Google Shape;19;p3"/>
          <p:cNvSpPr txBox="1">
            <a:spLocks noGrp="1"/>
          </p:cNvSpPr>
          <p:nvPr>
            <p:ph type="subTitle" idx="1"/>
          </p:nvPr>
        </p:nvSpPr>
        <p:spPr>
          <a:xfrm>
            <a:off x="856933" y="2298301"/>
            <a:ext cx="4806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274022193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41"/>
        <p:cNvGrpSpPr/>
        <p:nvPr/>
      </p:nvGrpSpPr>
      <p:grpSpPr>
        <a:xfrm>
          <a:off x="0" y="0"/>
          <a:ext cx="0" cy="0"/>
          <a:chOff x="0" y="0"/>
          <a:chExt cx="0" cy="0"/>
        </a:xfrm>
      </p:grpSpPr>
      <p:sp>
        <p:nvSpPr>
          <p:cNvPr id="42" name="Google Shape;42;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43" name="Google Shape;43;p7"/>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1695449218"/>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2996579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45"/>
        <p:cNvGrpSpPr/>
        <p:nvPr/>
      </p:nvGrpSpPr>
      <p:grpSpPr>
        <a:xfrm>
          <a:off x="0" y="0"/>
          <a:ext cx="0" cy="0"/>
          <a:chOff x="0" y="0"/>
          <a:chExt cx="0" cy="0"/>
        </a:xfrm>
      </p:grpSpPr>
      <p:sp>
        <p:nvSpPr>
          <p:cNvPr id="46" name="Google Shape;46;p9"/>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47" name="Google Shape;47;p9"/>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48" name="Google Shape;48;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060965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0"/>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2" name="Google Shape;52;p10"/>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3" name="Google Shape;53;p10"/>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038176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_3">
  <p:cSld name="TITLE_3">
    <p:spTree>
      <p:nvGrpSpPr>
        <p:cNvPr id="1" name="Shape 54"/>
        <p:cNvGrpSpPr/>
        <p:nvPr/>
      </p:nvGrpSpPr>
      <p:grpSpPr>
        <a:xfrm>
          <a:off x="0" y="0"/>
          <a:ext cx="0" cy="0"/>
          <a:chOff x="0" y="0"/>
          <a:chExt cx="0" cy="0"/>
        </a:xfrm>
      </p:grpSpPr>
      <p:sp>
        <p:nvSpPr>
          <p:cNvPr id="55" name="Google Shape;55;p11"/>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6" name="Google Shape;56;p11"/>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57" name="Google Shape;5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67464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_4">
  <p:cSld name="TITLE_4">
    <p:spTree>
      <p:nvGrpSpPr>
        <p:cNvPr id="1" name="Shape 58"/>
        <p:cNvGrpSpPr/>
        <p:nvPr/>
      </p:nvGrpSpPr>
      <p:grpSpPr>
        <a:xfrm>
          <a:off x="0" y="0"/>
          <a:ext cx="0" cy="0"/>
          <a:chOff x="0" y="0"/>
          <a:chExt cx="0" cy="0"/>
        </a:xfrm>
      </p:grpSpPr>
      <p:sp>
        <p:nvSpPr>
          <p:cNvPr id="59" name="Google Shape;59;p12"/>
          <p:cNvSpPr txBox="1">
            <a:spLocks noGrp="1"/>
          </p:cNvSpPr>
          <p:nvPr>
            <p:ph type="ctrTitle"/>
          </p:nvPr>
        </p:nvSpPr>
        <p:spPr>
          <a:xfrm>
            <a:off x="5386767" y="2409633"/>
            <a:ext cx="5446000" cy="2564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rgbClr val="191919"/>
              </a:buClr>
              <a:buSzPts val="5200"/>
              <a:buNone/>
              <a:defRPr sz="5867" b="1"/>
            </a:lvl1pPr>
            <a:lvl2pPr lvl="1" algn="ctr" rtl="0">
              <a:spcBef>
                <a:spcPts val="0"/>
              </a:spcBef>
              <a:spcAft>
                <a:spcPts val="0"/>
              </a:spcAft>
              <a:buClr>
                <a:srgbClr val="191919"/>
              </a:buClr>
              <a:buSzPts val="5200"/>
              <a:buNone/>
              <a:defRPr sz="6933">
                <a:solidFill>
                  <a:srgbClr val="191919"/>
                </a:solidFill>
              </a:defRPr>
            </a:lvl2pPr>
            <a:lvl3pPr lvl="2" algn="ctr" rtl="0">
              <a:spcBef>
                <a:spcPts val="0"/>
              </a:spcBef>
              <a:spcAft>
                <a:spcPts val="0"/>
              </a:spcAft>
              <a:buClr>
                <a:srgbClr val="191919"/>
              </a:buClr>
              <a:buSzPts val="5200"/>
              <a:buNone/>
              <a:defRPr sz="6933">
                <a:solidFill>
                  <a:srgbClr val="191919"/>
                </a:solidFill>
              </a:defRPr>
            </a:lvl3pPr>
            <a:lvl4pPr lvl="3" algn="ctr" rtl="0">
              <a:spcBef>
                <a:spcPts val="0"/>
              </a:spcBef>
              <a:spcAft>
                <a:spcPts val="0"/>
              </a:spcAft>
              <a:buClr>
                <a:srgbClr val="191919"/>
              </a:buClr>
              <a:buSzPts val="5200"/>
              <a:buNone/>
              <a:defRPr sz="6933">
                <a:solidFill>
                  <a:srgbClr val="191919"/>
                </a:solidFill>
              </a:defRPr>
            </a:lvl4pPr>
            <a:lvl5pPr lvl="4" algn="ctr" rtl="0">
              <a:spcBef>
                <a:spcPts val="0"/>
              </a:spcBef>
              <a:spcAft>
                <a:spcPts val="0"/>
              </a:spcAft>
              <a:buClr>
                <a:srgbClr val="191919"/>
              </a:buClr>
              <a:buSzPts val="5200"/>
              <a:buNone/>
              <a:defRPr sz="6933">
                <a:solidFill>
                  <a:srgbClr val="191919"/>
                </a:solidFill>
              </a:defRPr>
            </a:lvl5pPr>
            <a:lvl6pPr lvl="5" algn="ctr" rtl="0">
              <a:spcBef>
                <a:spcPts val="0"/>
              </a:spcBef>
              <a:spcAft>
                <a:spcPts val="0"/>
              </a:spcAft>
              <a:buClr>
                <a:srgbClr val="191919"/>
              </a:buClr>
              <a:buSzPts val="5200"/>
              <a:buNone/>
              <a:defRPr sz="6933">
                <a:solidFill>
                  <a:srgbClr val="191919"/>
                </a:solidFill>
              </a:defRPr>
            </a:lvl6pPr>
            <a:lvl7pPr lvl="6" algn="ctr" rtl="0">
              <a:spcBef>
                <a:spcPts val="0"/>
              </a:spcBef>
              <a:spcAft>
                <a:spcPts val="0"/>
              </a:spcAft>
              <a:buClr>
                <a:srgbClr val="191919"/>
              </a:buClr>
              <a:buSzPts val="5200"/>
              <a:buNone/>
              <a:defRPr sz="6933">
                <a:solidFill>
                  <a:srgbClr val="191919"/>
                </a:solidFill>
              </a:defRPr>
            </a:lvl7pPr>
            <a:lvl8pPr lvl="7" algn="ctr" rtl="0">
              <a:spcBef>
                <a:spcPts val="0"/>
              </a:spcBef>
              <a:spcAft>
                <a:spcPts val="0"/>
              </a:spcAft>
              <a:buClr>
                <a:srgbClr val="191919"/>
              </a:buClr>
              <a:buSzPts val="5200"/>
              <a:buNone/>
              <a:defRPr sz="6933">
                <a:solidFill>
                  <a:srgbClr val="191919"/>
                </a:solidFill>
              </a:defRPr>
            </a:lvl8pPr>
            <a:lvl9pPr lvl="8" algn="ctr" rtl="0">
              <a:spcBef>
                <a:spcPts val="0"/>
              </a:spcBef>
              <a:spcAft>
                <a:spcPts val="0"/>
              </a:spcAft>
              <a:buClr>
                <a:srgbClr val="191919"/>
              </a:buClr>
              <a:buSzPts val="5200"/>
              <a:buNone/>
              <a:defRPr sz="6933">
                <a:solidFill>
                  <a:srgbClr val="191919"/>
                </a:solidFill>
              </a:defRPr>
            </a:lvl9pPr>
          </a:lstStyle>
          <a:p>
            <a:endParaRPr/>
          </a:p>
        </p:txBody>
      </p:sp>
      <p:sp>
        <p:nvSpPr>
          <p:cNvPr id="60" name="Google Shape;60;p12"/>
          <p:cNvSpPr txBox="1">
            <a:spLocks noGrp="1"/>
          </p:cNvSpPr>
          <p:nvPr>
            <p:ph type="subTitle" idx="1"/>
          </p:nvPr>
        </p:nvSpPr>
        <p:spPr>
          <a:xfrm>
            <a:off x="5386767" y="5201000"/>
            <a:ext cx="6071200" cy="553968"/>
          </a:xfrm>
          <a:prstGeom prst="rect">
            <a:avLst/>
          </a:prstGeom>
          <a:ln>
            <a:noFill/>
          </a:ln>
        </p:spPr>
        <p:txBody>
          <a:bodyPr spcFirstLastPara="1" wrap="square" lIns="91425" tIns="91425" rIns="91425" bIns="91425" anchor="t" anchorCtr="0">
            <a:spAutoFit/>
          </a:bodyPr>
          <a:lstStyle>
            <a:lvl1pPr lvl="0" rtl="0">
              <a:lnSpc>
                <a:spcPct val="100000"/>
              </a:lnSpc>
              <a:spcBef>
                <a:spcPts val="0"/>
              </a:spcBef>
              <a:spcAft>
                <a:spcPts val="0"/>
              </a:spcAft>
              <a:buSzPts val="1300"/>
              <a:buNone/>
              <a:defRPr sz="2400"/>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61" name="Google Shape;61;p12"/>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545580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8"/>
        <p:cNvGrpSpPr/>
        <p:nvPr/>
      </p:nvGrpSpPr>
      <p:grpSpPr>
        <a:xfrm>
          <a:off x="0" y="0"/>
          <a:ext cx="0" cy="0"/>
          <a:chOff x="0" y="0"/>
          <a:chExt cx="0" cy="0"/>
        </a:xfrm>
      </p:grpSpPr>
      <p:sp>
        <p:nvSpPr>
          <p:cNvPr id="209" name="Google Shape;209;p43"/>
          <p:cNvSpPr/>
          <p:nvPr/>
        </p:nvSpPr>
        <p:spPr>
          <a:xfrm rot="10800000" flipH="1">
            <a:off x="-1882109" y="-1543200"/>
            <a:ext cx="5915709" cy="495245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0" name="Google Shape;210;p43"/>
          <p:cNvSpPr/>
          <p:nvPr/>
        </p:nvSpPr>
        <p:spPr>
          <a:xfrm>
            <a:off x="1417100" y="4494000"/>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 name="Google Shape;211;p43"/>
          <p:cNvSpPr/>
          <p:nvPr/>
        </p:nvSpPr>
        <p:spPr>
          <a:xfrm>
            <a:off x="10140567" y="456233"/>
            <a:ext cx="2736800" cy="27368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2" name="Google Shape;212;p43"/>
          <p:cNvGrpSpPr/>
          <p:nvPr/>
        </p:nvGrpSpPr>
        <p:grpSpPr>
          <a:xfrm>
            <a:off x="8550104" y="-853426"/>
            <a:ext cx="2616643" cy="2604379"/>
            <a:chOff x="386328" y="2672681"/>
            <a:chExt cx="1962482" cy="1953284"/>
          </a:xfrm>
        </p:grpSpPr>
        <p:sp>
          <p:nvSpPr>
            <p:cNvPr id="213" name="Google Shape;213;p43"/>
            <p:cNvSpPr/>
            <p:nvPr/>
          </p:nvSpPr>
          <p:spPr>
            <a:xfrm>
              <a:off x="602590" y="3031586"/>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3"/>
            <p:cNvSpPr/>
            <p:nvPr/>
          </p:nvSpPr>
          <p:spPr>
            <a:xfrm>
              <a:off x="386328" y="2672681"/>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3"/>
            <p:cNvSpPr/>
            <p:nvPr/>
          </p:nvSpPr>
          <p:spPr>
            <a:xfrm>
              <a:off x="795817" y="2846396"/>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43"/>
            <p:cNvSpPr/>
            <p:nvPr/>
          </p:nvSpPr>
          <p:spPr>
            <a:xfrm>
              <a:off x="906269" y="2679600"/>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43"/>
            <p:cNvSpPr/>
            <p:nvPr/>
          </p:nvSpPr>
          <p:spPr>
            <a:xfrm>
              <a:off x="1314642" y="2672681"/>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43"/>
            <p:cNvSpPr/>
            <p:nvPr/>
          </p:nvSpPr>
          <p:spPr>
            <a:xfrm>
              <a:off x="1724131" y="2785411"/>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43"/>
            <p:cNvSpPr/>
            <p:nvPr/>
          </p:nvSpPr>
          <p:spPr>
            <a:xfrm>
              <a:off x="1874810" y="2808447"/>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3"/>
            <p:cNvSpPr/>
            <p:nvPr/>
          </p:nvSpPr>
          <p:spPr>
            <a:xfrm>
              <a:off x="451868" y="3289279"/>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3"/>
            <p:cNvSpPr/>
            <p:nvPr/>
          </p:nvSpPr>
          <p:spPr>
            <a:xfrm>
              <a:off x="516292" y="3153513"/>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3"/>
            <p:cNvSpPr/>
            <p:nvPr/>
          </p:nvSpPr>
          <p:spPr>
            <a:xfrm>
              <a:off x="704963" y="2940732"/>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3"/>
            <p:cNvSpPr/>
            <p:nvPr/>
          </p:nvSpPr>
          <p:spPr>
            <a:xfrm>
              <a:off x="1113335" y="2940732"/>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3"/>
            <p:cNvSpPr/>
            <p:nvPr/>
          </p:nvSpPr>
          <p:spPr>
            <a:xfrm>
              <a:off x="1522825" y="2940732"/>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3"/>
            <p:cNvSpPr/>
            <p:nvPr/>
          </p:nvSpPr>
          <p:spPr>
            <a:xfrm>
              <a:off x="1931197" y="2975243"/>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3"/>
            <p:cNvSpPr/>
            <p:nvPr/>
          </p:nvSpPr>
          <p:spPr>
            <a:xfrm>
              <a:off x="389766" y="3559565"/>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3"/>
            <p:cNvSpPr/>
            <p:nvPr/>
          </p:nvSpPr>
          <p:spPr>
            <a:xfrm>
              <a:off x="497897" y="3303075"/>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3"/>
            <p:cNvSpPr/>
            <p:nvPr/>
          </p:nvSpPr>
          <p:spPr>
            <a:xfrm>
              <a:off x="906269" y="3303075"/>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3"/>
            <p:cNvSpPr/>
            <p:nvPr/>
          </p:nvSpPr>
          <p:spPr>
            <a:xfrm>
              <a:off x="1314642" y="3303075"/>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3"/>
            <p:cNvSpPr/>
            <p:nvPr/>
          </p:nvSpPr>
          <p:spPr>
            <a:xfrm>
              <a:off x="1724131" y="3301915"/>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3"/>
            <p:cNvSpPr/>
            <p:nvPr/>
          </p:nvSpPr>
          <p:spPr>
            <a:xfrm>
              <a:off x="2132503" y="3301915"/>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3"/>
            <p:cNvSpPr/>
            <p:nvPr/>
          </p:nvSpPr>
          <p:spPr>
            <a:xfrm>
              <a:off x="395525" y="3644703"/>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3"/>
            <p:cNvSpPr/>
            <p:nvPr/>
          </p:nvSpPr>
          <p:spPr>
            <a:xfrm>
              <a:off x="704963" y="3644703"/>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3"/>
            <p:cNvSpPr/>
            <p:nvPr/>
          </p:nvSpPr>
          <p:spPr>
            <a:xfrm>
              <a:off x="1113335" y="3644703"/>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3"/>
            <p:cNvSpPr/>
            <p:nvPr/>
          </p:nvSpPr>
          <p:spPr>
            <a:xfrm>
              <a:off x="1522825" y="3644703"/>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3"/>
            <p:cNvSpPr/>
            <p:nvPr/>
          </p:nvSpPr>
          <p:spPr>
            <a:xfrm>
              <a:off x="1931197" y="3644703"/>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3"/>
            <p:cNvSpPr/>
            <p:nvPr/>
          </p:nvSpPr>
          <p:spPr>
            <a:xfrm>
              <a:off x="2339569" y="3728681"/>
              <a:ext cx="6919" cy="10401"/>
            </a:xfrm>
            <a:custGeom>
              <a:avLst/>
              <a:gdLst/>
              <a:ahLst/>
              <a:cxnLst/>
              <a:rect l="l" t="t" r="r" b="b"/>
              <a:pathLst>
                <a:path w="161" h="242" extrusionOk="0">
                  <a:moveTo>
                    <a:pt x="81" y="1"/>
                  </a:moveTo>
                  <a:lnTo>
                    <a:pt x="0" y="161"/>
                  </a:lnTo>
                  <a:lnTo>
                    <a:pt x="134" y="241"/>
                  </a:lnTo>
                  <a:cubicBezTo>
                    <a:pt x="134" y="161"/>
                    <a:pt x="134" y="108"/>
                    <a:pt x="161" y="27"/>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3"/>
            <p:cNvSpPr/>
            <p:nvPr/>
          </p:nvSpPr>
          <p:spPr>
            <a:xfrm>
              <a:off x="497897" y="4010528"/>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3"/>
            <p:cNvSpPr/>
            <p:nvPr/>
          </p:nvSpPr>
          <p:spPr>
            <a:xfrm>
              <a:off x="906269" y="4010528"/>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3"/>
            <p:cNvSpPr/>
            <p:nvPr/>
          </p:nvSpPr>
          <p:spPr>
            <a:xfrm>
              <a:off x="1314642" y="4010528"/>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3"/>
            <p:cNvSpPr/>
            <p:nvPr/>
          </p:nvSpPr>
          <p:spPr>
            <a:xfrm>
              <a:off x="1724131" y="4010528"/>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3"/>
            <p:cNvSpPr/>
            <p:nvPr/>
          </p:nvSpPr>
          <p:spPr>
            <a:xfrm>
              <a:off x="2132503" y="4095623"/>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43"/>
            <p:cNvSpPr/>
            <p:nvPr/>
          </p:nvSpPr>
          <p:spPr>
            <a:xfrm>
              <a:off x="890153" y="4437294"/>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43"/>
            <p:cNvSpPr/>
            <p:nvPr/>
          </p:nvSpPr>
          <p:spPr>
            <a:xfrm>
              <a:off x="855642" y="4352156"/>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3"/>
            <p:cNvSpPr/>
            <p:nvPr/>
          </p:nvSpPr>
          <p:spPr>
            <a:xfrm>
              <a:off x="1113335" y="4352156"/>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3"/>
            <p:cNvSpPr/>
            <p:nvPr/>
          </p:nvSpPr>
          <p:spPr>
            <a:xfrm>
              <a:off x="1522825" y="4352156"/>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3"/>
            <p:cNvSpPr/>
            <p:nvPr/>
          </p:nvSpPr>
          <p:spPr>
            <a:xfrm>
              <a:off x="1931197" y="4437294"/>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8" name="Google Shape;248;p43"/>
          <p:cNvSpPr/>
          <p:nvPr/>
        </p:nvSpPr>
        <p:spPr>
          <a:xfrm>
            <a:off x="-166" y="6132567"/>
            <a:ext cx="12192428" cy="794067"/>
          </a:xfrm>
          <a:custGeom>
            <a:avLst/>
            <a:gdLst/>
            <a:ahLst/>
            <a:cxnLst/>
            <a:rect l="l" t="t" r="r" b="b"/>
            <a:pathLst>
              <a:path w="287196" h="23822" extrusionOk="0">
                <a:moveTo>
                  <a:pt x="1" y="0"/>
                </a:moveTo>
                <a:lnTo>
                  <a:pt x="1" y="23822"/>
                </a:lnTo>
                <a:lnTo>
                  <a:pt x="287196" y="23822"/>
                </a:lnTo>
                <a:lnTo>
                  <a:pt x="287196" y="0"/>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9" name="Google Shape;249;p43"/>
          <p:cNvSpPr txBox="1">
            <a:spLocks noGrp="1"/>
          </p:cNvSpPr>
          <p:nvPr>
            <p:ph type="ctrTitle"/>
          </p:nvPr>
        </p:nvSpPr>
        <p:spPr>
          <a:xfrm>
            <a:off x="1710792" y="1721000"/>
            <a:ext cx="8770400" cy="273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7333" b="1">
                <a:solidFill>
                  <a:srgbClr val="806860"/>
                </a:solidFill>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250" name="Google Shape;250;p43"/>
          <p:cNvSpPr txBox="1">
            <a:spLocks noGrp="1"/>
          </p:cNvSpPr>
          <p:nvPr>
            <p:ph type="subTitle" idx="1"/>
          </p:nvPr>
        </p:nvSpPr>
        <p:spPr>
          <a:xfrm>
            <a:off x="1710800" y="4526167"/>
            <a:ext cx="8770400" cy="6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000">
                <a:latin typeface="Manjari"/>
                <a:ea typeface="Manjari"/>
                <a:cs typeface="Manjari"/>
                <a:sym typeface="Manjari"/>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742706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1"/>
        <p:cNvGrpSpPr/>
        <p:nvPr/>
      </p:nvGrpSpPr>
      <p:grpSpPr>
        <a:xfrm>
          <a:off x="0" y="0"/>
          <a:ext cx="0" cy="0"/>
          <a:chOff x="0" y="0"/>
          <a:chExt cx="0" cy="0"/>
        </a:xfrm>
      </p:grpSpPr>
      <p:sp>
        <p:nvSpPr>
          <p:cNvPr id="252" name="Google Shape;252;p44"/>
          <p:cNvSpPr/>
          <p:nvPr/>
        </p:nvSpPr>
        <p:spPr>
          <a:xfrm>
            <a:off x="8947111" y="1771992"/>
            <a:ext cx="3167200" cy="31672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3" name="Google Shape;253;p44"/>
          <p:cNvGrpSpPr/>
          <p:nvPr/>
        </p:nvGrpSpPr>
        <p:grpSpPr>
          <a:xfrm>
            <a:off x="8470192" y="810375"/>
            <a:ext cx="3027913" cy="3013779"/>
            <a:chOff x="6762468" y="1386456"/>
            <a:chExt cx="2270935" cy="2260334"/>
          </a:xfrm>
        </p:grpSpPr>
        <p:sp>
          <p:nvSpPr>
            <p:cNvPr id="254" name="Google Shape;254;p4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4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4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4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4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4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4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4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4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4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4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4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4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4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4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4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4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4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4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4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4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4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4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4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4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4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4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4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4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4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4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4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4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7" name="Google Shape;287;p44"/>
          <p:cNvSpPr/>
          <p:nvPr/>
        </p:nvSpPr>
        <p:spPr>
          <a:xfrm rot="8100000">
            <a:off x="536166" y="-1247022"/>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8" name="Google Shape;288;p44"/>
          <p:cNvSpPr/>
          <p:nvPr/>
        </p:nvSpPr>
        <p:spPr>
          <a:xfrm>
            <a:off x="855367" y="3926702"/>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9" name="Google Shape;289;p44">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90" name="Google Shape;290;p44"/>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9718042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91"/>
        <p:cNvGrpSpPr/>
        <p:nvPr/>
      </p:nvGrpSpPr>
      <p:grpSpPr>
        <a:xfrm>
          <a:off x="0" y="0"/>
          <a:ext cx="0" cy="0"/>
          <a:chOff x="0" y="0"/>
          <a:chExt cx="0" cy="0"/>
        </a:xfrm>
      </p:grpSpPr>
      <p:sp>
        <p:nvSpPr>
          <p:cNvPr id="292" name="Google Shape;292;p45"/>
          <p:cNvSpPr/>
          <p:nvPr/>
        </p:nvSpPr>
        <p:spPr>
          <a:xfrm rot="-1762095" flipH="1">
            <a:off x="-860639" y="3178261"/>
            <a:ext cx="3387271" cy="50419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 name="Google Shape;293;p45"/>
          <p:cNvSpPr/>
          <p:nvPr/>
        </p:nvSpPr>
        <p:spPr>
          <a:xfrm>
            <a:off x="10852834" y="2535567"/>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4" name="Google Shape;294;p45"/>
          <p:cNvSpPr txBox="1">
            <a:spLocks noGrp="1"/>
          </p:cNvSpPr>
          <p:nvPr>
            <p:ph type="body" idx="1"/>
          </p:nvPr>
        </p:nvSpPr>
        <p:spPr>
          <a:xfrm>
            <a:off x="951000" y="1536633"/>
            <a:ext cx="10290000" cy="4555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chemeClr val="accent1"/>
              </a:buClr>
              <a:buSzPts val="1200"/>
              <a:buAutoNum type="arabicPeriod"/>
              <a:defRPr sz="1600"/>
            </a:lvl1pPr>
            <a:lvl2pPr marL="1219170" lvl="1" indent="-406390" rtl="0">
              <a:spcBef>
                <a:spcPts val="0"/>
              </a:spcBef>
              <a:spcAft>
                <a:spcPts val="0"/>
              </a:spcAft>
              <a:buClr>
                <a:srgbClr val="434343"/>
              </a:buClr>
              <a:buSzPts val="1200"/>
              <a:buFont typeface="Roboto Condensed Light"/>
              <a:buAutoNum type="alphaLcPeriod"/>
              <a:defRPr/>
            </a:lvl2pPr>
            <a:lvl3pPr marL="1828754" lvl="2" indent="-406390" rtl="0">
              <a:spcBef>
                <a:spcPts val="0"/>
              </a:spcBef>
              <a:spcAft>
                <a:spcPts val="0"/>
              </a:spcAft>
              <a:buClr>
                <a:srgbClr val="434343"/>
              </a:buClr>
              <a:buSzPts val="1200"/>
              <a:buFont typeface="Roboto Condensed Light"/>
              <a:buAutoNum type="romanLcPeriod"/>
              <a:defRPr/>
            </a:lvl3pPr>
            <a:lvl4pPr marL="2438339" lvl="3" indent="-406390" rtl="0">
              <a:spcBef>
                <a:spcPts val="0"/>
              </a:spcBef>
              <a:spcAft>
                <a:spcPts val="0"/>
              </a:spcAft>
              <a:buClr>
                <a:srgbClr val="434343"/>
              </a:buClr>
              <a:buSzPts val="1200"/>
              <a:buFont typeface="Roboto Condensed Light"/>
              <a:buAutoNum type="arabicPeriod"/>
              <a:defRPr/>
            </a:lvl4pPr>
            <a:lvl5pPr marL="3047924" lvl="4" indent="-406390" rtl="0">
              <a:spcBef>
                <a:spcPts val="0"/>
              </a:spcBef>
              <a:spcAft>
                <a:spcPts val="0"/>
              </a:spcAft>
              <a:buClr>
                <a:srgbClr val="434343"/>
              </a:buClr>
              <a:buSzPts val="1200"/>
              <a:buFont typeface="Roboto Condensed Light"/>
              <a:buAutoNum type="alphaLcPeriod"/>
              <a:defRPr/>
            </a:lvl5pPr>
            <a:lvl6pPr marL="3657509" lvl="5" indent="-406390" rtl="0">
              <a:spcBef>
                <a:spcPts val="0"/>
              </a:spcBef>
              <a:spcAft>
                <a:spcPts val="0"/>
              </a:spcAft>
              <a:buClr>
                <a:srgbClr val="434343"/>
              </a:buClr>
              <a:buSzPts val="1200"/>
              <a:buFont typeface="Roboto Condensed Light"/>
              <a:buAutoNum type="romanLcPeriod"/>
              <a:defRPr/>
            </a:lvl6pPr>
            <a:lvl7pPr marL="4267093" lvl="6" indent="-406390" rtl="0">
              <a:spcBef>
                <a:spcPts val="0"/>
              </a:spcBef>
              <a:spcAft>
                <a:spcPts val="0"/>
              </a:spcAft>
              <a:buClr>
                <a:srgbClr val="434343"/>
              </a:buClr>
              <a:buSzPts val="1200"/>
              <a:buFont typeface="Roboto Condensed Light"/>
              <a:buAutoNum type="arabicPeriod"/>
              <a:defRPr/>
            </a:lvl7pPr>
            <a:lvl8pPr marL="4876678" lvl="7" indent="-406390" rtl="0">
              <a:spcBef>
                <a:spcPts val="0"/>
              </a:spcBef>
              <a:spcAft>
                <a:spcPts val="0"/>
              </a:spcAft>
              <a:buClr>
                <a:srgbClr val="434343"/>
              </a:buClr>
              <a:buSzPts val="1200"/>
              <a:buFont typeface="Roboto Condensed Light"/>
              <a:buAutoNum type="alphaLcPeriod"/>
              <a:defRPr/>
            </a:lvl8pPr>
            <a:lvl9pPr marL="5486263" lvl="8" indent="-406390" rtl="0">
              <a:spcBef>
                <a:spcPts val="0"/>
              </a:spcBef>
              <a:spcAft>
                <a:spcPts val="0"/>
              </a:spcAft>
              <a:buClr>
                <a:srgbClr val="434343"/>
              </a:buClr>
              <a:buSzPts val="1200"/>
              <a:buFont typeface="Roboto Condensed Light"/>
              <a:buAutoNum type="romanLcPeriod"/>
              <a:defRPr/>
            </a:lvl9pPr>
          </a:lstStyle>
          <a:p>
            <a:endParaRPr/>
          </a:p>
        </p:txBody>
      </p:sp>
      <p:sp>
        <p:nvSpPr>
          <p:cNvPr id="295" name="Google Shape;295;p4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6916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6"/>
        <p:cNvGrpSpPr/>
        <p:nvPr/>
      </p:nvGrpSpPr>
      <p:grpSpPr>
        <a:xfrm>
          <a:off x="0" y="0"/>
          <a:ext cx="0" cy="0"/>
          <a:chOff x="0" y="0"/>
          <a:chExt cx="0" cy="0"/>
        </a:xfrm>
      </p:grpSpPr>
      <p:sp>
        <p:nvSpPr>
          <p:cNvPr id="297" name="Google Shape;297;p46"/>
          <p:cNvSpPr/>
          <p:nvPr/>
        </p:nvSpPr>
        <p:spPr>
          <a:xfrm flipH="1">
            <a:off x="101" y="2160000"/>
            <a:ext cx="12191783" cy="3041600"/>
          </a:xfrm>
          <a:custGeom>
            <a:avLst/>
            <a:gdLst/>
            <a:ahLst/>
            <a:cxnLst/>
            <a:rect l="l" t="t" r="r" b="b"/>
            <a:pathLst>
              <a:path w="305584" h="121664" extrusionOk="0">
                <a:moveTo>
                  <a:pt x="219307" y="0"/>
                </a:moveTo>
                <a:cubicBezTo>
                  <a:pt x="203338" y="0"/>
                  <a:pt x="187335" y="4914"/>
                  <a:pt x="174406" y="14271"/>
                </a:cubicBezTo>
                <a:cubicBezTo>
                  <a:pt x="167072" y="19544"/>
                  <a:pt x="160755" y="26102"/>
                  <a:pt x="153475" y="31428"/>
                </a:cubicBezTo>
                <a:cubicBezTo>
                  <a:pt x="146652" y="36401"/>
                  <a:pt x="138616" y="40348"/>
                  <a:pt x="130237" y="40348"/>
                </a:cubicBezTo>
                <a:cubicBezTo>
                  <a:pt x="129643" y="40348"/>
                  <a:pt x="129047" y="40328"/>
                  <a:pt x="128449" y="40287"/>
                </a:cubicBezTo>
                <a:cubicBezTo>
                  <a:pt x="122935" y="39913"/>
                  <a:pt x="117662" y="37771"/>
                  <a:pt x="112175" y="37076"/>
                </a:cubicBezTo>
                <a:cubicBezTo>
                  <a:pt x="110880" y="36911"/>
                  <a:pt x="109574" y="36830"/>
                  <a:pt x="108268" y="36830"/>
                </a:cubicBezTo>
                <a:cubicBezTo>
                  <a:pt x="102130" y="36830"/>
                  <a:pt x="95990" y="38624"/>
                  <a:pt x="90870" y="42000"/>
                </a:cubicBezTo>
                <a:cubicBezTo>
                  <a:pt x="84982" y="45881"/>
                  <a:pt x="80351" y="51743"/>
                  <a:pt x="73794" y="54339"/>
                </a:cubicBezTo>
                <a:cubicBezTo>
                  <a:pt x="70523" y="55637"/>
                  <a:pt x="67081" y="56009"/>
                  <a:pt x="63565" y="56009"/>
                </a:cubicBezTo>
                <a:cubicBezTo>
                  <a:pt x="58850" y="56009"/>
                  <a:pt x="54001" y="55340"/>
                  <a:pt x="49253" y="55340"/>
                </a:cubicBezTo>
                <a:cubicBezTo>
                  <a:pt x="46444" y="55340"/>
                  <a:pt x="43669" y="55575"/>
                  <a:pt x="40979" y="56320"/>
                </a:cubicBezTo>
                <a:cubicBezTo>
                  <a:pt x="25348" y="60629"/>
                  <a:pt x="16515" y="80811"/>
                  <a:pt x="322" y="81212"/>
                </a:cubicBezTo>
                <a:lnTo>
                  <a:pt x="1" y="105140"/>
                </a:lnTo>
                <a:cubicBezTo>
                  <a:pt x="1" y="105140"/>
                  <a:pt x="15474" y="110471"/>
                  <a:pt x="34154" y="110471"/>
                </a:cubicBezTo>
                <a:cubicBezTo>
                  <a:pt x="45744" y="110471"/>
                  <a:pt x="58569" y="108419"/>
                  <a:pt x="69698" y="101768"/>
                </a:cubicBezTo>
                <a:cubicBezTo>
                  <a:pt x="77727" y="96977"/>
                  <a:pt x="84000" y="95050"/>
                  <a:pt x="89631" y="95050"/>
                </a:cubicBezTo>
                <a:cubicBezTo>
                  <a:pt x="104388" y="95050"/>
                  <a:pt x="114744" y="108287"/>
                  <a:pt x="140761" y="117934"/>
                </a:cubicBezTo>
                <a:cubicBezTo>
                  <a:pt x="147990" y="120617"/>
                  <a:pt x="154305" y="121664"/>
                  <a:pt x="160177" y="121664"/>
                </a:cubicBezTo>
                <a:cubicBezTo>
                  <a:pt x="181037" y="121664"/>
                  <a:pt x="196328" y="108460"/>
                  <a:pt x="227278" y="108460"/>
                </a:cubicBezTo>
                <a:cubicBezTo>
                  <a:pt x="230911" y="108460"/>
                  <a:pt x="234759" y="108642"/>
                  <a:pt x="238857" y="109048"/>
                </a:cubicBezTo>
                <a:cubicBezTo>
                  <a:pt x="240758" y="109237"/>
                  <a:pt x="242612" y="109327"/>
                  <a:pt x="244420" y="109327"/>
                </a:cubicBezTo>
                <a:cubicBezTo>
                  <a:pt x="289069" y="109327"/>
                  <a:pt x="305584" y="54072"/>
                  <a:pt x="305584" y="54072"/>
                </a:cubicBezTo>
                <a:lnTo>
                  <a:pt x="305584" y="33917"/>
                </a:lnTo>
                <a:cubicBezTo>
                  <a:pt x="282994" y="28243"/>
                  <a:pt x="264927" y="11033"/>
                  <a:pt x="242792" y="3726"/>
                </a:cubicBezTo>
                <a:cubicBezTo>
                  <a:pt x="235229" y="1223"/>
                  <a:pt x="227273" y="0"/>
                  <a:pt x="219307"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46"/>
          <p:cNvSpPr/>
          <p:nvPr/>
        </p:nvSpPr>
        <p:spPr>
          <a:xfrm rot="5400000">
            <a:off x="-2128199" y="-1138959"/>
            <a:ext cx="4749044" cy="403953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46"/>
          <p:cNvSpPr/>
          <p:nvPr/>
        </p:nvSpPr>
        <p:spPr>
          <a:xfrm>
            <a:off x="10265734" y="3833167"/>
            <a:ext cx="1568119" cy="2047984"/>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46"/>
          <p:cNvSpPr txBox="1">
            <a:spLocks noGrp="1"/>
          </p:cNvSpPr>
          <p:nvPr>
            <p:ph type="body" idx="1"/>
          </p:nvPr>
        </p:nvSpPr>
        <p:spPr>
          <a:xfrm>
            <a:off x="1469300"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1" name="Google Shape;301;p46"/>
          <p:cNvSpPr txBox="1">
            <a:spLocks noGrp="1"/>
          </p:cNvSpPr>
          <p:nvPr>
            <p:ph type="body" idx="2"/>
          </p:nvPr>
        </p:nvSpPr>
        <p:spPr>
          <a:xfrm>
            <a:off x="6761333"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2" name="Google Shape;302;p4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3" name="Google Shape;303;p46"/>
          <p:cNvSpPr txBox="1">
            <a:spLocks noGrp="1"/>
          </p:cNvSpPr>
          <p:nvPr>
            <p:ph type="subTitle" idx="3"/>
          </p:nvPr>
        </p:nvSpPr>
        <p:spPr>
          <a:xfrm>
            <a:off x="1491467"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4" name="Google Shape;304;p46"/>
          <p:cNvSpPr txBox="1">
            <a:spLocks noGrp="1"/>
          </p:cNvSpPr>
          <p:nvPr>
            <p:ph type="subTitle" idx="4"/>
          </p:nvPr>
        </p:nvSpPr>
        <p:spPr>
          <a:xfrm>
            <a:off x="6761333"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46"/>
          <p:cNvSpPr/>
          <p:nvPr/>
        </p:nvSpPr>
        <p:spPr>
          <a:xfrm rot="-1390808" flipH="1">
            <a:off x="5402767" y="3759867"/>
            <a:ext cx="2585095" cy="440744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08631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6"/>
        <p:cNvGrpSpPr/>
        <p:nvPr/>
      </p:nvGrpSpPr>
      <p:grpSpPr>
        <a:xfrm>
          <a:off x="0" y="0"/>
          <a:ext cx="0" cy="0"/>
          <a:chOff x="0" y="0"/>
          <a:chExt cx="0" cy="0"/>
        </a:xfrm>
      </p:grpSpPr>
      <p:sp>
        <p:nvSpPr>
          <p:cNvPr id="307" name="Google Shape;307;p47"/>
          <p:cNvSpPr/>
          <p:nvPr/>
        </p:nvSpPr>
        <p:spPr>
          <a:xfrm rot="-996204" flipH="1">
            <a:off x="-1223608" y="-597877"/>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8" name="Google Shape;308;p4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9" name="Google Shape;309;p47"/>
          <p:cNvSpPr/>
          <p:nvPr/>
        </p:nvSpPr>
        <p:spPr>
          <a:xfrm rot="7619243">
            <a:off x="9534491" y="3689202"/>
            <a:ext cx="4281219" cy="4263468"/>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277209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12" name="Google Shape;312;p48"/>
          <p:cNvSpPr txBox="1">
            <a:spLocks noGrp="1"/>
          </p:cNvSpPr>
          <p:nvPr>
            <p:ph type="body" idx="1"/>
          </p:nvPr>
        </p:nvSpPr>
        <p:spPr>
          <a:xfrm>
            <a:off x="950967" y="1496433"/>
            <a:ext cx="10290000" cy="4774000"/>
          </a:xfrm>
          <a:prstGeom prst="rect">
            <a:avLst/>
          </a:prstGeom>
        </p:spPr>
        <p:txBody>
          <a:bodyPr spcFirstLastPara="1" wrap="square" lIns="91425" tIns="91425" rIns="91425" bIns="91425" anchor="t" anchorCtr="0">
            <a:noAutofit/>
          </a:bodyPr>
          <a:lstStyle>
            <a:lvl1pPr marL="609585" lvl="0" indent="-457189" rtl="0">
              <a:lnSpc>
                <a:spcPct val="115000"/>
              </a:lnSpc>
              <a:spcBef>
                <a:spcPts val="0"/>
              </a:spcBef>
              <a:spcAft>
                <a:spcPts val="0"/>
              </a:spcAft>
              <a:buClr>
                <a:schemeClr val="accent1"/>
              </a:buClr>
              <a:buSzPts val="1800"/>
              <a:buFont typeface="Hammersmith One"/>
              <a:buAutoNum type="arabicPeriod"/>
              <a:defRPr sz="2133">
                <a:solidFill>
                  <a:srgbClr val="806860"/>
                </a:solidFill>
              </a:defRPr>
            </a:lvl1pPr>
            <a:lvl2pPr marL="1219170" lvl="1" indent="-423323" rtl="0">
              <a:spcBef>
                <a:spcPts val="0"/>
              </a:spcBef>
              <a:spcAft>
                <a:spcPts val="0"/>
              </a:spcAft>
              <a:buClr>
                <a:schemeClr val="accent1"/>
              </a:buClr>
              <a:buSzPts val="1400"/>
              <a:buFont typeface="Hammersmith One"/>
              <a:buAutoNum type="alphaLcPeriod"/>
              <a:defRPr sz="2133"/>
            </a:lvl2pPr>
            <a:lvl3pPr marL="1828754" lvl="2" indent="-423323" rtl="0">
              <a:spcBef>
                <a:spcPts val="0"/>
              </a:spcBef>
              <a:spcAft>
                <a:spcPts val="0"/>
              </a:spcAft>
              <a:buClr>
                <a:srgbClr val="FEDD4F"/>
              </a:buClr>
              <a:buSzPts val="1400"/>
              <a:buFont typeface="Hammersmith One"/>
              <a:buAutoNum type="romanLcPeriod"/>
              <a:defRPr sz="1600"/>
            </a:lvl3pPr>
            <a:lvl4pPr marL="2438339" lvl="3" indent="-423323" rtl="0">
              <a:spcBef>
                <a:spcPts val="0"/>
              </a:spcBef>
              <a:spcAft>
                <a:spcPts val="0"/>
              </a:spcAft>
              <a:buClr>
                <a:srgbClr val="FEDD4F"/>
              </a:buClr>
              <a:buSzPts val="1400"/>
              <a:buFont typeface="Hammersmith One"/>
              <a:buAutoNum type="arabicPeriod"/>
              <a:defRPr sz="1600"/>
            </a:lvl4pPr>
            <a:lvl5pPr marL="3047924" lvl="4" indent="-423323" rtl="0">
              <a:spcBef>
                <a:spcPts val="0"/>
              </a:spcBef>
              <a:spcAft>
                <a:spcPts val="0"/>
              </a:spcAft>
              <a:buClr>
                <a:srgbClr val="FEDD4F"/>
              </a:buClr>
              <a:buSzPts val="1400"/>
              <a:buFont typeface="Hammersmith One"/>
              <a:buAutoNum type="alphaLcPeriod"/>
              <a:defRPr sz="1600"/>
            </a:lvl5pPr>
            <a:lvl6pPr marL="3657509" lvl="5" indent="-423323" rtl="0">
              <a:spcBef>
                <a:spcPts val="0"/>
              </a:spcBef>
              <a:spcAft>
                <a:spcPts val="0"/>
              </a:spcAft>
              <a:buClr>
                <a:srgbClr val="FEDD4F"/>
              </a:buClr>
              <a:buSzPts val="1400"/>
              <a:buFont typeface="Hammersmith One"/>
              <a:buAutoNum type="romanLcPeriod"/>
              <a:defRPr sz="1600"/>
            </a:lvl6pPr>
            <a:lvl7pPr marL="4267093" lvl="6" indent="-423323" rtl="0">
              <a:spcBef>
                <a:spcPts val="0"/>
              </a:spcBef>
              <a:spcAft>
                <a:spcPts val="0"/>
              </a:spcAft>
              <a:buClr>
                <a:srgbClr val="FEDD4F"/>
              </a:buClr>
              <a:buSzPts val="1400"/>
              <a:buFont typeface="Hammersmith One"/>
              <a:buAutoNum type="arabicPeriod"/>
              <a:defRPr sz="1600"/>
            </a:lvl7pPr>
            <a:lvl8pPr marL="4876678" lvl="7" indent="-423323" rtl="0">
              <a:spcBef>
                <a:spcPts val="0"/>
              </a:spcBef>
              <a:spcAft>
                <a:spcPts val="0"/>
              </a:spcAft>
              <a:buClr>
                <a:srgbClr val="FEDD4F"/>
              </a:buClr>
              <a:buSzPts val="1400"/>
              <a:buFont typeface="Hammersmith One"/>
              <a:buAutoNum type="alphaLcPeriod"/>
              <a:defRPr sz="1600"/>
            </a:lvl8pPr>
            <a:lvl9pPr marL="5486263" lvl="8" indent="-423323" rtl="0">
              <a:spcBef>
                <a:spcPts val="0"/>
              </a:spcBef>
              <a:spcAft>
                <a:spcPts val="0"/>
              </a:spcAft>
              <a:buClr>
                <a:srgbClr val="FEDD4F"/>
              </a:buClr>
              <a:buSzPts val="1400"/>
              <a:buFont typeface="Hammersmith One"/>
              <a:buAutoNum type="romanLcPeriod"/>
              <a:defRPr sz="1600"/>
            </a:lvl9pPr>
          </a:lstStyle>
          <a:p>
            <a:endParaRPr/>
          </a:p>
        </p:txBody>
      </p:sp>
      <p:grpSp>
        <p:nvGrpSpPr>
          <p:cNvPr id="313" name="Google Shape;313;p48"/>
          <p:cNvGrpSpPr/>
          <p:nvPr/>
        </p:nvGrpSpPr>
        <p:grpSpPr>
          <a:xfrm>
            <a:off x="10719833" y="2363367"/>
            <a:ext cx="2736800" cy="2736800"/>
            <a:chOff x="-1185375" y="1414000"/>
            <a:chExt cx="2052600" cy="2052600"/>
          </a:xfrm>
        </p:grpSpPr>
        <p:sp>
          <p:nvSpPr>
            <p:cNvPr id="314" name="Google Shape;314;p48"/>
            <p:cNvSpPr/>
            <p:nvPr/>
          </p:nvSpPr>
          <p:spPr>
            <a:xfrm>
              <a:off x="-1185375" y="1414000"/>
              <a:ext cx="2052600" cy="2052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48"/>
            <p:cNvSpPr/>
            <p:nvPr/>
          </p:nvSpPr>
          <p:spPr>
            <a:xfrm>
              <a:off x="-1140322" y="1463656"/>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48"/>
            <p:cNvSpPr/>
            <p:nvPr/>
          </p:nvSpPr>
          <p:spPr>
            <a:xfrm>
              <a:off x="-730833" y="1637371"/>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48"/>
            <p:cNvSpPr/>
            <p:nvPr/>
          </p:nvSpPr>
          <p:spPr>
            <a:xfrm>
              <a:off x="-620381" y="1470575"/>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48"/>
            <p:cNvSpPr/>
            <p:nvPr/>
          </p:nvSpPr>
          <p:spPr>
            <a:xfrm>
              <a:off x="-212008" y="1463656"/>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48"/>
            <p:cNvSpPr/>
            <p:nvPr/>
          </p:nvSpPr>
          <p:spPr>
            <a:xfrm>
              <a:off x="197481" y="1576386"/>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48"/>
            <p:cNvSpPr/>
            <p:nvPr/>
          </p:nvSpPr>
          <p:spPr>
            <a:xfrm>
              <a:off x="348160" y="1599422"/>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48"/>
            <p:cNvSpPr/>
            <p:nvPr/>
          </p:nvSpPr>
          <p:spPr>
            <a:xfrm>
              <a:off x="-1074782" y="2080254"/>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48"/>
            <p:cNvSpPr/>
            <p:nvPr/>
          </p:nvSpPr>
          <p:spPr>
            <a:xfrm>
              <a:off x="-924060" y="1822561"/>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48"/>
            <p:cNvSpPr/>
            <p:nvPr/>
          </p:nvSpPr>
          <p:spPr>
            <a:xfrm>
              <a:off x="-1010358" y="1944488"/>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48"/>
            <p:cNvSpPr/>
            <p:nvPr/>
          </p:nvSpPr>
          <p:spPr>
            <a:xfrm>
              <a:off x="-821687" y="1731707"/>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48"/>
            <p:cNvSpPr/>
            <p:nvPr/>
          </p:nvSpPr>
          <p:spPr>
            <a:xfrm>
              <a:off x="-413315" y="1731707"/>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48"/>
            <p:cNvSpPr/>
            <p:nvPr/>
          </p:nvSpPr>
          <p:spPr>
            <a:xfrm>
              <a:off x="-3825" y="1731707"/>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48"/>
            <p:cNvSpPr/>
            <p:nvPr/>
          </p:nvSpPr>
          <p:spPr>
            <a:xfrm>
              <a:off x="404547" y="1766218"/>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48"/>
            <p:cNvSpPr/>
            <p:nvPr/>
          </p:nvSpPr>
          <p:spPr>
            <a:xfrm>
              <a:off x="-1136884" y="2350540"/>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48"/>
            <p:cNvSpPr/>
            <p:nvPr/>
          </p:nvSpPr>
          <p:spPr>
            <a:xfrm>
              <a:off x="-1028753" y="2094050"/>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48"/>
            <p:cNvSpPr/>
            <p:nvPr/>
          </p:nvSpPr>
          <p:spPr>
            <a:xfrm>
              <a:off x="-620381" y="2094050"/>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48"/>
            <p:cNvSpPr/>
            <p:nvPr/>
          </p:nvSpPr>
          <p:spPr>
            <a:xfrm>
              <a:off x="-212008" y="2094050"/>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48"/>
            <p:cNvSpPr/>
            <p:nvPr/>
          </p:nvSpPr>
          <p:spPr>
            <a:xfrm>
              <a:off x="197481" y="2092890"/>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48"/>
            <p:cNvSpPr/>
            <p:nvPr/>
          </p:nvSpPr>
          <p:spPr>
            <a:xfrm>
              <a:off x="605853" y="2092890"/>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48"/>
            <p:cNvSpPr/>
            <p:nvPr/>
          </p:nvSpPr>
          <p:spPr>
            <a:xfrm>
              <a:off x="-1131125" y="2435678"/>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48"/>
            <p:cNvSpPr/>
            <p:nvPr/>
          </p:nvSpPr>
          <p:spPr>
            <a:xfrm>
              <a:off x="-821687" y="2435678"/>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48"/>
            <p:cNvSpPr/>
            <p:nvPr/>
          </p:nvSpPr>
          <p:spPr>
            <a:xfrm>
              <a:off x="-413315" y="2435678"/>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48"/>
            <p:cNvSpPr/>
            <p:nvPr/>
          </p:nvSpPr>
          <p:spPr>
            <a:xfrm>
              <a:off x="-3825" y="2435678"/>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48"/>
            <p:cNvSpPr/>
            <p:nvPr/>
          </p:nvSpPr>
          <p:spPr>
            <a:xfrm>
              <a:off x="404547" y="2435678"/>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48"/>
            <p:cNvSpPr/>
            <p:nvPr/>
          </p:nvSpPr>
          <p:spPr>
            <a:xfrm>
              <a:off x="-1028753" y="2801503"/>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48"/>
            <p:cNvSpPr/>
            <p:nvPr/>
          </p:nvSpPr>
          <p:spPr>
            <a:xfrm>
              <a:off x="-620381" y="2801503"/>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48"/>
            <p:cNvSpPr/>
            <p:nvPr/>
          </p:nvSpPr>
          <p:spPr>
            <a:xfrm>
              <a:off x="-212008" y="2801503"/>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48"/>
            <p:cNvSpPr/>
            <p:nvPr/>
          </p:nvSpPr>
          <p:spPr>
            <a:xfrm>
              <a:off x="197481" y="2801503"/>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48"/>
            <p:cNvSpPr/>
            <p:nvPr/>
          </p:nvSpPr>
          <p:spPr>
            <a:xfrm>
              <a:off x="605853" y="2886598"/>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48"/>
            <p:cNvSpPr/>
            <p:nvPr/>
          </p:nvSpPr>
          <p:spPr>
            <a:xfrm>
              <a:off x="-636497" y="3228269"/>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48"/>
            <p:cNvSpPr/>
            <p:nvPr/>
          </p:nvSpPr>
          <p:spPr>
            <a:xfrm>
              <a:off x="-671008" y="3143131"/>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48"/>
            <p:cNvSpPr/>
            <p:nvPr/>
          </p:nvSpPr>
          <p:spPr>
            <a:xfrm>
              <a:off x="-413315" y="3143131"/>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48"/>
            <p:cNvSpPr/>
            <p:nvPr/>
          </p:nvSpPr>
          <p:spPr>
            <a:xfrm>
              <a:off x="-3825" y="3143131"/>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48"/>
            <p:cNvSpPr/>
            <p:nvPr/>
          </p:nvSpPr>
          <p:spPr>
            <a:xfrm>
              <a:off x="404547" y="3228269"/>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9" name="Google Shape;349;p48"/>
          <p:cNvSpPr/>
          <p:nvPr/>
        </p:nvSpPr>
        <p:spPr>
          <a:xfrm flipH="1">
            <a:off x="-1090004" y="3433534"/>
            <a:ext cx="3387437" cy="504199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9549239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0"/>
        <p:cNvGrpSpPr/>
        <p:nvPr/>
      </p:nvGrpSpPr>
      <p:grpSpPr>
        <a:xfrm>
          <a:off x="0" y="0"/>
          <a:ext cx="0" cy="0"/>
          <a:chOff x="0" y="0"/>
          <a:chExt cx="0" cy="0"/>
        </a:xfrm>
      </p:grpSpPr>
      <p:sp>
        <p:nvSpPr>
          <p:cNvPr id="351" name="Google Shape;351;p49"/>
          <p:cNvSpPr/>
          <p:nvPr/>
        </p:nvSpPr>
        <p:spPr>
          <a:xfrm rot="-1855510" flipH="1">
            <a:off x="3036787" y="4359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2" name="Google Shape;352;p49"/>
          <p:cNvSpPr/>
          <p:nvPr/>
        </p:nvSpPr>
        <p:spPr>
          <a:xfrm rot="-458900">
            <a:off x="-1400013" y="1601601"/>
            <a:ext cx="4492429" cy="516940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3" name="Google Shape;353;p49"/>
          <p:cNvSpPr/>
          <p:nvPr/>
        </p:nvSpPr>
        <p:spPr>
          <a:xfrm rot="-5776221" flipH="1">
            <a:off x="7658166" y="-1582250"/>
            <a:ext cx="6337001" cy="579527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4" name="Google Shape;354;p49"/>
          <p:cNvSpPr/>
          <p:nvPr/>
        </p:nvSpPr>
        <p:spPr>
          <a:xfrm rot="8329862" flipH="1">
            <a:off x="4301584" y="-1770021"/>
            <a:ext cx="2726283" cy="464808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5" name="Google Shape;355;p49"/>
          <p:cNvSpPr/>
          <p:nvPr/>
        </p:nvSpPr>
        <p:spPr>
          <a:xfrm>
            <a:off x="9357933" y="4442468"/>
            <a:ext cx="1361312" cy="177789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6" name="Google Shape;356;p49"/>
          <p:cNvSpPr txBox="1">
            <a:spLocks noGrp="1"/>
          </p:cNvSpPr>
          <p:nvPr>
            <p:ph type="title"/>
          </p:nvPr>
        </p:nvSpPr>
        <p:spPr>
          <a:xfrm>
            <a:off x="1850800" y="2076600"/>
            <a:ext cx="8490400" cy="270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Tree>
    <p:extLst>
      <p:ext uri="{BB962C8B-B14F-4D97-AF65-F5344CB8AC3E}">
        <p14:creationId xmlns:p14="http://schemas.microsoft.com/office/powerpoint/2010/main" val="38110075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7"/>
        <p:cNvGrpSpPr/>
        <p:nvPr/>
      </p:nvGrpSpPr>
      <p:grpSpPr>
        <a:xfrm>
          <a:off x="0" y="0"/>
          <a:ext cx="0" cy="0"/>
          <a:chOff x="0" y="0"/>
          <a:chExt cx="0" cy="0"/>
        </a:xfrm>
      </p:grpSpPr>
      <p:sp>
        <p:nvSpPr>
          <p:cNvPr id="358" name="Google Shape;358;p50"/>
          <p:cNvSpPr/>
          <p:nvPr/>
        </p:nvSpPr>
        <p:spPr>
          <a:xfrm>
            <a:off x="1017701" y="1065600"/>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9" name="Google Shape;359;p50"/>
          <p:cNvSpPr/>
          <p:nvPr/>
        </p:nvSpPr>
        <p:spPr>
          <a:xfrm>
            <a:off x="9235067" y="-115933"/>
            <a:ext cx="5374405" cy="7999400"/>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0" name="Google Shape;360;p50"/>
          <p:cNvSpPr/>
          <p:nvPr/>
        </p:nvSpPr>
        <p:spPr>
          <a:xfrm>
            <a:off x="150268" y="4150718"/>
            <a:ext cx="2585089" cy="4407436"/>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1" name="Google Shape;361;p50"/>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362" name="Google Shape;362;p50"/>
          <p:cNvSpPr txBox="1">
            <a:spLocks noGrp="1"/>
          </p:cNvSpPr>
          <p:nvPr>
            <p:ph type="subTitle" idx="1"/>
          </p:nvPr>
        </p:nvSpPr>
        <p:spPr>
          <a:xfrm>
            <a:off x="2539000" y="3675133"/>
            <a:ext cx="7114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3553694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3"/>
        <p:cNvGrpSpPr/>
        <p:nvPr/>
      </p:nvGrpSpPr>
      <p:grpSpPr>
        <a:xfrm>
          <a:off x="0" y="0"/>
          <a:ext cx="0" cy="0"/>
          <a:chOff x="0" y="0"/>
          <a:chExt cx="0" cy="0"/>
        </a:xfrm>
      </p:grpSpPr>
      <p:sp>
        <p:nvSpPr>
          <p:cNvPr id="364" name="Google Shape;364;p51"/>
          <p:cNvSpPr/>
          <p:nvPr/>
        </p:nvSpPr>
        <p:spPr>
          <a:xfrm>
            <a:off x="0" y="0"/>
            <a:ext cx="12192000" cy="6858000"/>
          </a:xfrm>
          <a:prstGeom prst="rect">
            <a:avLst/>
          </a:prstGeom>
          <a:solidFill>
            <a:schemeClr val="accent1">
              <a:alpha val="553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5" name="Google Shape;365;p51"/>
          <p:cNvSpPr txBox="1">
            <a:spLocks noGrp="1"/>
          </p:cNvSpPr>
          <p:nvPr>
            <p:ph type="title"/>
          </p:nvPr>
        </p:nvSpPr>
        <p:spPr>
          <a:xfrm>
            <a:off x="5579833" y="1964400"/>
            <a:ext cx="5661200" cy="29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5333">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366" name="Google Shape;366;p51"/>
          <p:cNvSpPr/>
          <p:nvPr/>
        </p:nvSpPr>
        <p:spPr>
          <a:xfrm rot="7018826" flipH="1">
            <a:off x="3809758" y="-1018984"/>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7" name="Google Shape;367;p51"/>
          <p:cNvSpPr/>
          <p:nvPr/>
        </p:nvSpPr>
        <p:spPr>
          <a:xfrm rot="-8259636" flipH="1">
            <a:off x="5881686" y="4000832"/>
            <a:ext cx="4281215" cy="426346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8" name="Google Shape;368;p51"/>
          <p:cNvSpPr/>
          <p:nvPr/>
        </p:nvSpPr>
        <p:spPr>
          <a:xfrm>
            <a:off x="3046966" y="430081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993678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69"/>
        <p:cNvGrpSpPr/>
        <p:nvPr/>
      </p:nvGrpSpPr>
      <p:grpSpPr>
        <a:xfrm>
          <a:off x="0" y="0"/>
          <a:ext cx="0" cy="0"/>
          <a:chOff x="0" y="0"/>
          <a:chExt cx="0" cy="0"/>
        </a:xfrm>
      </p:grpSpPr>
      <p:sp>
        <p:nvSpPr>
          <p:cNvPr id="370" name="Google Shape;370;p52"/>
          <p:cNvSpPr/>
          <p:nvPr/>
        </p:nvSpPr>
        <p:spPr>
          <a:xfrm rot="-3415034" flipH="1">
            <a:off x="7146955" y="9720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1" name="Google Shape;371;p52"/>
          <p:cNvSpPr/>
          <p:nvPr/>
        </p:nvSpPr>
        <p:spPr>
          <a:xfrm rot="5400000">
            <a:off x="-1671696" y="31710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72" name="Google Shape;372;p52"/>
          <p:cNvGrpSpPr/>
          <p:nvPr/>
        </p:nvGrpSpPr>
        <p:grpSpPr>
          <a:xfrm rot="10800000" flipH="1">
            <a:off x="-180212" y="-729591"/>
            <a:ext cx="2262349" cy="2251771"/>
            <a:chOff x="2414491" y="671177"/>
            <a:chExt cx="1830972" cy="1822411"/>
          </a:xfrm>
        </p:grpSpPr>
        <p:sp>
          <p:nvSpPr>
            <p:cNvPr id="373" name="Google Shape;373;p5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5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5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5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5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5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5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5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5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5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5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5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5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5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5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5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5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5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5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5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5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5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5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5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5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5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5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5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5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5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5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5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5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5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07" name="Google Shape;407;p52"/>
          <p:cNvSpPr/>
          <p:nvPr/>
        </p:nvSpPr>
        <p:spPr>
          <a:xfrm>
            <a:off x="2215717" y="1921936"/>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52"/>
          <p:cNvSpPr txBox="1">
            <a:spLocks noGrp="1"/>
          </p:cNvSpPr>
          <p:nvPr>
            <p:ph type="title" hasCustomPrompt="1"/>
          </p:nvPr>
        </p:nvSpPr>
        <p:spPr>
          <a:xfrm>
            <a:off x="3956267" y="1921917"/>
            <a:ext cx="6857200" cy="238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6000">
                <a:solidFill>
                  <a:schemeClr val="lt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409" name="Google Shape;409;p52"/>
          <p:cNvSpPr txBox="1">
            <a:spLocks noGrp="1"/>
          </p:cNvSpPr>
          <p:nvPr>
            <p:ph type="body" idx="1"/>
          </p:nvPr>
        </p:nvSpPr>
        <p:spPr>
          <a:xfrm>
            <a:off x="3956267" y="4315617"/>
            <a:ext cx="6857200" cy="591200"/>
          </a:xfrm>
          <a:prstGeom prst="rect">
            <a:avLst/>
          </a:prstGeom>
        </p:spPr>
        <p:txBody>
          <a:bodyPr spcFirstLastPara="1" wrap="square" lIns="91425" tIns="91425" rIns="91425" bIns="91425" anchor="t" anchorCtr="0">
            <a:noAutofit/>
          </a:bodyPr>
          <a:lstStyle>
            <a:lvl1pPr marL="609585" lvl="0" indent="-457189" algn="ctr" rtl="0">
              <a:spcBef>
                <a:spcPts val="0"/>
              </a:spcBef>
              <a:spcAft>
                <a:spcPts val="0"/>
              </a:spcAft>
              <a:buSzPts val="1800"/>
              <a:buChar char="●"/>
              <a:defRPr sz="2133">
                <a:solidFill>
                  <a:schemeClr val="lt2"/>
                </a:solidFill>
              </a:defRPr>
            </a:lvl1pPr>
            <a:lvl2pPr marL="1219170" lvl="1" indent="-423323" algn="ctr" rtl="0">
              <a:spcBef>
                <a:spcPts val="0"/>
              </a:spcBef>
              <a:spcAft>
                <a:spcPts val="0"/>
              </a:spcAft>
              <a:buSzPts val="1400"/>
              <a:buChar char="○"/>
              <a:defRPr/>
            </a:lvl2pPr>
            <a:lvl3pPr marL="1828754" lvl="2" indent="-423323" algn="ctr" rtl="0">
              <a:spcBef>
                <a:spcPts val="0"/>
              </a:spcBef>
              <a:spcAft>
                <a:spcPts val="0"/>
              </a:spcAft>
              <a:buSzPts val="1400"/>
              <a:buChar char="■"/>
              <a:defRPr/>
            </a:lvl3pPr>
            <a:lvl4pPr marL="2438339" lvl="3" indent="-423323" algn="ctr" rtl="0">
              <a:spcBef>
                <a:spcPts val="0"/>
              </a:spcBef>
              <a:spcAft>
                <a:spcPts val="0"/>
              </a:spcAft>
              <a:buSzPts val="1400"/>
              <a:buChar char="●"/>
              <a:defRPr/>
            </a:lvl4pPr>
            <a:lvl5pPr marL="3047924" lvl="4" indent="-423323" algn="ctr" rtl="0">
              <a:spcBef>
                <a:spcPts val="0"/>
              </a:spcBef>
              <a:spcAft>
                <a:spcPts val="0"/>
              </a:spcAft>
              <a:buSzPts val="1400"/>
              <a:buChar char="○"/>
              <a:defRPr/>
            </a:lvl5pPr>
            <a:lvl6pPr marL="3657509" lvl="5" indent="-423323" algn="ctr" rtl="0">
              <a:spcBef>
                <a:spcPts val="0"/>
              </a:spcBef>
              <a:spcAft>
                <a:spcPts val="0"/>
              </a:spcAft>
              <a:buSzPts val="1400"/>
              <a:buChar char="■"/>
              <a:defRPr/>
            </a:lvl6pPr>
            <a:lvl7pPr marL="4267093" lvl="6" indent="-423323" algn="ctr" rtl="0">
              <a:spcBef>
                <a:spcPts val="0"/>
              </a:spcBef>
              <a:spcAft>
                <a:spcPts val="0"/>
              </a:spcAft>
              <a:buSzPts val="1400"/>
              <a:buChar char="●"/>
              <a:defRPr/>
            </a:lvl7pPr>
            <a:lvl8pPr marL="4876678" lvl="7" indent="-423323" algn="ctr" rtl="0">
              <a:spcBef>
                <a:spcPts val="0"/>
              </a:spcBef>
              <a:spcAft>
                <a:spcPts val="0"/>
              </a:spcAft>
              <a:buSzPts val="1400"/>
              <a:buChar char="○"/>
              <a:defRPr/>
            </a:lvl8pPr>
            <a:lvl9pPr marL="5486263" lvl="8" indent="-423323"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39919869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0"/>
        <p:cNvGrpSpPr/>
        <p:nvPr/>
      </p:nvGrpSpPr>
      <p:grpSpPr>
        <a:xfrm>
          <a:off x="0" y="0"/>
          <a:ext cx="0" cy="0"/>
          <a:chOff x="0" y="0"/>
          <a:chExt cx="0" cy="0"/>
        </a:xfrm>
      </p:grpSpPr>
    </p:spTree>
    <p:extLst>
      <p:ext uri="{BB962C8B-B14F-4D97-AF65-F5344CB8AC3E}">
        <p14:creationId xmlns:p14="http://schemas.microsoft.com/office/powerpoint/2010/main" val="28420003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1"/>
        <p:cNvGrpSpPr/>
        <p:nvPr/>
      </p:nvGrpSpPr>
      <p:grpSpPr>
        <a:xfrm>
          <a:off x="0" y="0"/>
          <a:ext cx="0" cy="0"/>
          <a:chOff x="0" y="0"/>
          <a:chExt cx="0" cy="0"/>
        </a:xfrm>
      </p:grpSpPr>
      <p:sp>
        <p:nvSpPr>
          <p:cNvPr id="412" name="Google Shape;412;p54"/>
          <p:cNvSpPr/>
          <p:nvPr/>
        </p:nvSpPr>
        <p:spPr>
          <a:xfrm>
            <a:off x="9644900" y="-973433"/>
            <a:ext cx="4040104" cy="4648916"/>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54"/>
          <p:cNvSpPr/>
          <p:nvPr/>
        </p:nvSpPr>
        <p:spPr>
          <a:xfrm rot="2540379">
            <a:off x="-961881" y="4670041"/>
            <a:ext cx="3024700" cy="2593767"/>
          </a:xfrm>
          <a:custGeom>
            <a:avLst/>
            <a:gdLst/>
            <a:ahLst/>
            <a:cxnLst/>
            <a:rect l="l" t="t" r="r" b="b"/>
            <a:pathLst>
              <a:path w="40029" h="34326" extrusionOk="0">
                <a:moveTo>
                  <a:pt x="7939" y="1669"/>
                </a:moveTo>
                <a:cubicBezTo>
                  <a:pt x="12943" y="3370"/>
                  <a:pt x="11275" y="10875"/>
                  <a:pt x="18780" y="8040"/>
                </a:cubicBezTo>
                <a:cubicBezTo>
                  <a:pt x="26286" y="5238"/>
                  <a:pt x="30722" y="3770"/>
                  <a:pt x="35392" y="8040"/>
                </a:cubicBezTo>
                <a:cubicBezTo>
                  <a:pt x="40029" y="12343"/>
                  <a:pt x="29621" y="14411"/>
                  <a:pt x="33991" y="20682"/>
                </a:cubicBezTo>
                <a:cubicBezTo>
                  <a:pt x="38361" y="26920"/>
                  <a:pt x="27520" y="34325"/>
                  <a:pt x="19814" y="30523"/>
                </a:cubicBezTo>
                <a:cubicBezTo>
                  <a:pt x="12109" y="26720"/>
                  <a:pt x="4937" y="23851"/>
                  <a:pt x="2502" y="16613"/>
                </a:cubicBezTo>
                <a:cubicBezTo>
                  <a:pt x="0" y="9207"/>
                  <a:pt x="2936" y="1"/>
                  <a:pt x="7939" y="166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54"/>
          <p:cNvSpPr txBox="1">
            <a:spLocks noGrp="1"/>
          </p:cNvSpPr>
          <p:nvPr>
            <p:ph type="subTitle" idx="1"/>
          </p:nvPr>
        </p:nvSpPr>
        <p:spPr>
          <a:xfrm>
            <a:off x="52076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5" name="Google Shape;415;p54"/>
          <p:cNvSpPr txBox="1">
            <a:spLocks noGrp="1"/>
          </p:cNvSpPr>
          <p:nvPr>
            <p:ph type="subTitle" idx="2"/>
          </p:nvPr>
        </p:nvSpPr>
        <p:spPr>
          <a:xfrm>
            <a:off x="18548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6" name="Google Shape;416;p5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17" name="Google Shape;417;p54">
            <a:hlinkClick r:id="" action="ppaction://noaction"/>
          </p:cNvPr>
          <p:cNvSpPr txBox="1">
            <a:spLocks noGrp="1"/>
          </p:cNvSpPr>
          <p:nvPr>
            <p:ph type="subTitle" idx="3"/>
          </p:nvPr>
        </p:nvSpPr>
        <p:spPr>
          <a:xfrm>
            <a:off x="18548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8" name="Google Shape;418;p54">
            <a:hlinkClick r:id="" action="ppaction://noaction"/>
          </p:cNvPr>
          <p:cNvSpPr txBox="1">
            <a:spLocks noGrp="1"/>
          </p:cNvSpPr>
          <p:nvPr>
            <p:ph type="subTitle" idx="4"/>
          </p:nvPr>
        </p:nvSpPr>
        <p:spPr>
          <a:xfrm>
            <a:off x="52076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9" name="Google Shape;419;p54">
            <a:hlinkClick r:id="" action="ppaction://noaction"/>
          </p:cNvPr>
          <p:cNvSpPr txBox="1">
            <a:spLocks noGrp="1"/>
          </p:cNvSpPr>
          <p:nvPr>
            <p:ph type="subTitle" idx="5"/>
          </p:nvPr>
        </p:nvSpPr>
        <p:spPr>
          <a:xfrm>
            <a:off x="18548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0" name="Google Shape;420;p54">
            <a:hlinkClick r:id="" action="ppaction://noaction"/>
          </p:cNvPr>
          <p:cNvSpPr txBox="1">
            <a:spLocks noGrp="1"/>
          </p:cNvSpPr>
          <p:nvPr>
            <p:ph type="subTitle" idx="6"/>
          </p:nvPr>
        </p:nvSpPr>
        <p:spPr>
          <a:xfrm>
            <a:off x="52076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1" name="Google Shape;421;p54"/>
          <p:cNvSpPr txBox="1">
            <a:spLocks noGrp="1"/>
          </p:cNvSpPr>
          <p:nvPr>
            <p:ph type="subTitle" idx="7"/>
          </p:nvPr>
        </p:nvSpPr>
        <p:spPr>
          <a:xfrm>
            <a:off x="18548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2" name="Google Shape;422;p54"/>
          <p:cNvSpPr txBox="1">
            <a:spLocks noGrp="1"/>
          </p:cNvSpPr>
          <p:nvPr>
            <p:ph type="subTitle" idx="8"/>
          </p:nvPr>
        </p:nvSpPr>
        <p:spPr>
          <a:xfrm>
            <a:off x="52076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3" name="Google Shape;423;p54">
            <a:hlinkClick r:id="" action="ppaction://noaction"/>
          </p:cNvPr>
          <p:cNvSpPr txBox="1">
            <a:spLocks noGrp="1"/>
          </p:cNvSpPr>
          <p:nvPr>
            <p:ph type="title" idx="9" hasCustomPrompt="1"/>
          </p:nvPr>
        </p:nvSpPr>
        <p:spPr>
          <a:xfrm>
            <a:off x="1056233"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4" name="Google Shape;424;p54">
            <a:hlinkClick r:id="" action="ppaction://noaction"/>
          </p:cNvPr>
          <p:cNvSpPr txBox="1">
            <a:spLocks noGrp="1"/>
          </p:cNvSpPr>
          <p:nvPr>
            <p:ph type="title" idx="13" hasCustomPrompt="1"/>
          </p:nvPr>
        </p:nvSpPr>
        <p:spPr>
          <a:xfrm>
            <a:off x="4419600"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5" name="Google Shape;425;p54">
            <a:hlinkClick r:id="" action="ppaction://noaction"/>
          </p:cNvPr>
          <p:cNvSpPr txBox="1">
            <a:spLocks noGrp="1"/>
          </p:cNvSpPr>
          <p:nvPr>
            <p:ph type="title" idx="14" hasCustomPrompt="1"/>
          </p:nvPr>
        </p:nvSpPr>
        <p:spPr>
          <a:xfrm>
            <a:off x="1056233"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6" name="Google Shape;426;p54">
            <a:hlinkClick r:id="" action="ppaction://noaction"/>
          </p:cNvPr>
          <p:cNvSpPr txBox="1">
            <a:spLocks noGrp="1"/>
          </p:cNvSpPr>
          <p:nvPr>
            <p:ph type="title" idx="15" hasCustomPrompt="1"/>
          </p:nvPr>
        </p:nvSpPr>
        <p:spPr>
          <a:xfrm>
            <a:off x="4419600"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7" name="Google Shape;427;p54"/>
          <p:cNvSpPr txBox="1">
            <a:spLocks noGrp="1"/>
          </p:cNvSpPr>
          <p:nvPr>
            <p:ph type="subTitle" idx="16"/>
          </p:nvPr>
        </p:nvSpPr>
        <p:spPr>
          <a:xfrm>
            <a:off x="8570967"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8" name="Google Shape;428;p54">
            <a:hlinkClick r:id="" action="ppaction://noaction"/>
          </p:cNvPr>
          <p:cNvSpPr txBox="1">
            <a:spLocks noGrp="1"/>
          </p:cNvSpPr>
          <p:nvPr>
            <p:ph type="subTitle" idx="17"/>
          </p:nvPr>
        </p:nvSpPr>
        <p:spPr>
          <a:xfrm>
            <a:off x="8570967"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9" name="Google Shape;429;p54">
            <a:hlinkClick r:id="" action="ppaction://noaction"/>
          </p:cNvPr>
          <p:cNvSpPr txBox="1">
            <a:spLocks noGrp="1"/>
          </p:cNvSpPr>
          <p:nvPr>
            <p:ph type="subTitle" idx="18"/>
          </p:nvPr>
        </p:nvSpPr>
        <p:spPr>
          <a:xfrm>
            <a:off x="8570967"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30" name="Google Shape;430;p54"/>
          <p:cNvSpPr txBox="1">
            <a:spLocks noGrp="1"/>
          </p:cNvSpPr>
          <p:nvPr>
            <p:ph type="subTitle" idx="19"/>
          </p:nvPr>
        </p:nvSpPr>
        <p:spPr>
          <a:xfrm>
            <a:off x="8570967"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1" name="Google Shape;431;p54">
            <a:hlinkClick r:id="" action="ppaction://noaction"/>
          </p:cNvPr>
          <p:cNvSpPr txBox="1">
            <a:spLocks noGrp="1"/>
          </p:cNvSpPr>
          <p:nvPr>
            <p:ph type="title" idx="20" hasCustomPrompt="1"/>
          </p:nvPr>
        </p:nvSpPr>
        <p:spPr>
          <a:xfrm>
            <a:off x="7782967"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32" name="Google Shape;432;p54">
            <a:hlinkClick r:id="" action="ppaction://noaction"/>
          </p:cNvPr>
          <p:cNvSpPr txBox="1">
            <a:spLocks noGrp="1"/>
          </p:cNvSpPr>
          <p:nvPr>
            <p:ph type="title" idx="21" hasCustomPrompt="1"/>
          </p:nvPr>
        </p:nvSpPr>
        <p:spPr>
          <a:xfrm>
            <a:off x="7782967"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789560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433"/>
        <p:cNvGrpSpPr/>
        <p:nvPr/>
      </p:nvGrpSpPr>
      <p:grpSpPr>
        <a:xfrm>
          <a:off x="0" y="0"/>
          <a:ext cx="0" cy="0"/>
          <a:chOff x="0" y="0"/>
          <a:chExt cx="0" cy="0"/>
        </a:xfrm>
      </p:grpSpPr>
      <p:sp>
        <p:nvSpPr>
          <p:cNvPr id="434" name="Google Shape;434;p55"/>
          <p:cNvSpPr/>
          <p:nvPr/>
        </p:nvSpPr>
        <p:spPr>
          <a:xfrm rot="-3798042">
            <a:off x="8423636" y="2130009"/>
            <a:ext cx="8196507" cy="50427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35" name="Google Shape;435;p55"/>
          <p:cNvGrpSpPr/>
          <p:nvPr/>
        </p:nvGrpSpPr>
        <p:grpSpPr>
          <a:xfrm rot="10800000" flipH="1">
            <a:off x="6943122" y="-915440"/>
            <a:ext cx="2262349" cy="2251771"/>
            <a:chOff x="2414491" y="671177"/>
            <a:chExt cx="1830972" cy="1822411"/>
          </a:xfrm>
        </p:grpSpPr>
        <p:sp>
          <p:nvSpPr>
            <p:cNvPr id="436" name="Google Shape;436;p5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5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5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5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5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5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5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5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5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5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5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5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5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5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5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5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5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5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5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5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6" name="Google Shape;456;p5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7" name="Google Shape;457;p5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5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5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5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5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5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5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5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5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5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5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5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5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0" name="Google Shape;470;p55"/>
          <p:cNvSpPr/>
          <p:nvPr/>
        </p:nvSpPr>
        <p:spPr>
          <a:xfrm rot="5400000">
            <a:off x="-3011733" y="42396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1" name="Google Shape;471;p55"/>
          <p:cNvSpPr/>
          <p:nvPr/>
        </p:nvSpPr>
        <p:spPr>
          <a:xfrm rot="-2266405" flipH="1">
            <a:off x="9461364" y="2919351"/>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2" name="Google Shape;472;p55"/>
          <p:cNvSpPr txBox="1">
            <a:spLocks noGrp="1"/>
          </p:cNvSpPr>
          <p:nvPr>
            <p:ph type="subTitle" idx="1"/>
          </p:nvPr>
        </p:nvSpPr>
        <p:spPr>
          <a:xfrm>
            <a:off x="5365600" y="49133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3" name="Google Shape;473;p55"/>
          <p:cNvSpPr txBox="1">
            <a:spLocks noGrp="1"/>
          </p:cNvSpPr>
          <p:nvPr>
            <p:ph type="subTitle" idx="2"/>
          </p:nvPr>
        </p:nvSpPr>
        <p:spPr>
          <a:xfrm>
            <a:off x="1255800" y="49133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4" name="Google Shape;474;p5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75" name="Google Shape;475;p55">
            <a:hlinkClick r:id="" action="ppaction://noaction"/>
          </p:cNvPr>
          <p:cNvSpPr txBox="1">
            <a:spLocks noGrp="1"/>
          </p:cNvSpPr>
          <p:nvPr>
            <p:ph type="subTitle" idx="3"/>
          </p:nvPr>
        </p:nvSpPr>
        <p:spPr>
          <a:xfrm>
            <a:off x="1255800" y="2319033"/>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6" name="Google Shape;476;p55">
            <a:hlinkClick r:id="" action="ppaction://noaction"/>
          </p:cNvPr>
          <p:cNvSpPr txBox="1">
            <a:spLocks noGrp="1"/>
          </p:cNvSpPr>
          <p:nvPr>
            <p:ph type="subTitle" idx="4"/>
          </p:nvPr>
        </p:nvSpPr>
        <p:spPr>
          <a:xfrm>
            <a:off x="5365600" y="2319033"/>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7" name="Google Shape;477;p55">
            <a:hlinkClick r:id="" action="ppaction://noaction"/>
          </p:cNvPr>
          <p:cNvSpPr txBox="1">
            <a:spLocks noGrp="1"/>
          </p:cNvSpPr>
          <p:nvPr>
            <p:ph type="subTitle" idx="5"/>
          </p:nvPr>
        </p:nvSpPr>
        <p:spPr>
          <a:xfrm>
            <a:off x="1255800" y="4396099"/>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8" name="Google Shape;478;p55">
            <a:hlinkClick r:id="" action="ppaction://noaction"/>
          </p:cNvPr>
          <p:cNvSpPr txBox="1">
            <a:spLocks noGrp="1"/>
          </p:cNvSpPr>
          <p:nvPr>
            <p:ph type="subTitle" idx="6"/>
          </p:nvPr>
        </p:nvSpPr>
        <p:spPr>
          <a:xfrm>
            <a:off x="5365600" y="4396116"/>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9" name="Google Shape;479;p55"/>
          <p:cNvSpPr txBox="1">
            <a:spLocks noGrp="1"/>
          </p:cNvSpPr>
          <p:nvPr>
            <p:ph type="subTitle" idx="7"/>
          </p:nvPr>
        </p:nvSpPr>
        <p:spPr>
          <a:xfrm>
            <a:off x="1260867" y="28400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0" name="Google Shape;480;p55"/>
          <p:cNvSpPr txBox="1">
            <a:spLocks noGrp="1"/>
          </p:cNvSpPr>
          <p:nvPr>
            <p:ph type="subTitle" idx="8"/>
          </p:nvPr>
        </p:nvSpPr>
        <p:spPr>
          <a:xfrm>
            <a:off x="5370603" y="28400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1" name="Google Shape;481;p55">
            <a:hlinkClick r:id="" action="ppaction://noaction"/>
          </p:cNvPr>
          <p:cNvSpPr txBox="1">
            <a:spLocks noGrp="1"/>
          </p:cNvSpPr>
          <p:nvPr>
            <p:ph type="title" idx="9" hasCustomPrompt="1"/>
          </p:nvPr>
        </p:nvSpPr>
        <p:spPr>
          <a:xfrm>
            <a:off x="1260867"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2" name="Google Shape;482;p55">
            <a:hlinkClick r:id="" action="ppaction://noaction"/>
          </p:cNvPr>
          <p:cNvSpPr txBox="1">
            <a:spLocks noGrp="1"/>
          </p:cNvSpPr>
          <p:nvPr>
            <p:ph type="title" idx="13" hasCustomPrompt="1"/>
          </p:nvPr>
        </p:nvSpPr>
        <p:spPr>
          <a:xfrm>
            <a:off x="5365600"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3" name="Google Shape;483;p55">
            <a:hlinkClick r:id="" action="ppaction://noaction"/>
          </p:cNvPr>
          <p:cNvSpPr txBox="1">
            <a:spLocks noGrp="1"/>
          </p:cNvSpPr>
          <p:nvPr>
            <p:ph type="title" idx="14" hasCustomPrompt="1"/>
          </p:nvPr>
        </p:nvSpPr>
        <p:spPr>
          <a:xfrm>
            <a:off x="1260867"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4" name="Google Shape;484;p55">
            <a:hlinkClick r:id="" action="ppaction://noaction"/>
          </p:cNvPr>
          <p:cNvSpPr txBox="1">
            <a:spLocks noGrp="1"/>
          </p:cNvSpPr>
          <p:nvPr>
            <p:ph type="title" idx="15" hasCustomPrompt="1"/>
          </p:nvPr>
        </p:nvSpPr>
        <p:spPr>
          <a:xfrm>
            <a:off x="5365600"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274289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85"/>
        <p:cNvGrpSpPr/>
        <p:nvPr/>
      </p:nvGrpSpPr>
      <p:grpSpPr>
        <a:xfrm>
          <a:off x="0" y="0"/>
          <a:ext cx="0" cy="0"/>
          <a:chOff x="0" y="0"/>
          <a:chExt cx="0" cy="0"/>
        </a:xfrm>
      </p:grpSpPr>
      <p:sp>
        <p:nvSpPr>
          <p:cNvPr id="486" name="Google Shape;486;p56"/>
          <p:cNvSpPr txBox="1">
            <a:spLocks noGrp="1"/>
          </p:cNvSpPr>
          <p:nvPr>
            <p:ph type="title"/>
          </p:nvPr>
        </p:nvSpPr>
        <p:spPr>
          <a:xfrm flipH="1">
            <a:off x="4367500" y="3789267"/>
            <a:ext cx="6100000" cy="7636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2"/>
              </a:buClr>
              <a:buSzPts val="1800"/>
              <a:buNone/>
              <a:defRPr sz="2400"/>
            </a:lvl1pPr>
            <a:lvl2pPr lvl="1" rtl="0">
              <a:spcBef>
                <a:spcPts val="0"/>
              </a:spcBef>
              <a:spcAft>
                <a:spcPts val="0"/>
              </a:spcAft>
              <a:buClr>
                <a:schemeClr val="accent2"/>
              </a:buClr>
              <a:buSzPts val="1800"/>
              <a:buNone/>
              <a:defRPr sz="2400">
                <a:solidFill>
                  <a:schemeClr val="accent2"/>
                </a:solidFill>
              </a:defRPr>
            </a:lvl2pPr>
            <a:lvl3pPr lvl="2" rtl="0">
              <a:spcBef>
                <a:spcPts val="0"/>
              </a:spcBef>
              <a:spcAft>
                <a:spcPts val="0"/>
              </a:spcAft>
              <a:buClr>
                <a:schemeClr val="accent2"/>
              </a:buClr>
              <a:buSzPts val="1800"/>
              <a:buNone/>
              <a:defRPr sz="2400">
                <a:solidFill>
                  <a:schemeClr val="accent2"/>
                </a:solidFill>
              </a:defRPr>
            </a:lvl3pPr>
            <a:lvl4pPr lvl="3" rtl="0">
              <a:spcBef>
                <a:spcPts val="0"/>
              </a:spcBef>
              <a:spcAft>
                <a:spcPts val="0"/>
              </a:spcAft>
              <a:buClr>
                <a:schemeClr val="accent2"/>
              </a:buClr>
              <a:buSzPts val="1800"/>
              <a:buNone/>
              <a:defRPr sz="2400">
                <a:solidFill>
                  <a:schemeClr val="accent2"/>
                </a:solidFill>
              </a:defRPr>
            </a:lvl4pPr>
            <a:lvl5pPr lvl="4" rtl="0">
              <a:spcBef>
                <a:spcPts val="0"/>
              </a:spcBef>
              <a:spcAft>
                <a:spcPts val="0"/>
              </a:spcAft>
              <a:buClr>
                <a:schemeClr val="accent2"/>
              </a:buClr>
              <a:buSzPts val="1800"/>
              <a:buNone/>
              <a:defRPr sz="2400">
                <a:solidFill>
                  <a:schemeClr val="accent2"/>
                </a:solidFill>
              </a:defRPr>
            </a:lvl5pPr>
            <a:lvl6pPr lvl="5" rtl="0">
              <a:spcBef>
                <a:spcPts val="0"/>
              </a:spcBef>
              <a:spcAft>
                <a:spcPts val="0"/>
              </a:spcAft>
              <a:buClr>
                <a:schemeClr val="accent2"/>
              </a:buClr>
              <a:buSzPts val="1800"/>
              <a:buNone/>
              <a:defRPr sz="2400">
                <a:solidFill>
                  <a:schemeClr val="accent2"/>
                </a:solidFill>
              </a:defRPr>
            </a:lvl6pPr>
            <a:lvl7pPr lvl="6" rtl="0">
              <a:spcBef>
                <a:spcPts val="0"/>
              </a:spcBef>
              <a:spcAft>
                <a:spcPts val="0"/>
              </a:spcAft>
              <a:buClr>
                <a:schemeClr val="accent2"/>
              </a:buClr>
              <a:buSzPts val="1800"/>
              <a:buNone/>
              <a:defRPr sz="2400">
                <a:solidFill>
                  <a:schemeClr val="accent2"/>
                </a:solidFill>
              </a:defRPr>
            </a:lvl7pPr>
            <a:lvl8pPr lvl="7" rtl="0">
              <a:spcBef>
                <a:spcPts val="0"/>
              </a:spcBef>
              <a:spcAft>
                <a:spcPts val="0"/>
              </a:spcAft>
              <a:buClr>
                <a:schemeClr val="accent2"/>
              </a:buClr>
              <a:buSzPts val="1800"/>
              <a:buNone/>
              <a:defRPr sz="2400">
                <a:solidFill>
                  <a:schemeClr val="accent2"/>
                </a:solidFill>
              </a:defRPr>
            </a:lvl8pPr>
            <a:lvl9pPr lvl="8" rtl="0">
              <a:spcBef>
                <a:spcPts val="0"/>
              </a:spcBef>
              <a:spcAft>
                <a:spcPts val="0"/>
              </a:spcAft>
              <a:buClr>
                <a:schemeClr val="accent2"/>
              </a:buClr>
              <a:buSzPts val="1800"/>
              <a:buNone/>
              <a:defRPr sz="2400">
                <a:solidFill>
                  <a:schemeClr val="accent2"/>
                </a:solidFill>
              </a:defRPr>
            </a:lvl9pPr>
          </a:lstStyle>
          <a:p>
            <a:endParaRPr/>
          </a:p>
        </p:txBody>
      </p:sp>
      <p:sp>
        <p:nvSpPr>
          <p:cNvPr id="487" name="Google Shape;487;p56"/>
          <p:cNvSpPr txBox="1">
            <a:spLocks noGrp="1"/>
          </p:cNvSpPr>
          <p:nvPr>
            <p:ph type="subTitle" idx="1"/>
          </p:nvPr>
        </p:nvSpPr>
        <p:spPr>
          <a:xfrm flipH="1">
            <a:off x="4367500" y="2305133"/>
            <a:ext cx="6100000" cy="147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6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8" name="Google Shape;488;p56"/>
          <p:cNvSpPr/>
          <p:nvPr/>
        </p:nvSpPr>
        <p:spPr>
          <a:xfrm rot="-3415034" flipH="1">
            <a:off x="8482155" y="4119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9" name="Google Shape;489;p56"/>
          <p:cNvSpPr/>
          <p:nvPr/>
        </p:nvSpPr>
        <p:spPr>
          <a:xfrm rot="1848056">
            <a:off x="3162900" y="35194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90" name="Google Shape;490;p56"/>
          <p:cNvGrpSpPr/>
          <p:nvPr/>
        </p:nvGrpSpPr>
        <p:grpSpPr>
          <a:xfrm>
            <a:off x="-304793" y="-107265"/>
            <a:ext cx="3036423" cy="7072503"/>
            <a:chOff x="224725" y="566950"/>
            <a:chExt cx="1850875" cy="4311100"/>
          </a:xfrm>
        </p:grpSpPr>
        <p:sp>
          <p:nvSpPr>
            <p:cNvPr id="491" name="Google Shape;491;p5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5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5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5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5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5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5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5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5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5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5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5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5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5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5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5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5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5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5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5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5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5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5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5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15" name="Google Shape;515;p56"/>
          <p:cNvSpPr/>
          <p:nvPr/>
        </p:nvSpPr>
        <p:spPr>
          <a:xfrm rot="-7977677">
            <a:off x="2199661" y="664209"/>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6" name="Google Shape;516;p56"/>
          <p:cNvSpPr/>
          <p:nvPr/>
        </p:nvSpPr>
        <p:spPr>
          <a:xfrm>
            <a:off x="9456284" y="4798103"/>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96533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aption">
  <p:cSld name="1_Caption">
    <p:spTree>
      <p:nvGrpSpPr>
        <p:cNvPr id="1" name="Shape 517"/>
        <p:cNvGrpSpPr/>
        <p:nvPr/>
      </p:nvGrpSpPr>
      <p:grpSpPr>
        <a:xfrm>
          <a:off x="0" y="0"/>
          <a:ext cx="0" cy="0"/>
          <a:chOff x="0" y="0"/>
          <a:chExt cx="0" cy="0"/>
        </a:xfrm>
      </p:grpSpPr>
      <p:sp>
        <p:nvSpPr>
          <p:cNvPr id="518" name="Google Shape;518;p57"/>
          <p:cNvSpPr txBox="1">
            <a:spLocks noGrp="1"/>
          </p:cNvSpPr>
          <p:nvPr>
            <p:ph type="title"/>
          </p:nvPr>
        </p:nvSpPr>
        <p:spPr>
          <a:xfrm>
            <a:off x="950967" y="571833"/>
            <a:ext cx="4596800" cy="1595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519" name="Google Shape;519;p57"/>
          <p:cNvSpPr/>
          <p:nvPr/>
        </p:nvSpPr>
        <p:spPr>
          <a:xfrm>
            <a:off x="0" y="0"/>
            <a:ext cx="12192000" cy="6858000"/>
          </a:xfrm>
          <a:prstGeom prst="rect">
            <a:avLst/>
          </a:prstGeom>
          <a:solidFill>
            <a:schemeClr val="accent1">
              <a:alpha val="167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0" name="Google Shape;520;p57"/>
          <p:cNvSpPr/>
          <p:nvPr/>
        </p:nvSpPr>
        <p:spPr>
          <a:xfrm rot="-1043092" flipH="1">
            <a:off x="-1398839" y="2721436"/>
            <a:ext cx="6211401" cy="635352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1" name="Google Shape;521;p57"/>
          <p:cNvSpPr/>
          <p:nvPr/>
        </p:nvSpPr>
        <p:spPr>
          <a:xfrm>
            <a:off x="1723367" y="3428998"/>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2" name="Google Shape;522;p57"/>
          <p:cNvSpPr/>
          <p:nvPr/>
        </p:nvSpPr>
        <p:spPr>
          <a:xfrm rot="1300523">
            <a:off x="5014558" y="-1501102"/>
            <a:ext cx="3361116" cy="3867609"/>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716456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523"/>
        <p:cNvGrpSpPr/>
        <p:nvPr/>
      </p:nvGrpSpPr>
      <p:grpSpPr>
        <a:xfrm>
          <a:off x="0" y="0"/>
          <a:ext cx="0" cy="0"/>
          <a:chOff x="0" y="0"/>
          <a:chExt cx="0" cy="0"/>
        </a:xfrm>
      </p:grpSpPr>
      <p:sp>
        <p:nvSpPr>
          <p:cNvPr id="524" name="Google Shape;524;p58"/>
          <p:cNvSpPr/>
          <p:nvPr/>
        </p:nvSpPr>
        <p:spPr>
          <a:xfrm rot="2465585" flipH="1">
            <a:off x="-2925276" y="3602927"/>
            <a:ext cx="5690403" cy="35008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58"/>
          <p:cNvSpPr/>
          <p:nvPr/>
        </p:nvSpPr>
        <p:spPr>
          <a:xfrm rot="-6430284" flipH="1">
            <a:off x="9323807" y="-1344613"/>
            <a:ext cx="5290611" cy="4805957"/>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6" name="Google Shape;526;p58"/>
          <p:cNvSpPr/>
          <p:nvPr/>
        </p:nvSpPr>
        <p:spPr>
          <a:xfrm>
            <a:off x="-611867" y="-987000"/>
            <a:ext cx="2716011" cy="2872271"/>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7" name="Google Shape;527;p58"/>
          <p:cNvSpPr txBox="1">
            <a:spLocks noGrp="1"/>
          </p:cNvSpPr>
          <p:nvPr>
            <p:ph type="subTitle" idx="1"/>
          </p:nvPr>
        </p:nvSpPr>
        <p:spPr>
          <a:xfrm>
            <a:off x="838268"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8" name="Google Shape;528;p58"/>
          <p:cNvSpPr txBox="1">
            <a:spLocks noGrp="1"/>
          </p:cNvSpPr>
          <p:nvPr>
            <p:ph type="subTitle" idx="2"/>
          </p:nvPr>
        </p:nvSpPr>
        <p:spPr>
          <a:xfrm>
            <a:off x="4650800"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9" name="Google Shape;529;p58"/>
          <p:cNvSpPr txBox="1">
            <a:spLocks noGrp="1"/>
          </p:cNvSpPr>
          <p:nvPr>
            <p:ph type="subTitle" idx="3"/>
          </p:nvPr>
        </p:nvSpPr>
        <p:spPr>
          <a:xfrm>
            <a:off x="83826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0" name="Google Shape;530;p58"/>
          <p:cNvSpPr txBox="1">
            <a:spLocks noGrp="1"/>
          </p:cNvSpPr>
          <p:nvPr>
            <p:ph type="subTitle" idx="4"/>
          </p:nvPr>
        </p:nvSpPr>
        <p:spPr>
          <a:xfrm>
            <a:off x="4650800"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1" name="Google Shape;531;p58"/>
          <p:cNvSpPr txBox="1">
            <a:spLocks noGrp="1"/>
          </p:cNvSpPr>
          <p:nvPr>
            <p:ph type="title" hasCustomPrompt="1"/>
          </p:nvPr>
        </p:nvSpPr>
        <p:spPr>
          <a:xfrm>
            <a:off x="83826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2" name="Google Shape;532;p58"/>
          <p:cNvSpPr txBox="1">
            <a:spLocks noGrp="1"/>
          </p:cNvSpPr>
          <p:nvPr>
            <p:ph type="title" idx="5" hasCustomPrompt="1"/>
          </p:nvPr>
        </p:nvSpPr>
        <p:spPr>
          <a:xfrm>
            <a:off x="4608284"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3" name="Google Shape;533;p58"/>
          <p:cNvSpPr txBox="1">
            <a:spLocks noGrp="1"/>
          </p:cNvSpPr>
          <p:nvPr>
            <p:ph type="subTitle" idx="6"/>
          </p:nvPr>
        </p:nvSpPr>
        <p:spPr>
          <a:xfrm>
            <a:off x="8463333"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4" name="Google Shape;534;p58"/>
          <p:cNvSpPr txBox="1">
            <a:spLocks noGrp="1"/>
          </p:cNvSpPr>
          <p:nvPr>
            <p:ph type="subTitle" idx="7"/>
          </p:nvPr>
        </p:nvSpPr>
        <p:spPr>
          <a:xfrm>
            <a:off x="846331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5" name="Google Shape;535;p58"/>
          <p:cNvSpPr txBox="1">
            <a:spLocks noGrp="1"/>
          </p:cNvSpPr>
          <p:nvPr>
            <p:ph type="title" idx="8" hasCustomPrompt="1"/>
          </p:nvPr>
        </p:nvSpPr>
        <p:spPr>
          <a:xfrm>
            <a:off x="846333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6" name="Google Shape;536;p58"/>
          <p:cNvSpPr txBox="1">
            <a:spLocks noGrp="1"/>
          </p:cNvSpPr>
          <p:nvPr>
            <p:ph type="title" idx="9"/>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7124825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537"/>
        <p:cNvGrpSpPr/>
        <p:nvPr/>
      </p:nvGrpSpPr>
      <p:grpSpPr>
        <a:xfrm>
          <a:off x="0" y="0"/>
          <a:ext cx="0" cy="0"/>
          <a:chOff x="0" y="0"/>
          <a:chExt cx="0" cy="0"/>
        </a:xfrm>
      </p:grpSpPr>
      <p:sp>
        <p:nvSpPr>
          <p:cNvPr id="538" name="Google Shape;538;p59"/>
          <p:cNvSpPr/>
          <p:nvPr/>
        </p:nvSpPr>
        <p:spPr>
          <a:xfrm rot="672094">
            <a:off x="7445719" y="750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9" name="Google Shape;539;p59"/>
          <p:cNvSpPr/>
          <p:nvPr/>
        </p:nvSpPr>
        <p:spPr>
          <a:xfrm rot="3414914">
            <a:off x="-2027417" y="1054660"/>
            <a:ext cx="5316341" cy="4522224"/>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0" name="Google Shape;540;p59"/>
          <p:cNvGrpSpPr/>
          <p:nvPr/>
        </p:nvGrpSpPr>
        <p:grpSpPr>
          <a:xfrm rot="10800000" flipH="1">
            <a:off x="573888" y="2458909"/>
            <a:ext cx="2262349" cy="2251771"/>
            <a:chOff x="2414491" y="671177"/>
            <a:chExt cx="1830972" cy="1822411"/>
          </a:xfrm>
        </p:grpSpPr>
        <p:sp>
          <p:nvSpPr>
            <p:cNvPr id="541" name="Google Shape;541;p5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5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5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5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5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5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5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5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5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5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5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5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5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5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5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5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5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5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5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5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5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5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5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5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5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5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5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5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5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5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5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5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5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5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5" name="Google Shape;575;p59"/>
          <p:cNvSpPr/>
          <p:nvPr/>
        </p:nvSpPr>
        <p:spPr>
          <a:xfrm rot="1095657">
            <a:off x="2370707" y="5154106"/>
            <a:ext cx="1361339" cy="17779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6" name="Google Shape;576;p59"/>
          <p:cNvSpPr txBox="1">
            <a:spLocks noGrp="1"/>
          </p:cNvSpPr>
          <p:nvPr>
            <p:ph type="subTitle" idx="1"/>
          </p:nvPr>
        </p:nvSpPr>
        <p:spPr>
          <a:xfrm>
            <a:off x="3625000" y="20535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7" name="Google Shape;577;p59"/>
          <p:cNvSpPr txBox="1">
            <a:spLocks noGrp="1"/>
          </p:cNvSpPr>
          <p:nvPr>
            <p:ph type="title" hasCustomPrompt="1"/>
          </p:nvPr>
        </p:nvSpPr>
        <p:spPr>
          <a:xfrm>
            <a:off x="3625000" y="12899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78" name="Google Shape;578;p59"/>
          <p:cNvSpPr txBox="1">
            <a:spLocks noGrp="1"/>
          </p:cNvSpPr>
          <p:nvPr>
            <p:ph type="subTitle" idx="2"/>
          </p:nvPr>
        </p:nvSpPr>
        <p:spPr>
          <a:xfrm>
            <a:off x="3625000" y="3564884"/>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9" name="Google Shape;579;p59"/>
          <p:cNvSpPr txBox="1">
            <a:spLocks noGrp="1"/>
          </p:cNvSpPr>
          <p:nvPr>
            <p:ph type="title" idx="3" hasCustomPrompt="1"/>
          </p:nvPr>
        </p:nvSpPr>
        <p:spPr>
          <a:xfrm>
            <a:off x="3625000" y="2801244"/>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80" name="Google Shape;580;p59"/>
          <p:cNvSpPr txBox="1">
            <a:spLocks noGrp="1"/>
          </p:cNvSpPr>
          <p:nvPr>
            <p:ph type="subTitle" idx="4"/>
          </p:nvPr>
        </p:nvSpPr>
        <p:spPr>
          <a:xfrm>
            <a:off x="3625000" y="50762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81" name="Google Shape;581;p59"/>
          <p:cNvSpPr txBox="1">
            <a:spLocks noGrp="1"/>
          </p:cNvSpPr>
          <p:nvPr>
            <p:ph type="title" idx="5" hasCustomPrompt="1"/>
          </p:nvPr>
        </p:nvSpPr>
        <p:spPr>
          <a:xfrm>
            <a:off x="3625000" y="43126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6656213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582"/>
        <p:cNvGrpSpPr/>
        <p:nvPr/>
      </p:nvGrpSpPr>
      <p:grpSpPr>
        <a:xfrm>
          <a:off x="0" y="0"/>
          <a:ext cx="0" cy="0"/>
          <a:chOff x="0" y="0"/>
          <a:chExt cx="0" cy="0"/>
        </a:xfrm>
      </p:grpSpPr>
      <p:sp>
        <p:nvSpPr>
          <p:cNvPr id="583" name="Google Shape;583;p60"/>
          <p:cNvSpPr/>
          <p:nvPr/>
        </p:nvSpPr>
        <p:spPr>
          <a:xfrm rot="-5711992" flipH="1">
            <a:off x="7691571" y="-1689254"/>
            <a:ext cx="6419520" cy="5460443"/>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4" name="Google Shape;584;p60"/>
          <p:cNvSpPr/>
          <p:nvPr/>
        </p:nvSpPr>
        <p:spPr>
          <a:xfrm rot="672094">
            <a:off x="-2324115" y="27477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85" name="Google Shape;585;p60"/>
          <p:cNvGrpSpPr/>
          <p:nvPr/>
        </p:nvGrpSpPr>
        <p:grpSpPr>
          <a:xfrm rot="10800000" flipH="1">
            <a:off x="8919655" y="862343"/>
            <a:ext cx="2262349" cy="2251771"/>
            <a:chOff x="2414491" y="671177"/>
            <a:chExt cx="1830972" cy="1822411"/>
          </a:xfrm>
        </p:grpSpPr>
        <p:sp>
          <p:nvSpPr>
            <p:cNvPr id="586" name="Google Shape;586;p6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6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6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6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6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6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6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6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6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6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6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6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6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6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6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6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6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6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6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6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6" name="Google Shape;606;p6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7" name="Google Shape;607;p6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6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9" name="Google Shape;609;p6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0" name="Google Shape;610;p6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6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6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6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6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6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6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6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6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6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0" name="Google Shape;620;p60"/>
          <p:cNvSpPr/>
          <p:nvPr/>
        </p:nvSpPr>
        <p:spPr>
          <a:xfrm rot="2354015">
            <a:off x="2383466" y="3843734"/>
            <a:ext cx="1912876" cy="168731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1" name="Google Shape;621;p60"/>
          <p:cNvSpPr txBox="1">
            <a:spLocks noGrp="1"/>
          </p:cNvSpPr>
          <p:nvPr>
            <p:ph type="subTitle" idx="1"/>
          </p:nvPr>
        </p:nvSpPr>
        <p:spPr>
          <a:xfrm>
            <a:off x="2422968" y="1823867"/>
            <a:ext cx="2890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2" name="Google Shape;622;p60"/>
          <p:cNvSpPr txBox="1">
            <a:spLocks noGrp="1"/>
          </p:cNvSpPr>
          <p:nvPr>
            <p:ph type="subTitle" idx="2"/>
          </p:nvPr>
        </p:nvSpPr>
        <p:spPr>
          <a:xfrm>
            <a:off x="6878200" y="41016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3" name="Google Shape;623;p60"/>
          <p:cNvSpPr txBox="1">
            <a:spLocks noGrp="1"/>
          </p:cNvSpPr>
          <p:nvPr>
            <p:ph type="subTitle" idx="3"/>
          </p:nvPr>
        </p:nvSpPr>
        <p:spPr>
          <a:xfrm>
            <a:off x="2422967" y="2447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4" name="Google Shape;624;p60"/>
          <p:cNvSpPr txBox="1">
            <a:spLocks noGrp="1"/>
          </p:cNvSpPr>
          <p:nvPr>
            <p:ph type="subTitle" idx="4"/>
          </p:nvPr>
        </p:nvSpPr>
        <p:spPr>
          <a:xfrm>
            <a:off x="6878200" y="47253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5" name="Google Shape;625;p60"/>
          <p:cNvSpPr txBox="1">
            <a:spLocks noGrp="1"/>
          </p:cNvSpPr>
          <p:nvPr>
            <p:ph type="title" hasCustomPrompt="1"/>
          </p:nvPr>
        </p:nvSpPr>
        <p:spPr>
          <a:xfrm>
            <a:off x="950967" y="22433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6" name="Google Shape;626;p60"/>
          <p:cNvSpPr txBox="1">
            <a:spLocks noGrp="1"/>
          </p:cNvSpPr>
          <p:nvPr>
            <p:ph type="title" idx="5" hasCustomPrompt="1"/>
          </p:nvPr>
        </p:nvSpPr>
        <p:spPr>
          <a:xfrm>
            <a:off x="9768600" y="45211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7" name="Google Shape;627;p60"/>
          <p:cNvSpPr txBox="1">
            <a:spLocks noGrp="1"/>
          </p:cNvSpPr>
          <p:nvPr>
            <p:ph type="title" idx="6"/>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8781719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628"/>
        <p:cNvGrpSpPr/>
        <p:nvPr/>
      </p:nvGrpSpPr>
      <p:grpSpPr>
        <a:xfrm>
          <a:off x="0" y="0"/>
          <a:ext cx="0" cy="0"/>
          <a:chOff x="0" y="0"/>
          <a:chExt cx="0" cy="0"/>
        </a:xfrm>
      </p:grpSpPr>
      <p:sp>
        <p:nvSpPr>
          <p:cNvPr id="629" name="Google Shape;629;p61"/>
          <p:cNvSpPr txBox="1">
            <a:spLocks noGrp="1"/>
          </p:cNvSpPr>
          <p:nvPr>
            <p:ph type="subTitle" idx="1"/>
          </p:nvPr>
        </p:nvSpPr>
        <p:spPr>
          <a:xfrm>
            <a:off x="1233033" y="2695384"/>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0" name="Google Shape;630;p61"/>
          <p:cNvSpPr txBox="1">
            <a:spLocks noGrp="1"/>
          </p:cNvSpPr>
          <p:nvPr>
            <p:ph type="title" hasCustomPrompt="1"/>
          </p:nvPr>
        </p:nvSpPr>
        <p:spPr>
          <a:xfrm>
            <a:off x="1233033" y="188765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sp>
        <p:nvSpPr>
          <p:cNvPr id="631" name="Google Shape;631;p61"/>
          <p:cNvSpPr txBox="1">
            <a:spLocks noGrp="1"/>
          </p:cNvSpPr>
          <p:nvPr>
            <p:ph type="subTitle" idx="2"/>
          </p:nvPr>
        </p:nvSpPr>
        <p:spPr>
          <a:xfrm>
            <a:off x="1233033" y="4206751"/>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2" name="Google Shape;632;p61"/>
          <p:cNvSpPr txBox="1">
            <a:spLocks noGrp="1"/>
          </p:cNvSpPr>
          <p:nvPr>
            <p:ph type="title" idx="3" hasCustomPrompt="1"/>
          </p:nvPr>
        </p:nvSpPr>
        <p:spPr>
          <a:xfrm>
            <a:off x="1233033" y="339898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grpSp>
        <p:nvGrpSpPr>
          <p:cNvPr id="633" name="Google Shape;633;p61"/>
          <p:cNvGrpSpPr/>
          <p:nvPr/>
        </p:nvGrpSpPr>
        <p:grpSpPr>
          <a:xfrm flipH="1">
            <a:off x="9218741" y="-107265"/>
            <a:ext cx="3036423" cy="7072503"/>
            <a:chOff x="224725" y="566950"/>
            <a:chExt cx="1850875" cy="4311100"/>
          </a:xfrm>
        </p:grpSpPr>
        <p:sp>
          <p:nvSpPr>
            <p:cNvPr id="634" name="Google Shape;634;p6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6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6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6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6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6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6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6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6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6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6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6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6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6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6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6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6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6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6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6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6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6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6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6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58" name="Google Shape;658;p61"/>
          <p:cNvSpPr/>
          <p:nvPr/>
        </p:nvSpPr>
        <p:spPr>
          <a:xfrm rot="7654233" flipH="1">
            <a:off x="-1433691" y="-1673879"/>
            <a:ext cx="5690368" cy="3500869"/>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820334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59"/>
        <p:cNvGrpSpPr/>
        <p:nvPr/>
      </p:nvGrpSpPr>
      <p:grpSpPr>
        <a:xfrm>
          <a:off x="0" y="0"/>
          <a:ext cx="0" cy="0"/>
          <a:chOff x="0" y="0"/>
          <a:chExt cx="0" cy="0"/>
        </a:xfrm>
      </p:grpSpPr>
      <p:sp>
        <p:nvSpPr>
          <p:cNvPr id="660" name="Google Shape;660;p62"/>
          <p:cNvSpPr/>
          <p:nvPr/>
        </p:nvSpPr>
        <p:spPr>
          <a:xfrm rot="-1781954">
            <a:off x="8392112" y="60815"/>
            <a:ext cx="6211219" cy="6353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1" name="Google Shape;661;p62"/>
          <p:cNvSpPr/>
          <p:nvPr/>
        </p:nvSpPr>
        <p:spPr>
          <a:xfrm>
            <a:off x="8826334" y="1680133"/>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2" name="Google Shape;662;p62"/>
          <p:cNvSpPr/>
          <p:nvPr/>
        </p:nvSpPr>
        <p:spPr>
          <a:xfrm rot="1145765" flipH="1">
            <a:off x="-1901350" y="-1071681"/>
            <a:ext cx="4529804" cy="4511021"/>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3" name="Google Shape;663;p6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664" name="Google Shape;664;p62"/>
          <p:cNvSpPr txBox="1">
            <a:spLocks noGrp="1"/>
          </p:cNvSpPr>
          <p:nvPr>
            <p:ph type="subTitle" idx="1"/>
          </p:nvPr>
        </p:nvSpPr>
        <p:spPr>
          <a:xfrm>
            <a:off x="1196900" y="2103800"/>
            <a:ext cx="6412400" cy="3319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665" name="Google Shape;665;p62"/>
          <p:cNvGrpSpPr/>
          <p:nvPr/>
        </p:nvGrpSpPr>
        <p:grpSpPr>
          <a:xfrm rot="10800000" flipH="1">
            <a:off x="6369188" y="4763109"/>
            <a:ext cx="2262349" cy="2251771"/>
            <a:chOff x="2414491" y="671177"/>
            <a:chExt cx="1830972" cy="1822411"/>
          </a:xfrm>
        </p:grpSpPr>
        <p:sp>
          <p:nvSpPr>
            <p:cNvPr id="666" name="Google Shape;666;p6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6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6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6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6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1" name="Google Shape;671;p6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2" name="Google Shape;672;p6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6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4" name="Google Shape;674;p6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5" name="Google Shape;675;p6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6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7" name="Google Shape;677;p6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6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6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6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6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6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6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6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6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6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6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6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6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6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6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6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6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6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6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6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6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6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6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683681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700"/>
        <p:cNvGrpSpPr/>
        <p:nvPr/>
      </p:nvGrpSpPr>
      <p:grpSpPr>
        <a:xfrm>
          <a:off x="0" y="0"/>
          <a:ext cx="0" cy="0"/>
          <a:chOff x="0" y="0"/>
          <a:chExt cx="0" cy="0"/>
        </a:xfrm>
      </p:grpSpPr>
      <p:sp>
        <p:nvSpPr>
          <p:cNvPr id="701" name="Google Shape;701;p63"/>
          <p:cNvSpPr/>
          <p:nvPr/>
        </p:nvSpPr>
        <p:spPr>
          <a:xfrm rot="-1690000">
            <a:off x="6360070" y="4576270"/>
            <a:ext cx="5748177" cy="3536436"/>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2" name="Google Shape;702;p63"/>
          <p:cNvSpPr/>
          <p:nvPr/>
        </p:nvSpPr>
        <p:spPr>
          <a:xfrm rot="-8976185">
            <a:off x="-1189638" y="927640"/>
            <a:ext cx="4281201" cy="426344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03" name="Google Shape;703;p63"/>
          <p:cNvGrpSpPr/>
          <p:nvPr/>
        </p:nvGrpSpPr>
        <p:grpSpPr>
          <a:xfrm>
            <a:off x="7226992" y="-1272792"/>
            <a:ext cx="3027913" cy="3013779"/>
            <a:chOff x="6762468" y="1386456"/>
            <a:chExt cx="2270935" cy="2260334"/>
          </a:xfrm>
        </p:grpSpPr>
        <p:sp>
          <p:nvSpPr>
            <p:cNvPr id="704" name="Google Shape;704;p6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6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6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6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6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6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6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6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6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6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6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6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6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6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6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6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6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6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6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6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6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6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6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6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6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6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6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6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6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6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6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6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6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37" name="Google Shape;737;p63"/>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738" name="Google Shape;738;p63"/>
          <p:cNvSpPr txBox="1">
            <a:spLocks noGrp="1"/>
          </p:cNvSpPr>
          <p:nvPr>
            <p:ph type="subTitle" idx="1"/>
          </p:nvPr>
        </p:nvSpPr>
        <p:spPr>
          <a:xfrm>
            <a:off x="2092600" y="3675133"/>
            <a:ext cx="800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1341506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778"/>
        <p:cNvGrpSpPr/>
        <p:nvPr/>
      </p:nvGrpSpPr>
      <p:grpSpPr>
        <a:xfrm>
          <a:off x="0" y="0"/>
          <a:ext cx="0" cy="0"/>
          <a:chOff x="0" y="0"/>
          <a:chExt cx="0" cy="0"/>
        </a:xfrm>
      </p:grpSpPr>
      <p:sp>
        <p:nvSpPr>
          <p:cNvPr id="779" name="Google Shape;779;p65"/>
          <p:cNvSpPr txBox="1">
            <a:spLocks noGrp="1"/>
          </p:cNvSpPr>
          <p:nvPr>
            <p:ph type="title"/>
          </p:nvPr>
        </p:nvSpPr>
        <p:spPr>
          <a:xfrm>
            <a:off x="950967" y="2007651"/>
            <a:ext cx="5934400" cy="1693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780" name="Google Shape;780;p65"/>
          <p:cNvSpPr txBox="1">
            <a:spLocks noGrp="1"/>
          </p:cNvSpPr>
          <p:nvPr>
            <p:ph type="subTitle" idx="1"/>
          </p:nvPr>
        </p:nvSpPr>
        <p:spPr>
          <a:xfrm>
            <a:off x="950967" y="3634351"/>
            <a:ext cx="4308800" cy="1216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781" name="Google Shape;781;p65"/>
          <p:cNvGrpSpPr/>
          <p:nvPr/>
        </p:nvGrpSpPr>
        <p:grpSpPr>
          <a:xfrm flipH="1">
            <a:off x="7225174" y="2"/>
            <a:ext cx="3036423" cy="7072503"/>
            <a:chOff x="224725" y="566950"/>
            <a:chExt cx="1850875" cy="4311100"/>
          </a:xfrm>
        </p:grpSpPr>
        <p:sp>
          <p:nvSpPr>
            <p:cNvPr id="782" name="Google Shape;782;p6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6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6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6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6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6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6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9" name="Google Shape;789;p6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0" name="Google Shape;790;p6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6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6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6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6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6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6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6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6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9" name="Google Shape;799;p6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0" name="Google Shape;800;p6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1" name="Google Shape;801;p6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2" name="Google Shape;802;p6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6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6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6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06" name="Google Shape;806;p65"/>
          <p:cNvSpPr/>
          <p:nvPr/>
        </p:nvSpPr>
        <p:spPr>
          <a:xfrm rot="-5035031" flipH="1">
            <a:off x="5609254" y="1002476"/>
            <a:ext cx="9628503" cy="592397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7" name="Google Shape;807;p65"/>
          <p:cNvSpPr/>
          <p:nvPr/>
        </p:nvSpPr>
        <p:spPr>
          <a:xfrm rot="5400000">
            <a:off x="-2695663" y="30244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8" name="Google Shape;808;p65"/>
          <p:cNvSpPr/>
          <p:nvPr/>
        </p:nvSpPr>
        <p:spPr>
          <a:xfrm>
            <a:off x="1707734" y="-870199"/>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867238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809"/>
        <p:cNvGrpSpPr/>
        <p:nvPr/>
      </p:nvGrpSpPr>
      <p:grpSpPr>
        <a:xfrm>
          <a:off x="0" y="0"/>
          <a:ext cx="0" cy="0"/>
          <a:chOff x="0" y="0"/>
          <a:chExt cx="0" cy="0"/>
        </a:xfrm>
      </p:grpSpPr>
      <p:sp>
        <p:nvSpPr>
          <p:cNvPr id="810" name="Google Shape;810;p66"/>
          <p:cNvSpPr/>
          <p:nvPr/>
        </p:nvSpPr>
        <p:spPr>
          <a:xfrm rot="-1408952">
            <a:off x="9385777" y="1283763"/>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1" name="Google Shape;811;p66"/>
          <p:cNvSpPr/>
          <p:nvPr/>
        </p:nvSpPr>
        <p:spPr>
          <a:xfrm rot="5400000" flipH="1">
            <a:off x="-1775359" y="-788612"/>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2" name="Google Shape;812;p66"/>
          <p:cNvSpPr/>
          <p:nvPr/>
        </p:nvSpPr>
        <p:spPr>
          <a:xfrm rot="-7977677">
            <a:off x="1953761" y="46061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13" name="Google Shape;813;p66"/>
          <p:cNvGrpSpPr/>
          <p:nvPr/>
        </p:nvGrpSpPr>
        <p:grpSpPr>
          <a:xfrm>
            <a:off x="6779076" y="-1405579"/>
            <a:ext cx="3072616" cy="3058492"/>
            <a:chOff x="2414491" y="671177"/>
            <a:chExt cx="1830972" cy="1822411"/>
          </a:xfrm>
        </p:grpSpPr>
        <p:sp>
          <p:nvSpPr>
            <p:cNvPr id="814" name="Google Shape;814;p6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6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6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6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6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6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6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6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6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6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6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6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6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6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6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6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6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6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6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6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6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6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6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6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6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6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6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6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6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6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6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6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6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6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48" name="Google Shape;848;p66"/>
          <p:cNvSpPr txBox="1">
            <a:spLocks noGrp="1"/>
          </p:cNvSpPr>
          <p:nvPr>
            <p:ph type="title"/>
          </p:nvPr>
        </p:nvSpPr>
        <p:spPr>
          <a:xfrm>
            <a:off x="3587633" y="2007633"/>
            <a:ext cx="5145200" cy="153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1333">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49" name="Google Shape;849;p66"/>
          <p:cNvSpPr txBox="1">
            <a:spLocks noGrp="1"/>
          </p:cNvSpPr>
          <p:nvPr>
            <p:ph type="subTitle" idx="1"/>
          </p:nvPr>
        </p:nvSpPr>
        <p:spPr>
          <a:xfrm>
            <a:off x="3587633" y="3634333"/>
            <a:ext cx="5145200" cy="121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Tree>
    <p:extLst>
      <p:ext uri="{BB962C8B-B14F-4D97-AF65-F5344CB8AC3E}">
        <p14:creationId xmlns:p14="http://schemas.microsoft.com/office/powerpoint/2010/main" val="2091030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850"/>
        <p:cNvGrpSpPr/>
        <p:nvPr/>
      </p:nvGrpSpPr>
      <p:grpSpPr>
        <a:xfrm>
          <a:off x="0" y="0"/>
          <a:ext cx="0" cy="0"/>
          <a:chOff x="0" y="0"/>
          <a:chExt cx="0" cy="0"/>
        </a:xfrm>
      </p:grpSpPr>
      <p:sp>
        <p:nvSpPr>
          <p:cNvPr id="851" name="Google Shape;851;p67"/>
          <p:cNvSpPr txBox="1">
            <a:spLocks noGrp="1"/>
          </p:cNvSpPr>
          <p:nvPr>
            <p:ph type="title"/>
          </p:nvPr>
        </p:nvSpPr>
        <p:spPr>
          <a:xfrm>
            <a:off x="6806533" y="1867317"/>
            <a:ext cx="4434800" cy="222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52" name="Google Shape;852;p67"/>
          <p:cNvSpPr txBox="1">
            <a:spLocks noGrp="1"/>
          </p:cNvSpPr>
          <p:nvPr>
            <p:ph type="subTitle" idx="1"/>
          </p:nvPr>
        </p:nvSpPr>
        <p:spPr>
          <a:xfrm>
            <a:off x="5135800" y="4025467"/>
            <a:ext cx="6105600" cy="9652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
        <p:nvSpPr>
          <p:cNvPr id="853" name="Google Shape;853;p67"/>
          <p:cNvSpPr/>
          <p:nvPr/>
        </p:nvSpPr>
        <p:spPr>
          <a:xfrm rot="7627321">
            <a:off x="-1800837" y="-2406679"/>
            <a:ext cx="6241097" cy="5669373"/>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54" name="Google Shape;854;p67"/>
          <p:cNvSpPr/>
          <p:nvPr/>
        </p:nvSpPr>
        <p:spPr>
          <a:xfrm rot="-5400000" flipH="1">
            <a:off x="8475004" y="3259279"/>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55" name="Google Shape;855;p67"/>
          <p:cNvGrpSpPr/>
          <p:nvPr/>
        </p:nvGrpSpPr>
        <p:grpSpPr>
          <a:xfrm rot="10800000" flipH="1">
            <a:off x="4347207" y="5559428"/>
            <a:ext cx="3410247" cy="3394301"/>
            <a:chOff x="2414491" y="671177"/>
            <a:chExt cx="1830972" cy="1822411"/>
          </a:xfrm>
        </p:grpSpPr>
        <p:sp>
          <p:nvSpPr>
            <p:cNvPr id="856" name="Google Shape;856;p67"/>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67"/>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67"/>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9" name="Google Shape;859;p67"/>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67"/>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1" name="Google Shape;861;p67"/>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67"/>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67"/>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67"/>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67"/>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67"/>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67"/>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67"/>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67"/>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67"/>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67"/>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67"/>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3" name="Google Shape;873;p67"/>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4" name="Google Shape;874;p67"/>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67"/>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6" name="Google Shape;876;p67"/>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7" name="Google Shape;877;p67"/>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8" name="Google Shape;878;p67"/>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9" name="Google Shape;879;p67"/>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0" name="Google Shape;880;p67"/>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1" name="Google Shape;881;p67"/>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67"/>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67"/>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67"/>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67"/>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67"/>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67"/>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67"/>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67"/>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767000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6 ">
  <p:cSld name="Title and text 6 ">
    <p:spTree>
      <p:nvGrpSpPr>
        <p:cNvPr id="1" name="Shape 890"/>
        <p:cNvGrpSpPr/>
        <p:nvPr/>
      </p:nvGrpSpPr>
      <p:grpSpPr>
        <a:xfrm>
          <a:off x="0" y="0"/>
          <a:ext cx="0" cy="0"/>
          <a:chOff x="0" y="0"/>
          <a:chExt cx="0" cy="0"/>
        </a:xfrm>
      </p:grpSpPr>
      <p:sp>
        <p:nvSpPr>
          <p:cNvPr id="891" name="Google Shape;891;p68"/>
          <p:cNvSpPr/>
          <p:nvPr/>
        </p:nvSpPr>
        <p:spPr>
          <a:xfrm rot="672094">
            <a:off x="-4712882" y="552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2" name="Google Shape;892;p68"/>
          <p:cNvSpPr/>
          <p:nvPr/>
        </p:nvSpPr>
        <p:spPr>
          <a:xfrm>
            <a:off x="11019400" y="620669"/>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3" name="Google Shape;893;p6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94" name="Google Shape;894;p68"/>
          <p:cNvSpPr txBox="1">
            <a:spLocks noGrp="1"/>
          </p:cNvSpPr>
          <p:nvPr>
            <p:ph type="subTitle" idx="1"/>
          </p:nvPr>
        </p:nvSpPr>
        <p:spPr>
          <a:xfrm>
            <a:off x="951000" y="1501467"/>
            <a:ext cx="10290000" cy="459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050"/>
              <a:buFont typeface="Ubuntu"/>
              <a:buChar char="●"/>
              <a:defRPr sz="2133"/>
            </a:lvl1pPr>
            <a:lvl2pPr lvl="1" rtl="0">
              <a:spcBef>
                <a:spcPts val="0"/>
              </a:spcBef>
              <a:spcAft>
                <a:spcPts val="0"/>
              </a:spcAft>
              <a:buClr>
                <a:schemeClr val="dk1"/>
              </a:buClr>
              <a:buSzPts val="1400"/>
              <a:buFont typeface="Ubuntu"/>
              <a:buAutoNum type="alphaLcPeriod"/>
              <a:defRPr sz="2133"/>
            </a:lvl2pPr>
            <a:lvl3pPr lvl="2" rtl="0">
              <a:spcBef>
                <a:spcPts val="0"/>
              </a:spcBef>
              <a:spcAft>
                <a:spcPts val="0"/>
              </a:spcAft>
              <a:buClr>
                <a:schemeClr val="dk1"/>
              </a:buClr>
              <a:buSzPts val="1400"/>
              <a:buFont typeface="Ubuntu"/>
              <a:buAutoNum type="romanLcPeriod"/>
              <a:defRPr/>
            </a:lvl3pPr>
            <a:lvl4pPr lvl="3" rtl="0">
              <a:spcBef>
                <a:spcPts val="0"/>
              </a:spcBef>
              <a:spcAft>
                <a:spcPts val="0"/>
              </a:spcAft>
              <a:buClr>
                <a:schemeClr val="dk1"/>
              </a:buClr>
              <a:buSzPts val="1400"/>
              <a:buFont typeface="Ubuntu"/>
              <a:buAutoNum type="arabicPeriod"/>
              <a:defRPr/>
            </a:lvl4pPr>
            <a:lvl5pPr lvl="4" rtl="0">
              <a:spcBef>
                <a:spcPts val="0"/>
              </a:spcBef>
              <a:spcAft>
                <a:spcPts val="0"/>
              </a:spcAft>
              <a:buClr>
                <a:schemeClr val="dk1"/>
              </a:buClr>
              <a:buSzPts val="1400"/>
              <a:buFont typeface="Ubuntu"/>
              <a:buAutoNum type="alphaLcPeriod"/>
              <a:defRPr/>
            </a:lvl5pPr>
            <a:lvl6pPr lvl="5" rtl="0">
              <a:spcBef>
                <a:spcPts val="0"/>
              </a:spcBef>
              <a:spcAft>
                <a:spcPts val="0"/>
              </a:spcAft>
              <a:buClr>
                <a:schemeClr val="dk1"/>
              </a:buClr>
              <a:buSzPts val="1400"/>
              <a:buFont typeface="Ubuntu"/>
              <a:buAutoNum type="romanLcPeriod"/>
              <a:defRPr/>
            </a:lvl6pPr>
            <a:lvl7pPr lvl="6" rtl="0">
              <a:spcBef>
                <a:spcPts val="0"/>
              </a:spcBef>
              <a:spcAft>
                <a:spcPts val="0"/>
              </a:spcAft>
              <a:buClr>
                <a:schemeClr val="dk1"/>
              </a:buClr>
              <a:buSzPts val="1400"/>
              <a:buFont typeface="Ubuntu"/>
              <a:buAutoNum type="arabicPeriod"/>
              <a:defRPr/>
            </a:lvl7pPr>
            <a:lvl8pPr lvl="7" rtl="0">
              <a:spcBef>
                <a:spcPts val="0"/>
              </a:spcBef>
              <a:spcAft>
                <a:spcPts val="0"/>
              </a:spcAft>
              <a:buClr>
                <a:schemeClr val="dk1"/>
              </a:buClr>
              <a:buSzPts val="1400"/>
              <a:buFont typeface="Ubuntu"/>
              <a:buAutoNum type="alphaLcPeriod"/>
              <a:defRPr/>
            </a:lvl8pPr>
            <a:lvl9pPr lvl="8" rtl="0">
              <a:spcBef>
                <a:spcPts val="0"/>
              </a:spcBef>
              <a:spcAft>
                <a:spcPts val="0"/>
              </a:spcAft>
              <a:buClr>
                <a:schemeClr val="dk1"/>
              </a:buClr>
              <a:buSzPts val="1400"/>
              <a:buFont typeface="Ubuntu"/>
              <a:buAutoNum type="romanLcPeriod"/>
              <a:defRPr/>
            </a:lvl9pPr>
          </a:lstStyle>
          <a:p>
            <a:endParaRPr/>
          </a:p>
        </p:txBody>
      </p:sp>
    </p:spTree>
    <p:extLst>
      <p:ext uri="{BB962C8B-B14F-4D97-AF65-F5344CB8AC3E}">
        <p14:creationId xmlns:p14="http://schemas.microsoft.com/office/powerpoint/2010/main" val="269139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7 ">
  <p:cSld name="Title and text 7 ">
    <p:spTree>
      <p:nvGrpSpPr>
        <p:cNvPr id="1" name="Shape 895"/>
        <p:cNvGrpSpPr/>
        <p:nvPr/>
      </p:nvGrpSpPr>
      <p:grpSpPr>
        <a:xfrm>
          <a:off x="0" y="0"/>
          <a:ext cx="0" cy="0"/>
          <a:chOff x="0" y="0"/>
          <a:chExt cx="0" cy="0"/>
        </a:xfrm>
      </p:grpSpPr>
      <p:sp>
        <p:nvSpPr>
          <p:cNvPr id="896" name="Google Shape;896;p69"/>
          <p:cNvSpPr/>
          <p:nvPr/>
        </p:nvSpPr>
        <p:spPr>
          <a:xfrm rot="-5620636">
            <a:off x="9680358" y="645495"/>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7" name="Google Shape;897;p69"/>
          <p:cNvSpPr/>
          <p:nvPr/>
        </p:nvSpPr>
        <p:spPr>
          <a:xfrm rot="135969" flipH="1">
            <a:off x="-1679306" y="-9760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8" name="Google Shape;898;p69"/>
          <p:cNvSpPr/>
          <p:nvPr/>
        </p:nvSpPr>
        <p:spPr>
          <a:xfrm rot="10800000">
            <a:off x="9679537" y="5233916"/>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99" name="Google Shape;899;p69"/>
          <p:cNvGrpSpPr/>
          <p:nvPr/>
        </p:nvGrpSpPr>
        <p:grpSpPr>
          <a:xfrm rot="10800000">
            <a:off x="8832834" y="4405093"/>
            <a:ext cx="2262349" cy="2251771"/>
            <a:chOff x="2414491" y="671177"/>
            <a:chExt cx="1830972" cy="1822411"/>
          </a:xfrm>
        </p:grpSpPr>
        <p:sp>
          <p:nvSpPr>
            <p:cNvPr id="900" name="Google Shape;900;p6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6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6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6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6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6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6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6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6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9" name="Google Shape;909;p6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0" name="Google Shape;910;p6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6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6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6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6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6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6" name="Google Shape;916;p6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7" name="Google Shape;917;p6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8" name="Google Shape;918;p6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6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6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1" name="Google Shape;921;p6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2" name="Google Shape;922;p6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3" name="Google Shape;923;p6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4" name="Google Shape;924;p6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5" name="Google Shape;925;p6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6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6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6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6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6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6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6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6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4" name="Google Shape;934;p69"/>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35" name="Google Shape;935;p69"/>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9343348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936"/>
        <p:cNvGrpSpPr/>
        <p:nvPr/>
      </p:nvGrpSpPr>
      <p:grpSpPr>
        <a:xfrm>
          <a:off x="0" y="0"/>
          <a:ext cx="0" cy="0"/>
          <a:chOff x="0" y="0"/>
          <a:chExt cx="0" cy="0"/>
        </a:xfrm>
      </p:grpSpPr>
      <p:sp>
        <p:nvSpPr>
          <p:cNvPr id="937" name="Google Shape;937;p70"/>
          <p:cNvSpPr/>
          <p:nvPr/>
        </p:nvSpPr>
        <p:spPr>
          <a:xfrm rot="-455554">
            <a:off x="8850465" y="-168911"/>
            <a:ext cx="4338224" cy="730768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8" name="Google Shape;938;p70"/>
          <p:cNvSpPr/>
          <p:nvPr/>
        </p:nvSpPr>
        <p:spPr>
          <a:xfrm rot="-7977677">
            <a:off x="7514661" y="20125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9" name="Google Shape;939;p70"/>
          <p:cNvSpPr/>
          <p:nvPr/>
        </p:nvSpPr>
        <p:spPr>
          <a:xfrm rot="8880872">
            <a:off x="-2755712" y="-286448"/>
            <a:ext cx="5396015" cy="332011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0" name="Google Shape;940;p70"/>
          <p:cNvSpPr txBox="1">
            <a:spLocks noGrp="1"/>
          </p:cNvSpPr>
          <p:nvPr>
            <p:ph type="title"/>
          </p:nvPr>
        </p:nvSpPr>
        <p:spPr>
          <a:xfrm>
            <a:off x="950967" y="694648"/>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41" name="Google Shape;941;p70"/>
          <p:cNvSpPr txBox="1">
            <a:spLocks noGrp="1"/>
          </p:cNvSpPr>
          <p:nvPr>
            <p:ph type="subTitle" idx="1"/>
          </p:nvPr>
        </p:nvSpPr>
        <p:spPr>
          <a:xfrm>
            <a:off x="950967" y="1557433"/>
            <a:ext cx="66532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b="1"/>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40565301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9 ">
  <p:cSld name="Title and text 9 ">
    <p:spTree>
      <p:nvGrpSpPr>
        <p:cNvPr id="1" name="Shape 942"/>
        <p:cNvGrpSpPr/>
        <p:nvPr/>
      </p:nvGrpSpPr>
      <p:grpSpPr>
        <a:xfrm>
          <a:off x="0" y="0"/>
          <a:ext cx="0" cy="0"/>
          <a:chOff x="0" y="0"/>
          <a:chExt cx="0" cy="0"/>
        </a:xfrm>
      </p:grpSpPr>
      <p:sp>
        <p:nvSpPr>
          <p:cNvPr id="943" name="Google Shape;943;p71"/>
          <p:cNvSpPr/>
          <p:nvPr/>
        </p:nvSpPr>
        <p:spPr>
          <a:xfrm rot="-4971949">
            <a:off x="-2637631" y="-1324354"/>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44" name="Google Shape;944;p71"/>
          <p:cNvGrpSpPr/>
          <p:nvPr/>
        </p:nvGrpSpPr>
        <p:grpSpPr>
          <a:xfrm flipH="1">
            <a:off x="9155574" y="-107249"/>
            <a:ext cx="3036423" cy="7072503"/>
            <a:chOff x="224725" y="566950"/>
            <a:chExt cx="1850875" cy="4311100"/>
          </a:xfrm>
        </p:grpSpPr>
        <p:sp>
          <p:nvSpPr>
            <p:cNvPr id="945" name="Google Shape;945;p7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7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7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7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7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7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7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7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7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7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7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7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7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7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7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7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7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2" name="Google Shape;962;p7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3" name="Google Shape;963;p7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7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5" name="Google Shape;965;p7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6" name="Google Shape;966;p7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7" name="Google Shape;967;p7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7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69" name="Google Shape;969;p71"/>
          <p:cNvSpPr/>
          <p:nvPr/>
        </p:nvSpPr>
        <p:spPr>
          <a:xfrm rot="250550" flipH="1">
            <a:off x="1118289" y="4146943"/>
            <a:ext cx="7934099" cy="48814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0" name="Google Shape;970;p71"/>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71" name="Google Shape;971;p71"/>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8035425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972"/>
        <p:cNvGrpSpPr/>
        <p:nvPr/>
      </p:nvGrpSpPr>
      <p:grpSpPr>
        <a:xfrm>
          <a:off x="0" y="0"/>
          <a:ext cx="0" cy="0"/>
          <a:chOff x="0" y="0"/>
          <a:chExt cx="0" cy="0"/>
        </a:xfrm>
      </p:grpSpPr>
      <p:grpSp>
        <p:nvGrpSpPr>
          <p:cNvPr id="973" name="Google Shape;973;p72"/>
          <p:cNvGrpSpPr/>
          <p:nvPr/>
        </p:nvGrpSpPr>
        <p:grpSpPr>
          <a:xfrm>
            <a:off x="6386243" y="4364221"/>
            <a:ext cx="3072616" cy="3058492"/>
            <a:chOff x="2414491" y="671177"/>
            <a:chExt cx="1830972" cy="1822411"/>
          </a:xfrm>
        </p:grpSpPr>
        <p:sp>
          <p:nvSpPr>
            <p:cNvPr id="974" name="Google Shape;974;p7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7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7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7" name="Google Shape;977;p7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8" name="Google Shape;978;p7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9" name="Google Shape;979;p7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0" name="Google Shape;980;p7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1" name="Google Shape;981;p7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2" name="Google Shape;982;p7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3" name="Google Shape;983;p7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7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7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7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7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7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7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0" name="Google Shape;990;p7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1" name="Google Shape;991;p7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2" name="Google Shape;992;p7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3" name="Google Shape;993;p7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7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7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7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7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7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7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7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7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7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7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7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7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7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7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08" name="Google Shape;1008;p72"/>
          <p:cNvSpPr/>
          <p:nvPr/>
        </p:nvSpPr>
        <p:spPr>
          <a:xfrm rot="-919010">
            <a:off x="8976190" y="-495357"/>
            <a:ext cx="4529700" cy="451091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9" name="Google Shape;1009;p72"/>
          <p:cNvSpPr/>
          <p:nvPr/>
        </p:nvSpPr>
        <p:spPr>
          <a:xfrm rot="-5620636">
            <a:off x="-1467309" y="2121879"/>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0" name="Google Shape;1010;p72"/>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1" name="Google Shape;1011;p72"/>
          <p:cNvSpPr txBox="1">
            <a:spLocks noGrp="1"/>
          </p:cNvSpPr>
          <p:nvPr>
            <p:ph type="subTitle" idx="1"/>
          </p:nvPr>
        </p:nvSpPr>
        <p:spPr>
          <a:xfrm>
            <a:off x="6704233" y="2703200"/>
            <a:ext cx="4536800" cy="145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4165150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11 ">
  <p:cSld name="Title and text 11 ">
    <p:spTree>
      <p:nvGrpSpPr>
        <p:cNvPr id="1" name="Shape 1012"/>
        <p:cNvGrpSpPr/>
        <p:nvPr/>
      </p:nvGrpSpPr>
      <p:grpSpPr>
        <a:xfrm>
          <a:off x="0" y="0"/>
          <a:ext cx="0" cy="0"/>
          <a:chOff x="0" y="0"/>
          <a:chExt cx="0" cy="0"/>
        </a:xfrm>
      </p:grpSpPr>
      <p:sp>
        <p:nvSpPr>
          <p:cNvPr id="1013" name="Google Shape;1013;p73"/>
          <p:cNvSpPr/>
          <p:nvPr/>
        </p:nvSpPr>
        <p:spPr>
          <a:xfrm>
            <a:off x="5680567" y="26094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4" name="Google Shape;1014;p73"/>
          <p:cNvSpPr/>
          <p:nvPr/>
        </p:nvSpPr>
        <p:spPr>
          <a:xfrm rot="-4971949">
            <a:off x="8870869" y="2487146"/>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5" name="Google Shape;1015;p73"/>
          <p:cNvSpPr/>
          <p:nvPr/>
        </p:nvSpPr>
        <p:spPr>
          <a:xfrm rot="7019959" flipH="1">
            <a:off x="-1282868" y="-1769968"/>
            <a:ext cx="5396136" cy="33200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6" name="Google Shape;1016;p73"/>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7" name="Google Shape;1017;p73"/>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9607987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12 ">
  <p:cSld name="Title and text 12 ">
    <p:spTree>
      <p:nvGrpSpPr>
        <p:cNvPr id="1" name="Shape 1018"/>
        <p:cNvGrpSpPr/>
        <p:nvPr/>
      </p:nvGrpSpPr>
      <p:grpSpPr>
        <a:xfrm>
          <a:off x="0" y="0"/>
          <a:ext cx="0" cy="0"/>
          <a:chOff x="0" y="0"/>
          <a:chExt cx="0" cy="0"/>
        </a:xfrm>
      </p:grpSpPr>
      <p:sp>
        <p:nvSpPr>
          <p:cNvPr id="1019" name="Google Shape;1019;p74"/>
          <p:cNvSpPr/>
          <p:nvPr/>
        </p:nvSpPr>
        <p:spPr>
          <a:xfrm rot="-4971949">
            <a:off x="8665936" y="916080"/>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0" name="Google Shape;1020;p74"/>
          <p:cNvSpPr/>
          <p:nvPr/>
        </p:nvSpPr>
        <p:spPr>
          <a:xfrm rot="9475593">
            <a:off x="-2632930" y="-594769"/>
            <a:ext cx="5396193" cy="331993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1" name="Google Shape;1021;p74"/>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22" name="Google Shape;1022;p74"/>
          <p:cNvSpPr txBox="1">
            <a:spLocks noGrp="1"/>
          </p:cNvSpPr>
          <p:nvPr>
            <p:ph type="subTitle" idx="1"/>
          </p:nvPr>
        </p:nvSpPr>
        <p:spPr>
          <a:xfrm>
            <a:off x="950967" y="1455833"/>
            <a:ext cx="8352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34755384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ext 13">
  <p:cSld name="Title and text 13">
    <p:spTree>
      <p:nvGrpSpPr>
        <p:cNvPr id="1" name="Shape 1023"/>
        <p:cNvGrpSpPr/>
        <p:nvPr/>
      </p:nvGrpSpPr>
      <p:grpSpPr>
        <a:xfrm>
          <a:off x="0" y="0"/>
          <a:ext cx="0" cy="0"/>
          <a:chOff x="0" y="0"/>
          <a:chExt cx="0" cy="0"/>
        </a:xfrm>
      </p:grpSpPr>
      <p:sp>
        <p:nvSpPr>
          <p:cNvPr id="1024" name="Google Shape;1024;p75"/>
          <p:cNvSpPr/>
          <p:nvPr/>
        </p:nvSpPr>
        <p:spPr>
          <a:xfrm rot="-5400000" flipH="1">
            <a:off x="8068837" y="22557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5" name="Google Shape;1025;p75"/>
          <p:cNvSpPr/>
          <p:nvPr/>
        </p:nvSpPr>
        <p:spPr>
          <a:xfrm>
            <a:off x="-999867" y="40985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26" name="Google Shape;1026;p75"/>
          <p:cNvGrpSpPr/>
          <p:nvPr/>
        </p:nvGrpSpPr>
        <p:grpSpPr>
          <a:xfrm rot="10800000">
            <a:off x="8272700" y="1659193"/>
            <a:ext cx="2262349" cy="2251771"/>
            <a:chOff x="2414491" y="671177"/>
            <a:chExt cx="1830972" cy="1822411"/>
          </a:xfrm>
        </p:grpSpPr>
        <p:sp>
          <p:nvSpPr>
            <p:cNvPr id="1027" name="Google Shape;1027;p7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7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7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0" name="Google Shape;1030;p7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7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7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7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4" name="Google Shape;1034;p7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5" name="Google Shape;1035;p7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6" name="Google Shape;1036;p7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7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7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7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7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7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7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7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7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5" name="Google Shape;1045;p7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6" name="Google Shape;1046;p7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7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7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7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0" name="Google Shape;1050;p7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1" name="Google Shape;1051;p7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7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7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7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7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7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7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7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9" name="Google Shape;1059;p7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0" name="Google Shape;1060;p7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61" name="Google Shape;1061;p75"/>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62" name="Google Shape;1062;p75"/>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1652779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ext 14 ">
  <p:cSld name="Title and text 14 ">
    <p:spTree>
      <p:nvGrpSpPr>
        <p:cNvPr id="1" name="Shape 1063"/>
        <p:cNvGrpSpPr/>
        <p:nvPr/>
      </p:nvGrpSpPr>
      <p:grpSpPr>
        <a:xfrm>
          <a:off x="0" y="0"/>
          <a:ext cx="0" cy="0"/>
          <a:chOff x="0" y="0"/>
          <a:chExt cx="0" cy="0"/>
        </a:xfrm>
      </p:grpSpPr>
      <p:grpSp>
        <p:nvGrpSpPr>
          <p:cNvPr id="1064" name="Google Shape;1064;p76"/>
          <p:cNvGrpSpPr/>
          <p:nvPr/>
        </p:nvGrpSpPr>
        <p:grpSpPr>
          <a:xfrm flipH="1">
            <a:off x="9218741" y="-107265"/>
            <a:ext cx="3036423" cy="7072503"/>
            <a:chOff x="224725" y="566950"/>
            <a:chExt cx="1850875" cy="4311100"/>
          </a:xfrm>
        </p:grpSpPr>
        <p:sp>
          <p:nvSpPr>
            <p:cNvPr id="1065" name="Google Shape;1065;p7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6" name="Google Shape;1066;p7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7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7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7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7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7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7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7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7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5" name="Google Shape;1075;p7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6" name="Google Shape;1076;p7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7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7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7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7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7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7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7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4" name="Google Shape;1084;p7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5" name="Google Shape;1085;p7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7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7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7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89" name="Google Shape;1089;p76"/>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0" name="Google Shape;1090;p76"/>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1" name="Google Shape;1091;p76"/>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2" name="Google Shape;1092;p7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3" name="Google Shape;1093;p76"/>
          <p:cNvSpPr txBox="1">
            <a:spLocks noGrp="1"/>
          </p:cNvSpPr>
          <p:nvPr>
            <p:ph type="subTitle" idx="1"/>
          </p:nvPr>
        </p:nvSpPr>
        <p:spPr>
          <a:xfrm>
            <a:off x="1196900" y="1970400"/>
            <a:ext cx="6412400" cy="3668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6D9C8B"/>
              </a:buClr>
              <a:buSzPts val="1600"/>
              <a:buFont typeface="Cairo"/>
              <a:buChar char="●"/>
              <a:defRPr sz="2133"/>
            </a:lvl1pPr>
            <a:lvl2pPr lvl="1" rtl="0">
              <a:spcBef>
                <a:spcPts val="0"/>
              </a:spcBef>
              <a:spcAft>
                <a:spcPts val="0"/>
              </a:spcAft>
              <a:buClr>
                <a:srgbClr val="0E2A47"/>
              </a:buClr>
              <a:buSzPts val="1600"/>
              <a:buFont typeface="Cairo"/>
              <a:buChar char="○"/>
              <a:defRPr/>
            </a:lvl2pPr>
            <a:lvl3pPr lvl="2" rtl="0">
              <a:spcBef>
                <a:spcPts val="0"/>
              </a:spcBef>
              <a:spcAft>
                <a:spcPts val="0"/>
              </a:spcAft>
              <a:buClr>
                <a:srgbClr val="0E2A47"/>
              </a:buClr>
              <a:buSzPts val="1600"/>
              <a:buFont typeface="Cairo"/>
              <a:buChar char="■"/>
              <a:defRPr/>
            </a:lvl3pPr>
            <a:lvl4pPr lvl="3" rtl="0">
              <a:spcBef>
                <a:spcPts val="0"/>
              </a:spcBef>
              <a:spcAft>
                <a:spcPts val="0"/>
              </a:spcAft>
              <a:buClr>
                <a:srgbClr val="0E2A47"/>
              </a:buClr>
              <a:buSzPts val="1600"/>
              <a:buFont typeface="Cairo"/>
              <a:buChar char="●"/>
              <a:defRPr/>
            </a:lvl4pPr>
            <a:lvl5pPr lvl="4" rtl="0">
              <a:spcBef>
                <a:spcPts val="0"/>
              </a:spcBef>
              <a:spcAft>
                <a:spcPts val="0"/>
              </a:spcAft>
              <a:buClr>
                <a:srgbClr val="0E2A47"/>
              </a:buClr>
              <a:buSzPts val="1600"/>
              <a:buFont typeface="Cairo"/>
              <a:buChar char="○"/>
              <a:defRPr/>
            </a:lvl5pPr>
            <a:lvl6pPr lvl="5" rtl="0">
              <a:spcBef>
                <a:spcPts val="0"/>
              </a:spcBef>
              <a:spcAft>
                <a:spcPts val="0"/>
              </a:spcAft>
              <a:buClr>
                <a:srgbClr val="0E2A47"/>
              </a:buClr>
              <a:buSzPts val="1600"/>
              <a:buFont typeface="Cairo"/>
              <a:buChar char="■"/>
              <a:defRPr/>
            </a:lvl6pPr>
            <a:lvl7pPr lvl="6" rtl="0">
              <a:spcBef>
                <a:spcPts val="0"/>
              </a:spcBef>
              <a:spcAft>
                <a:spcPts val="0"/>
              </a:spcAft>
              <a:buClr>
                <a:srgbClr val="0E2A47"/>
              </a:buClr>
              <a:buSzPts val="1600"/>
              <a:buFont typeface="Cairo"/>
              <a:buChar char="●"/>
              <a:defRPr/>
            </a:lvl7pPr>
            <a:lvl8pPr lvl="7" rtl="0">
              <a:spcBef>
                <a:spcPts val="0"/>
              </a:spcBef>
              <a:spcAft>
                <a:spcPts val="0"/>
              </a:spcAft>
              <a:buClr>
                <a:srgbClr val="0E2A47"/>
              </a:buClr>
              <a:buSzPts val="1600"/>
              <a:buFont typeface="Cairo"/>
              <a:buChar char="○"/>
              <a:defRPr/>
            </a:lvl8pPr>
            <a:lvl9pPr lvl="8" rtl="0">
              <a:spcBef>
                <a:spcPts val="0"/>
              </a:spcBef>
              <a:spcAft>
                <a:spcPts val="0"/>
              </a:spcAft>
              <a:buClr>
                <a:srgbClr val="0E2A47"/>
              </a:buClr>
              <a:buSzPts val="1600"/>
              <a:buFont typeface="Cairo"/>
              <a:buChar char="■"/>
              <a:defRPr/>
            </a:lvl9pPr>
          </a:lstStyle>
          <a:p>
            <a:endParaRPr/>
          </a:p>
        </p:txBody>
      </p:sp>
    </p:spTree>
    <p:extLst>
      <p:ext uri="{BB962C8B-B14F-4D97-AF65-F5344CB8AC3E}">
        <p14:creationId xmlns:p14="http://schemas.microsoft.com/office/powerpoint/2010/main" val="36758989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094"/>
        <p:cNvGrpSpPr/>
        <p:nvPr/>
      </p:nvGrpSpPr>
      <p:grpSpPr>
        <a:xfrm>
          <a:off x="0" y="0"/>
          <a:ext cx="0" cy="0"/>
          <a:chOff x="0" y="0"/>
          <a:chExt cx="0" cy="0"/>
        </a:xfrm>
      </p:grpSpPr>
      <p:sp>
        <p:nvSpPr>
          <p:cNvPr id="1095" name="Google Shape;1095;p77"/>
          <p:cNvSpPr/>
          <p:nvPr/>
        </p:nvSpPr>
        <p:spPr>
          <a:xfrm rot="-5620610">
            <a:off x="10345649" y="460535"/>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6" name="Google Shape;1096;p77"/>
          <p:cNvSpPr/>
          <p:nvPr/>
        </p:nvSpPr>
        <p:spPr>
          <a:xfrm rot="-5400000" flipH="1">
            <a:off x="-933677" y="3621495"/>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7" name="Google Shape;1097;p77"/>
          <p:cNvSpPr/>
          <p:nvPr/>
        </p:nvSpPr>
        <p:spPr>
          <a:xfrm rot="1891771" flipH="1">
            <a:off x="4844521" y="4179521"/>
            <a:ext cx="2909395" cy="496035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8" name="Google Shape;1098;p7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9" name="Google Shape;1099;p77"/>
          <p:cNvSpPr txBox="1">
            <a:spLocks noGrp="1"/>
          </p:cNvSpPr>
          <p:nvPr>
            <p:ph type="subTitle" idx="1"/>
          </p:nvPr>
        </p:nvSpPr>
        <p:spPr>
          <a:xfrm>
            <a:off x="7205167" y="1778033"/>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0" name="Google Shape;1100;p77"/>
          <p:cNvSpPr txBox="1">
            <a:spLocks noGrp="1"/>
          </p:cNvSpPr>
          <p:nvPr>
            <p:ph type="subTitle" idx="2"/>
          </p:nvPr>
        </p:nvSpPr>
        <p:spPr>
          <a:xfrm>
            <a:off x="7205167" y="38039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1" name="Google Shape;1101;p77"/>
          <p:cNvSpPr txBox="1">
            <a:spLocks noGrp="1"/>
          </p:cNvSpPr>
          <p:nvPr>
            <p:ph type="subTitle" idx="3"/>
          </p:nvPr>
        </p:nvSpPr>
        <p:spPr>
          <a:xfrm>
            <a:off x="7205167" y="2452373"/>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02" name="Google Shape;1102;p77"/>
          <p:cNvSpPr txBox="1">
            <a:spLocks noGrp="1"/>
          </p:cNvSpPr>
          <p:nvPr>
            <p:ph type="subTitle" idx="4"/>
          </p:nvPr>
        </p:nvSpPr>
        <p:spPr>
          <a:xfrm>
            <a:off x="7205167" y="4478307"/>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39683126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103"/>
        <p:cNvGrpSpPr/>
        <p:nvPr/>
      </p:nvGrpSpPr>
      <p:grpSpPr>
        <a:xfrm>
          <a:off x="0" y="0"/>
          <a:ext cx="0" cy="0"/>
          <a:chOff x="0" y="0"/>
          <a:chExt cx="0" cy="0"/>
        </a:xfrm>
      </p:grpSpPr>
      <p:sp>
        <p:nvSpPr>
          <p:cNvPr id="1104" name="Google Shape;1104;p78"/>
          <p:cNvSpPr/>
          <p:nvPr/>
        </p:nvSpPr>
        <p:spPr>
          <a:xfrm rot="5035045">
            <a:off x="-3097023" y="3835606"/>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05" name="Google Shape;1105;p78"/>
          <p:cNvGrpSpPr/>
          <p:nvPr/>
        </p:nvGrpSpPr>
        <p:grpSpPr>
          <a:xfrm>
            <a:off x="-142824" y="-1123379"/>
            <a:ext cx="3072616" cy="3058492"/>
            <a:chOff x="2414491" y="671177"/>
            <a:chExt cx="1830972" cy="1822411"/>
          </a:xfrm>
        </p:grpSpPr>
        <p:sp>
          <p:nvSpPr>
            <p:cNvPr id="1106" name="Google Shape;1106;p7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7" name="Google Shape;1107;p7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7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7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7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7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7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7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7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7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7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7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7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7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7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7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7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7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7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7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7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7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7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7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7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7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7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7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7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7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7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7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7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7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40" name="Google Shape;1140;p78"/>
          <p:cNvSpPr/>
          <p:nvPr/>
        </p:nvSpPr>
        <p:spPr>
          <a:xfrm rot="-4280482">
            <a:off x="9058377" y="-1955847"/>
            <a:ext cx="4500644" cy="669910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1" name="Google Shape;1141;p78"/>
          <p:cNvSpPr/>
          <p:nvPr/>
        </p:nvSpPr>
        <p:spPr>
          <a:xfrm rot="-7977677">
            <a:off x="6830861" y="54081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2" name="Google Shape;1142;p7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43" name="Google Shape;1143;p78"/>
          <p:cNvSpPr txBox="1">
            <a:spLocks noGrp="1"/>
          </p:cNvSpPr>
          <p:nvPr>
            <p:ph type="subTitle" idx="1"/>
          </p:nvPr>
        </p:nvSpPr>
        <p:spPr>
          <a:xfrm>
            <a:off x="9510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4" name="Google Shape;1144;p78"/>
          <p:cNvSpPr txBox="1">
            <a:spLocks noGrp="1"/>
          </p:cNvSpPr>
          <p:nvPr>
            <p:ph type="subTitle" idx="2"/>
          </p:nvPr>
        </p:nvSpPr>
        <p:spPr>
          <a:xfrm>
            <a:off x="46508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5" name="Google Shape;1145;p78"/>
          <p:cNvSpPr txBox="1">
            <a:spLocks noGrp="1"/>
          </p:cNvSpPr>
          <p:nvPr>
            <p:ph type="subTitle" idx="3"/>
          </p:nvPr>
        </p:nvSpPr>
        <p:spPr>
          <a:xfrm>
            <a:off x="9510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6" name="Google Shape;1146;p78"/>
          <p:cNvSpPr txBox="1">
            <a:spLocks noGrp="1"/>
          </p:cNvSpPr>
          <p:nvPr>
            <p:ph type="subTitle" idx="4"/>
          </p:nvPr>
        </p:nvSpPr>
        <p:spPr>
          <a:xfrm>
            <a:off x="46508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7" name="Google Shape;1147;p78"/>
          <p:cNvSpPr txBox="1">
            <a:spLocks noGrp="1"/>
          </p:cNvSpPr>
          <p:nvPr>
            <p:ph type="subTitle" idx="5"/>
          </p:nvPr>
        </p:nvSpPr>
        <p:spPr>
          <a:xfrm>
            <a:off x="83506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8" name="Google Shape;1148;p78"/>
          <p:cNvSpPr txBox="1">
            <a:spLocks noGrp="1"/>
          </p:cNvSpPr>
          <p:nvPr>
            <p:ph type="subTitle" idx="6"/>
          </p:nvPr>
        </p:nvSpPr>
        <p:spPr>
          <a:xfrm>
            <a:off x="83506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84039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149"/>
        <p:cNvGrpSpPr/>
        <p:nvPr/>
      </p:nvGrpSpPr>
      <p:grpSpPr>
        <a:xfrm>
          <a:off x="0" y="0"/>
          <a:ext cx="0" cy="0"/>
          <a:chOff x="0" y="0"/>
          <a:chExt cx="0" cy="0"/>
        </a:xfrm>
      </p:grpSpPr>
      <p:grpSp>
        <p:nvGrpSpPr>
          <p:cNvPr id="1150" name="Google Shape;1150;p79"/>
          <p:cNvGrpSpPr/>
          <p:nvPr/>
        </p:nvGrpSpPr>
        <p:grpSpPr>
          <a:xfrm flipH="1">
            <a:off x="9218741" y="-107265"/>
            <a:ext cx="3036423" cy="7072503"/>
            <a:chOff x="224725" y="566950"/>
            <a:chExt cx="1850875" cy="4311100"/>
          </a:xfrm>
        </p:grpSpPr>
        <p:sp>
          <p:nvSpPr>
            <p:cNvPr id="1151" name="Google Shape;1151;p79"/>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79"/>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79"/>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79"/>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79"/>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79"/>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7" name="Google Shape;1157;p79"/>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8" name="Google Shape;1158;p79"/>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79"/>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0" name="Google Shape;1160;p79"/>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1" name="Google Shape;1161;p79"/>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79"/>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79"/>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79"/>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79"/>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79"/>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79"/>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79"/>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79"/>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79"/>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79"/>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79"/>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79"/>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79"/>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75" name="Google Shape;1175;p79"/>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6" name="Google Shape;1176;p79"/>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7" name="Google Shape;1177;p79"/>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8" name="Google Shape;1178;p7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79" name="Google Shape;1179;p79"/>
          <p:cNvSpPr txBox="1">
            <a:spLocks noGrp="1"/>
          </p:cNvSpPr>
          <p:nvPr>
            <p:ph type="subTitle" idx="1"/>
          </p:nvPr>
        </p:nvSpPr>
        <p:spPr>
          <a:xfrm>
            <a:off x="2151200" y="176526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0" name="Google Shape;1180;p79"/>
          <p:cNvSpPr txBox="1">
            <a:spLocks noGrp="1"/>
          </p:cNvSpPr>
          <p:nvPr>
            <p:ph type="subTitle" idx="2"/>
          </p:nvPr>
        </p:nvSpPr>
        <p:spPr>
          <a:xfrm>
            <a:off x="2151200" y="317020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1" name="Google Shape;1181;p79"/>
          <p:cNvSpPr txBox="1">
            <a:spLocks noGrp="1"/>
          </p:cNvSpPr>
          <p:nvPr>
            <p:ph type="subTitle" idx="3"/>
          </p:nvPr>
        </p:nvSpPr>
        <p:spPr>
          <a:xfrm>
            <a:off x="2151200" y="238892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2" name="Google Shape;1182;p79"/>
          <p:cNvSpPr txBox="1">
            <a:spLocks noGrp="1"/>
          </p:cNvSpPr>
          <p:nvPr>
            <p:ph type="subTitle" idx="4"/>
          </p:nvPr>
        </p:nvSpPr>
        <p:spPr>
          <a:xfrm>
            <a:off x="2151200" y="379386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3" name="Google Shape;1183;p79"/>
          <p:cNvSpPr txBox="1">
            <a:spLocks noGrp="1"/>
          </p:cNvSpPr>
          <p:nvPr>
            <p:ph type="subTitle" idx="5"/>
          </p:nvPr>
        </p:nvSpPr>
        <p:spPr>
          <a:xfrm>
            <a:off x="2151200" y="457514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4" name="Google Shape;1184;p79"/>
          <p:cNvSpPr txBox="1">
            <a:spLocks noGrp="1"/>
          </p:cNvSpPr>
          <p:nvPr>
            <p:ph type="subTitle" idx="6"/>
          </p:nvPr>
        </p:nvSpPr>
        <p:spPr>
          <a:xfrm>
            <a:off x="2151200" y="519880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43140435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85"/>
        <p:cNvGrpSpPr/>
        <p:nvPr/>
      </p:nvGrpSpPr>
      <p:grpSpPr>
        <a:xfrm>
          <a:off x="0" y="0"/>
          <a:ext cx="0" cy="0"/>
          <a:chOff x="0" y="0"/>
          <a:chExt cx="0" cy="0"/>
        </a:xfrm>
      </p:grpSpPr>
      <p:sp>
        <p:nvSpPr>
          <p:cNvPr id="1186" name="Google Shape;1186;p80"/>
          <p:cNvSpPr/>
          <p:nvPr/>
        </p:nvSpPr>
        <p:spPr>
          <a:xfrm rot="-7977680">
            <a:off x="3914702" y="5159934"/>
            <a:ext cx="3240145" cy="3109009"/>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87" name="Google Shape;1187;p80"/>
          <p:cNvGrpSpPr/>
          <p:nvPr/>
        </p:nvGrpSpPr>
        <p:grpSpPr>
          <a:xfrm rot="10800000" flipH="1">
            <a:off x="274212" y="2671730"/>
            <a:ext cx="2517709" cy="2505937"/>
            <a:chOff x="2414491" y="671177"/>
            <a:chExt cx="1830972" cy="1822411"/>
          </a:xfrm>
        </p:grpSpPr>
        <p:sp>
          <p:nvSpPr>
            <p:cNvPr id="1188" name="Google Shape;1188;p8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8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8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8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8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8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8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8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8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8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8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8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0" name="Google Shape;1200;p8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1" name="Google Shape;1201;p8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8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8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8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8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8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8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8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8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8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8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8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8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8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8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8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8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8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8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8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8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22" name="Google Shape;1222;p80"/>
          <p:cNvSpPr/>
          <p:nvPr/>
        </p:nvSpPr>
        <p:spPr>
          <a:xfrm rot="135969" flipH="1">
            <a:off x="-1324106" y="-12764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3" name="Google Shape;1223;p8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24" name="Google Shape;1224;p80"/>
          <p:cNvSpPr txBox="1">
            <a:spLocks noGrp="1"/>
          </p:cNvSpPr>
          <p:nvPr>
            <p:ph type="subTitle" idx="1"/>
          </p:nvPr>
        </p:nvSpPr>
        <p:spPr>
          <a:xfrm>
            <a:off x="2953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5" name="Google Shape;1225;p80"/>
          <p:cNvSpPr txBox="1">
            <a:spLocks noGrp="1"/>
          </p:cNvSpPr>
          <p:nvPr>
            <p:ph type="subTitle" idx="2"/>
          </p:nvPr>
        </p:nvSpPr>
        <p:spPr>
          <a:xfrm>
            <a:off x="6348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6" name="Google Shape;1226;p80"/>
          <p:cNvSpPr txBox="1">
            <a:spLocks noGrp="1"/>
          </p:cNvSpPr>
          <p:nvPr>
            <p:ph type="subTitle" idx="3"/>
          </p:nvPr>
        </p:nvSpPr>
        <p:spPr>
          <a:xfrm>
            <a:off x="2953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7" name="Google Shape;1227;p80"/>
          <p:cNvSpPr txBox="1">
            <a:spLocks noGrp="1"/>
          </p:cNvSpPr>
          <p:nvPr>
            <p:ph type="subTitle" idx="4"/>
          </p:nvPr>
        </p:nvSpPr>
        <p:spPr>
          <a:xfrm>
            <a:off x="6348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8" name="Google Shape;1228;p80"/>
          <p:cNvSpPr txBox="1">
            <a:spLocks noGrp="1"/>
          </p:cNvSpPr>
          <p:nvPr>
            <p:ph type="subTitle" idx="5"/>
          </p:nvPr>
        </p:nvSpPr>
        <p:spPr>
          <a:xfrm>
            <a:off x="2953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9" name="Google Shape;1229;p80"/>
          <p:cNvSpPr txBox="1">
            <a:spLocks noGrp="1"/>
          </p:cNvSpPr>
          <p:nvPr>
            <p:ph type="subTitle" idx="6"/>
          </p:nvPr>
        </p:nvSpPr>
        <p:spPr>
          <a:xfrm>
            <a:off x="6348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0" name="Google Shape;1230;p80"/>
          <p:cNvSpPr txBox="1">
            <a:spLocks noGrp="1"/>
          </p:cNvSpPr>
          <p:nvPr>
            <p:ph type="subTitle" idx="7"/>
          </p:nvPr>
        </p:nvSpPr>
        <p:spPr>
          <a:xfrm>
            <a:off x="2953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1" name="Google Shape;1231;p80"/>
          <p:cNvSpPr txBox="1">
            <a:spLocks noGrp="1"/>
          </p:cNvSpPr>
          <p:nvPr>
            <p:ph type="subTitle" idx="8"/>
          </p:nvPr>
        </p:nvSpPr>
        <p:spPr>
          <a:xfrm>
            <a:off x="6348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2" name="Google Shape;1232;p80"/>
          <p:cNvSpPr/>
          <p:nvPr/>
        </p:nvSpPr>
        <p:spPr>
          <a:xfrm rot="-5035048" flipH="1">
            <a:off x="7165053" y="792230"/>
            <a:ext cx="9105467" cy="5602188"/>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809997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233"/>
        <p:cNvGrpSpPr/>
        <p:nvPr/>
      </p:nvGrpSpPr>
      <p:grpSpPr>
        <a:xfrm>
          <a:off x="0" y="0"/>
          <a:ext cx="0" cy="0"/>
          <a:chOff x="0" y="0"/>
          <a:chExt cx="0" cy="0"/>
        </a:xfrm>
      </p:grpSpPr>
      <p:sp>
        <p:nvSpPr>
          <p:cNvPr id="1234" name="Google Shape;1234;p81"/>
          <p:cNvSpPr/>
          <p:nvPr/>
        </p:nvSpPr>
        <p:spPr>
          <a:xfrm rot="135969" flipH="1">
            <a:off x="-1350572" y="-1071083"/>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5" name="Google Shape;1235;p81"/>
          <p:cNvSpPr/>
          <p:nvPr/>
        </p:nvSpPr>
        <p:spPr>
          <a:xfrm rot="-581251">
            <a:off x="7826805" y="3438822"/>
            <a:ext cx="9105519" cy="560222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36" name="Google Shape;1236;p81"/>
          <p:cNvGrpSpPr/>
          <p:nvPr/>
        </p:nvGrpSpPr>
        <p:grpSpPr>
          <a:xfrm rot="10800000" flipH="1">
            <a:off x="1549512" y="-1202970"/>
            <a:ext cx="2517709" cy="2505937"/>
            <a:chOff x="2414491" y="671177"/>
            <a:chExt cx="1830972" cy="1822411"/>
          </a:xfrm>
        </p:grpSpPr>
        <p:sp>
          <p:nvSpPr>
            <p:cNvPr id="1237" name="Google Shape;1237;p8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8" name="Google Shape;1238;p8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9" name="Google Shape;1239;p8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8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8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8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8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8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8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8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8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8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8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8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8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8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8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8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8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8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8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8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8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8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1" name="Google Shape;1261;p8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8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8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8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8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8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8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8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8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0" name="Google Shape;1270;p8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1" name="Google Shape;1271;p8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72" name="Google Shape;1272;p81"/>
          <p:cNvSpPr txBox="1">
            <a:spLocks noGrp="1"/>
          </p:cNvSpPr>
          <p:nvPr>
            <p:ph type="subTitle" idx="1"/>
          </p:nvPr>
        </p:nvSpPr>
        <p:spPr>
          <a:xfrm>
            <a:off x="12760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3" name="Google Shape;1273;p81"/>
          <p:cNvSpPr txBox="1">
            <a:spLocks noGrp="1"/>
          </p:cNvSpPr>
          <p:nvPr>
            <p:ph type="subTitle" idx="2"/>
          </p:nvPr>
        </p:nvSpPr>
        <p:spPr>
          <a:xfrm>
            <a:off x="37368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4" name="Google Shape;1274;p81"/>
          <p:cNvSpPr txBox="1">
            <a:spLocks noGrp="1"/>
          </p:cNvSpPr>
          <p:nvPr>
            <p:ph type="subTitle" idx="3"/>
          </p:nvPr>
        </p:nvSpPr>
        <p:spPr>
          <a:xfrm>
            <a:off x="1276000" y="4423331"/>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5" name="Google Shape;1275;p81"/>
          <p:cNvSpPr txBox="1">
            <a:spLocks noGrp="1"/>
          </p:cNvSpPr>
          <p:nvPr>
            <p:ph type="subTitle" idx="4"/>
          </p:nvPr>
        </p:nvSpPr>
        <p:spPr>
          <a:xfrm>
            <a:off x="37368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6" name="Google Shape;1276;p81"/>
          <p:cNvSpPr txBox="1">
            <a:spLocks noGrp="1"/>
          </p:cNvSpPr>
          <p:nvPr>
            <p:ph type="subTitle" idx="5"/>
          </p:nvPr>
        </p:nvSpPr>
        <p:spPr>
          <a:xfrm>
            <a:off x="6197597"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7" name="Google Shape;1277;p81"/>
          <p:cNvSpPr txBox="1">
            <a:spLocks noGrp="1"/>
          </p:cNvSpPr>
          <p:nvPr>
            <p:ph type="subTitle" idx="6"/>
          </p:nvPr>
        </p:nvSpPr>
        <p:spPr>
          <a:xfrm>
            <a:off x="6197597"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8" name="Google Shape;1278;p81"/>
          <p:cNvSpPr txBox="1">
            <a:spLocks noGrp="1"/>
          </p:cNvSpPr>
          <p:nvPr>
            <p:ph type="subTitle" idx="7"/>
          </p:nvPr>
        </p:nvSpPr>
        <p:spPr>
          <a:xfrm>
            <a:off x="86584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9" name="Google Shape;1279;p81"/>
          <p:cNvSpPr txBox="1">
            <a:spLocks noGrp="1"/>
          </p:cNvSpPr>
          <p:nvPr>
            <p:ph type="subTitle" idx="8"/>
          </p:nvPr>
        </p:nvSpPr>
        <p:spPr>
          <a:xfrm>
            <a:off x="86584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7122595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280"/>
        <p:cNvGrpSpPr/>
        <p:nvPr/>
      </p:nvGrpSpPr>
      <p:grpSpPr>
        <a:xfrm>
          <a:off x="0" y="0"/>
          <a:ext cx="0" cy="0"/>
          <a:chOff x="0" y="0"/>
          <a:chExt cx="0" cy="0"/>
        </a:xfrm>
      </p:grpSpPr>
      <p:sp>
        <p:nvSpPr>
          <p:cNvPr id="1281" name="Google Shape;1281;p82"/>
          <p:cNvSpPr/>
          <p:nvPr/>
        </p:nvSpPr>
        <p:spPr>
          <a:xfrm>
            <a:off x="5983667" y="969970"/>
            <a:ext cx="8746647" cy="698170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2" name="Google Shape;1282;p82"/>
          <p:cNvSpPr/>
          <p:nvPr/>
        </p:nvSpPr>
        <p:spPr>
          <a:xfrm rot="5400000">
            <a:off x="-3418166" y="15013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3" name="Google Shape;1283;p82"/>
          <p:cNvSpPr/>
          <p:nvPr/>
        </p:nvSpPr>
        <p:spPr>
          <a:xfrm rot="-7977677">
            <a:off x="847194" y="-397841"/>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4" name="Google Shape;1284;p8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85" name="Google Shape;1285;p82"/>
          <p:cNvSpPr txBox="1">
            <a:spLocks noGrp="1"/>
          </p:cNvSpPr>
          <p:nvPr>
            <p:ph type="subTitle" idx="1"/>
          </p:nvPr>
        </p:nvSpPr>
        <p:spPr>
          <a:xfrm>
            <a:off x="14590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6" name="Google Shape;1286;p82"/>
          <p:cNvSpPr txBox="1">
            <a:spLocks noGrp="1"/>
          </p:cNvSpPr>
          <p:nvPr>
            <p:ph type="subTitle" idx="2"/>
          </p:nvPr>
        </p:nvSpPr>
        <p:spPr>
          <a:xfrm>
            <a:off x="46508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7" name="Google Shape;1287;p82"/>
          <p:cNvSpPr txBox="1">
            <a:spLocks noGrp="1"/>
          </p:cNvSpPr>
          <p:nvPr>
            <p:ph type="subTitle" idx="3"/>
          </p:nvPr>
        </p:nvSpPr>
        <p:spPr>
          <a:xfrm>
            <a:off x="14590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8" name="Google Shape;1288;p82"/>
          <p:cNvSpPr txBox="1">
            <a:spLocks noGrp="1"/>
          </p:cNvSpPr>
          <p:nvPr>
            <p:ph type="subTitle" idx="4"/>
          </p:nvPr>
        </p:nvSpPr>
        <p:spPr>
          <a:xfrm>
            <a:off x="46508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9" name="Google Shape;1289;p82"/>
          <p:cNvSpPr txBox="1">
            <a:spLocks noGrp="1"/>
          </p:cNvSpPr>
          <p:nvPr>
            <p:ph type="subTitle" idx="5"/>
          </p:nvPr>
        </p:nvSpPr>
        <p:spPr>
          <a:xfrm>
            <a:off x="78426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0" name="Google Shape;1290;p82"/>
          <p:cNvSpPr txBox="1">
            <a:spLocks noGrp="1"/>
          </p:cNvSpPr>
          <p:nvPr>
            <p:ph type="subTitle" idx="6"/>
          </p:nvPr>
        </p:nvSpPr>
        <p:spPr>
          <a:xfrm>
            <a:off x="78426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1" name="Google Shape;1291;p82"/>
          <p:cNvSpPr txBox="1">
            <a:spLocks noGrp="1"/>
          </p:cNvSpPr>
          <p:nvPr>
            <p:ph type="subTitle" idx="7"/>
          </p:nvPr>
        </p:nvSpPr>
        <p:spPr>
          <a:xfrm>
            <a:off x="14590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2" name="Google Shape;1292;p82"/>
          <p:cNvSpPr txBox="1">
            <a:spLocks noGrp="1"/>
          </p:cNvSpPr>
          <p:nvPr>
            <p:ph type="subTitle" idx="8"/>
          </p:nvPr>
        </p:nvSpPr>
        <p:spPr>
          <a:xfrm>
            <a:off x="46508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3" name="Google Shape;1293;p82"/>
          <p:cNvSpPr txBox="1">
            <a:spLocks noGrp="1"/>
          </p:cNvSpPr>
          <p:nvPr>
            <p:ph type="subTitle" idx="9"/>
          </p:nvPr>
        </p:nvSpPr>
        <p:spPr>
          <a:xfrm>
            <a:off x="14590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4" name="Google Shape;1294;p82"/>
          <p:cNvSpPr txBox="1">
            <a:spLocks noGrp="1"/>
          </p:cNvSpPr>
          <p:nvPr>
            <p:ph type="subTitle" idx="13"/>
          </p:nvPr>
        </p:nvSpPr>
        <p:spPr>
          <a:xfrm>
            <a:off x="46508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5" name="Google Shape;1295;p82"/>
          <p:cNvSpPr txBox="1">
            <a:spLocks noGrp="1"/>
          </p:cNvSpPr>
          <p:nvPr>
            <p:ph type="subTitle" idx="14"/>
          </p:nvPr>
        </p:nvSpPr>
        <p:spPr>
          <a:xfrm>
            <a:off x="78426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6" name="Google Shape;1296;p82"/>
          <p:cNvSpPr txBox="1">
            <a:spLocks noGrp="1"/>
          </p:cNvSpPr>
          <p:nvPr>
            <p:ph type="subTitle" idx="15"/>
          </p:nvPr>
        </p:nvSpPr>
        <p:spPr>
          <a:xfrm>
            <a:off x="78426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35772788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1297"/>
        <p:cNvGrpSpPr/>
        <p:nvPr/>
      </p:nvGrpSpPr>
      <p:grpSpPr>
        <a:xfrm>
          <a:off x="0" y="0"/>
          <a:ext cx="0" cy="0"/>
          <a:chOff x="0" y="0"/>
          <a:chExt cx="0" cy="0"/>
        </a:xfrm>
      </p:grpSpPr>
      <p:grpSp>
        <p:nvGrpSpPr>
          <p:cNvPr id="1298" name="Google Shape;1298;p83"/>
          <p:cNvGrpSpPr/>
          <p:nvPr/>
        </p:nvGrpSpPr>
        <p:grpSpPr>
          <a:xfrm>
            <a:off x="636227" y="-1885179"/>
            <a:ext cx="3072616" cy="3058492"/>
            <a:chOff x="2414491" y="671177"/>
            <a:chExt cx="1830972" cy="1822411"/>
          </a:xfrm>
        </p:grpSpPr>
        <p:sp>
          <p:nvSpPr>
            <p:cNvPr id="1299" name="Google Shape;1299;p8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8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8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8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8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8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8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8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8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8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8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8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1" name="Google Shape;1311;p8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8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8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8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8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8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8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8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8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8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8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8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8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8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5" name="Google Shape;1325;p8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6" name="Google Shape;1326;p8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8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8" name="Google Shape;1328;p8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9" name="Google Shape;1329;p8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0" name="Google Shape;1330;p8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8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8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33" name="Google Shape;1333;p83"/>
          <p:cNvSpPr/>
          <p:nvPr/>
        </p:nvSpPr>
        <p:spPr>
          <a:xfrm rot="5400000">
            <a:off x="8824975" y="4126943"/>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34" name="Google Shape;1334;p8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35" name="Google Shape;1335;p83"/>
          <p:cNvSpPr txBox="1">
            <a:spLocks noGrp="1"/>
          </p:cNvSpPr>
          <p:nvPr>
            <p:ph type="subTitle" idx="1"/>
          </p:nvPr>
        </p:nvSpPr>
        <p:spPr>
          <a:xfrm>
            <a:off x="2321600" y="1783700"/>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6" name="Google Shape;1336;p83"/>
          <p:cNvSpPr txBox="1">
            <a:spLocks noGrp="1"/>
          </p:cNvSpPr>
          <p:nvPr>
            <p:ph type="subTitle" idx="2"/>
          </p:nvPr>
        </p:nvSpPr>
        <p:spPr>
          <a:xfrm>
            <a:off x="2321600" y="23055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7" name="Google Shape;1337;p83"/>
          <p:cNvSpPr txBox="1">
            <a:spLocks noGrp="1"/>
          </p:cNvSpPr>
          <p:nvPr>
            <p:ph type="subTitle" idx="3"/>
          </p:nvPr>
        </p:nvSpPr>
        <p:spPr>
          <a:xfrm>
            <a:off x="2321600" y="3261467"/>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8" name="Google Shape;1338;p83"/>
          <p:cNvSpPr txBox="1">
            <a:spLocks noGrp="1"/>
          </p:cNvSpPr>
          <p:nvPr>
            <p:ph type="subTitle" idx="4"/>
          </p:nvPr>
        </p:nvSpPr>
        <p:spPr>
          <a:xfrm>
            <a:off x="2321600" y="3783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9" name="Google Shape;1339;p83"/>
          <p:cNvSpPr txBox="1">
            <a:spLocks noGrp="1"/>
          </p:cNvSpPr>
          <p:nvPr>
            <p:ph type="subTitle" idx="5"/>
          </p:nvPr>
        </p:nvSpPr>
        <p:spPr>
          <a:xfrm>
            <a:off x="2321600" y="4739233"/>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0" name="Google Shape;1340;p83"/>
          <p:cNvSpPr txBox="1">
            <a:spLocks noGrp="1"/>
          </p:cNvSpPr>
          <p:nvPr>
            <p:ph type="subTitle" idx="6"/>
          </p:nvPr>
        </p:nvSpPr>
        <p:spPr>
          <a:xfrm>
            <a:off x="2321600" y="52612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1" name="Google Shape;1341;p83"/>
          <p:cNvSpPr txBox="1">
            <a:spLocks noGrp="1"/>
          </p:cNvSpPr>
          <p:nvPr>
            <p:ph type="subTitle" idx="7"/>
          </p:nvPr>
        </p:nvSpPr>
        <p:spPr>
          <a:xfrm>
            <a:off x="6983700" y="1783700"/>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2" name="Google Shape;1342;p83"/>
          <p:cNvSpPr txBox="1">
            <a:spLocks noGrp="1"/>
          </p:cNvSpPr>
          <p:nvPr>
            <p:ph type="subTitle" idx="8"/>
          </p:nvPr>
        </p:nvSpPr>
        <p:spPr>
          <a:xfrm>
            <a:off x="6983700" y="23055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3" name="Google Shape;1343;p83"/>
          <p:cNvSpPr txBox="1">
            <a:spLocks noGrp="1"/>
          </p:cNvSpPr>
          <p:nvPr>
            <p:ph type="subTitle" idx="9"/>
          </p:nvPr>
        </p:nvSpPr>
        <p:spPr>
          <a:xfrm>
            <a:off x="6983700" y="3261467"/>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4" name="Google Shape;1344;p83"/>
          <p:cNvSpPr txBox="1">
            <a:spLocks noGrp="1"/>
          </p:cNvSpPr>
          <p:nvPr>
            <p:ph type="subTitle" idx="13"/>
          </p:nvPr>
        </p:nvSpPr>
        <p:spPr>
          <a:xfrm>
            <a:off x="6983700" y="37835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5" name="Google Shape;1345;p83"/>
          <p:cNvSpPr txBox="1">
            <a:spLocks noGrp="1"/>
          </p:cNvSpPr>
          <p:nvPr>
            <p:ph type="subTitle" idx="14"/>
          </p:nvPr>
        </p:nvSpPr>
        <p:spPr>
          <a:xfrm>
            <a:off x="6983700" y="4739233"/>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6" name="Google Shape;1346;p83"/>
          <p:cNvSpPr txBox="1">
            <a:spLocks noGrp="1"/>
          </p:cNvSpPr>
          <p:nvPr>
            <p:ph type="subTitle" idx="15"/>
          </p:nvPr>
        </p:nvSpPr>
        <p:spPr>
          <a:xfrm>
            <a:off x="6983700" y="52612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Tree>
    <p:extLst>
      <p:ext uri="{BB962C8B-B14F-4D97-AF65-F5344CB8AC3E}">
        <p14:creationId xmlns:p14="http://schemas.microsoft.com/office/powerpoint/2010/main" val="212017190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47"/>
        <p:cNvGrpSpPr/>
        <p:nvPr/>
      </p:nvGrpSpPr>
      <p:grpSpPr>
        <a:xfrm>
          <a:off x="0" y="0"/>
          <a:ext cx="0" cy="0"/>
          <a:chOff x="0" y="0"/>
          <a:chExt cx="0" cy="0"/>
        </a:xfrm>
      </p:grpSpPr>
      <p:sp>
        <p:nvSpPr>
          <p:cNvPr id="1348" name="Google Shape;1348;p84"/>
          <p:cNvSpPr/>
          <p:nvPr/>
        </p:nvSpPr>
        <p:spPr>
          <a:xfrm rot="-8234214" flipH="1">
            <a:off x="8616219" y="-222961"/>
            <a:ext cx="5550247" cy="341466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9" name="Google Shape;1349;p84"/>
          <p:cNvSpPr/>
          <p:nvPr/>
        </p:nvSpPr>
        <p:spPr>
          <a:xfrm rot="672094">
            <a:off x="-2445115" y="24663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0" name="Google Shape;1350;p84"/>
          <p:cNvSpPr/>
          <p:nvPr/>
        </p:nvSpPr>
        <p:spPr>
          <a:xfrm>
            <a:off x="10723967" y="4711567"/>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1" name="Google Shape;1351;p8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23370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52"/>
        <p:cNvGrpSpPr/>
        <p:nvPr/>
      </p:nvGrpSpPr>
      <p:grpSpPr>
        <a:xfrm>
          <a:off x="0" y="0"/>
          <a:ext cx="0" cy="0"/>
          <a:chOff x="0" y="0"/>
          <a:chExt cx="0" cy="0"/>
        </a:xfrm>
      </p:grpSpPr>
      <p:sp>
        <p:nvSpPr>
          <p:cNvPr id="1353" name="Google Shape;1353;p85"/>
          <p:cNvSpPr/>
          <p:nvPr/>
        </p:nvSpPr>
        <p:spPr>
          <a:xfrm rot="-2505069" flipH="1">
            <a:off x="8356862" y="1546358"/>
            <a:ext cx="5915711" cy="4952300"/>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4" name="Google Shape;1354;p85"/>
          <p:cNvSpPr/>
          <p:nvPr/>
        </p:nvSpPr>
        <p:spPr>
          <a:xfrm rot="3781174">
            <a:off x="-2192691" y="2408583"/>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5" name="Google Shape;1355;p85"/>
          <p:cNvGrpSpPr/>
          <p:nvPr/>
        </p:nvGrpSpPr>
        <p:grpSpPr>
          <a:xfrm rot="10800000" flipH="1">
            <a:off x="754922" y="2283376"/>
            <a:ext cx="2262349" cy="2251771"/>
            <a:chOff x="2414491" y="671177"/>
            <a:chExt cx="1830972" cy="1822411"/>
          </a:xfrm>
        </p:grpSpPr>
        <p:sp>
          <p:nvSpPr>
            <p:cNvPr id="1356" name="Google Shape;1356;p8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8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8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8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8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8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8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8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8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8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8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8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8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8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8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8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8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8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4" name="Google Shape;1374;p8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5" name="Google Shape;1375;p8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8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8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8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9" name="Google Shape;1379;p8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0" name="Google Shape;1380;p8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1" name="Google Shape;1381;p8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2" name="Google Shape;1382;p8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8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8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385;p8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386;p8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8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8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8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0" name="Google Shape;1390;p8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06243515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391"/>
        <p:cNvGrpSpPr/>
        <p:nvPr/>
      </p:nvGrpSpPr>
      <p:grpSpPr>
        <a:xfrm>
          <a:off x="0" y="0"/>
          <a:ext cx="0" cy="0"/>
          <a:chOff x="0" y="0"/>
          <a:chExt cx="0" cy="0"/>
        </a:xfrm>
      </p:grpSpPr>
      <p:sp>
        <p:nvSpPr>
          <p:cNvPr id="1392" name="Google Shape;1392;p86"/>
          <p:cNvSpPr/>
          <p:nvPr/>
        </p:nvSpPr>
        <p:spPr>
          <a:xfrm rot="5400000">
            <a:off x="-1196113" y="607191"/>
            <a:ext cx="6542176" cy="595946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3" name="Google Shape;1393;p86"/>
          <p:cNvSpPr/>
          <p:nvPr/>
        </p:nvSpPr>
        <p:spPr>
          <a:xfrm rot="4271990">
            <a:off x="9149074" y="4045637"/>
            <a:ext cx="4538593" cy="451977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4" name="Google Shape;1394;p86"/>
          <p:cNvSpPr/>
          <p:nvPr/>
        </p:nvSpPr>
        <p:spPr>
          <a:xfrm>
            <a:off x="9353035" y="476569"/>
            <a:ext cx="1068877" cy="94279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5" name="Google Shape;1395;p8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4167261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396"/>
        <p:cNvGrpSpPr/>
        <p:nvPr/>
      </p:nvGrpSpPr>
      <p:grpSpPr>
        <a:xfrm>
          <a:off x="0" y="0"/>
          <a:ext cx="0" cy="0"/>
          <a:chOff x="0" y="0"/>
          <a:chExt cx="0" cy="0"/>
        </a:xfrm>
      </p:grpSpPr>
      <p:sp>
        <p:nvSpPr>
          <p:cNvPr id="1397" name="Google Shape;1397;p87"/>
          <p:cNvSpPr/>
          <p:nvPr/>
        </p:nvSpPr>
        <p:spPr>
          <a:xfrm rot="8100090">
            <a:off x="-1703499" y="-664710"/>
            <a:ext cx="5396160" cy="331995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8" name="Google Shape;1398;p87"/>
          <p:cNvSpPr/>
          <p:nvPr/>
        </p:nvSpPr>
        <p:spPr>
          <a:xfrm rot="-2262480" flipH="1">
            <a:off x="7294146" y="4893283"/>
            <a:ext cx="6551292" cy="403053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9" name="Google Shape;1399;p8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00" name="Google Shape;1400;p87"/>
          <p:cNvSpPr/>
          <p:nvPr/>
        </p:nvSpPr>
        <p:spPr>
          <a:xfrm rot="-7977666">
            <a:off x="10109156" y="12322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868042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401"/>
        <p:cNvGrpSpPr/>
        <p:nvPr/>
      </p:nvGrpSpPr>
      <p:grpSpPr>
        <a:xfrm>
          <a:off x="0" y="0"/>
          <a:ext cx="0" cy="0"/>
          <a:chOff x="0" y="0"/>
          <a:chExt cx="0" cy="0"/>
        </a:xfrm>
      </p:grpSpPr>
      <p:sp>
        <p:nvSpPr>
          <p:cNvPr id="1402" name="Google Shape;1402;p88"/>
          <p:cNvSpPr/>
          <p:nvPr/>
        </p:nvSpPr>
        <p:spPr>
          <a:xfrm rot="5575585">
            <a:off x="-2579049" y="-1292336"/>
            <a:ext cx="5915673" cy="495232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3" name="Google Shape;1403;p88"/>
          <p:cNvSpPr/>
          <p:nvPr/>
        </p:nvSpPr>
        <p:spPr>
          <a:xfrm>
            <a:off x="6628603" y="1183832"/>
            <a:ext cx="7322907" cy="491899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4" name="Google Shape;1404;p88"/>
          <p:cNvSpPr/>
          <p:nvPr/>
        </p:nvSpPr>
        <p:spPr>
          <a:xfrm rot="-7977666">
            <a:off x="5272040" y="62080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5" name="Google Shape;1405;p8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20821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406"/>
        <p:cNvGrpSpPr/>
        <p:nvPr/>
      </p:nvGrpSpPr>
      <p:grpSpPr>
        <a:xfrm>
          <a:off x="0" y="0"/>
          <a:ext cx="0" cy="0"/>
          <a:chOff x="0" y="0"/>
          <a:chExt cx="0" cy="0"/>
        </a:xfrm>
      </p:grpSpPr>
      <p:sp>
        <p:nvSpPr>
          <p:cNvPr id="1407" name="Google Shape;1407;p89"/>
          <p:cNvSpPr/>
          <p:nvPr/>
        </p:nvSpPr>
        <p:spPr>
          <a:xfrm rot="912733" flipH="1">
            <a:off x="-2096872" y="797263"/>
            <a:ext cx="4338223" cy="730776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8" name="Google Shape;1408;p89"/>
          <p:cNvSpPr/>
          <p:nvPr/>
        </p:nvSpPr>
        <p:spPr>
          <a:xfrm rot="-482288">
            <a:off x="9046549" y="-978250"/>
            <a:ext cx="4872984" cy="485277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9" name="Google Shape;1409;p89"/>
          <p:cNvSpPr/>
          <p:nvPr/>
        </p:nvSpPr>
        <p:spPr>
          <a:xfrm rot="3320924">
            <a:off x="11258046" y="5096571"/>
            <a:ext cx="1692917" cy="221097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0" name="Google Shape;1410;p8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2115815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411"/>
        <p:cNvGrpSpPr/>
        <p:nvPr/>
      </p:nvGrpSpPr>
      <p:grpSpPr>
        <a:xfrm>
          <a:off x="0" y="0"/>
          <a:ext cx="0" cy="0"/>
          <a:chOff x="0" y="0"/>
          <a:chExt cx="0" cy="0"/>
        </a:xfrm>
      </p:grpSpPr>
      <p:sp>
        <p:nvSpPr>
          <p:cNvPr id="1412" name="Google Shape;1412;p90"/>
          <p:cNvSpPr/>
          <p:nvPr/>
        </p:nvSpPr>
        <p:spPr>
          <a:xfrm rot="-5620610">
            <a:off x="10981016" y="3337668"/>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3" name="Google Shape;1413;p90"/>
          <p:cNvSpPr/>
          <p:nvPr/>
        </p:nvSpPr>
        <p:spPr>
          <a:xfrm rot="-595142" flipH="1">
            <a:off x="-1644097" y="-646896"/>
            <a:ext cx="4529769" cy="451098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4" name="Google Shape;1414;p90"/>
          <p:cNvSpPr/>
          <p:nvPr/>
        </p:nvSpPr>
        <p:spPr>
          <a:xfrm rot="-7977683">
            <a:off x="9054266" y="-389733"/>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5" name="Google Shape;1415;p9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5855818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1416"/>
        <p:cNvGrpSpPr/>
        <p:nvPr/>
      </p:nvGrpSpPr>
      <p:grpSpPr>
        <a:xfrm>
          <a:off x="0" y="0"/>
          <a:ext cx="0" cy="0"/>
          <a:chOff x="0" y="0"/>
          <a:chExt cx="0" cy="0"/>
        </a:xfrm>
      </p:grpSpPr>
      <p:sp>
        <p:nvSpPr>
          <p:cNvPr id="1417" name="Google Shape;1417;p91"/>
          <p:cNvSpPr/>
          <p:nvPr/>
        </p:nvSpPr>
        <p:spPr>
          <a:xfrm rot="-5400000" flipH="1">
            <a:off x="7596501" y="8415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8" name="Google Shape;1418;p9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grpSp>
        <p:nvGrpSpPr>
          <p:cNvPr id="1419" name="Google Shape;1419;p91"/>
          <p:cNvGrpSpPr/>
          <p:nvPr/>
        </p:nvGrpSpPr>
        <p:grpSpPr>
          <a:xfrm rot="10800000" flipH="1">
            <a:off x="-1034855" y="2686791"/>
            <a:ext cx="2783565" cy="2770551"/>
            <a:chOff x="2414491" y="671177"/>
            <a:chExt cx="1830972" cy="1822411"/>
          </a:xfrm>
        </p:grpSpPr>
        <p:sp>
          <p:nvSpPr>
            <p:cNvPr id="1420" name="Google Shape;1420;p9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1" name="Google Shape;1421;p9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2" name="Google Shape;1422;p9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9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9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9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9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9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8" name="Google Shape;1428;p9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9" name="Google Shape;1429;p9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9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9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9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3" name="Google Shape;1433;p9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4" name="Google Shape;1434;p9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9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9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9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8" name="Google Shape;1438;p9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9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9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9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9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9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9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9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9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9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9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9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9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9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9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9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496398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1454"/>
        <p:cNvGrpSpPr/>
        <p:nvPr/>
      </p:nvGrpSpPr>
      <p:grpSpPr>
        <a:xfrm>
          <a:off x="0" y="0"/>
          <a:ext cx="0" cy="0"/>
          <a:chOff x="0" y="0"/>
          <a:chExt cx="0" cy="0"/>
        </a:xfrm>
      </p:grpSpPr>
      <p:sp>
        <p:nvSpPr>
          <p:cNvPr id="1455" name="Google Shape;1455;p9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56" name="Google Shape;1456;p92"/>
          <p:cNvSpPr/>
          <p:nvPr/>
        </p:nvSpPr>
        <p:spPr>
          <a:xfrm>
            <a:off x="-558799" y="555118"/>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7" name="Google Shape;1457;p92"/>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3952260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1458"/>
        <p:cNvGrpSpPr/>
        <p:nvPr/>
      </p:nvGrpSpPr>
      <p:grpSpPr>
        <a:xfrm>
          <a:off x="0" y="0"/>
          <a:ext cx="0" cy="0"/>
          <a:chOff x="0" y="0"/>
          <a:chExt cx="0" cy="0"/>
        </a:xfrm>
      </p:grpSpPr>
      <p:sp>
        <p:nvSpPr>
          <p:cNvPr id="1459" name="Google Shape;1459;p93"/>
          <p:cNvSpPr/>
          <p:nvPr/>
        </p:nvSpPr>
        <p:spPr>
          <a:xfrm rot="5400000">
            <a:off x="-3131266" y="10095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0" name="Google Shape;1460;p9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155743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11">
  <p:cSld name="Title only 11">
    <p:spTree>
      <p:nvGrpSpPr>
        <p:cNvPr id="1" name="Shape 1461"/>
        <p:cNvGrpSpPr/>
        <p:nvPr/>
      </p:nvGrpSpPr>
      <p:grpSpPr>
        <a:xfrm>
          <a:off x="0" y="0"/>
          <a:ext cx="0" cy="0"/>
          <a:chOff x="0" y="0"/>
          <a:chExt cx="0" cy="0"/>
        </a:xfrm>
      </p:grpSpPr>
      <p:sp>
        <p:nvSpPr>
          <p:cNvPr id="1462" name="Google Shape;1462;p94"/>
          <p:cNvSpPr/>
          <p:nvPr/>
        </p:nvSpPr>
        <p:spPr>
          <a:xfrm rot="5400000">
            <a:off x="-1785196" y="19132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3" name="Google Shape;1463;p94"/>
          <p:cNvSpPr/>
          <p:nvPr/>
        </p:nvSpPr>
        <p:spPr>
          <a:xfrm>
            <a:off x="10821134" y="29930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4" name="Google Shape;1464;p9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9413050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1465"/>
        <p:cNvGrpSpPr/>
        <p:nvPr/>
      </p:nvGrpSpPr>
      <p:grpSpPr>
        <a:xfrm>
          <a:off x="0" y="0"/>
          <a:ext cx="0" cy="0"/>
          <a:chOff x="0" y="0"/>
          <a:chExt cx="0" cy="0"/>
        </a:xfrm>
      </p:grpSpPr>
      <p:sp>
        <p:nvSpPr>
          <p:cNvPr id="1466" name="Google Shape;1466;p9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67" name="Google Shape;1467;p95"/>
          <p:cNvSpPr/>
          <p:nvPr/>
        </p:nvSpPr>
        <p:spPr>
          <a:xfrm rot="3000392">
            <a:off x="-3365105" y="2391195"/>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129292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13 ">
  <p:cSld name="Title only 13 ">
    <p:spTree>
      <p:nvGrpSpPr>
        <p:cNvPr id="1" name="Shape 1468"/>
        <p:cNvGrpSpPr/>
        <p:nvPr/>
      </p:nvGrpSpPr>
      <p:grpSpPr>
        <a:xfrm>
          <a:off x="0" y="0"/>
          <a:ext cx="0" cy="0"/>
          <a:chOff x="0" y="0"/>
          <a:chExt cx="0" cy="0"/>
        </a:xfrm>
      </p:grpSpPr>
      <p:sp>
        <p:nvSpPr>
          <p:cNvPr id="1469" name="Google Shape;1469;p96"/>
          <p:cNvSpPr/>
          <p:nvPr/>
        </p:nvSpPr>
        <p:spPr>
          <a:xfrm rot="3000392">
            <a:off x="-3349171" y="449928"/>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0" name="Google Shape;1470;p96"/>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1" name="Google Shape;1471;p9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54346052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14">
  <p:cSld name="Title only 14">
    <p:spTree>
      <p:nvGrpSpPr>
        <p:cNvPr id="1" name="Shape 1472"/>
        <p:cNvGrpSpPr/>
        <p:nvPr/>
      </p:nvGrpSpPr>
      <p:grpSpPr>
        <a:xfrm>
          <a:off x="0" y="0"/>
          <a:ext cx="0" cy="0"/>
          <a:chOff x="0" y="0"/>
          <a:chExt cx="0" cy="0"/>
        </a:xfrm>
      </p:grpSpPr>
      <p:sp>
        <p:nvSpPr>
          <p:cNvPr id="1473" name="Google Shape;1473;p97"/>
          <p:cNvSpPr/>
          <p:nvPr/>
        </p:nvSpPr>
        <p:spPr>
          <a:xfrm rot="-2075300" flipH="1">
            <a:off x="8714919" y="3723235"/>
            <a:ext cx="5550244" cy="341466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4" name="Google Shape;1474;p97"/>
          <p:cNvSpPr/>
          <p:nvPr/>
        </p:nvSpPr>
        <p:spPr>
          <a:xfrm rot="672094">
            <a:off x="-3924915" y="-159216"/>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5" name="Google Shape;1475;p9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02830029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476"/>
        <p:cNvGrpSpPr/>
        <p:nvPr/>
      </p:nvGrpSpPr>
      <p:grpSpPr>
        <a:xfrm>
          <a:off x="0" y="0"/>
          <a:ext cx="0" cy="0"/>
          <a:chOff x="0" y="0"/>
          <a:chExt cx="0" cy="0"/>
        </a:xfrm>
      </p:grpSpPr>
      <p:sp>
        <p:nvSpPr>
          <p:cNvPr id="1477" name="Google Shape;1477;p98"/>
          <p:cNvSpPr/>
          <p:nvPr/>
        </p:nvSpPr>
        <p:spPr>
          <a:xfrm rot="-2187687">
            <a:off x="9329887" y="3765767"/>
            <a:ext cx="2585117" cy="4407483"/>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8" name="Google Shape;1478;p98"/>
          <p:cNvSpPr/>
          <p:nvPr/>
        </p:nvSpPr>
        <p:spPr>
          <a:xfrm rot="1855510">
            <a:off x="3364653" y="2583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9" name="Google Shape;1479;p98"/>
          <p:cNvSpPr/>
          <p:nvPr/>
        </p:nvSpPr>
        <p:spPr>
          <a:xfrm rot="10800000" flipH="1">
            <a:off x="323267" y="3851283"/>
            <a:ext cx="2366400" cy="23664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80" name="Google Shape;1480;p98"/>
          <p:cNvGrpSpPr/>
          <p:nvPr/>
        </p:nvGrpSpPr>
        <p:grpSpPr>
          <a:xfrm rot="10800000" flipH="1">
            <a:off x="1274022" y="3022460"/>
            <a:ext cx="2262349" cy="2251771"/>
            <a:chOff x="2414491" y="671177"/>
            <a:chExt cx="1830972" cy="1822411"/>
          </a:xfrm>
        </p:grpSpPr>
        <p:sp>
          <p:nvSpPr>
            <p:cNvPr id="1481" name="Google Shape;1481;p9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2" name="Google Shape;1482;p9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3" name="Google Shape;1483;p9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9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5" name="Google Shape;1485;p9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9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9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9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9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9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1" name="Google Shape;1491;p9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9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9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9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9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9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9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9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9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9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1" name="Google Shape;1501;p9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9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9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9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9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9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9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9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9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9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9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9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9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9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15" name="Google Shape;1515;p98"/>
          <p:cNvSpPr/>
          <p:nvPr/>
        </p:nvSpPr>
        <p:spPr>
          <a:xfrm rot="-7977683">
            <a:off x="8045266" y="7315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16" name="Google Shape;1516;p98">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17" name="Google Shape;1517;p98"/>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29932948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8"/>
        <p:cNvGrpSpPr/>
        <p:nvPr/>
      </p:nvGrpSpPr>
      <p:grpSpPr>
        <a:xfrm>
          <a:off x="0" y="0"/>
          <a:ext cx="0" cy="0"/>
          <a:chOff x="0" y="0"/>
          <a:chExt cx="0" cy="0"/>
        </a:xfrm>
      </p:grpSpPr>
      <p:sp>
        <p:nvSpPr>
          <p:cNvPr id="1519" name="Google Shape;1519;p99"/>
          <p:cNvSpPr/>
          <p:nvPr/>
        </p:nvSpPr>
        <p:spPr>
          <a:xfrm rot="-7977683">
            <a:off x="1979633" y="2021867"/>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0" name="Google Shape;1520;p99"/>
          <p:cNvSpPr/>
          <p:nvPr/>
        </p:nvSpPr>
        <p:spPr>
          <a:xfrm rot="288619" flipH="1">
            <a:off x="-1886992" y="1544943"/>
            <a:ext cx="6439008" cy="6586736"/>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1" name="Google Shape;1521;p99"/>
          <p:cNvSpPr/>
          <p:nvPr/>
        </p:nvSpPr>
        <p:spPr>
          <a:xfrm rot="-8533595">
            <a:off x="9473851" y="-942099"/>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2" name="Google Shape;1522;p99"/>
          <p:cNvSpPr/>
          <p:nvPr/>
        </p:nvSpPr>
        <p:spPr>
          <a:xfrm>
            <a:off x="9294333" y="2872953"/>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23" name="Google Shape;1523;p99"/>
          <p:cNvGrpSpPr/>
          <p:nvPr/>
        </p:nvGrpSpPr>
        <p:grpSpPr>
          <a:xfrm>
            <a:off x="8330272" y="3702670"/>
            <a:ext cx="2441296" cy="2429881"/>
            <a:chOff x="2414491" y="671177"/>
            <a:chExt cx="1830972" cy="1822411"/>
          </a:xfrm>
        </p:grpSpPr>
        <p:sp>
          <p:nvSpPr>
            <p:cNvPr id="1524" name="Google Shape;1524;p9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9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9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9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9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9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9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9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2" name="Google Shape;1532;p9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9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9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9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9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9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9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9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9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9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9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9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9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9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9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9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9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9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9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9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9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9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9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9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9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9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58" name="Google Shape;1558;p99">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59" name="Google Shape;1559;p99"/>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3494245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560"/>
        <p:cNvGrpSpPr/>
        <p:nvPr/>
      </p:nvGrpSpPr>
      <p:grpSpPr>
        <a:xfrm>
          <a:off x="0" y="0"/>
          <a:ext cx="0" cy="0"/>
          <a:chOff x="0" y="0"/>
          <a:chExt cx="0" cy="0"/>
        </a:xfrm>
      </p:grpSpPr>
      <p:sp>
        <p:nvSpPr>
          <p:cNvPr id="1561" name="Google Shape;1561;p100"/>
          <p:cNvSpPr/>
          <p:nvPr/>
        </p:nvSpPr>
        <p:spPr>
          <a:xfrm rot="-5716269">
            <a:off x="4121030" y="162032"/>
            <a:ext cx="4323077" cy="681199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62" name="Google Shape;1562;p100"/>
          <p:cNvGrpSpPr/>
          <p:nvPr/>
        </p:nvGrpSpPr>
        <p:grpSpPr>
          <a:xfrm flipH="1">
            <a:off x="9225150" y="-113149"/>
            <a:ext cx="3036423" cy="7072503"/>
            <a:chOff x="224725" y="566950"/>
            <a:chExt cx="1850875" cy="4311100"/>
          </a:xfrm>
        </p:grpSpPr>
        <p:sp>
          <p:nvSpPr>
            <p:cNvPr id="1563" name="Google Shape;1563;p100"/>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100"/>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100"/>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100"/>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100"/>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100"/>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100"/>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100"/>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100"/>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2" name="Google Shape;1572;p100"/>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3" name="Google Shape;1573;p100"/>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100"/>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5" name="Google Shape;1575;p100"/>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6" name="Google Shape;1576;p100"/>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7" name="Google Shape;1577;p100"/>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8" name="Google Shape;1578;p100"/>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9" name="Google Shape;1579;p100"/>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0" name="Google Shape;1580;p100"/>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1" name="Google Shape;1581;p100"/>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2" name="Google Shape;1582;p100"/>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100"/>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100"/>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100"/>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100"/>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87" name="Google Shape;1587;p100">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88" name="Google Shape;1588;p100"/>
          <p:cNvSpPr txBox="1">
            <a:spLocks noGrp="1"/>
          </p:cNvSpPr>
          <p:nvPr>
            <p:ph type="title" idx="2" hasCustomPrompt="1"/>
          </p:nvPr>
        </p:nvSpPr>
        <p:spPr>
          <a:xfrm>
            <a:off x="2694432" y="12246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589" name="Google Shape;1589;p100"/>
          <p:cNvSpPr/>
          <p:nvPr/>
        </p:nvSpPr>
        <p:spPr>
          <a:xfrm flipH="1">
            <a:off x="8205962" y="1014617"/>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0" name="Google Shape;1590;p100"/>
          <p:cNvSpPr/>
          <p:nvPr/>
        </p:nvSpPr>
        <p:spPr>
          <a:xfrm flipH="1">
            <a:off x="982045" y="2207376"/>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91" name="Google Shape;1591;p100"/>
          <p:cNvGrpSpPr/>
          <p:nvPr/>
        </p:nvGrpSpPr>
        <p:grpSpPr>
          <a:xfrm flipH="1">
            <a:off x="135340" y="3150828"/>
            <a:ext cx="2262349" cy="2251771"/>
            <a:chOff x="2414491" y="671177"/>
            <a:chExt cx="1830972" cy="1822411"/>
          </a:xfrm>
        </p:grpSpPr>
        <p:sp>
          <p:nvSpPr>
            <p:cNvPr id="1592" name="Google Shape;1592;p10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10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10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5" name="Google Shape;1595;p10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6" name="Google Shape;1596;p10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10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10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10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0" name="Google Shape;1600;p10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1" name="Google Shape;1601;p10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2" name="Google Shape;1602;p10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3" name="Google Shape;1603;p10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10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10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10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10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10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10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10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10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2" name="Google Shape;1612;p10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3" name="Google Shape;1613;p10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4" name="Google Shape;1614;p10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5" name="Google Shape;1615;p10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6" name="Google Shape;1616;p10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7" name="Google Shape;1617;p10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10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9" name="Google Shape;1619;p10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0" name="Google Shape;1620;p10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1" name="Google Shape;1621;p10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2" name="Google Shape;1622;p10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10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10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10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35384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626"/>
        <p:cNvGrpSpPr/>
        <p:nvPr/>
      </p:nvGrpSpPr>
      <p:grpSpPr>
        <a:xfrm>
          <a:off x="0" y="0"/>
          <a:ext cx="0" cy="0"/>
          <a:chOff x="0" y="0"/>
          <a:chExt cx="0" cy="0"/>
        </a:xfrm>
      </p:grpSpPr>
      <p:sp>
        <p:nvSpPr>
          <p:cNvPr id="1627" name="Google Shape;1627;p101"/>
          <p:cNvSpPr/>
          <p:nvPr/>
        </p:nvSpPr>
        <p:spPr>
          <a:xfrm>
            <a:off x="8505500" y="4393565"/>
            <a:ext cx="1915600" cy="1915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8" name="Google Shape;1628;p101"/>
          <p:cNvSpPr/>
          <p:nvPr/>
        </p:nvSpPr>
        <p:spPr>
          <a:xfrm rot="3781224">
            <a:off x="-2439241" y="3336917"/>
            <a:ext cx="8196521" cy="504272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9" name="Google Shape;1629;p101"/>
          <p:cNvSpPr/>
          <p:nvPr/>
        </p:nvSpPr>
        <p:spPr>
          <a:xfrm rot="-1693254" flipH="1">
            <a:off x="9398531" y="2094577"/>
            <a:ext cx="3248572" cy="553863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30" name="Google Shape;1630;p101">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631" name="Google Shape;1631;p101"/>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grpSp>
        <p:nvGrpSpPr>
          <p:cNvPr id="1632" name="Google Shape;1632;p101"/>
          <p:cNvGrpSpPr/>
          <p:nvPr/>
        </p:nvGrpSpPr>
        <p:grpSpPr>
          <a:xfrm rot="10800000" flipH="1">
            <a:off x="1087555" y="1647960"/>
            <a:ext cx="2262349" cy="2251771"/>
            <a:chOff x="2414491" y="671177"/>
            <a:chExt cx="1830972" cy="1822411"/>
          </a:xfrm>
        </p:grpSpPr>
        <p:sp>
          <p:nvSpPr>
            <p:cNvPr id="1633" name="Google Shape;1633;p10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10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10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10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10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10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10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10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10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10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10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10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10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10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10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10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10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10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10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10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10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4" name="Google Shape;1654;p10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5" name="Google Shape;1655;p10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6" name="Google Shape;1656;p10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7" name="Google Shape;1657;p10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8" name="Google Shape;1658;p10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9" name="Google Shape;1659;p10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0" name="Google Shape;1660;p10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1" name="Google Shape;1661;p10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2" name="Google Shape;1662;p10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10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10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10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10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843915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667"/>
        <p:cNvGrpSpPr/>
        <p:nvPr/>
      </p:nvGrpSpPr>
      <p:grpSpPr>
        <a:xfrm>
          <a:off x="0" y="0"/>
          <a:ext cx="0" cy="0"/>
          <a:chOff x="0" y="0"/>
          <a:chExt cx="0" cy="0"/>
        </a:xfrm>
      </p:grpSpPr>
      <p:sp>
        <p:nvSpPr>
          <p:cNvPr id="1668" name="Google Shape;1668;p102"/>
          <p:cNvSpPr/>
          <p:nvPr/>
        </p:nvSpPr>
        <p:spPr>
          <a:xfrm rot="199611" flipH="1">
            <a:off x="-1629846" y="1482393"/>
            <a:ext cx="6211193" cy="63537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9" name="Google Shape;1669;p102"/>
          <p:cNvSpPr/>
          <p:nvPr/>
        </p:nvSpPr>
        <p:spPr>
          <a:xfrm rot="-5035045" flipH="1">
            <a:off x="7816103" y="-302628"/>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70" name="Google Shape;1670;p102"/>
          <p:cNvSpPr/>
          <p:nvPr/>
        </p:nvSpPr>
        <p:spPr>
          <a:xfrm rot="10800000">
            <a:off x="8369220" y="3834649"/>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71" name="Google Shape;1671;p102"/>
          <p:cNvGrpSpPr/>
          <p:nvPr/>
        </p:nvGrpSpPr>
        <p:grpSpPr>
          <a:xfrm rot="10800000">
            <a:off x="1841548" y="1777343"/>
            <a:ext cx="2262349" cy="2251771"/>
            <a:chOff x="2414491" y="671177"/>
            <a:chExt cx="1830972" cy="1822411"/>
          </a:xfrm>
        </p:grpSpPr>
        <p:sp>
          <p:nvSpPr>
            <p:cNvPr id="1672" name="Google Shape;1672;p10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10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10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10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10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10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10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10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0" name="Google Shape;1680;p10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1" name="Google Shape;1681;p10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10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3" name="Google Shape;1683;p10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4" name="Google Shape;1684;p10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10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10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7" name="Google Shape;1687;p10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10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10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10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10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2" name="Google Shape;1692;p10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3" name="Google Shape;1693;p10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10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10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10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10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8" name="Google Shape;1698;p10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9" name="Google Shape;1699;p10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0" name="Google Shape;1700;p10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1" name="Google Shape;1701;p10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10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10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10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5" name="Google Shape;1705;p10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06" name="Google Shape;1706;p102">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707" name="Google Shape;1707;p102"/>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27993392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08"/>
        <p:cNvGrpSpPr/>
        <p:nvPr/>
      </p:nvGrpSpPr>
      <p:grpSpPr>
        <a:xfrm>
          <a:off x="0" y="0"/>
          <a:ext cx="0" cy="0"/>
          <a:chOff x="0" y="0"/>
          <a:chExt cx="0" cy="0"/>
        </a:xfrm>
      </p:grpSpPr>
      <p:sp>
        <p:nvSpPr>
          <p:cNvPr id="1709" name="Google Shape;1709;p103"/>
          <p:cNvSpPr/>
          <p:nvPr/>
        </p:nvSpPr>
        <p:spPr>
          <a:xfrm rot="5716307" flipH="1">
            <a:off x="4171612" y="-23133"/>
            <a:ext cx="4012680" cy="7882124"/>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0" name="Google Shape;1710;p103"/>
          <p:cNvSpPr/>
          <p:nvPr/>
        </p:nvSpPr>
        <p:spPr>
          <a:xfrm rot="-1408952">
            <a:off x="9413111" y="-2042738"/>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1" name="Google Shape;1711;p103"/>
          <p:cNvSpPr/>
          <p:nvPr/>
        </p:nvSpPr>
        <p:spPr>
          <a:xfrm rot="10800000">
            <a:off x="1063004" y="3847983"/>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12" name="Google Shape;1712;p103"/>
          <p:cNvGrpSpPr/>
          <p:nvPr/>
        </p:nvGrpSpPr>
        <p:grpSpPr>
          <a:xfrm rot="10800000">
            <a:off x="216300" y="3019160"/>
            <a:ext cx="2262349" cy="2251771"/>
            <a:chOff x="2414491" y="671177"/>
            <a:chExt cx="1830972" cy="1822411"/>
          </a:xfrm>
        </p:grpSpPr>
        <p:sp>
          <p:nvSpPr>
            <p:cNvPr id="1713" name="Google Shape;1713;p10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4" name="Google Shape;1714;p10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5" name="Google Shape;1715;p10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10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10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10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10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10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10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10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10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4" name="Google Shape;1724;p10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5" name="Google Shape;1725;p10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6" name="Google Shape;1726;p10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7" name="Google Shape;1727;p10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8" name="Google Shape;1728;p10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9" name="Google Shape;1729;p10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10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1" name="Google Shape;1731;p10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2" name="Google Shape;1732;p10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3" name="Google Shape;1733;p10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4" name="Google Shape;1734;p10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10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10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10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10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10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0" name="Google Shape;1740;p10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1" name="Google Shape;1741;p10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10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10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10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10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10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47" name="Google Shape;1747;p103"/>
          <p:cNvSpPr/>
          <p:nvPr/>
        </p:nvSpPr>
        <p:spPr>
          <a:xfrm rot="8100000">
            <a:off x="495199" y="-1533889"/>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8" name="Google Shape;1748;p103"/>
          <p:cNvSpPr txBox="1">
            <a:spLocks noGrp="1"/>
          </p:cNvSpPr>
          <p:nvPr>
            <p:ph type="title"/>
          </p:nvPr>
        </p:nvSpPr>
        <p:spPr>
          <a:xfrm>
            <a:off x="3429400" y="719851"/>
            <a:ext cx="5333200" cy="142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0266">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749" name="Google Shape;1749;p103"/>
          <p:cNvSpPr txBox="1">
            <a:spLocks noGrp="1"/>
          </p:cNvSpPr>
          <p:nvPr>
            <p:ph type="subTitle" idx="1"/>
          </p:nvPr>
        </p:nvSpPr>
        <p:spPr>
          <a:xfrm>
            <a:off x="3429400" y="2203017"/>
            <a:ext cx="5333200" cy="111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Font typeface="Anaheim"/>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
        <p:nvSpPr>
          <p:cNvPr id="1750" name="Google Shape;1750;p103"/>
          <p:cNvSpPr txBox="1"/>
          <p:nvPr/>
        </p:nvSpPr>
        <p:spPr>
          <a:xfrm>
            <a:off x="3627400" y="4575484"/>
            <a:ext cx="4937200" cy="10568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600">
                <a:solidFill>
                  <a:schemeClr val="accent2"/>
                </a:solidFill>
                <a:latin typeface="Manjari"/>
                <a:ea typeface="Manjari"/>
                <a:cs typeface="Manjari"/>
                <a:sym typeface="Manjari"/>
              </a:rPr>
              <a:t>CREDITS: This presentation template was created by </a:t>
            </a:r>
            <a:r>
              <a:rPr lang="en" sz="1600" b="1">
                <a:solidFill>
                  <a:schemeClr val="accent2"/>
                </a:solidFill>
                <a:uFill>
                  <a:noFill/>
                </a:uFill>
                <a:latin typeface="Manjari"/>
                <a:ea typeface="Manjari"/>
                <a:cs typeface="Manjari"/>
                <a:sym typeface="Manjari"/>
                <a:hlinkClick r:id="rId2">
                  <a:extLst>
                    <a:ext uri="{A12FA001-AC4F-418D-AE19-62706E023703}">
                      <ahyp:hlinkClr xmlns:ahyp="http://schemas.microsoft.com/office/drawing/2018/hyperlinkcolor" val="tx"/>
                    </a:ext>
                  </a:extLst>
                </a:hlinkClick>
              </a:rPr>
              <a:t>Slidesgo</a:t>
            </a:r>
            <a:r>
              <a:rPr lang="en" sz="1600">
                <a:solidFill>
                  <a:schemeClr val="accent2"/>
                </a:solidFill>
                <a:latin typeface="Manjari"/>
                <a:ea typeface="Manjari"/>
                <a:cs typeface="Manjari"/>
                <a:sym typeface="Manjari"/>
              </a:rPr>
              <a:t>, including icons by </a:t>
            </a:r>
            <a:r>
              <a:rPr lang="en" sz="1600" b="1">
                <a:solidFill>
                  <a:schemeClr val="accent2"/>
                </a:solidFill>
                <a:uFill>
                  <a:noFill/>
                </a:uFill>
                <a:latin typeface="Manjari"/>
                <a:ea typeface="Manjari"/>
                <a:cs typeface="Manjari"/>
                <a:sym typeface="Manjari"/>
                <a:hlinkClick r:id="rId3">
                  <a:extLst>
                    <a:ext uri="{A12FA001-AC4F-418D-AE19-62706E023703}">
                      <ahyp:hlinkClr xmlns:ahyp="http://schemas.microsoft.com/office/drawing/2018/hyperlinkcolor" val="tx"/>
                    </a:ext>
                  </a:extLst>
                </a:hlinkClick>
              </a:rPr>
              <a:t>Flaticon</a:t>
            </a:r>
            <a:r>
              <a:rPr lang="en" sz="1600">
                <a:solidFill>
                  <a:schemeClr val="accent2"/>
                </a:solidFill>
                <a:latin typeface="Manjari"/>
                <a:ea typeface="Manjari"/>
                <a:cs typeface="Manjari"/>
                <a:sym typeface="Manjari"/>
              </a:rPr>
              <a:t>, infographics &amp; images by </a:t>
            </a:r>
            <a:r>
              <a:rPr lang="en" sz="1600" b="1">
                <a:solidFill>
                  <a:schemeClr val="accent2"/>
                </a:solidFill>
                <a:uFill>
                  <a:noFill/>
                </a:uFill>
                <a:latin typeface="Manjari"/>
                <a:ea typeface="Manjari"/>
                <a:cs typeface="Manjari"/>
                <a:sym typeface="Manjari"/>
                <a:hlinkClick r:id="rId4">
                  <a:extLst>
                    <a:ext uri="{A12FA001-AC4F-418D-AE19-62706E023703}">
                      <ahyp:hlinkClr xmlns:ahyp="http://schemas.microsoft.com/office/drawing/2018/hyperlinkcolor" val="tx"/>
                    </a:ext>
                  </a:extLst>
                </a:hlinkClick>
              </a:rPr>
              <a:t>Freepik</a:t>
            </a:r>
            <a:r>
              <a:rPr lang="en" sz="1600">
                <a:solidFill>
                  <a:schemeClr val="accent2"/>
                </a:solidFill>
                <a:latin typeface="Manjari"/>
                <a:ea typeface="Manjari"/>
                <a:cs typeface="Manjari"/>
                <a:sym typeface="Manjari"/>
              </a:rPr>
              <a:t> </a:t>
            </a:r>
            <a:endParaRPr sz="1600">
              <a:solidFill>
                <a:schemeClr val="accent2"/>
              </a:solidFill>
              <a:latin typeface="Manjari"/>
              <a:ea typeface="Manjari"/>
              <a:cs typeface="Manjari"/>
              <a:sym typeface="Manjari"/>
            </a:endParaRPr>
          </a:p>
        </p:txBody>
      </p:sp>
    </p:spTree>
    <p:extLst>
      <p:ext uri="{BB962C8B-B14F-4D97-AF65-F5344CB8AC3E}">
        <p14:creationId xmlns:p14="http://schemas.microsoft.com/office/powerpoint/2010/main" val="218383658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751"/>
        <p:cNvGrpSpPr/>
        <p:nvPr/>
      </p:nvGrpSpPr>
      <p:grpSpPr>
        <a:xfrm>
          <a:off x="0" y="0"/>
          <a:ext cx="0" cy="0"/>
          <a:chOff x="0" y="0"/>
          <a:chExt cx="0" cy="0"/>
        </a:xfrm>
      </p:grpSpPr>
      <p:sp>
        <p:nvSpPr>
          <p:cNvPr id="1752" name="Google Shape;1752;p104"/>
          <p:cNvSpPr/>
          <p:nvPr/>
        </p:nvSpPr>
        <p:spPr>
          <a:xfrm rot="288678" flipH="1">
            <a:off x="-1693889" y="737782"/>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53" name="Google Shape;1753;p104"/>
          <p:cNvSpPr/>
          <p:nvPr/>
        </p:nvSpPr>
        <p:spPr>
          <a:xfrm>
            <a:off x="1778733" y="15027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54" name="Google Shape;1754;p104"/>
          <p:cNvGrpSpPr/>
          <p:nvPr/>
        </p:nvGrpSpPr>
        <p:grpSpPr>
          <a:xfrm>
            <a:off x="6825358" y="950775"/>
            <a:ext cx="3027913" cy="3013779"/>
            <a:chOff x="6762468" y="1386456"/>
            <a:chExt cx="2270935" cy="2260334"/>
          </a:xfrm>
        </p:grpSpPr>
        <p:sp>
          <p:nvSpPr>
            <p:cNvPr id="1755" name="Google Shape;1755;p10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10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10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10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10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10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10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10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10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10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10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10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10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10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10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10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1" name="Google Shape;1771;p10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2" name="Google Shape;1772;p10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10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4" name="Google Shape;1774;p10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5" name="Google Shape;1775;p10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6" name="Google Shape;1776;p10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7" name="Google Shape;1777;p10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8" name="Google Shape;1778;p10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9" name="Google Shape;1779;p10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0" name="Google Shape;1780;p10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1" name="Google Shape;1781;p10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2" name="Google Shape;1782;p10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3" name="Google Shape;1783;p10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10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10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10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10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88" name="Google Shape;1788;p104"/>
          <p:cNvSpPr/>
          <p:nvPr/>
        </p:nvSpPr>
        <p:spPr>
          <a:xfrm rot="-1848056" flipH="1">
            <a:off x="10341367" y="33573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658236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789"/>
        <p:cNvGrpSpPr/>
        <p:nvPr/>
      </p:nvGrpSpPr>
      <p:grpSpPr>
        <a:xfrm>
          <a:off x="0" y="0"/>
          <a:ext cx="0" cy="0"/>
          <a:chOff x="0" y="0"/>
          <a:chExt cx="0" cy="0"/>
        </a:xfrm>
      </p:grpSpPr>
      <p:grpSp>
        <p:nvGrpSpPr>
          <p:cNvPr id="1790" name="Google Shape;1790;p105"/>
          <p:cNvGrpSpPr/>
          <p:nvPr/>
        </p:nvGrpSpPr>
        <p:grpSpPr>
          <a:xfrm>
            <a:off x="7" y="-107265"/>
            <a:ext cx="3036423" cy="7072503"/>
            <a:chOff x="224725" y="566950"/>
            <a:chExt cx="1850875" cy="4311100"/>
          </a:xfrm>
        </p:grpSpPr>
        <p:sp>
          <p:nvSpPr>
            <p:cNvPr id="1791" name="Google Shape;1791;p10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10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10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10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5" name="Google Shape;1795;p10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6" name="Google Shape;1796;p10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7" name="Google Shape;1797;p10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10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10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10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10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10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10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10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5" name="Google Shape;1805;p10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6" name="Google Shape;1806;p10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10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10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10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10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10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10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10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10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15" name="Google Shape;1815;p105"/>
          <p:cNvSpPr/>
          <p:nvPr/>
        </p:nvSpPr>
        <p:spPr>
          <a:xfrm rot="-3415034" flipH="1">
            <a:off x="7133255" y="8627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6" name="Google Shape;1816;p105"/>
          <p:cNvSpPr/>
          <p:nvPr/>
        </p:nvSpPr>
        <p:spPr>
          <a:xfrm rot="1379372">
            <a:off x="6866592" y="30418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7" name="Google Shape;1817;p105"/>
          <p:cNvSpPr/>
          <p:nvPr/>
        </p:nvSpPr>
        <p:spPr>
          <a:xfrm>
            <a:off x="-1023299" y="669601"/>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4174404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818"/>
        <p:cNvGrpSpPr/>
        <p:nvPr/>
      </p:nvGrpSpPr>
      <p:grpSpPr>
        <a:xfrm>
          <a:off x="0" y="0"/>
          <a:ext cx="0" cy="0"/>
          <a:chOff x="0" y="0"/>
          <a:chExt cx="0" cy="0"/>
        </a:xfrm>
      </p:grpSpPr>
      <p:grpSp>
        <p:nvGrpSpPr>
          <p:cNvPr id="1819" name="Google Shape;1819;p106"/>
          <p:cNvGrpSpPr/>
          <p:nvPr/>
        </p:nvGrpSpPr>
        <p:grpSpPr>
          <a:xfrm rot="-4412986">
            <a:off x="8311236" y="2638473"/>
            <a:ext cx="3364621" cy="3209225"/>
            <a:chOff x="616550" y="744600"/>
            <a:chExt cx="936200" cy="893025"/>
          </a:xfrm>
        </p:grpSpPr>
        <p:sp>
          <p:nvSpPr>
            <p:cNvPr id="1820" name="Google Shape;1820;p106"/>
            <p:cNvSpPr/>
            <p:nvPr/>
          </p:nvSpPr>
          <p:spPr>
            <a:xfrm>
              <a:off x="616550" y="744600"/>
              <a:ext cx="936200" cy="893025"/>
            </a:xfrm>
            <a:custGeom>
              <a:avLst/>
              <a:gdLst/>
              <a:ahLst/>
              <a:cxnLst/>
              <a:rect l="l" t="t" r="r" b="b"/>
              <a:pathLst>
                <a:path w="37448" h="35721" extrusionOk="0">
                  <a:moveTo>
                    <a:pt x="21003" y="1"/>
                  </a:moveTo>
                  <a:cubicBezTo>
                    <a:pt x="20950" y="1"/>
                    <a:pt x="20897" y="16"/>
                    <a:pt x="20852" y="46"/>
                  </a:cubicBezTo>
                  <a:lnTo>
                    <a:pt x="18177" y="2356"/>
                  </a:lnTo>
                  <a:cubicBezTo>
                    <a:pt x="18177" y="2356"/>
                    <a:pt x="18146" y="2387"/>
                    <a:pt x="18146" y="2387"/>
                  </a:cubicBezTo>
                  <a:lnTo>
                    <a:pt x="91" y="26946"/>
                  </a:lnTo>
                  <a:cubicBezTo>
                    <a:pt x="0" y="27068"/>
                    <a:pt x="61" y="27220"/>
                    <a:pt x="182" y="27281"/>
                  </a:cubicBezTo>
                  <a:lnTo>
                    <a:pt x="2523" y="28436"/>
                  </a:lnTo>
                  <a:lnTo>
                    <a:pt x="15654" y="35700"/>
                  </a:lnTo>
                  <a:cubicBezTo>
                    <a:pt x="15692" y="35713"/>
                    <a:pt x="15735" y="35720"/>
                    <a:pt x="15776" y="35720"/>
                  </a:cubicBezTo>
                  <a:cubicBezTo>
                    <a:pt x="15835" y="35720"/>
                    <a:pt x="15892" y="35705"/>
                    <a:pt x="15927" y="35670"/>
                  </a:cubicBezTo>
                  <a:cubicBezTo>
                    <a:pt x="16657" y="35092"/>
                    <a:pt x="20274" y="32083"/>
                    <a:pt x="25320" y="27433"/>
                  </a:cubicBezTo>
                  <a:cubicBezTo>
                    <a:pt x="30730" y="22417"/>
                    <a:pt x="37204" y="14666"/>
                    <a:pt x="37204" y="14666"/>
                  </a:cubicBezTo>
                  <a:cubicBezTo>
                    <a:pt x="37448" y="14454"/>
                    <a:pt x="37448" y="14089"/>
                    <a:pt x="37204" y="13876"/>
                  </a:cubicBezTo>
                  <a:cubicBezTo>
                    <a:pt x="36779" y="13451"/>
                    <a:pt x="35867" y="12600"/>
                    <a:pt x="34286" y="11171"/>
                  </a:cubicBezTo>
                  <a:cubicBezTo>
                    <a:pt x="31824" y="9013"/>
                    <a:pt x="22493" y="1171"/>
                    <a:pt x="21155" y="46"/>
                  </a:cubicBezTo>
                  <a:cubicBezTo>
                    <a:pt x="21110" y="16"/>
                    <a:pt x="21057" y="1"/>
                    <a:pt x="21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1" name="Google Shape;1821;p106"/>
            <p:cNvSpPr/>
            <p:nvPr/>
          </p:nvSpPr>
          <p:spPr>
            <a:xfrm>
              <a:off x="1118825" y="951075"/>
              <a:ext cx="191525" cy="163425"/>
            </a:xfrm>
            <a:custGeom>
              <a:avLst/>
              <a:gdLst/>
              <a:ahLst/>
              <a:cxnLst/>
              <a:rect l="l" t="t" r="r" b="b"/>
              <a:pathLst>
                <a:path w="7661" h="6537" extrusionOk="0">
                  <a:moveTo>
                    <a:pt x="426" y="0"/>
                  </a:moveTo>
                  <a:cubicBezTo>
                    <a:pt x="317" y="0"/>
                    <a:pt x="206" y="46"/>
                    <a:pt x="122" y="146"/>
                  </a:cubicBezTo>
                  <a:cubicBezTo>
                    <a:pt x="1" y="298"/>
                    <a:pt x="31" y="541"/>
                    <a:pt x="183" y="663"/>
                  </a:cubicBezTo>
                  <a:lnTo>
                    <a:pt x="6992" y="6468"/>
                  </a:lnTo>
                  <a:cubicBezTo>
                    <a:pt x="7052" y="6499"/>
                    <a:pt x="7144" y="6529"/>
                    <a:pt x="7235" y="6529"/>
                  </a:cubicBezTo>
                  <a:cubicBezTo>
                    <a:pt x="7251" y="6534"/>
                    <a:pt x="7268" y="6537"/>
                    <a:pt x="7286" y="6537"/>
                  </a:cubicBezTo>
                  <a:cubicBezTo>
                    <a:pt x="7368" y="6537"/>
                    <a:pt x="7464" y="6483"/>
                    <a:pt x="7539" y="6407"/>
                  </a:cubicBezTo>
                  <a:cubicBezTo>
                    <a:pt x="7660" y="6255"/>
                    <a:pt x="7630" y="6012"/>
                    <a:pt x="7478" y="5860"/>
                  </a:cubicBezTo>
                  <a:lnTo>
                    <a:pt x="669" y="85"/>
                  </a:lnTo>
                  <a:cubicBezTo>
                    <a:pt x="601" y="31"/>
                    <a:pt x="514" y="0"/>
                    <a:pt x="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106"/>
            <p:cNvSpPr/>
            <p:nvPr/>
          </p:nvSpPr>
          <p:spPr>
            <a:xfrm>
              <a:off x="1078550" y="994400"/>
              <a:ext cx="190750" cy="164750"/>
            </a:xfrm>
            <a:custGeom>
              <a:avLst/>
              <a:gdLst/>
              <a:ahLst/>
              <a:cxnLst/>
              <a:rect l="l" t="t" r="r" b="b"/>
              <a:pathLst>
                <a:path w="7630" h="6590" extrusionOk="0">
                  <a:moveTo>
                    <a:pt x="413" y="0"/>
                  </a:moveTo>
                  <a:cubicBezTo>
                    <a:pt x="308" y="0"/>
                    <a:pt x="206" y="45"/>
                    <a:pt x="122" y="146"/>
                  </a:cubicBezTo>
                  <a:cubicBezTo>
                    <a:pt x="1" y="298"/>
                    <a:pt x="1" y="541"/>
                    <a:pt x="153" y="662"/>
                  </a:cubicBezTo>
                  <a:lnTo>
                    <a:pt x="6931" y="6498"/>
                  </a:lnTo>
                  <a:cubicBezTo>
                    <a:pt x="7022" y="6559"/>
                    <a:pt x="7113" y="6589"/>
                    <a:pt x="7174" y="6589"/>
                  </a:cubicBezTo>
                  <a:cubicBezTo>
                    <a:pt x="7296" y="6589"/>
                    <a:pt x="7417" y="6529"/>
                    <a:pt x="7478" y="6437"/>
                  </a:cubicBezTo>
                  <a:cubicBezTo>
                    <a:pt x="7630" y="6285"/>
                    <a:pt x="7600" y="6042"/>
                    <a:pt x="7448" y="5921"/>
                  </a:cubicBezTo>
                  <a:lnTo>
                    <a:pt x="669" y="85"/>
                  </a:lnTo>
                  <a:cubicBezTo>
                    <a:pt x="587" y="30"/>
                    <a:pt x="499" y="0"/>
                    <a:pt x="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3" name="Google Shape;1823;p106"/>
            <p:cNvSpPr/>
            <p:nvPr/>
          </p:nvSpPr>
          <p:spPr>
            <a:xfrm>
              <a:off x="1041325" y="1033375"/>
              <a:ext cx="196075" cy="159975"/>
            </a:xfrm>
            <a:custGeom>
              <a:avLst/>
              <a:gdLst/>
              <a:ahLst/>
              <a:cxnLst/>
              <a:rect l="l" t="t" r="r" b="b"/>
              <a:pathLst>
                <a:path w="7843" h="6399" extrusionOk="0">
                  <a:moveTo>
                    <a:pt x="446" y="1"/>
                  </a:moveTo>
                  <a:cubicBezTo>
                    <a:pt x="335" y="1"/>
                    <a:pt x="223" y="48"/>
                    <a:pt x="152" y="137"/>
                  </a:cubicBezTo>
                  <a:cubicBezTo>
                    <a:pt x="0" y="319"/>
                    <a:pt x="31" y="532"/>
                    <a:pt x="213" y="684"/>
                  </a:cubicBezTo>
                  <a:lnTo>
                    <a:pt x="7174" y="6307"/>
                  </a:lnTo>
                  <a:cubicBezTo>
                    <a:pt x="7234" y="6368"/>
                    <a:pt x="7326" y="6398"/>
                    <a:pt x="7386" y="6398"/>
                  </a:cubicBezTo>
                  <a:cubicBezTo>
                    <a:pt x="7508" y="6398"/>
                    <a:pt x="7630" y="6337"/>
                    <a:pt x="7690" y="6246"/>
                  </a:cubicBezTo>
                  <a:cubicBezTo>
                    <a:pt x="7842" y="6094"/>
                    <a:pt x="7812" y="5851"/>
                    <a:pt x="7630" y="5729"/>
                  </a:cubicBezTo>
                  <a:lnTo>
                    <a:pt x="669" y="76"/>
                  </a:lnTo>
                  <a:cubicBezTo>
                    <a:pt x="606" y="25"/>
                    <a:pt x="526"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4" name="Google Shape;1824;p106"/>
            <p:cNvSpPr/>
            <p:nvPr/>
          </p:nvSpPr>
          <p:spPr>
            <a:xfrm>
              <a:off x="1007125" y="1070750"/>
              <a:ext cx="186950" cy="159825"/>
            </a:xfrm>
            <a:custGeom>
              <a:avLst/>
              <a:gdLst/>
              <a:ahLst/>
              <a:cxnLst/>
              <a:rect l="l" t="t" r="r" b="b"/>
              <a:pathLst>
                <a:path w="7478" h="6393" extrusionOk="0">
                  <a:moveTo>
                    <a:pt x="413" y="1"/>
                  </a:moveTo>
                  <a:cubicBezTo>
                    <a:pt x="307" y="1"/>
                    <a:pt x="206" y="48"/>
                    <a:pt x="122" y="131"/>
                  </a:cubicBezTo>
                  <a:cubicBezTo>
                    <a:pt x="0" y="283"/>
                    <a:pt x="0" y="526"/>
                    <a:pt x="183" y="678"/>
                  </a:cubicBezTo>
                  <a:lnTo>
                    <a:pt x="6809" y="6301"/>
                  </a:lnTo>
                  <a:cubicBezTo>
                    <a:pt x="6870" y="6362"/>
                    <a:pt x="6961" y="6393"/>
                    <a:pt x="7022" y="6393"/>
                  </a:cubicBezTo>
                  <a:cubicBezTo>
                    <a:pt x="7143" y="6393"/>
                    <a:pt x="7265" y="6362"/>
                    <a:pt x="7326" y="6271"/>
                  </a:cubicBezTo>
                  <a:cubicBezTo>
                    <a:pt x="7478" y="6119"/>
                    <a:pt x="7447" y="5876"/>
                    <a:pt x="7295" y="5724"/>
                  </a:cubicBezTo>
                  <a:lnTo>
                    <a:pt x="669" y="101"/>
                  </a:lnTo>
                  <a:cubicBezTo>
                    <a:pt x="587" y="32"/>
                    <a:pt x="499" y="1"/>
                    <a:pt x="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5" name="Google Shape;1825;p106"/>
          <p:cNvGrpSpPr/>
          <p:nvPr/>
        </p:nvGrpSpPr>
        <p:grpSpPr>
          <a:xfrm>
            <a:off x="1768539" y="667387"/>
            <a:ext cx="2441296" cy="2429881"/>
            <a:chOff x="2414491" y="671177"/>
            <a:chExt cx="1830972" cy="1822411"/>
          </a:xfrm>
        </p:grpSpPr>
        <p:sp>
          <p:nvSpPr>
            <p:cNvPr id="1826" name="Google Shape;1826;p10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7" name="Google Shape;1827;p10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10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9" name="Google Shape;1829;p10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0" name="Google Shape;1830;p10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10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10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10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4" name="Google Shape;1834;p10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5" name="Google Shape;1835;p10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10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10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10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9" name="Google Shape;1839;p10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0" name="Google Shape;1840;p10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10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10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10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10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10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10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10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10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9" name="Google Shape;1849;p10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0" name="Google Shape;1850;p10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10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10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10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10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10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10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10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10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9" name="Google Shape;1859;p10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60" name="Google Shape;1860;p106"/>
          <p:cNvGrpSpPr/>
          <p:nvPr/>
        </p:nvGrpSpPr>
        <p:grpSpPr>
          <a:xfrm rot="-969610">
            <a:off x="9174114" y="3282592"/>
            <a:ext cx="2956521" cy="3861825"/>
            <a:chOff x="6078061" y="1684347"/>
            <a:chExt cx="1743860" cy="2277840"/>
          </a:xfrm>
        </p:grpSpPr>
        <p:sp>
          <p:nvSpPr>
            <p:cNvPr id="1861" name="Google Shape;1861;p106"/>
            <p:cNvSpPr/>
            <p:nvPr/>
          </p:nvSpPr>
          <p:spPr>
            <a:xfrm>
              <a:off x="7384410" y="1684347"/>
              <a:ext cx="437511" cy="516459"/>
            </a:xfrm>
            <a:custGeom>
              <a:avLst/>
              <a:gdLst/>
              <a:ahLst/>
              <a:cxnLst/>
              <a:rect l="l" t="t" r="r" b="b"/>
              <a:pathLst>
                <a:path w="8490" h="10022" extrusionOk="0">
                  <a:moveTo>
                    <a:pt x="8405" y="0"/>
                  </a:moveTo>
                  <a:cubicBezTo>
                    <a:pt x="8396" y="0"/>
                    <a:pt x="8390" y="41"/>
                    <a:pt x="8390" y="41"/>
                  </a:cubicBezTo>
                  <a:cubicBezTo>
                    <a:pt x="8390" y="41"/>
                    <a:pt x="6535" y="1439"/>
                    <a:pt x="4043" y="1986"/>
                  </a:cubicBezTo>
                  <a:cubicBezTo>
                    <a:pt x="1551" y="2563"/>
                    <a:pt x="0" y="6636"/>
                    <a:pt x="487" y="8430"/>
                  </a:cubicBezTo>
                  <a:cubicBezTo>
                    <a:pt x="895" y="9870"/>
                    <a:pt x="1871" y="10021"/>
                    <a:pt x="2264" y="10021"/>
                  </a:cubicBezTo>
                  <a:cubicBezTo>
                    <a:pt x="2369" y="10021"/>
                    <a:pt x="2432" y="10010"/>
                    <a:pt x="2432" y="10010"/>
                  </a:cubicBezTo>
                  <a:cubicBezTo>
                    <a:pt x="2432" y="10010"/>
                    <a:pt x="8298" y="8794"/>
                    <a:pt x="8420" y="4053"/>
                  </a:cubicBezTo>
                  <a:cubicBezTo>
                    <a:pt x="8490" y="427"/>
                    <a:pt x="8435" y="0"/>
                    <a:pt x="8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2" name="Google Shape;1862;p106"/>
            <p:cNvSpPr/>
            <p:nvPr/>
          </p:nvSpPr>
          <p:spPr>
            <a:xfrm>
              <a:off x="6078061" y="2151644"/>
              <a:ext cx="1448939" cy="1810543"/>
            </a:xfrm>
            <a:custGeom>
              <a:avLst/>
              <a:gdLst/>
              <a:ahLst/>
              <a:cxnLst/>
              <a:rect l="l" t="t" r="r" b="b"/>
              <a:pathLst>
                <a:path w="28117" h="35134" extrusionOk="0">
                  <a:moveTo>
                    <a:pt x="26110" y="0"/>
                  </a:moveTo>
                  <a:cubicBezTo>
                    <a:pt x="26110" y="0"/>
                    <a:pt x="21247" y="3587"/>
                    <a:pt x="16353" y="10213"/>
                  </a:cubicBezTo>
                  <a:cubicBezTo>
                    <a:pt x="11429" y="16839"/>
                    <a:pt x="0" y="34256"/>
                    <a:pt x="1186" y="35107"/>
                  </a:cubicBezTo>
                  <a:cubicBezTo>
                    <a:pt x="1210" y="35125"/>
                    <a:pt x="1241" y="35134"/>
                    <a:pt x="1279" y="35134"/>
                  </a:cubicBezTo>
                  <a:cubicBezTo>
                    <a:pt x="3097" y="35134"/>
                    <a:pt x="20354" y="14791"/>
                    <a:pt x="24195" y="8420"/>
                  </a:cubicBezTo>
                  <a:cubicBezTo>
                    <a:pt x="28116" y="1915"/>
                    <a:pt x="27782" y="942"/>
                    <a:pt x="27782" y="942"/>
                  </a:cubicBezTo>
                  <a:lnTo>
                    <a:pt x="261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63" name="Google Shape;1863;p106"/>
          <p:cNvSpPr/>
          <p:nvPr/>
        </p:nvSpPr>
        <p:spPr>
          <a:xfrm rot="5400000">
            <a:off x="-2448199" y="15670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4" name="Google Shape;1864;p106"/>
          <p:cNvSpPr/>
          <p:nvPr/>
        </p:nvSpPr>
        <p:spPr>
          <a:xfrm rot="-7977683">
            <a:off x="2881266" y="42190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5" name="Google Shape;1865;p106"/>
          <p:cNvSpPr/>
          <p:nvPr/>
        </p:nvSpPr>
        <p:spPr>
          <a:xfrm rot="4742319" flipH="1">
            <a:off x="9054351" y="-861289"/>
            <a:ext cx="4281144" cy="426339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08883228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866"/>
        <p:cNvGrpSpPr/>
        <p:nvPr/>
      </p:nvGrpSpPr>
      <p:grpSpPr>
        <a:xfrm>
          <a:off x="0" y="0"/>
          <a:ext cx="0" cy="0"/>
          <a:chOff x="0" y="0"/>
          <a:chExt cx="0" cy="0"/>
        </a:xfrm>
      </p:grpSpPr>
      <p:sp>
        <p:nvSpPr>
          <p:cNvPr id="1867" name="Google Shape;1867;p107"/>
          <p:cNvSpPr/>
          <p:nvPr/>
        </p:nvSpPr>
        <p:spPr>
          <a:xfrm rot="288619" flipH="1">
            <a:off x="-2204908" y="1767086"/>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8" name="Google Shape;1868;p107"/>
          <p:cNvSpPr/>
          <p:nvPr/>
        </p:nvSpPr>
        <p:spPr>
          <a:xfrm>
            <a:off x="10370301" y="8952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9" name="Google Shape;1869;p107"/>
          <p:cNvSpPr/>
          <p:nvPr/>
        </p:nvSpPr>
        <p:spPr>
          <a:xfrm rot="8226410">
            <a:off x="1010610" y="-1211599"/>
            <a:ext cx="2585197" cy="440762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70" name="Google Shape;1870;p107"/>
          <p:cNvGrpSpPr/>
          <p:nvPr/>
        </p:nvGrpSpPr>
        <p:grpSpPr>
          <a:xfrm rot="-3861937">
            <a:off x="8697578" y="1840185"/>
            <a:ext cx="2698093" cy="4418504"/>
            <a:chOff x="5754175" y="3922575"/>
            <a:chExt cx="682400" cy="1117525"/>
          </a:xfrm>
        </p:grpSpPr>
        <p:sp>
          <p:nvSpPr>
            <p:cNvPr id="1871" name="Google Shape;1871;p107"/>
            <p:cNvSpPr/>
            <p:nvPr/>
          </p:nvSpPr>
          <p:spPr>
            <a:xfrm>
              <a:off x="5754175" y="4953250"/>
              <a:ext cx="70700" cy="86850"/>
            </a:xfrm>
            <a:custGeom>
              <a:avLst/>
              <a:gdLst/>
              <a:ahLst/>
              <a:cxnLst/>
              <a:rect l="l" t="t" r="r" b="b"/>
              <a:pathLst>
                <a:path w="2828" h="3474" extrusionOk="0">
                  <a:moveTo>
                    <a:pt x="1855" y="1"/>
                  </a:moveTo>
                  <a:cubicBezTo>
                    <a:pt x="1855" y="1"/>
                    <a:pt x="0" y="3283"/>
                    <a:pt x="973" y="3466"/>
                  </a:cubicBezTo>
                  <a:cubicBezTo>
                    <a:pt x="1000" y="3471"/>
                    <a:pt x="1027" y="3473"/>
                    <a:pt x="1054" y="3473"/>
                  </a:cubicBezTo>
                  <a:cubicBezTo>
                    <a:pt x="1994" y="3473"/>
                    <a:pt x="2827" y="456"/>
                    <a:pt x="2827" y="456"/>
                  </a:cubicBezTo>
                  <a:lnTo>
                    <a:pt x="1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2" name="Google Shape;1872;p107"/>
            <p:cNvSpPr/>
            <p:nvPr/>
          </p:nvSpPr>
          <p:spPr>
            <a:xfrm>
              <a:off x="5768600" y="4780750"/>
              <a:ext cx="193050" cy="209925"/>
            </a:xfrm>
            <a:custGeom>
              <a:avLst/>
              <a:gdLst/>
              <a:ahLst/>
              <a:cxnLst/>
              <a:rect l="l" t="t" r="r" b="b"/>
              <a:pathLst>
                <a:path w="7722" h="8397" extrusionOk="0">
                  <a:moveTo>
                    <a:pt x="1065" y="1"/>
                  </a:moveTo>
                  <a:cubicBezTo>
                    <a:pt x="1065" y="1"/>
                    <a:pt x="1" y="7812"/>
                    <a:pt x="1156" y="8359"/>
                  </a:cubicBezTo>
                  <a:cubicBezTo>
                    <a:pt x="1208" y="8384"/>
                    <a:pt x="1269" y="8396"/>
                    <a:pt x="1338" y="8396"/>
                  </a:cubicBezTo>
                  <a:cubicBezTo>
                    <a:pt x="2789" y="8396"/>
                    <a:pt x="7721" y="3131"/>
                    <a:pt x="7721" y="3131"/>
                  </a:cubicBezTo>
                  <a:lnTo>
                    <a:pt x="10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3" name="Google Shape;1873;p107"/>
            <p:cNvSpPr/>
            <p:nvPr/>
          </p:nvSpPr>
          <p:spPr>
            <a:xfrm>
              <a:off x="5795200" y="4343050"/>
              <a:ext cx="389100" cy="516000"/>
            </a:xfrm>
            <a:custGeom>
              <a:avLst/>
              <a:gdLst/>
              <a:ahLst/>
              <a:cxnLst/>
              <a:rect l="l" t="t" r="r" b="b"/>
              <a:pathLst>
                <a:path w="15564" h="20640" extrusionOk="0">
                  <a:moveTo>
                    <a:pt x="8329" y="1"/>
                  </a:moveTo>
                  <a:cubicBezTo>
                    <a:pt x="8329" y="1"/>
                    <a:pt x="7296" y="1399"/>
                    <a:pt x="5715" y="5047"/>
                  </a:cubicBezTo>
                  <a:cubicBezTo>
                    <a:pt x="4104" y="8694"/>
                    <a:pt x="1" y="17509"/>
                    <a:pt x="1" y="17509"/>
                  </a:cubicBezTo>
                  <a:lnTo>
                    <a:pt x="6657" y="20639"/>
                  </a:lnTo>
                  <a:cubicBezTo>
                    <a:pt x="6657" y="20639"/>
                    <a:pt x="7387" y="19728"/>
                    <a:pt x="9636" y="15381"/>
                  </a:cubicBezTo>
                  <a:cubicBezTo>
                    <a:pt x="12281" y="10305"/>
                    <a:pt x="15563" y="3010"/>
                    <a:pt x="15563" y="3010"/>
                  </a:cubicBezTo>
                  <a:lnTo>
                    <a:pt x="83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4" name="Google Shape;1874;p107"/>
            <p:cNvSpPr/>
            <p:nvPr/>
          </p:nvSpPr>
          <p:spPr>
            <a:xfrm>
              <a:off x="6003425" y="3922575"/>
              <a:ext cx="433150" cy="579525"/>
            </a:xfrm>
            <a:custGeom>
              <a:avLst/>
              <a:gdLst/>
              <a:ahLst/>
              <a:cxnLst/>
              <a:rect l="l" t="t" r="r" b="b"/>
              <a:pathLst>
                <a:path w="17326" h="23181" extrusionOk="0">
                  <a:moveTo>
                    <a:pt x="11816" y="1"/>
                  </a:moveTo>
                  <a:cubicBezTo>
                    <a:pt x="10345" y="1"/>
                    <a:pt x="8903" y="821"/>
                    <a:pt x="8085" y="2200"/>
                  </a:cubicBezTo>
                  <a:cubicBezTo>
                    <a:pt x="6535" y="4814"/>
                    <a:pt x="0" y="16820"/>
                    <a:pt x="0" y="16820"/>
                  </a:cubicBezTo>
                  <a:lnTo>
                    <a:pt x="7234" y="19829"/>
                  </a:lnTo>
                  <a:cubicBezTo>
                    <a:pt x="7234" y="19829"/>
                    <a:pt x="13515" y="6181"/>
                    <a:pt x="13978" y="6181"/>
                  </a:cubicBezTo>
                  <a:cubicBezTo>
                    <a:pt x="13979" y="6181"/>
                    <a:pt x="13981" y="6181"/>
                    <a:pt x="13982" y="6181"/>
                  </a:cubicBezTo>
                  <a:cubicBezTo>
                    <a:pt x="14469" y="6273"/>
                    <a:pt x="8237" y="17276"/>
                    <a:pt x="8481" y="20619"/>
                  </a:cubicBezTo>
                  <a:cubicBezTo>
                    <a:pt x="8589" y="22468"/>
                    <a:pt x="9616" y="23180"/>
                    <a:pt x="10214" y="23180"/>
                  </a:cubicBezTo>
                  <a:cubicBezTo>
                    <a:pt x="10451" y="23180"/>
                    <a:pt x="10621" y="23068"/>
                    <a:pt x="10639" y="22869"/>
                  </a:cubicBezTo>
                  <a:cubicBezTo>
                    <a:pt x="10730" y="22109"/>
                    <a:pt x="8845" y="21835"/>
                    <a:pt x="9757" y="19130"/>
                  </a:cubicBezTo>
                  <a:cubicBezTo>
                    <a:pt x="12493" y="10802"/>
                    <a:pt x="17326" y="5300"/>
                    <a:pt x="15411" y="2169"/>
                  </a:cubicBezTo>
                  <a:cubicBezTo>
                    <a:pt x="14477" y="660"/>
                    <a:pt x="13135" y="1"/>
                    <a:pt x="118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61492400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875"/>
        <p:cNvGrpSpPr/>
        <p:nvPr/>
      </p:nvGrpSpPr>
      <p:grpSpPr>
        <a:xfrm>
          <a:off x="0" y="0"/>
          <a:ext cx="0" cy="0"/>
          <a:chOff x="0" y="0"/>
          <a:chExt cx="0" cy="0"/>
        </a:xfrm>
      </p:grpSpPr>
      <p:sp>
        <p:nvSpPr>
          <p:cNvPr id="1876" name="Google Shape;1876;p108"/>
          <p:cNvSpPr/>
          <p:nvPr/>
        </p:nvSpPr>
        <p:spPr>
          <a:xfrm rot="10511381">
            <a:off x="-1687775" y="-979614"/>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7" name="Google Shape;1877;p108"/>
          <p:cNvSpPr/>
          <p:nvPr/>
        </p:nvSpPr>
        <p:spPr>
          <a:xfrm rot="-10501983">
            <a:off x="2012122" y="2543481"/>
            <a:ext cx="2072913" cy="198901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8" name="Google Shape;1878;p108"/>
          <p:cNvSpPr/>
          <p:nvPr/>
        </p:nvSpPr>
        <p:spPr>
          <a:xfrm rot="-8951944">
            <a:off x="8500767" y="-633419"/>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9" name="Google Shape;1879;p108"/>
          <p:cNvSpPr/>
          <p:nvPr/>
        </p:nvSpPr>
        <p:spPr>
          <a:xfrm rot="9803796" flipH="1">
            <a:off x="8514426" y="2902723"/>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0" name="Google Shape;1880;p108"/>
          <p:cNvGrpSpPr/>
          <p:nvPr/>
        </p:nvGrpSpPr>
        <p:grpSpPr>
          <a:xfrm rot="10800000" flipH="1">
            <a:off x="2920922" y="1908660"/>
            <a:ext cx="2262349" cy="2251771"/>
            <a:chOff x="2414491" y="671177"/>
            <a:chExt cx="1830972" cy="1822411"/>
          </a:xfrm>
        </p:grpSpPr>
        <p:sp>
          <p:nvSpPr>
            <p:cNvPr id="1881" name="Google Shape;1881;p10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2" name="Google Shape;1882;p10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3" name="Google Shape;1883;p10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4" name="Google Shape;1884;p10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5" name="Google Shape;1885;p10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10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10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10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10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10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10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2" name="Google Shape;1892;p10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3" name="Google Shape;1893;p10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10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10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10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10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10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10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10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10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10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10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10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10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10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10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10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10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10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10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10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10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10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7162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ackground 5 ">
  <p:cSld name="Background 5 ">
    <p:spTree>
      <p:nvGrpSpPr>
        <p:cNvPr id="1" name="Shape 1915"/>
        <p:cNvGrpSpPr/>
        <p:nvPr/>
      </p:nvGrpSpPr>
      <p:grpSpPr>
        <a:xfrm>
          <a:off x="0" y="0"/>
          <a:ext cx="0" cy="0"/>
          <a:chOff x="0" y="0"/>
          <a:chExt cx="0" cy="0"/>
        </a:xfrm>
      </p:grpSpPr>
      <p:sp>
        <p:nvSpPr>
          <p:cNvPr id="1916" name="Google Shape;1916;p109"/>
          <p:cNvSpPr/>
          <p:nvPr/>
        </p:nvSpPr>
        <p:spPr>
          <a:xfrm rot="3415018">
            <a:off x="-1661178" y="560418"/>
            <a:ext cx="5530657" cy="4704231"/>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17" name="Google Shape;1917;p109"/>
          <p:cNvSpPr/>
          <p:nvPr/>
        </p:nvSpPr>
        <p:spPr>
          <a:xfrm>
            <a:off x="3828014" y="-1374642"/>
            <a:ext cx="3487780" cy="3076548"/>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18" name="Google Shape;1918;p109"/>
          <p:cNvGrpSpPr/>
          <p:nvPr/>
        </p:nvGrpSpPr>
        <p:grpSpPr>
          <a:xfrm rot="10800000" flipH="1">
            <a:off x="2197006" y="2321241"/>
            <a:ext cx="2497447" cy="2485769"/>
            <a:chOff x="2414491" y="671177"/>
            <a:chExt cx="1830972" cy="1822411"/>
          </a:xfrm>
        </p:grpSpPr>
        <p:sp>
          <p:nvSpPr>
            <p:cNvPr id="1919" name="Google Shape;1919;p10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10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10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2" name="Google Shape;1922;p10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3" name="Google Shape;1923;p10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10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5" name="Google Shape;1925;p10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6" name="Google Shape;1926;p10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10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10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10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0" name="Google Shape;1930;p10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1" name="Google Shape;1931;p10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10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10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10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10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10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10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10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10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0" name="Google Shape;1940;p10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1" name="Google Shape;1941;p10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10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10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10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10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10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10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10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9" name="Google Shape;1949;p10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0" name="Google Shape;1950;p10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1" name="Google Shape;1951;p10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2" name="Google Shape;1952;p10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3" name="Google Shape;1953;p109"/>
          <p:cNvSpPr/>
          <p:nvPr/>
        </p:nvSpPr>
        <p:spPr>
          <a:xfrm rot="-288619">
            <a:off x="7620659" y="2266453"/>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54" name="Google Shape;1954;p109"/>
          <p:cNvGrpSpPr/>
          <p:nvPr/>
        </p:nvGrpSpPr>
        <p:grpSpPr>
          <a:xfrm rot="-1992990">
            <a:off x="7634329" y="1517510"/>
            <a:ext cx="2677879" cy="3199975"/>
            <a:chOff x="5206700" y="1073325"/>
            <a:chExt cx="2008425" cy="2400000"/>
          </a:xfrm>
        </p:grpSpPr>
        <p:sp>
          <p:nvSpPr>
            <p:cNvPr id="1955" name="Google Shape;1955;p109"/>
            <p:cNvSpPr/>
            <p:nvPr/>
          </p:nvSpPr>
          <p:spPr>
            <a:xfrm>
              <a:off x="5573750" y="1073325"/>
              <a:ext cx="1281200" cy="1970925"/>
            </a:xfrm>
            <a:custGeom>
              <a:avLst/>
              <a:gdLst/>
              <a:ahLst/>
              <a:cxnLst/>
              <a:rect l="l" t="t" r="r" b="b"/>
              <a:pathLst>
                <a:path w="51248" h="78837" extrusionOk="0">
                  <a:moveTo>
                    <a:pt x="50129" y="0"/>
                  </a:moveTo>
                  <a:cubicBezTo>
                    <a:pt x="49819" y="0"/>
                    <a:pt x="49517" y="143"/>
                    <a:pt x="49302" y="435"/>
                  </a:cubicBezTo>
                  <a:lnTo>
                    <a:pt x="43679" y="9250"/>
                  </a:lnTo>
                  <a:lnTo>
                    <a:pt x="42281" y="11469"/>
                  </a:lnTo>
                  <a:lnTo>
                    <a:pt x="7356" y="66181"/>
                  </a:lnTo>
                  <a:lnTo>
                    <a:pt x="5897" y="68522"/>
                  </a:lnTo>
                  <a:lnTo>
                    <a:pt x="274" y="77336"/>
                  </a:lnTo>
                  <a:cubicBezTo>
                    <a:pt x="0" y="77792"/>
                    <a:pt x="122" y="78370"/>
                    <a:pt x="578" y="78674"/>
                  </a:cubicBezTo>
                  <a:cubicBezTo>
                    <a:pt x="638" y="78704"/>
                    <a:pt x="760" y="78765"/>
                    <a:pt x="851" y="78795"/>
                  </a:cubicBezTo>
                  <a:cubicBezTo>
                    <a:pt x="933" y="78823"/>
                    <a:pt x="1020" y="78836"/>
                    <a:pt x="1108" y="78836"/>
                  </a:cubicBezTo>
                  <a:cubicBezTo>
                    <a:pt x="1410" y="78836"/>
                    <a:pt x="1727" y="78676"/>
                    <a:pt x="1915" y="78370"/>
                  </a:cubicBezTo>
                  <a:lnTo>
                    <a:pt x="7569" y="69433"/>
                  </a:lnTo>
                  <a:lnTo>
                    <a:pt x="9149" y="66971"/>
                  </a:lnTo>
                  <a:lnTo>
                    <a:pt x="43740" y="12837"/>
                  </a:lnTo>
                  <a:lnTo>
                    <a:pt x="45290" y="10375"/>
                  </a:lnTo>
                  <a:lnTo>
                    <a:pt x="50943" y="1469"/>
                  </a:lnTo>
                  <a:cubicBezTo>
                    <a:pt x="51247" y="1013"/>
                    <a:pt x="51095" y="405"/>
                    <a:pt x="50639" y="131"/>
                  </a:cubicBezTo>
                  <a:cubicBezTo>
                    <a:pt x="50476" y="44"/>
                    <a:pt x="50301" y="0"/>
                    <a:pt x="50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6" name="Google Shape;1956;p109"/>
            <p:cNvSpPr/>
            <p:nvPr/>
          </p:nvSpPr>
          <p:spPr>
            <a:xfrm>
              <a:off x="5633000" y="1197050"/>
              <a:ext cx="1582125" cy="1877700"/>
            </a:xfrm>
            <a:custGeom>
              <a:avLst/>
              <a:gdLst/>
              <a:ahLst/>
              <a:cxnLst/>
              <a:rect l="l" t="t" r="r" b="b"/>
              <a:pathLst>
                <a:path w="63285" h="75108" extrusionOk="0">
                  <a:moveTo>
                    <a:pt x="45794" y="1"/>
                  </a:moveTo>
                  <a:cubicBezTo>
                    <a:pt x="45327" y="1"/>
                    <a:pt x="44858" y="200"/>
                    <a:pt x="44531" y="593"/>
                  </a:cubicBezTo>
                  <a:cubicBezTo>
                    <a:pt x="43862" y="1322"/>
                    <a:pt x="43953" y="2386"/>
                    <a:pt x="44683" y="2994"/>
                  </a:cubicBezTo>
                  <a:cubicBezTo>
                    <a:pt x="45443" y="3632"/>
                    <a:pt x="46142" y="4301"/>
                    <a:pt x="46841" y="5031"/>
                  </a:cubicBezTo>
                  <a:cubicBezTo>
                    <a:pt x="55686" y="14180"/>
                    <a:pt x="59668" y="28283"/>
                    <a:pt x="56750" y="41019"/>
                  </a:cubicBezTo>
                  <a:cubicBezTo>
                    <a:pt x="53589" y="54758"/>
                    <a:pt x="42646" y="66247"/>
                    <a:pt x="28907" y="70229"/>
                  </a:cubicBezTo>
                  <a:cubicBezTo>
                    <a:pt x="25464" y="71227"/>
                    <a:pt x="21935" y="71725"/>
                    <a:pt x="18392" y="71725"/>
                  </a:cubicBezTo>
                  <a:cubicBezTo>
                    <a:pt x="14273" y="71725"/>
                    <a:pt x="10132" y="71052"/>
                    <a:pt x="6080" y="69712"/>
                  </a:cubicBezTo>
                  <a:cubicBezTo>
                    <a:pt x="4925" y="69317"/>
                    <a:pt x="3740" y="68861"/>
                    <a:pt x="2615" y="68375"/>
                  </a:cubicBezTo>
                  <a:cubicBezTo>
                    <a:pt x="2383" y="68271"/>
                    <a:pt x="2144" y="68222"/>
                    <a:pt x="1912" y="68222"/>
                  </a:cubicBezTo>
                  <a:cubicBezTo>
                    <a:pt x="1261" y="68222"/>
                    <a:pt x="657" y="68607"/>
                    <a:pt x="366" y="69257"/>
                  </a:cubicBezTo>
                  <a:cubicBezTo>
                    <a:pt x="1" y="70108"/>
                    <a:pt x="366" y="71111"/>
                    <a:pt x="1247" y="71475"/>
                  </a:cubicBezTo>
                  <a:cubicBezTo>
                    <a:pt x="2159" y="71871"/>
                    <a:pt x="3101" y="72235"/>
                    <a:pt x="4044" y="72600"/>
                  </a:cubicBezTo>
                  <a:cubicBezTo>
                    <a:pt x="4986" y="72934"/>
                    <a:pt x="5959" y="73238"/>
                    <a:pt x="6931" y="73512"/>
                  </a:cubicBezTo>
                  <a:cubicBezTo>
                    <a:pt x="10715" y="74576"/>
                    <a:pt x="14591" y="75108"/>
                    <a:pt x="18444" y="75108"/>
                  </a:cubicBezTo>
                  <a:cubicBezTo>
                    <a:pt x="22296" y="75108"/>
                    <a:pt x="26126" y="74576"/>
                    <a:pt x="29819" y="73512"/>
                  </a:cubicBezTo>
                  <a:cubicBezTo>
                    <a:pt x="45017" y="69105"/>
                    <a:pt x="56598" y="56946"/>
                    <a:pt x="60093" y="41809"/>
                  </a:cubicBezTo>
                  <a:cubicBezTo>
                    <a:pt x="63285" y="27919"/>
                    <a:pt x="58877" y="12569"/>
                    <a:pt x="49151" y="2569"/>
                  </a:cubicBezTo>
                  <a:cubicBezTo>
                    <a:pt x="48421" y="1839"/>
                    <a:pt x="47722" y="1110"/>
                    <a:pt x="46902" y="441"/>
                  </a:cubicBezTo>
                  <a:cubicBezTo>
                    <a:pt x="46593" y="147"/>
                    <a:pt x="46194" y="1"/>
                    <a:pt x="457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7" name="Google Shape;1957;p109"/>
            <p:cNvSpPr/>
            <p:nvPr/>
          </p:nvSpPr>
          <p:spPr>
            <a:xfrm>
              <a:off x="5206700" y="1172250"/>
              <a:ext cx="1797950" cy="1685450"/>
            </a:xfrm>
            <a:custGeom>
              <a:avLst/>
              <a:gdLst/>
              <a:ahLst/>
              <a:cxnLst/>
              <a:rect l="l" t="t" r="r" b="b"/>
              <a:pathLst>
                <a:path w="71918" h="67418" extrusionOk="0">
                  <a:moveTo>
                    <a:pt x="37486" y="1"/>
                  </a:moveTo>
                  <a:cubicBezTo>
                    <a:pt x="31481" y="1"/>
                    <a:pt x="25665" y="1630"/>
                    <a:pt x="20609" y="4533"/>
                  </a:cubicBezTo>
                  <a:cubicBezTo>
                    <a:pt x="18147" y="5962"/>
                    <a:pt x="15868" y="7694"/>
                    <a:pt x="13801" y="9701"/>
                  </a:cubicBezTo>
                  <a:cubicBezTo>
                    <a:pt x="9728" y="13713"/>
                    <a:pt x="6658" y="18789"/>
                    <a:pt x="5016" y="24686"/>
                  </a:cubicBezTo>
                  <a:cubicBezTo>
                    <a:pt x="1" y="42619"/>
                    <a:pt x="10548" y="61191"/>
                    <a:pt x="28482" y="66175"/>
                  </a:cubicBezTo>
                  <a:cubicBezTo>
                    <a:pt x="31503" y="67016"/>
                    <a:pt x="34543" y="67417"/>
                    <a:pt x="37533" y="67417"/>
                  </a:cubicBezTo>
                  <a:cubicBezTo>
                    <a:pt x="51837" y="67417"/>
                    <a:pt x="64996" y="58237"/>
                    <a:pt x="69546" y="44108"/>
                  </a:cubicBezTo>
                  <a:cubicBezTo>
                    <a:pt x="69698" y="43652"/>
                    <a:pt x="69850" y="43196"/>
                    <a:pt x="69972" y="42741"/>
                  </a:cubicBezTo>
                  <a:cubicBezTo>
                    <a:pt x="71917" y="35750"/>
                    <a:pt x="71492" y="28667"/>
                    <a:pt x="69242" y="22315"/>
                  </a:cubicBezTo>
                  <a:cubicBezTo>
                    <a:pt x="65625" y="12375"/>
                    <a:pt x="57479" y="4290"/>
                    <a:pt x="46506" y="1251"/>
                  </a:cubicBezTo>
                  <a:cubicBezTo>
                    <a:pt x="43500" y="403"/>
                    <a:pt x="40470" y="1"/>
                    <a:pt x="37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8" name="Google Shape;1958;p109"/>
            <p:cNvSpPr/>
            <p:nvPr/>
          </p:nvSpPr>
          <p:spPr>
            <a:xfrm>
              <a:off x="6664950" y="1142000"/>
              <a:ext cx="185425" cy="167100"/>
            </a:xfrm>
            <a:custGeom>
              <a:avLst/>
              <a:gdLst/>
              <a:ahLst/>
              <a:cxnLst/>
              <a:rect l="l" t="t" r="r" b="b"/>
              <a:pathLst>
                <a:path w="7417" h="6684" extrusionOk="0">
                  <a:moveTo>
                    <a:pt x="3726" y="0"/>
                  </a:moveTo>
                  <a:cubicBezTo>
                    <a:pt x="2255" y="0"/>
                    <a:pt x="922" y="967"/>
                    <a:pt x="517" y="2461"/>
                  </a:cubicBezTo>
                  <a:cubicBezTo>
                    <a:pt x="0" y="4223"/>
                    <a:pt x="1034" y="6047"/>
                    <a:pt x="2827" y="6564"/>
                  </a:cubicBezTo>
                  <a:cubicBezTo>
                    <a:pt x="3127" y="6645"/>
                    <a:pt x="3427" y="6684"/>
                    <a:pt x="3722" y="6684"/>
                  </a:cubicBezTo>
                  <a:cubicBezTo>
                    <a:pt x="5192" y="6684"/>
                    <a:pt x="6525" y="5717"/>
                    <a:pt x="6931" y="4223"/>
                  </a:cubicBezTo>
                  <a:cubicBezTo>
                    <a:pt x="7417" y="2461"/>
                    <a:pt x="6383" y="637"/>
                    <a:pt x="4620" y="120"/>
                  </a:cubicBezTo>
                  <a:cubicBezTo>
                    <a:pt x="4321" y="39"/>
                    <a:pt x="4021" y="0"/>
                    <a:pt x="3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9" name="Google Shape;1959;p109"/>
            <p:cNvSpPr/>
            <p:nvPr/>
          </p:nvSpPr>
          <p:spPr>
            <a:xfrm>
              <a:off x="5581350" y="2832750"/>
              <a:ext cx="185425" cy="167125"/>
            </a:xfrm>
            <a:custGeom>
              <a:avLst/>
              <a:gdLst/>
              <a:ahLst/>
              <a:cxnLst/>
              <a:rect l="l" t="t" r="r" b="b"/>
              <a:pathLst>
                <a:path w="7417" h="6685" extrusionOk="0">
                  <a:moveTo>
                    <a:pt x="3706" y="0"/>
                  </a:moveTo>
                  <a:cubicBezTo>
                    <a:pt x="2246" y="0"/>
                    <a:pt x="892" y="967"/>
                    <a:pt x="486" y="2461"/>
                  </a:cubicBezTo>
                  <a:cubicBezTo>
                    <a:pt x="0" y="4224"/>
                    <a:pt x="1034" y="6047"/>
                    <a:pt x="2827" y="6564"/>
                  </a:cubicBezTo>
                  <a:cubicBezTo>
                    <a:pt x="3121" y="6645"/>
                    <a:pt x="3417" y="6684"/>
                    <a:pt x="3709" y="6684"/>
                  </a:cubicBezTo>
                  <a:cubicBezTo>
                    <a:pt x="5162" y="6684"/>
                    <a:pt x="6500" y="5718"/>
                    <a:pt x="6930" y="4224"/>
                  </a:cubicBezTo>
                  <a:cubicBezTo>
                    <a:pt x="7417" y="2461"/>
                    <a:pt x="6383" y="637"/>
                    <a:pt x="4590" y="120"/>
                  </a:cubicBezTo>
                  <a:cubicBezTo>
                    <a:pt x="4295" y="39"/>
                    <a:pt x="3999" y="0"/>
                    <a:pt x="3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0" name="Google Shape;1960;p109"/>
            <p:cNvSpPr/>
            <p:nvPr/>
          </p:nvSpPr>
          <p:spPr>
            <a:xfrm>
              <a:off x="5747750" y="2958600"/>
              <a:ext cx="142125" cy="260900"/>
            </a:xfrm>
            <a:custGeom>
              <a:avLst/>
              <a:gdLst/>
              <a:ahLst/>
              <a:cxnLst/>
              <a:rect l="l" t="t" r="r" b="b"/>
              <a:pathLst>
                <a:path w="5685" h="10436" extrusionOk="0">
                  <a:moveTo>
                    <a:pt x="3811" y="0"/>
                  </a:moveTo>
                  <a:cubicBezTo>
                    <a:pt x="3075" y="0"/>
                    <a:pt x="2415" y="504"/>
                    <a:pt x="2189" y="1257"/>
                  </a:cubicBezTo>
                  <a:lnTo>
                    <a:pt x="244" y="8278"/>
                  </a:lnTo>
                  <a:cubicBezTo>
                    <a:pt x="1" y="9190"/>
                    <a:pt x="517" y="10102"/>
                    <a:pt x="1429" y="10375"/>
                  </a:cubicBezTo>
                  <a:cubicBezTo>
                    <a:pt x="1581" y="10416"/>
                    <a:pt x="1733" y="10435"/>
                    <a:pt x="1882" y="10435"/>
                  </a:cubicBezTo>
                  <a:cubicBezTo>
                    <a:pt x="2627" y="10435"/>
                    <a:pt x="3299" y="9950"/>
                    <a:pt x="3527" y="9190"/>
                  </a:cubicBezTo>
                  <a:lnTo>
                    <a:pt x="5472" y="2168"/>
                  </a:lnTo>
                  <a:cubicBezTo>
                    <a:pt x="5685" y="1287"/>
                    <a:pt x="5168" y="345"/>
                    <a:pt x="4287" y="71"/>
                  </a:cubicBezTo>
                  <a:cubicBezTo>
                    <a:pt x="4127" y="23"/>
                    <a:pt x="3967" y="0"/>
                    <a:pt x="38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109"/>
            <p:cNvSpPr/>
            <p:nvPr/>
          </p:nvSpPr>
          <p:spPr>
            <a:xfrm>
              <a:off x="5298650" y="3137600"/>
              <a:ext cx="902025" cy="335725"/>
            </a:xfrm>
            <a:custGeom>
              <a:avLst/>
              <a:gdLst/>
              <a:ahLst/>
              <a:cxnLst/>
              <a:rect l="l" t="t" r="r" b="b"/>
              <a:pathLst>
                <a:path w="36081" h="13429" extrusionOk="0">
                  <a:moveTo>
                    <a:pt x="8992" y="1"/>
                  </a:moveTo>
                  <a:cubicBezTo>
                    <a:pt x="5867" y="1"/>
                    <a:pt x="3302" y="502"/>
                    <a:pt x="1703" y="1452"/>
                  </a:cubicBezTo>
                  <a:cubicBezTo>
                    <a:pt x="791" y="1999"/>
                    <a:pt x="214" y="2668"/>
                    <a:pt x="1" y="3489"/>
                  </a:cubicBezTo>
                  <a:lnTo>
                    <a:pt x="35868" y="13428"/>
                  </a:lnTo>
                  <a:cubicBezTo>
                    <a:pt x="36081" y="12638"/>
                    <a:pt x="35929" y="11726"/>
                    <a:pt x="35442" y="10845"/>
                  </a:cubicBezTo>
                  <a:cubicBezTo>
                    <a:pt x="33679" y="7501"/>
                    <a:pt x="27600" y="3793"/>
                    <a:pt x="19819" y="1604"/>
                  </a:cubicBezTo>
                  <a:cubicBezTo>
                    <a:pt x="15914" y="517"/>
                    <a:pt x="12164" y="1"/>
                    <a:pt x="8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2" name="Google Shape;1962;p109"/>
            <p:cNvSpPr/>
            <p:nvPr/>
          </p:nvSpPr>
          <p:spPr>
            <a:xfrm>
              <a:off x="6405825" y="1721750"/>
              <a:ext cx="598825" cy="912150"/>
            </a:xfrm>
            <a:custGeom>
              <a:avLst/>
              <a:gdLst/>
              <a:ahLst/>
              <a:cxnLst/>
              <a:rect l="l" t="t" r="r" b="b"/>
              <a:pathLst>
                <a:path w="23953" h="36486" extrusionOk="0">
                  <a:moveTo>
                    <a:pt x="20119" y="0"/>
                  </a:moveTo>
                  <a:cubicBezTo>
                    <a:pt x="19991" y="0"/>
                    <a:pt x="19859" y="10"/>
                    <a:pt x="19727" y="31"/>
                  </a:cubicBezTo>
                  <a:cubicBezTo>
                    <a:pt x="17964" y="395"/>
                    <a:pt x="16718" y="1490"/>
                    <a:pt x="15654" y="1672"/>
                  </a:cubicBezTo>
                  <a:cubicBezTo>
                    <a:pt x="14560" y="1854"/>
                    <a:pt x="14438" y="3648"/>
                    <a:pt x="15198" y="4408"/>
                  </a:cubicBezTo>
                  <a:cubicBezTo>
                    <a:pt x="15806" y="5016"/>
                    <a:pt x="16232" y="5745"/>
                    <a:pt x="16718" y="6019"/>
                  </a:cubicBezTo>
                  <a:cubicBezTo>
                    <a:pt x="16759" y="6019"/>
                    <a:pt x="16813" y="6032"/>
                    <a:pt x="16862" y="6032"/>
                  </a:cubicBezTo>
                  <a:cubicBezTo>
                    <a:pt x="16887" y="6032"/>
                    <a:pt x="16911" y="6029"/>
                    <a:pt x="16931" y="6019"/>
                  </a:cubicBezTo>
                  <a:cubicBezTo>
                    <a:pt x="17437" y="5899"/>
                    <a:pt x="17593" y="3736"/>
                    <a:pt x="18687" y="3736"/>
                  </a:cubicBezTo>
                  <a:cubicBezTo>
                    <a:pt x="18709" y="3736"/>
                    <a:pt x="18732" y="3737"/>
                    <a:pt x="18755" y="3739"/>
                  </a:cubicBezTo>
                  <a:cubicBezTo>
                    <a:pt x="18772" y="3739"/>
                    <a:pt x="18788" y="3740"/>
                    <a:pt x="18805" y="3740"/>
                  </a:cubicBezTo>
                  <a:cubicBezTo>
                    <a:pt x="19686" y="3740"/>
                    <a:pt x="19857" y="3038"/>
                    <a:pt x="20246" y="3038"/>
                  </a:cubicBezTo>
                  <a:cubicBezTo>
                    <a:pt x="20292" y="3038"/>
                    <a:pt x="20342" y="3048"/>
                    <a:pt x="20396" y="3070"/>
                  </a:cubicBezTo>
                  <a:cubicBezTo>
                    <a:pt x="20973" y="3496"/>
                    <a:pt x="20943" y="3952"/>
                    <a:pt x="19666" y="4681"/>
                  </a:cubicBezTo>
                  <a:cubicBezTo>
                    <a:pt x="18420" y="5411"/>
                    <a:pt x="19059" y="6383"/>
                    <a:pt x="17843" y="6657"/>
                  </a:cubicBezTo>
                  <a:cubicBezTo>
                    <a:pt x="17748" y="6673"/>
                    <a:pt x="17652" y="6680"/>
                    <a:pt x="17555" y="6680"/>
                  </a:cubicBezTo>
                  <a:cubicBezTo>
                    <a:pt x="17276" y="6680"/>
                    <a:pt x="16989" y="6618"/>
                    <a:pt x="16718" y="6505"/>
                  </a:cubicBezTo>
                  <a:cubicBezTo>
                    <a:pt x="16475" y="6414"/>
                    <a:pt x="16292" y="6323"/>
                    <a:pt x="16110" y="6231"/>
                  </a:cubicBezTo>
                  <a:cubicBezTo>
                    <a:pt x="15928" y="6110"/>
                    <a:pt x="15715" y="6049"/>
                    <a:pt x="15533" y="5958"/>
                  </a:cubicBezTo>
                  <a:cubicBezTo>
                    <a:pt x="15314" y="5898"/>
                    <a:pt x="15108" y="5838"/>
                    <a:pt x="14907" y="5838"/>
                  </a:cubicBezTo>
                  <a:cubicBezTo>
                    <a:pt x="14800" y="5838"/>
                    <a:pt x="14695" y="5855"/>
                    <a:pt x="14590" y="5897"/>
                  </a:cubicBezTo>
                  <a:cubicBezTo>
                    <a:pt x="13648" y="6201"/>
                    <a:pt x="11399" y="6383"/>
                    <a:pt x="10973" y="6991"/>
                  </a:cubicBezTo>
                  <a:cubicBezTo>
                    <a:pt x="10657" y="7492"/>
                    <a:pt x="10341" y="8266"/>
                    <a:pt x="9748" y="8266"/>
                  </a:cubicBezTo>
                  <a:cubicBezTo>
                    <a:pt x="9657" y="8266"/>
                    <a:pt x="9559" y="8248"/>
                    <a:pt x="9453" y="8207"/>
                  </a:cubicBezTo>
                  <a:cubicBezTo>
                    <a:pt x="9423" y="8207"/>
                    <a:pt x="9332" y="8177"/>
                    <a:pt x="9301" y="8146"/>
                  </a:cubicBezTo>
                  <a:cubicBezTo>
                    <a:pt x="9180" y="8055"/>
                    <a:pt x="9089" y="8025"/>
                    <a:pt x="8967" y="7934"/>
                  </a:cubicBezTo>
                  <a:cubicBezTo>
                    <a:pt x="8785" y="7842"/>
                    <a:pt x="8572" y="7751"/>
                    <a:pt x="8420" y="7690"/>
                  </a:cubicBezTo>
                  <a:cubicBezTo>
                    <a:pt x="8311" y="7651"/>
                    <a:pt x="8215" y="7627"/>
                    <a:pt x="8127" y="7627"/>
                  </a:cubicBezTo>
                  <a:cubicBezTo>
                    <a:pt x="7944" y="7627"/>
                    <a:pt x="7794" y="7728"/>
                    <a:pt x="7630" y="7994"/>
                  </a:cubicBezTo>
                  <a:cubicBezTo>
                    <a:pt x="7265" y="8633"/>
                    <a:pt x="6809" y="9666"/>
                    <a:pt x="7721" y="10274"/>
                  </a:cubicBezTo>
                  <a:cubicBezTo>
                    <a:pt x="7751" y="10304"/>
                    <a:pt x="7812" y="10335"/>
                    <a:pt x="7873" y="10365"/>
                  </a:cubicBezTo>
                  <a:cubicBezTo>
                    <a:pt x="7934" y="10426"/>
                    <a:pt x="7964" y="10426"/>
                    <a:pt x="8055" y="10456"/>
                  </a:cubicBezTo>
                  <a:cubicBezTo>
                    <a:pt x="8195" y="10509"/>
                    <a:pt x="8326" y="10531"/>
                    <a:pt x="8450" y="10531"/>
                  </a:cubicBezTo>
                  <a:cubicBezTo>
                    <a:pt x="8973" y="10531"/>
                    <a:pt x="9354" y="10131"/>
                    <a:pt x="9575" y="9909"/>
                  </a:cubicBezTo>
                  <a:cubicBezTo>
                    <a:pt x="9820" y="9640"/>
                    <a:pt x="10104" y="9410"/>
                    <a:pt x="10443" y="9410"/>
                  </a:cubicBezTo>
                  <a:cubicBezTo>
                    <a:pt x="10525" y="9410"/>
                    <a:pt x="10611" y="9424"/>
                    <a:pt x="10700" y="9453"/>
                  </a:cubicBezTo>
                  <a:cubicBezTo>
                    <a:pt x="10771" y="9481"/>
                    <a:pt x="10837" y="9491"/>
                    <a:pt x="10898" y="9491"/>
                  </a:cubicBezTo>
                  <a:cubicBezTo>
                    <a:pt x="11108" y="9491"/>
                    <a:pt x="11278" y="9371"/>
                    <a:pt x="11505" y="9371"/>
                  </a:cubicBezTo>
                  <a:cubicBezTo>
                    <a:pt x="11583" y="9371"/>
                    <a:pt x="11668" y="9385"/>
                    <a:pt x="11764" y="9423"/>
                  </a:cubicBezTo>
                  <a:cubicBezTo>
                    <a:pt x="11824" y="9453"/>
                    <a:pt x="11885" y="9453"/>
                    <a:pt x="11916" y="9514"/>
                  </a:cubicBezTo>
                  <a:cubicBezTo>
                    <a:pt x="12493" y="9909"/>
                    <a:pt x="13131" y="10335"/>
                    <a:pt x="13192" y="10760"/>
                  </a:cubicBezTo>
                  <a:cubicBezTo>
                    <a:pt x="13223" y="11186"/>
                    <a:pt x="12767" y="12250"/>
                    <a:pt x="12797" y="12614"/>
                  </a:cubicBezTo>
                  <a:cubicBezTo>
                    <a:pt x="12882" y="12614"/>
                    <a:pt x="13073" y="12244"/>
                    <a:pt x="13419" y="12244"/>
                  </a:cubicBezTo>
                  <a:cubicBezTo>
                    <a:pt x="13444" y="12244"/>
                    <a:pt x="13470" y="12246"/>
                    <a:pt x="13496" y="12250"/>
                  </a:cubicBezTo>
                  <a:cubicBezTo>
                    <a:pt x="13569" y="12255"/>
                    <a:pt x="13644" y="12258"/>
                    <a:pt x="13717" y="12258"/>
                  </a:cubicBezTo>
                  <a:cubicBezTo>
                    <a:pt x="14101" y="12258"/>
                    <a:pt x="14449" y="12167"/>
                    <a:pt x="14347" y="11733"/>
                  </a:cubicBezTo>
                  <a:cubicBezTo>
                    <a:pt x="14286" y="11247"/>
                    <a:pt x="13435" y="9818"/>
                    <a:pt x="13678" y="9666"/>
                  </a:cubicBezTo>
                  <a:cubicBezTo>
                    <a:pt x="13790" y="9599"/>
                    <a:pt x="13918" y="9499"/>
                    <a:pt x="14087" y="9499"/>
                  </a:cubicBezTo>
                  <a:cubicBezTo>
                    <a:pt x="14148" y="9499"/>
                    <a:pt x="14214" y="9512"/>
                    <a:pt x="14286" y="9545"/>
                  </a:cubicBezTo>
                  <a:cubicBezTo>
                    <a:pt x="14408" y="9605"/>
                    <a:pt x="14499" y="9727"/>
                    <a:pt x="14590" y="9970"/>
                  </a:cubicBezTo>
                  <a:cubicBezTo>
                    <a:pt x="14864" y="10608"/>
                    <a:pt x="15107" y="11399"/>
                    <a:pt x="14925" y="11855"/>
                  </a:cubicBezTo>
                  <a:cubicBezTo>
                    <a:pt x="14742" y="12280"/>
                    <a:pt x="14590" y="12706"/>
                    <a:pt x="14894" y="13162"/>
                  </a:cubicBezTo>
                  <a:cubicBezTo>
                    <a:pt x="14902" y="13163"/>
                    <a:pt x="14910" y="13164"/>
                    <a:pt x="14918" y="13164"/>
                  </a:cubicBezTo>
                  <a:cubicBezTo>
                    <a:pt x="15060" y="13164"/>
                    <a:pt x="15185" y="12918"/>
                    <a:pt x="15502" y="12918"/>
                  </a:cubicBezTo>
                  <a:cubicBezTo>
                    <a:pt x="15533" y="12918"/>
                    <a:pt x="15563" y="12918"/>
                    <a:pt x="15654" y="12949"/>
                  </a:cubicBezTo>
                  <a:cubicBezTo>
                    <a:pt x="15685" y="12949"/>
                    <a:pt x="15806" y="13010"/>
                    <a:pt x="15958" y="13101"/>
                  </a:cubicBezTo>
                  <a:cubicBezTo>
                    <a:pt x="15983" y="13126"/>
                    <a:pt x="16019" y="13141"/>
                    <a:pt x="16063" y="13141"/>
                  </a:cubicBezTo>
                  <a:cubicBezTo>
                    <a:pt x="16125" y="13141"/>
                    <a:pt x="16203" y="13111"/>
                    <a:pt x="16292" y="13040"/>
                  </a:cubicBezTo>
                  <a:cubicBezTo>
                    <a:pt x="16688" y="12736"/>
                    <a:pt x="16262" y="12189"/>
                    <a:pt x="17052" y="12189"/>
                  </a:cubicBezTo>
                  <a:cubicBezTo>
                    <a:pt x="17647" y="12189"/>
                    <a:pt x="17626" y="11816"/>
                    <a:pt x="17905" y="11816"/>
                  </a:cubicBezTo>
                  <a:cubicBezTo>
                    <a:pt x="17954" y="11816"/>
                    <a:pt x="18013" y="11827"/>
                    <a:pt x="18086" y="11855"/>
                  </a:cubicBezTo>
                  <a:cubicBezTo>
                    <a:pt x="18147" y="11885"/>
                    <a:pt x="18238" y="11946"/>
                    <a:pt x="18299" y="12007"/>
                  </a:cubicBezTo>
                  <a:cubicBezTo>
                    <a:pt x="18846" y="12432"/>
                    <a:pt x="18907" y="12797"/>
                    <a:pt x="19119" y="12918"/>
                  </a:cubicBezTo>
                  <a:cubicBezTo>
                    <a:pt x="19180" y="12918"/>
                    <a:pt x="19302" y="12918"/>
                    <a:pt x="19454" y="12858"/>
                  </a:cubicBezTo>
                  <a:cubicBezTo>
                    <a:pt x="19553" y="12801"/>
                    <a:pt x="19665" y="12777"/>
                    <a:pt x="19781" y="12777"/>
                  </a:cubicBezTo>
                  <a:cubicBezTo>
                    <a:pt x="19914" y="12777"/>
                    <a:pt x="20053" y="12809"/>
                    <a:pt x="20183" y="12858"/>
                  </a:cubicBezTo>
                  <a:cubicBezTo>
                    <a:pt x="20214" y="12888"/>
                    <a:pt x="20274" y="12888"/>
                    <a:pt x="20335" y="12918"/>
                  </a:cubicBezTo>
                  <a:cubicBezTo>
                    <a:pt x="20578" y="13070"/>
                    <a:pt x="20821" y="13344"/>
                    <a:pt x="20882" y="13557"/>
                  </a:cubicBezTo>
                  <a:cubicBezTo>
                    <a:pt x="21019" y="13966"/>
                    <a:pt x="20885" y="14965"/>
                    <a:pt x="20173" y="14965"/>
                  </a:cubicBezTo>
                  <a:cubicBezTo>
                    <a:pt x="20093" y="14965"/>
                    <a:pt x="20005" y="14952"/>
                    <a:pt x="19910" y="14925"/>
                  </a:cubicBezTo>
                  <a:cubicBezTo>
                    <a:pt x="19818" y="14894"/>
                    <a:pt x="19788" y="14894"/>
                    <a:pt x="19758" y="14864"/>
                  </a:cubicBezTo>
                  <a:cubicBezTo>
                    <a:pt x="19484" y="14712"/>
                    <a:pt x="19332" y="14469"/>
                    <a:pt x="19180" y="14256"/>
                  </a:cubicBezTo>
                  <a:cubicBezTo>
                    <a:pt x="19028" y="14013"/>
                    <a:pt x="18876" y="13800"/>
                    <a:pt x="18451" y="13618"/>
                  </a:cubicBezTo>
                  <a:cubicBezTo>
                    <a:pt x="18276" y="13587"/>
                    <a:pt x="18050" y="13568"/>
                    <a:pt x="17807" y="13568"/>
                  </a:cubicBezTo>
                  <a:cubicBezTo>
                    <a:pt x="17079" y="13568"/>
                    <a:pt x="16201" y="13739"/>
                    <a:pt x="16110" y="14286"/>
                  </a:cubicBezTo>
                  <a:cubicBezTo>
                    <a:pt x="15989" y="15016"/>
                    <a:pt x="17478" y="15229"/>
                    <a:pt x="17478" y="16049"/>
                  </a:cubicBezTo>
                  <a:cubicBezTo>
                    <a:pt x="17478" y="16624"/>
                    <a:pt x="17365" y="17357"/>
                    <a:pt x="16850" y="17357"/>
                  </a:cubicBezTo>
                  <a:cubicBezTo>
                    <a:pt x="16767" y="17357"/>
                    <a:pt x="16672" y="17338"/>
                    <a:pt x="16566" y="17295"/>
                  </a:cubicBezTo>
                  <a:cubicBezTo>
                    <a:pt x="15806" y="16809"/>
                    <a:pt x="15168" y="16414"/>
                    <a:pt x="14773" y="15593"/>
                  </a:cubicBezTo>
                  <a:cubicBezTo>
                    <a:pt x="14712" y="15350"/>
                    <a:pt x="14590" y="15229"/>
                    <a:pt x="14438" y="15168"/>
                  </a:cubicBezTo>
                  <a:cubicBezTo>
                    <a:pt x="14375" y="15147"/>
                    <a:pt x="14308" y="15138"/>
                    <a:pt x="14238" y="15138"/>
                  </a:cubicBezTo>
                  <a:cubicBezTo>
                    <a:pt x="13990" y="15138"/>
                    <a:pt x="13692" y="15242"/>
                    <a:pt x="13296" y="15242"/>
                  </a:cubicBezTo>
                  <a:cubicBezTo>
                    <a:pt x="13162" y="15242"/>
                    <a:pt x="13016" y="15230"/>
                    <a:pt x="12858" y="15198"/>
                  </a:cubicBezTo>
                  <a:cubicBezTo>
                    <a:pt x="12736" y="15198"/>
                    <a:pt x="12615" y="15168"/>
                    <a:pt x="12493" y="15137"/>
                  </a:cubicBezTo>
                  <a:cubicBezTo>
                    <a:pt x="12432" y="15077"/>
                    <a:pt x="12311" y="15046"/>
                    <a:pt x="12250" y="15016"/>
                  </a:cubicBezTo>
                  <a:cubicBezTo>
                    <a:pt x="11520" y="14621"/>
                    <a:pt x="11034" y="13830"/>
                    <a:pt x="10973" y="13405"/>
                  </a:cubicBezTo>
                  <a:cubicBezTo>
                    <a:pt x="10943" y="13010"/>
                    <a:pt x="11034" y="11885"/>
                    <a:pt x="9970" y="11277"/>
                  </a:cubicBezTo>
                  <a:cubicBezTo>
                    <a:pt x="9879" y="11216"/>
                    <a:pt x="9757" y="11186"/>
                    <a:pt x="9666" y="11125"/>
                  </a:cubicBezTo>
                  <a:lnTo>
                    <a:pt x="9301" y="11034"/>
                  </a:lnTo>
                  <a:cubicBezTo>
                    <a:pt x="8940" y="10944"/>
                    <a:pt x="8699" y="10912"/>
                    <a:pt x="8531" y="10912"/>
                  </a:cubicBezTo>
                  <a:cubicBezTo>
                    <a:pt x="8140" y="10912"/>
                    <a:pt x="8133" y="11081"/>
                    <a:pt x="7902" y="11081"/>
                  </a:cubicBezTo>
                  <a:cubicBezTo>
                    <a:pt x="7796" y="11081"/>
                    <a:pt x="7644" y="11046"/>
                    <a:pt x="7387" y="10943"/>
                  </a:cubicBezTo>
                  <a:cubicBezTo>
                    <a:pt x="7235" y="10882"/>
                    <a:pt x="7083" y="10791"/>
                    <a:pt x="6870" y="10730"/>
                  </a:cubicBezTo>
                  <a:cubicBezTo>
                    <a:pt x="6809" y="10669"/>
                    <a:pt x="6779" y="10669"/>
                    <a:pt x="6687" y="10639"/>
                  </a:cubicBezTo>
                  <a:cubicBezTo>
                    <a:pt x="6455" y="10548"/>
                    <a:pt x="6262" y="10508"/>
                    <a:pt x="6100" y="10508"/>
                  </a:cubicBezTo>
                  <a:cubicBezTo>
                    <a:pt x="5181" y="10508"/>
                    <a:pt x="5245" y="11769"/>
                    <a:pt x="4651" y="11976"/>
                  </a:cubicBezTo>
                  <a:cubicBezTo>
                    <a:pt x="3891" y="12189"/>
                    <a:pt x="2098" y="12584"/>
                    <a:pt x="1611" y="12949"/>
                  </a:cubicBezTo>
                  <a:cubicBezTo>
                    <a:pt x="1095" y="13344"/>
                    <a:pt x="0" y="15016"/>
                    <a:pt x="304" y="16110"/>
                  </a:cubicBezTo>
                  <a:cubicBezTo>
                    <a:pt x="608" y="17204"/>
                    <a:pt x="1186" y="19180"/>
                    <a:pt x="1794" y="19788"/>
                  </a:cubicBezTo>
                  <a:cubicBezTo>
                    <a:pt x="1915" y="19909"/>
                    <a:pt x="2067" y="20031"/>
                    <a:pt x="2219" y="20092"/>
                  </a:cubicBezTo>
                  <a:lnTo>
                    <a:pt x="2432" y="20213"/>
                  </a:lnTo>
                  <a:cubicBezTo>
                    <a:pt x="2686" y="20309"/>
                    <a:pt x="2965" y="20354"/>
                    <a:pt x="3261" y="20354"/>
                  </a:cubicBezTo>
                  <a:cubicBezTo>
                    <a:pt x="3531" y="20354"/>
                    <a:pt x="3814" y="20316"/>
                    <a:pt x="4104" y="20244"/>
                  </a:cubicBezTo>
                  <a:cubicBezTo>
                    <a:pt x="4215" y="20224"/>
                    <a:pt x="4330" y="20213"/>
                    <a:pt x="4443" y="20213"/>
                  </a:cubicBezTo>
                  <a:cubicBezTo>
                    <a:pt x="4668" y="20213"/>
                    <a:pt x="4884" y="20254"/>
                    <a:pt x="5046" y="20335"/>
                  </a:cubicBezTo>
                  <a:lnTo>
                    <a:pt x="5289" y="20457"/>
                  </a:lnTo>
                  <a:cubicBezTo>
                    <a:pt x="5624" y="20639"/>
                    <a:pt x="5867" y="20943"/>
                    <a:pt x="5897" y="21216"/>
                  </a:cubicBezTo>
                  <a:cubicBezTo>
                    <a:pt x="5928" y="21672"/>
                    <a:pt x="6080" y="22767"/>
                    <a:pt x="5046" y="24499"/>
                  </a:cubicBezTo>
                  <a:cubicBezTo>
                    <a:pt x="4043" y="26293"/>
                    <a:pt x="3496" y="27296"/>
                    <a:pt x="3891" y="28055"/>
                  </a:cubicBezTo>
                  <a:cubicBezTo>
                    <a:pt x="4256" y="28815"/>
                    <a:pt x="3010" y="30274"/>
                    <a:pt x="2766" y="30973"/>
                  </a:cubicBezTo>
                  <a:cubicBezTo>
                    <a:pt x="2554" y="31642"/>
                    <a:pt x="1824" y="33527"/>
                    <a:pt x="2766" y="34682"/>
                  </a:cubicBezTo>
                  <a:cubicBezTo>
                    <a:pt x="3283" y="35290"/>
                    <a:pt x="3830" y="35806"/>
                    <a:pt x="4408" y="36110"/>
                  </a:cubicBezTo>
                  <a:cubicBezTo>
                    <a:pt x="4560" y="36171"/>
                    <a:pt x="4742" y="36262"/>
                    <a:pt x="4894" y="36323"/>
                  </a:cubicBezTo>
                  <a:cubicBezTo>
                    <a:pt x="5224" y="36441"/>
                    <a:pt x="5536" y="36486"/>
                    <a:pt x="5801" y="36486"/>
                  </a:cubicBezTo>
                  <a:cubicBezTo>
                    <a:pt x="5878" y="36486"/>
                    <a:pt x="5950" y="36482"/>
                    <a:pt x="6019" y="36475"/>
                  </a:cubicBezTo>
                  <a:cubicBezTo>
                    <a:pt x="6931" y="36323"/>
                    <a:pt x="6991" y="36475"/>
                    <a:pt x="7478" y="36201"/>
                  </a:cubicBezTo>
                  <a:cubicBezTo>
                    <a:pt x="7994" y="35958"/>
                    <a:pt x="8359" y="34439"/>
                    <a:pt x="9089" y="33983"/>
                  </a:cubicBezTo>
                  <a:cubicBezTo>
                    <a:pt x="9818" y="33527"/>
                    <a:pt x="10457" y="34135"/>
                    <a:pt x="11216" y="32828"/>
                  </a:cubicBezTo>
                  <a:cubicBezTo>
                    <a:pt x="11976" y="31551"/>
                    <a:pt x="12311" y="31490"/>
                    <a:pt x="12098" y="30426"/>
                  </a:cubicBezTo>
                  <a:cubicBezTo>
                    <a:pt x="11855" y="29362"/>
                    <a:pt x="11885" y="29150"/>
                    <a:pt x="12736" y="28724"/>
                  </a:cubicBezTo>
                  <a:cubicBezTo>
                    <a:pt x="13380" y="28377"/>
                    <a:pt x="14165" y="27990"/>
                    <a:pt x="14713" y="27990"/>
                  </a:cubicBezTo>
                  <a:cubicBezTo>
                    <a:pt x="14838" y="27990"/>
                    <a:pt x="14951" y="28010"/>
                    <a:pt x="15046" y="28055"/>
                  </a:cubicBezTo>
                  <a:cubicBezTo>
                    <a:pt x="15178" y="28102"/>
                    <a:pt x="15358" y="28141"/>
                    <a:pt x="15567" y="28141"/>
                  </a:cubicBezTo>
                  <a:cubicBezTo>
                    <a:pt x="16033" y="28141"/>
                    <a:pt x="16639" y="27949"/>
                    <a:pt x="17144" y="27235"/>
                  </a:cubicBezTo>
                  <a:cubicBezTo>
                    <a:pt x="17660" y="26475"/>
                    <a:pt x="17812" y="26080"/>
                    <a:pt x="17660" y="25958"/>
                  </a:cubicBezTo>
                  <a:cubicBezTo>
                    <a:pt x="17650" y="25953"/>
                    <a:pt x="17637" y="25951"/>
                    <a:pt x="17620" y="25951"/>
                  </a:cubicBezTo>
                  <a:cubicBezTo>
                    <a:pt x="17537" y="25951"/>
                    <a:pt x="17377" y="26014"/>
                    <a:pt x="17174" y="26141"/>
                  </a:cubicBezTo>
                  <a:cubicBezTo>
                    <a:pt x="16775" y="26415"/>
                    <a:pt x="16621" y="26628"/>
                    <a:pt x="16411" y="26628"/>
                  </a:cubicBezTo>
                  <a:cubicBezTo>
                    <a:pt x="16365" y="26628"/>
                    <a:pt x="16316" y="26618"/>
                    <a:pt x="16262" y="26596"/>
                  </a:cubicBezTo>
                  <a:cubicBezTo>
                    <a:pt x="16141" y="26566"/>
                    <a:pt x="15989" y="26414"/>
                    <a:pt x="15806" y="26171"/>
                  </a:cubicBezTo>
                  <a:cubicBezTo>
                    <a:pt x="15077" y="25381"/>
                    <a:pt x="14834" y="25107"/>
                    <a:pt x="14712" y="24286"/>
                  </a:cubicBezTo>
                  <a:cubicBezTo>
                    <a:pt x="14590" y="23405"/>
                    <a:pt x="14165" y="23557"/>
                    <a:pt x="14682" y="22919"/>
                  </a:cubicBezTo>
                  <a:cubicBezTo>
                    <a:pt x="15198" y="22311"/>
                    <a:pt x="14925" y="20365"/>
                    <a:pt x="14621" y="19575"/>
                  </a:cubicBezTo>
                  <a:cubicBezTo>
                    <a:pt x="14390" y="18855"/>
                    <a:pt x="15389" y="17588"/>
                    <a:pt x="15830" y="17588"/>
                  </a:cubicBezTo>
                  <a:cubicBezTo>
                    <a:pt x="15854" y="17588"/>
                    <a:pt x="15877" y="17591"/>
                    <a:pt x="15897" y="17599"/>
                  </a:cubicBezTo>
                  <a:cubicBezTo>
                    <a:pt x="16201" y="17812"/>
                    <a:pt x="16232" y="18542"/>
                    <a:pt x="15593" y="19636"/>
                  </a:cubicBezTo>
                  <a:cubicBezTo>
                    <a:pt x="14894" y="20761"/>
                    <a:pt x="16232" y="21064"/>
                    <a:pt x="15958" y="21612"/>
                  </a:cubicBezTo>
                  <a:cubicBezTo>
                    <a:pt x="15654" y="22189"/>
                    <a:pt x="14712" y="23435"/>
                    <a:pt x="15685" y="24438"/>
                  </a:cubicBezTo>
                  <a:cubicBezTo>
                    <a:pt x="15958" y="24712"/>
                    <a:pt x="16232" y="24894"/>
                    <a:pt x="16444" y="25046"/>
                  </a:cubicBezTo>
                  <a:lnTo>
                    <a:pt x="16688" y="25168"/>
                  </a:lnTo>
                  <a:cubicBezTo>
                    <a:pt x="16880" y="25239"/>
                    <a:pt x="17069" y="25273"/>
                    <a:pt x="17267" y="25273"/>
                  </a:cubicBezTo>
                  <a:cubicBezTo>
                    <a:pt x="17664" y="25273"/>
                    <a:pt x="18096" y="25137"/>
                    <a:pt x="18663" y="24894"/>
                  </a:cubicBezTo>
                  <a:cubicBezTo>
                    <a:pt x="20001" y="24286"/>
                    <a:pt x="21004" y="23344"/>
                    <a:pt x="20153" y="22463"/>
                  </a:cubicBezTo>
                  <a:cubicBezTo>
                    <a:pt x="19271" y="21581"/>
                    <a:pt x="18238" y="20487"/>
                    <a:pt x="19089" y="20183"/>
                  </a:cubicBezTo>
                  <a:cubicBezTo>
                    <a:pt x="19271" y="20115"/>
                    <a:pt x="19402" y="20080"/>
                    <a:pt x="19508" y="20080"/>
                  </a:cubicBezTo>
                  <a:cubicBezTo>
                    <a:pt x="19543" y="20080"/>
                    <a:pt x="19575" y="20084"/>
                    <a:pt x="19606" y="20092"/>
                  </a:cubicBezTo>
                  <a:cubicBezTo>
                    <a:pt x="19758" y="20213"/>
                    <a:pt x="19758" y="20548"/>
                    <a:pt x="20153" y="21125"/>
                  </a:cubicBezTo>
                  <a:cubicBezTo>
                    <a:pt x="20335" y="21368"/>
                    <a:pt x="20487" y="21520"/>
                    <a:pt x="20669" y="21612"/>
                  </a:cubicBezTo>
                  <a:lnTo>
                    <a:pt x="20913" y="21733"/>
                  </a:lnTo>
                  <a:cubicBezTo>
                    <a:pt x="20943" y="21764"/>
                    <a:pt x="21004" y="21764"/>
                    <a:pt x="21065" y="21824"/>
                  </a:cubicBezTo>
                  <a:cubicBezTo>
                    <a:pt x="21125" y="21855"/>
                    <a:pt x="21156" y="21855"/>
                    <a:pt x="21247" y="21885"/>
                  </a:cubicBezTo>
                  <a:cubicBezTo>
                    <a:pt x="21308" y="21916"/>
                    <a:pt x="21338" y="21916"/>
                    <a:pt x="21399" y="21976"/>
                  </a:cubicBezTo>
                  <a:cubicBezTo>
                    <a:pt x="21460" y="22007"/>
                    <a:pt x="21551" y="22037"/>
                    <a:pt x="21581" y="22128"/>
                  </a:cubicBezTo>
                  <a:cubicBezTo>
                    <a:pt x="21733" y="21672"/>
                    <a:pt x="21885" y="21216"/>
                    <a:pt x="22007" y="20761"/>
                  </a:cubicBezTo>
                  <a:cubicBezTo>
                    <a:pt x="23952" y="13770"/>
                    <a:pt x="23527" y="6687"/>
                    <a:pt x="21277" y="395"/>
                  </a:cubicBezTo>
                  <a:cubicBezTo>
                    <a:pt x="21186" y="304"/>
                    <a:pt x="21125" y="274"/>
                    <a:pt x="21034" y="243"/>
                  </a:cubicBezTo>
                  <a:lnTo>
                    <a:pt x="20821" y="122"/>
                  </a:lnTo>
                  <a:cubicBezTo>
                    <a:pt x="20619" y="41"/>
                    <a:pt x="20376" y="0"/>
                    <a:pt x="201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3" name="Google Shape;1963;p109"/>
            <p:cNvSpPr/>
            <p:nvPr/>
          </p:nvSpPr>
          <p:spPr>
            <a:xfrm>
              <a:off x="6244725" y="1393800"/>
              <a:ext cx="435450" cy="348025"/>
            </a:xfrm>
            <a:custGeom>
              <a:avLst/>
              <a:gdLst/>
              <a:ahLst/>
              <a:cxnLst/>
              <a:rect l="l" t="t" r="r" b="b"/>
              <a:pathLst>
                <a:path w="17418" h="13921" extrusionOk="0">
                  <a:moveTo>
                    <a:pt x="5152" y="0"/>
                  </a:moveTo>
                  <a:cubicBezTo>
                    <a:pt x="4793" y="0"/>
                    <a:pt x="4498" y="178"/>
                    <a:pt x="4013" y="474"/>
                  </a:cubicBezTo>
                  <a:cubicBezTo>
                    <a:pt x="3755" y="615"/>
                    <a:pt x="3508" y="661"/>
                    <a:pt x="3274" y="661"/>
                  </a:cubicBezTo>
                  <a:cubicBezTo>
                    <a:pt x="2845" y="661"/>
                    <a:pt x="2458" y="507"/>
                    <a:pt x="2122" y="507"/>
                  </a:cubicBezTo>
                  <a:cubicBezTo>
                    <a:pt x="1972" y="507"/>
                    <a:pt x="1832" y="537"/>
                    <a:pt x="1703" y="626"/>
                  </a:cubicBezTo>
                  <a:cubicBezTo>
                    <a:pt x="1125" y="990"/>
                    <a:pt x="1" y="1386"/>
                    <a:pt x="1611" y="2054"/>
                  </a:cubicBezTo>
                  <a:cubicBezTo>
                    <a:pt x="1611" y="2054"/>
                    <a:pt x="1672" y="2085"/>
                    <a:pt x="1703" y="2085"/>
                  </a:cubicBezTo>
                  <a:cubicBezTo>
                    <a:pt x="1733" y="2085"/>
                    <a:pt x="1763" y="2146"/>
                    <a:pt x="1824" y="2146"/>
                  </a:cubicBezTo>
                  <a:cubicBezTo>
                    <a:pt x="2311" y="2328"/>
                    <a:pt x="2645" y="2389"/>
                    <a:pt x="2949" y="2449"/>
                  </a:cubicBezTo>
                  <a:cubicBezTo>
                    <a:pt x="3253" y="2480"/>
                    <a:pt x="3496" y="2480"/>
                    <a:pt x="3678" y="2541"/>
                  </a:cubicBezTo>
                  <a:cubicBezTo>
                    <a:pt x="3891" y="2662"/>
                    <a:pt x="4104" y="2905"/>
                    <a:pt x="4286" y="3513"/>
                  </a:cubicBezTo>
                  <a:cubicBezTo>
                    <a:pt x="4773" y="5064"/>
                    <a:pt x="5381" y="5732"/>
                    <a:pt x="5046" y="6553"/>
                  </a:cubicBezTo>
                  <a:cubicBezTo>
                    <a:pt x="4712" y="7343"/>
                    <a:pt x="4013" y="8225"/>
                    <a:pt x="4286" y="8741"/>
                  </a:cubicBezTo>
                  <a:cubicBezTo>
                    <a:pt x="4499" y="9288"/>
                    <a:pt x="4590" y="9471"/>
                    <a:pt x="4286" y="10140"/>
                  </a:cubicBezTo>
                  <a:cubicBezTo>
                    <a:pt x="3952" y="10839"/>
                    <a:pt x="3374" y="11355"/>
                    <a:pt x="4560" y="12845"/>
                  </a:cubicBezTo>
                  <a:cubicBezTo>
                    <a:pt x="4925" y="13331"/>
                    <a:pt x="5320" y="13635"/>
                    <a:pt x="5654" y="13787"/>
                  </a:cubicBezTo>
                  <a:cubicBezTo>
                    <a:pt x="5654" y="13848"/>
                    <a:pt x="5685" y="13848"/>
                    <a:pt x="5685" y="13848"/>
                  </a:cubicBezTo>
                  <a:cubicBezTo>
                    <a:pt x="5834" y="13898"/>
                    <a:pt x="5977" y="13921"/>
                    <a:pt x="6110" y="13921"/>
                  </a:cubicBezTo>
                  <a:cubicBezTo>
                    <a:pt x="6546" y="13921"/>
                    <a:pt x="6882" y="13673"/>
                    <a:pt x="7022" y="13301"/>
                  </a:cubicBezTo>
                  <a:cubicBezTo>
                    <a:pt x="7295" y="12602"/>
                    <a:pt x="7782" y="11751"/>
                    <a:pt x="8754" y="11507"/>
                  </a:cubicBezTo>
                  <a:cubicBezTo>
                    <a:pt x="9478" y="11358"/>
                    <a:pt x="9833" y="10921"/>
                    <a:pt x="10307" y="10921"/>
                  </a:cubicBezTo>
                  <a:cubicBezTo>
                    <a:pt x="10410" y="10921"/>
                    <a:pt x="10519" y="10942"/>
                    <a:pt x="10639" y="10991"/>
                  </a:cubicBezTo>
                  <a:cubicBezTo>
                    <a:pt x="10730" y="11021"/>
                    <a:pt x="10821" y="11082"/>
                    <a:pt x="10882" y="11143"/>
                  </a:cubicBezTo>
                  <a:cubicBezTo>
                    <a:pt x="11095" y="11295"/>
                    <a:pt x="11308" y="11416"/>
                    <a:pt x="11490" y="11477"/>
                  </a:cubicBezTo>
                  <a:cubicBezTo>
                    <a:pt x="11490" y="11477"/>
                    <a:pt x="11551" y="11507"/>
                    <a:pt x="11581" y="11507"/>
                  </a:cubicBezTo>
                  <a:cubicBezTo>
                    <a:pt x="11804" y="11601"/>
                    <a:pt x="12032" y="11654"/>
                    <a:pt x="12250" y="11654"/>
                  </a:cubicBezTo>
                  <a:cubicBezTo>
                    <a:pt x="12597" y="11654"/>
                    <a:pt x="12919" y="11520"/>
                    <a:pt x="13162" y="11203"/>
                  </a:cubicBezTo>
                  <a:cubicBezTo>
                    <a:pt x="13739" y="10565"/>
                    <a:pt x="13405" y="9775"/>
                    <a:pt x="13770" y="9501"/>
                  </a:cubicBezTo>
                  <a:cubicBezTo>
                    <a:pt x="14165" y="9228"/>
                    <a:pt x="15350" y="8741"/>
                    <a:pt x="15229" y="8164"/>
                  </a:cubicBezTo>
                  <a:cubicBezTo>
                    <a:pt x="15107" y="7617"/>
                    <a:pt x="13983" y="7343"/>
                    <a:pt x="15107" y="6766"/>
                  </a:cubicBezTo>
                  <a:cubicBezTo>
                    <a:pt x="16201" y="6188"/>
                    <a:pt x="17356" y="6097"/>
                    <a:pt x="17387" y="5702"/>
                  </a:cubicBezTo>
                  <a:cubicBezTo>
                    <a:pt x="17417" y="5337"/>
                    <a:pt x="17022" y="4912"/>
                    <a:pt x="15958" y="4243"/>
                  </a:cubicBezTo>
                  <a:cubicBezTo>
                    <a:pt x="14894" y="3513"/>
                    <a:pt x="15046" y="3057"/>
                    <a:pt x="14378" y="2510"/>
                  </a:cubicBezTo>
                  <a:cubicBezTo>
                    <a:pt x="13891" y="2146"/>
                    <a:pt x="12858" y="1598"/>
                    <a:pt x="12068" y="1264"/>
                  </a:cubicBezTo>
                  <a:cubicBezTo>
                    <a:pt x="11916" y="1203"/>
                    <a:pt x="11794" y="1142"/>
                    <a:pt x="11703" y="1112"/>
                  </a:cubicBezTo>
                  <a:cubicBezTo>
                    <a:pt x="11607" y="1074"/>
                    <a:pt x="11511" y="1035"/>
                    <a:pt x="11461" y="1035"/>
                  </a:cubicBezTo>
                  <a:cubicBezTo>
                    <a:pt x="11432" y="1035"/>
                    <a:pt x="11418" y="1048"/>
                    <a:pt x="11429" y="1082"/>
                  </a:cubicBezTo>
                  <a:cubicBezTo>
                    <a:pt x="11299" y="1042"/>
                    <a:pt x="11160" y="1026"/>
                    <a:pt x="11016" y="1026"/>
                  </a:cubicBezTo>
                  <a:cubicBezTo>
                    <a:pt x="10412" y="1026"/>
                    <a:pt x="9716" y="1308"/>
                    <a:pt x="9205" y="1308"/>
                  </a:cubicBezTo>
                  <a:cubicBezTo>
                    <a:pt x="9096" y="1308"/>
                    <a:pt x="8996" y="1295"/>
                    <a:pt x="8906" y="1264"/>
                  </a:cubicBezTo>
                  <a:cubicBezTo>
                    <a:pt x="8876" y="1264"/>
                    <a:pt x="8876" y="1234"/>
                    <a:pt x="8846" y="1234"/>
                  </a:cubicBezTo>
                  <a:cubicBezTo>
                    <a:pt x="8835" y="1234"/>
                    <a:pt x="8760" y="1245"/>
                    <a:pt x="8627" y="1245"/>
                  </a:cubicBezTo>
                  <a:cubicBezTo>
                    <a:pt x="8384" y="1245"/>
                    <a:pt x="7946" y="1207"/>
                    <a:pt x="7356" y="990"/>
                  </a:cubicBezTo>
                  <a:cubicBezTo>
                    <a:pt x="7326" y="960"/>
                    <a:pt x="7235" y="960"/>
                    <a:pt x="7204" y="930"/>
                  </a:cubicBezTo>
                  <a:cubicBezTo>
                    <a:pt x="7022" y="808"/>
                    <a:pt x="6779" y="717"/>
                    <a:pt x="6566" y="565"/>
                  </a:cubicBezTo>
                  <a:cubicBezTo>
                    <a:pt x="6262" y="383"/>
                    <a:pt x="6019" y="231"/>
                    <a:pt x="5806" y="170"/>
                  </a:cubicBezTo>
                  <a:cubicBezTo>
                    <a:pt x="5776" y="170"/>
                    <a:pt x="5715" y="109"/>
                    <a:pt x="5685" y="109"/>
                  </a:cubicBezTo>
                  <a:cubicBezTo>
                    <a:pt x="5480" y="35"/>
                    <a:pt x="5310" y="0"/>
                    <a:pt x="51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109"/>
            <p:cNvSpPr/>
            <p:nvPr/>
          </p:nvSpPr>
          <p:spPr>
            <a:xfrm>
              <a:off x="6117075" y="1325200"/>
              <a:ext cx="192275" cy="100850"/>
            </a:xfrm>
            <a:custGeom>
              <a:avLst/>
              <a:gdLst/>
              <a:ahLst/>
              <a:cxnLst/>
              <a:rect l="l" t="t" r="r" b="b"/>
              <a:pathLst>
                <a:path w="7691" h="4034" extrusionOk="0">
                  <a:moveTo>
                    <a:pt x="3478" y="0"/>
                  </a:moveTo>
                  <a:cubicBezTo>
                    <a:pt x="3281" y="0"/>
                    <a:pt x="3084" y="43"/>
                    <a:pt x="2888" y="148"/>
                  </a:cubicBezTo>
                  <a:cubicBezTo>
                    <a:pt x="2097" y="513"/>
                    <a:pt x="1216" y="391"/>
                    <a:pt x="851" y="1120"/>
                  </a:cubicBezTo>
                  <a:cubicBezTo>
                    <a:pt x="456" y="1850"/>
                    <a:pt x="0" y="2975"/>
                    <a:pt x="1064" y="3552"/>
                  </a:cubicBezTo>
                  <a:cubicBezTo>
                    <a:pt x="1246" y="3674"/>
                    <a:pt x="1398" y="3734"/>
                    <a:pt x="1611" y="3826"/>
                  </a:cubicBezTo>
                  <a:cubicBezTo>
                    <a:pt x="1672" y="3826"/>
                    <a:pt x="1702" y="3856"/>
                    <a:pt x="1763" y="3856"/>
                  </a:cubicBezTo>
                  <a:cubicBezTo>
                    <a:pt x="2059" y="3972"/>
                    <a:pt x="2333" y="4033"/>
                    <a:pt x="2594" y="4033"/>
                  </a:cubicBezTo>
                  <a:cubicBezTo>
                    <a:pt x="2951" y="4033"/>
                    <a:pt x="3284" y="3919"/>
                    <a:pt x="3617" y="3674"/>
                  </a:cubicBezTo>
                  <a:cubicBezTo>
                    <a:pt x="4377" y="3096"/>
                    <a:pt x="4255" y="2610"/>
                    <a:pt x="4255" y="2579"/>
                  </a:cubicBezTo>
                  <a:cubicBezTo>
                    <a:pt x="4255" y="2524"/>
                    <a:pt x="4102" y="1957"/>
                    <a:pt x="4709" y="1957"/>
                  </a:cubicBezTo>
                  <a:cubicBezTo>
                    <a:pt x="4764" y="1957"/>
                    <a:pt x="4826" y="1961"/>
                    <a:pt x="4894" y="1972"/>
                  </a:cubicBezTo>
                  <a:cubicBezTo>
                    <a:pt x="5107" y="2002"/>
                    <a:pt x="5258" y="2032"/>
                    <a:pt x="5350" y="2063"/>
                  </a:cubicBezTo>
                  <a:cubicBezTo>
                    <a:pt x="5410" y="2124"/>
                    <a:pt x="5410" y="2124"/>
                    <a:pt x="5441" y="2124"/>
                  </a:cubicBezTo>
                  <a:cubicBezTo>
                    <a:pt x="5471" y="2154"/>
                    <a:pt x="5532" y="2154"/>
                    <a:pt x="5593" y="2184"/>
                  </a:cubicBezTo>
                  <a:cubicBezTo>
                    <a:pt x="5623" y="2215"/>
                    <a:pt x="5684" y="2215"/>
                    <a:pt x="5745" y="2276"/>
                  </a:cubicBezTo>
                  <a:cubicBezTo>
                    <a:pt x="5745" y="2306"/>
                    <a:pt x="5775" y="2306"/>
                    <a:pt x="5775" y="2306"/>
                  </a:cubicBezTo>
                  <a:cubicBezTo>
                    <a:pt x="5881" y="2341"/>
                    <a:pt x="6006" y="2376"/>
                    <a:pt x="6164" y="2376"/>
                  </a:cubicBezTo>
                  <a:cubicBezTo>
                    <a:pt x="6279" y="2376"/>
                    <a:pt x="6411" y="2357"/>
                    <a:pt x="6566" y="2306"/>
                  </a:cubicBezTo>
                  <a:cubicBezTo>
                    <a:pt x="7447" y="2063"/>
                    <a:pt x="7690" y="1880"/>
                    <a:pt x="7447" y="1698"/>
                  </a:cubicBezTo>
                  <a:cubicBezTo>
                    <a:pt x="7265" y="1546"/>
                    <a:pt x="6626" y="1120"/>
                    <a:pt x="5897" y="817"/>
                  </a:cubicBezTo>
                  <a:cubicBezTo>
                    <a:pt x="5806" y="786"/>
                    <a:pt x="5714" y="756"/>
                    <a:pt x="5623" y="695"/>
                  </a:cubicBezTo>
                  <a:cubicBezTo>
                    <a:pt x="5502" y="665"/>
                    <a:pt x="5410" y="634"/>
                    <a:pt x="5319" y="604"/>
                  </a:cubicBezTo>
                  <a:cubicBezTo>
                    <a:pt x="5198" y="543"/>
                    <a:pt x="5137" y="513"/>
                    <a:pt x="5015" y="482"/>
                  </a:cubicBezTo>
                  <a:cubicBezTo>
                    <a:pt x="4894" y="452"/>
                    <a:pt x="4742" y="361"/>
                    <a:pt x="4651" y="330"/>
                  </a:cubicBezTo>
                  <a:cubicBezTo>
                    <a:pt x="4529" y="300"/>
                    <a:pt x="4377" y="209"/>
                    <a:pt x="4255" y="178"/>
                  </a:cubicBezTo>
                  <a:cubicBezTo>
                    <a:pt x="3996" y="74"/>
                    <a:pt x="3737" y="0"/>
                    <a:pt x="34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109"/>
            <p:cNvSpPr/>
            <p:nvPr/>
          </p:nvSpPr>
          <p:spPr>
            <a:xfrm>
              <a:off x="6102625" y="1426900"/>
              <a:ext cx="161875" cy="200650"/>
            </a:xfrm>
            <a:custGeom>
              <a:avLst/>
              <a:gdLst/>
              <a:ahLst/>
              <a:cxnLst/>
              <a:rect l="l" t="t" r="r" b="b"/>
              <a:pathLst>
                <a:path w="6475" h="8026" extrusionOk="0">
                  <a:moveTo>
                    <a:pt x="1490" y="1"/>
                  </a:moveTo>
                  <a:cubicBezTo>
                    <a:pt x="426" y="305"/>
                    <a:pt x="365" y="1"/>
                    <a:pt x="304" y="639"/>
                  </a:cubicBezTo>
                  <a:cubicBezTo>
                    <a:pt x="274" y="1217"/>
                    <a:pt x="1" y="2159"/>
                    <a:pt x="1034" y="2584"/>
                  </a:cubicBezTo>
                  <a:cubicBezTo>
                    <a:pt x="1034" y="2645"/>
                    <a:pt x="1064" y="2645"/>
                    <a:pt x="1064" y="2645"/>
                  </a:cubicBezTo>
                  <a:cubicBezTo>
                    <a:pt x="1125" y="2645"/>
                    <a:pt x="1156" y="2676"/>
                    <a:pt x="1186" y="2676"/>
                  </a:cubicBezTo>
                  <a:cubicBezTo>
                    <a:pt x="1368" y="2767"/>
                    <a:pt x="1520" y="2828"/>
                    <a:pt x="1672" y="2858"/>
                  </a:cubicBezTo>
                  <a:cubicBezTo>
                    <a:pt x="1824" y="2949"/>
                    <a:pt x="1946" y="2980"/>
                    <a:pt x="2067" y="3010"/>
                  </a:cubicBezTo>
                  <a:cubicBezTo>
                    <a:pt x="2098" y="3010"/>
                    <a:pt x="2128" y="3071"/>
                    <a:pt x="2189" y="3071"/>
                  </a:cubicBezTo>
                  <a:cubicBezTo>
                    <a:pt x="2463" y="3223"/>
                    <a:pt x="2645" y="3314"/>
                    <a:pt x="2706" y="3618"/>
                  </a:cubicBezTo>
                  <a:cubicBezTo>
                    <a:pt x="2858" y="4195"/>
                    <a:pt x="2402" y="4621"/>
                    <a:pt x="2584" y="5563"/>
                  </a:cubicBezTo>
                  <a:cubicBezTo>
                    <a:pt x="2736" y="6354"/>
                    <a:pt x="3587" y="7691"/>
                    <a:pt x="4256" y="7995"/>
                  </a:cubicBezTo>
                  <a:lnTo>
                    <a:pt x="4286" y="7995"/>
                  </a:lnTo>
                  <a:cubicBezTo>
                    <a:pt x="4408" y="8025"/>
                    <a:pt x="4499" y="8025"/>
                    <a:pt x="4590" y="8025"/>
                  </a:cubicBezTo>
                  <a:cubicBezTo>
                    <a:pt x="5320" y="7934"/>
                    <a:pt x="4712" y="6749"/>
                    <a:pt x="5046" y="6323"/>
                  </a:cubicBezTo>
                  <a:cubicBezTo>
                    <a:pt x="5411" y="5898"/>
                    <a:pt x="5988" y="6202"/>
                    <a:pt x="6049" y="5594"/>
                  </a:cubicBezTo>
                  <a:cubicBezTo>
                    <a:pt x="6110" y="4986"/>
                    <a:pt x="6475" y="5381"/>
                    <a:pt x="5776" y="4226"/>
                  </a:cubicBezTo>
                  <a:cubicBezTo>
                    <a:pt x="5107" y="3132"/>
                    <a:pt x="5229" y="2615"/>
                    <a:pt x="4864" y="1885"/>
                  </a:cubicBezTo>
                  <a:cubicBezTo>
                    <a:pt x="4651" y="1460"/>
                    <a:pt x="4347" y="1125"/>
                    <a:pt x="4043" y="1004"/>
                  </a:cubicBezTo>
                  <a:lnTo>
                    <a:pt x="4013" y="1004"/>
                  </a:lnTo>
                  <a:cubicBezTo>
                    <a:pt x="3937" y="974"/>
                    <a:pt x="3846" y="958"/>
                    <a:pt x="3762" y="958"/>
                  </a:cubicBezTo>
                  <a:cubicBezTo>
                    <a:pt x="3678" y="958"/>
                    <a:pt x="3602" y="974"/>
                    <a:pt x="3557" y="1004"/>
                  </a:cubicBezTo>
                  <a:cubicBezTo>
                    <a:pt x="3557" y="1004"/>
                    <a:pt x="3131" y="518"/>
                    <a:pt x="2523" y="244"/>
                  </a:cubicBezTo>
                  <a:cubicBezTo>
                    <a:pt x="2493" y="244"/>
                    <a:pt x="2493" y="214"/>
                    <a:pt x="2432" y="214"/>
                  </a:cubicBezTo>
                  <a:cubicBezTo>
                    <a:pt x="2189" y="92"/>
                    <a:pt x="1824" y="62"/>
                    <a:pt x="1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109"/>
            <p:cNvSpPr/>
            <p:nvPr/>
          </p:nvSpPr>
          <p:spPr>
            <a:xfrm>
              <a:off x="5550950" y="1285575"/>
              <a:ext cx="715075" cy="1422075"/>
            </a:xfrm>
            <a:custGeom>
              <a:avLst/>
              <a:gdLst/>
              <a:ahLst/>
              <a:cxnLst/>
              <a:rect l="l" t="t" r="r" b="b"/>
              <a:pathLst>
                <a:path w="28603" h="56883" extrusionOk="0">
                  <a:moveTo>
                    <a:pt x="6809" y="0"/>
                  </a:moveTo>
                  <a:cubicBezTo>
                    <a:pt x="4347" y="1429"/>
                    <a:pt x="2067" y="3161"/>
                    <a:pt x="0" y="5168"/>
                  </a:cubicBezTo>
                  <a:cubicBezTo>
                    <a:pt x="190" y="5204"/>
                    <a:pt x="391" y="5221"/>
                    <a:pt x="597" y="5221"/>
                  </a:cubicBezTo>
                  <a:cubicBezTo>
                    <a:pt x="1249" y="5221"/>
                    <a:pt x="1960" y="5049"/>
                    <a:pt x="2584" y="4772"/>
                  </a:cubicBezTo>
                  <a:cubicBezTo>
                    <a:pt x="3063" y="4533"/>
                    <a:pt x="3523" y="4419"/>
                    <a:pt x="3969" y="4419"/>
                  </a:cubicBezTo>
                  <a:cubicBezTo>
                    <a:pt x="4315" y="4419"/>
                    <a:pt x="4653" y="4488"/>
                    <a:pt x="4985" y="4620"/>
                  </a:cubicBezTo>
                  <a:cubicBezTo>
                    <a:pt x="5623" y="4924"/>
                    <a:pt x="6201" y="5441"/>
                    <a:pt x="6566" y="6201"/>
                  </a:cubicBezTo>
                  <a:cubicBezTo>
                    <a:pt x="7386" y="7812"/>
                    <a:pt x="8450" y="9514"/>
                    <a:pt x="9271" y="11247"/>
                  </a:cubicBezTo>
                  <a:cubicBezTo>
                    <a:pt x="10061" y="13010"/>
                    <a:pt x="8329" y="14225"/>
                    <a:pt x="7143" y="16232"/>
                  </a:cubicBezTo>
                  <a:cubicBezTo>
                    <a:pt x="5958" y="18207"/>
                    <a:pt x="5471" y="20730"/>
                    <a:pt x="7903" y="23162"/>
                  </a:cubicBezTo>
                  <a:cubicBezTo>
                    <a:pt x="7910" y="23164"/>
                    <a:pt x="7917" y="23165"/>
                    <a:pt x="7924" y="23165"/>
                  </a:cubicBezTo>
                  <a:cubicBezTo>
                    <a:pt x="8018" y="23165"/>
                    <a:pt x="8148" y="22939"/>
                    <a:pt x="7782" y="21277"/>
                  </a:cubicBezTo>
                  <a:cubicBezTo>
                    <a:pt x="7460" y="19748"/>
                    <a:pt x="7753" y="19213"/>
                    <a:pt x="8098" y="19213"/>
                  </a:cubicBezTo>
                  <a:cubicBezTo>
                    <a:pt x="8144" y="19213"/>
                    <a:pt x="8191" y="19223"/>
                    <a:pt x="8237" y="19241"/>
                  </a:cubicBezTo>
                  <a:cubicBezTo>
                    <a:pt x="8359" y="19271"/>
                    <a:pt x="8481" y="19393"/>
                    <a:pt x="8541" y="19514"/>
                  </a:cubicBezTo>
                  <a:cubicBezTo>
                    <a:pt x="8937" y="20061"/>
                    <a:pt x="10730" y="24074"/>
                    <a:pt x="10335" y="24833"/>
                  </a:cubicBezTo>
                  <a:cubicBezTo>
                    <a:pt x="9970" y="25593"/>
                    <a:pt x="9149" y="28025"/>
                    <a:pt x="10456" y="28694"/>
                  </a:cubicBezTo>
                  <a:cubicBezTo>
                    <a:pt x="11733" y="29393"/>
                    <a:pt x="13070" y="31581"/>
                    <a:pt x="13405" y="33435"/>
                  </a:cubicBezTo>
                  <a:cubicBezTo>
                    <a:pt x="13344" y="33496"/>
                    <a:pt x="11824" y="34013"/>
                    <a:pt x="11520" y="35016"/>
                  </a:cubicBezTo>
                  <a:cubicBezTo>
                    <a:pt x="11216" y="35989"/>
                    <a:pt x="9271" y="38846"/>
                    <a:pt x="10456" y="40396"/>
                  </a:cubicBezTo>
                  <a:cubicBezTo>
                    <a:pt x="11642" y="41946"/>
                    <a:pt x="12250" y="41946"/>
                    <a:pt x="11186" y="43922"/>
                  </a:cubicBezTo>
                  <a:cubicBezTo>
                    <a:pt x="10152" y="45958"/>
                    <a:pt x="9666" y="49028"/>
                    <a:pt x="8511" y="49606"/>
                  </a:cubicBezTo>
                  <a:cubicBezTo>
                    <a:pt x="7386" y="50123"/>
                    <a:pt x="7569" y="49697"/>
                    <a:pt x="6535" y="51946"/>
                  </a:cubicBezTo>
                  <a:cubicBezTo>
                    <a:pt x="6505" y="52068"/>
                    <a:pt x="5623" y="53952"/>
                    <a:pt x="6353" y="54712"/>
                  </a:cubicBezTo>
                  <a:cubicBezTo>
                    <a:pt x="6930" y="55381"/>
                    <a:pt x="7934" y="56506"/>
                    <a:pt x="8693" y="56810"/>
                  </a:cubicBezTo>
                  <a:cubicBezTo>
                    <a:pt x="8777" y="56860"/>
                    <a:pt x="8861" y="56882"/>
                    <a:pt x="8939" y="56882"/>
                  </a:cubicBezTo>
                  <a:cubicBezTo>
                    <a:pt x="9004" y="56882"/>
                    <a:pt x="9064" y="56867"/>
                    <a:pt x="9119" y="56840"/>
                  </a:cubicBezTo>
                  <a:cubicBezTo>
                    <a:pt x="9757" y="56597"/>
                    <a:pt x="8085" y="54621"/>
                    <a:pt x="8997" y="53436"/>
                  </a:cubicBezTo>
                  <a:cubicBezTo>
                    <a:pt x="9909" y="52250"/>
                    <a:pt x="14073" y="51642"/>
                    <a:pt x="14621" y="50579"/>
                  </a:cubicBezTo>
                  <a:cubicBezTo>
                    <a:pt x="15198" y="49515"/>
                    <a:pt x="16292" y="48481"/>
                    <a:pt x="17660" y="48086"/>
                  </a:cubicBezTo>
                  <a:cubicBezTo>
                    <a:pt x="17801" y="48030"/>
                    <a:pt x="17930" y="48006"/>
                    <a:pt x="18045" y="48006"/>
                  </a:cubicBezTo>
                  <a:cubicBezTo>
                    <a:pt x="18177" y="48006"/>
                    <a:pt x="18292" y="48037"/>
                    <a:pt x="18390" y="48086"/>
                  </a:cubicBezTo>
                  <a:cubicBezTo>
                    <a:pt x="18542" y="48147"/>
                    <a:pt x="18663" y="48208"/>
                    <a:pt x="18785" y="48329"/>
                  </a:cubicBezTo>
                  <a:cubicBezTo>
                    <a:pt x="18846" y="48451"/>
                    <a:pt x="18967" y="48512"/>
                    <a:pt x="19119" y="48603"/>
                  </a:cubicBezTo>
                  <a:cubicBezTo>
                    <a:pt x="19175" y="48619"/>
                    <a:pt x="19236" y="48629"/>
                    <a:pt x="19303" y="48629"/>
                  </a:cubicBezTo>
                  <a:cubicBezTo>
                    <a:pt x="19491" y="48629"/>
                    <a:pt x="19734" y="48553"/>
                    <a:pt x="20092" y="48329"/>
                  </a:cubicBezTo>
                  <a:cubicBezTo>
                    <a:pt x="21551" y="47387"/>
                    <a:pt x="21216" y="45898"/>
                    <a:pt x="22645" y="44955"/>
                  </a:cubicBezTo>
                  <a:cubicBezTo>
                    <a:pt x="24134" y="43983"/>
                    <a:pt x="25077" y="44621"/>
                    <a:pt x="24742" y="42554"/>
                  </a:cubicBezTo>
                  <a:cubicBezTo>
                    <a:pt x="24438" y="40548"/>
                    <a:pt x="23101" y="38998"/>
                    <a:pt x="23253" y="38177"/>
                  </a:cubicBezTo>
                  <a:cubicBezTo>
                    <a:pt x="23405" y="37387"/>
                    <a:pt x="23101" y="36931"/>
                    <a:pt x="21004" y="36019"/>
                  </a:cubicBezTo>
                  <a:cubicBezTo>
                    <a:pt x="19210" y="35259"/>
                    <a:pt x="19666" y="34043"/>
                    <a:pt x="18116" y="33375"/>
                  </a:cubicBezTo>
                  <a:cubicBezTo>
                    <a:pt x="18086" y="33375"/>
                    <a:pt x="18055" y="33314"/>
                    <a:pt x="17994" y="33314"/>
                  </a:cubicBezTo>
                  <a:cubicBezTo>
                    <a:pt x="17751" y="33223"/>
                    <a:pt x="17387" y="33131"/>
                    <a:pt x="17022" y="33071"/>
                  </a:cubicBezTo>
                  <a:cubicBezTo>
                    <a:pt x="16687" y="32979"/>
                    <a:pt x="16323" y="32919"/>
                    <a:pt x="16080" y="32797"/>
                  </a:cubicBezTo>
                  <a:cubicBezTo>
                    <a:pt x="16019" y="32767"/>
                    <a:pt x="15958" y="32767"/>
                    <a:pt x="15928" y="32706"/>
                  </a:cubicBezTo>
                  <a:cubicBezTo>
                    <a:pt x="13952" y="31885"/>
                    <a:pt x="13648" y="30031"/>
                    <a:pt x="13587" y="28876"/>
                  </a:cubicBezTo>
                  <a:cubicBezTo>
                    <a:pt x="13587" y="27751"/>
                    <a:pt x="13192" y="27174"/>
                    <a:pt x="12493" y="26870"/>
                  </a:cubicBezTo>
                  <a:cubicBezTo>
                    <a:pt x="12432" y="26870"/>
                    <a:pt x="12341" y="26840"/>
                    <a:pt x="12219" y="26779"/>
                  </a:cubicBezTo>
                  <a:cubicBezTo>
                    <a:pt x="11617" y="26505"/>
                    <a:pt x="12173" y="24385"/>
                    <a:pt x="13487" y="24385"/>
                  </a:cubicBezTo>
                  <a:cubicBezTo>
                    <a:pt x="13633" y="24385"/>
                    <a:pt x="13788" y="24411"/>
                    <a:pt x="13952" y="24469"/>
                  </a:cubicBezTo>
                  <a:cubicBezTo>
                    <a:pt x="14560" y="24712"/>
                    <a:pt x="15046" y="25198"/>
                    <a:pt x="15472" y="25624"/>
                  </a:cubicBezTo>
                  <a:cubicBezTo>
                    <a:pt x="15867" y="26019"/>
                    <a:pt x="16232" y="26444"/>
                    <a:pt x="16535" y="26566"/>
                  </a:cubicBezTo>
                  <a:cubicBezTo>
                    <a:pt x="16576" y="26566"/>
                    <a:pt x="16630" y="26580"/>
                    <a:pt x="16680" y="26580"/>
                  </a:cubicBezTo>
                  <a:cubicBezTo>
                    <a:pt x="16704" y="26580"/>
                    <a:pt x="16728" y="26576"/>
                    <a:pt x="16748" y="26566"/>
                  </a:cubicBezTo>
                  <a:cubicBezTo>
                    <a:pt x="17356" y="26384"/>
                    <a:pt x="15654" y="25320"/>
                    <a:pt x="16687" y="24165"/>
                  </a:cubicBezTo>
                  <a:cubicBezTo>
                    <a:pt x="17721" y="23040"/>
                    <a:pt x="17508" y="23587"/>
                    <a:pt x="18815" y="22919"/>
                  </a:cubicBezTo>
                  <a:cubicBezTo>
                    <a:pt x="20092" y="22189"/>
                    <a:pt x="19089" y="22159"/>
                    <a:pt x="20183" y="21581"/>
                  </a:cubicBezTo>
                  <a:cubicBezTo>
                    <a:pt x="21277" y="21004"/>
                    <a:pt x="22037" y="20001"/>
                    <a:pt x="23435" y="19332"/>
                  </a:cubicBezTo>
                  <a:cubicBezTo>
                    <a:pt x="23577" y="19261"/>
                    <a:pt x="23712" y="19236"/>
                    <a:pt x="23840" y="19236"/>
                  </a:cubicBezTo>
                  <a:cubicBezTo>
                    <a:pt x="23987" y="19236"/>
                    <a:pt x="24126" y="19269"/>
                    <a:pt x="24256" y="19301"/>
                  </a:cubicBezTo>
                  <a:cubicBezTo>
                    <a:pt x="24469" y="19393"/>
                    <a:pt x="24621" y="19575"/>
                    <a:pt x="24803" y="19727"/>
                  </a:cubicBezTo>
                  <a:cubicBezTo>
                    <a:pt x="25016" y="19879"/>
                    <a:pt x="25168" y="20031"/>
                    <a:pt x="25381" y="20153"/>
                  </a:cubicBezTo>
                  <a:cubicBezTo>
                    <a:pt x="25458" y="20178"/>
                    <a:pt x="25541" y="20195"/>
                    <a:pt x="25631" y="20195"/>
                  </a:cubicBezTo>
                  <a:cubicBezTo>
                    <a:pt x="25857" y="20195"/>
                    <a:pt x="26127" y="20092"/>
                    <a:pt x="26475" y="19788"/>
                  </a:cubicBezTo>
                  <a:cubicBezTo>
                    <a:pt x="28055" y="18481"/>
                    <a:pt x="28603" y="16353"/>
                    <a:pt x="26779" y="15228"/>
                  </a:cubicBezTo>
                  <a:cubicBezTo>
                    <a:pt x="26019" y="14773"/>
                    <a:pt x="25350" y="14286"/>
                    <a:pt x="24651" y="14013"/>
                  </a:cubicBezTo>
                  <a:cubicBezTo>
                    <a:pt x="24621" y="13982"/>
                    <a:pt x="24560" y="13982"/>
                    <a:pt x="24499" y="13952"/>
                  </a:cubicBezTo>
                  <a:cubicBezTo>
                    <a:pt x="24176" y="13833"/>
                    <a:pt x="23869" y="13761"/>
                    <a:pt x="23579" y="13761"/>
                  </a:cubicBezTo>
                  <a:cubicBezTo>
                    <a:pt x="23051" y="13761"/>
                    <a:pt x="22582" y="14003"/>
                    <a:pt x="22189" y="14651"/>
                  </a:cubicBezTo>
                  <a:cubicBezTo>
                    <a:pt x="21532" y="15691"/>
                    <a:pt x="21023" y="16189"/>
                    <a:pt x="20618" y="16189"/>
                  </a:cubicBezTo>
                  <a:cubicBezTo>
                    <a:pt x="20573" y="16189"/>
                    <a:pt x="20529" y="16183"/>
                    <a:pt x="20487" y="16171"/>
                  </a:cubicBezTo>
                  <a:cubicBezTo>
                    <a:pt x="20244" y="16080"/>
                    <a:pt x="20092" y="15806"/>
                    <a:pt x="19940" y="15411"/>
                  </a:cubicBezTo>
                  <a:cubicBezTo>
                    <a:pt x="19484" y="14073"/>
                    <a:pt x="16535" y="11672"/>
                    <a:pt x="19150" y="10760"/>
                  </a:cubicBezTo>
                  <a:cubicBezTo>
                    <a:pt x="21764" y="9848"/>
                    <a:pt x="22584" y="10487"/>
                    <a:pt x="22189" y="8906"/>
                  </a:cubicBezTo>
                  <a:cubicBezTo>
                    <a:pt x="21885" y="7660"/>
                    <a:pt x="21460" y="6049"/>
                    <a:pt x="21216" y="5927"/>
                  </a:cubicBezTo>
                  <a:cubicBezTo>
                    <a:pt x="21207" y="5924"/>
                    <a:pt x="21198" y="5923"/>
                    <a:pt x="21189" y="5923"/>
                  </a:cubicBezTo>
                  <a:cubicBezTo>
                    <a:pt x="21113" y="5923"/>
                    <a:pt x="21058" y="6040"/>
                    <a:pt x="21004" y="6231"/>
                  </a:cubicBezTo>
                  <a:cubicBezTo>
                    <a:pt x="20851" y="7119"/>
                    <a:pt x="20614" y="8156"/>
                    <a:pt x="19762" y="8156"/>
                  </a:cubicBezTo>
                  <a:cubicBezTo>
                    <a:pt x="19594" y="8156"/>
                    <a:pt x="19401" y="8115"/>
                    <a:pt x="19180" y="8025"/>
                  </a:cubicBezTo>
                  <a:cubicBezTo>
                    <a:pt x="17873" y="7386"/>
                    <a:pt x="16019" y="6809"/>
                    <a:pt x="15684" y="5867"/>
                  </a:cubicBezTo>
                  <a:cubicBezTo>
                    <a:pt x="15380" y="4985"/>
                    <a:pt x="14681" y="3891"/>
                    <a:pt x="13800" y="3557"/>
                  </a:cubicBezTo>
                  <a:cubicBezTo>
                    <a:pt x="13557" y="3465"/>
                    <a:pt x="13253" y="3344"/>
                    <a:pt x="12766" y="3161"/>
                  </a:cubicBezTo>
                  <a:cubicBezTo>
                    <a:pt x="12736" y="3131"/>
                    <a:pt x="12645" y="3131"/>
                    <a:pt x="12584" y="3101"/>
                  </a:cubicBezTo>
                  <a:cubicBezTo>
                    <a:pt x="11939" y="2852"/>
                    <a:pt x="11233" y="2604"/>
                    <a:pt x="10830" y="2604"/>
                  </a:cubicBezTo>
                  <a:cubicBezTo>
                    <a:pt x="10739" y="2604"/>
                    <a:pt x="10664" y="2617"/>
                    <a:pt x="10608" y="2645"/>
                  </a:cubicBezTo>
                  <a:cubicBezTo>
                    <a:pt x="10245" y="2827"/>
                    <a:pt x="10068" y="3076"/>
                    <a:pt x="9709" y="3076"/>
                  </a:cubicBezTo>
                  <a:cubicBezTo>
                    <a:pt x="9589" y="3076"/>
                    <a:pt x="9447" y="3048"/>
                    <a:pt x="9271" y="2979"/>
                  </a:cubicBezTo>
                  <a:cubicBezTo>
                    <a:pt x="9241" y="2918"/>
                    <a:pt x="8602" y="2098"/>
                    <a:pt x="7569" y="760"/>
                  </a:cubicBezTo>
                  <a:cubicBezTo>
                    <a:pt x="7386" y="547"/>
                    <a:pt x="7113" y="274"/>
                    <a:pt x="68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00331585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ackground 6">
  <p:cSld name="Background 6">
    <p:spTree>
      <p:nvGrpSpPr>
        <p:cNvPr id="1" name="Shape 1967"/>
        <p:cNvGrpSpPr/>
        <p:nvPr/>
      </p:nvGrpSpPr>
      <p:grpSpPr>
        <a:xfrm>
          <a:off x="0" y="0"/>
          <a:ext cx="0" cy="0"/>
          <a:chOff x="0" y="0"/>
          <a:chExt cx="0" cy="0"/>
        </a:xfrm>
      </p:grpSpPr>
      <p:sp>
        <p:nvSpPr>
          <p:cNvPr id="1968" name="Google Shape;1968;p110"/>
          <p:cNvSpPr/>
          <p:nvPr/>
        </p:nvSpPr>
        <p:spPr>
          <a:xfrm rot="288678" flipH="1">
            <a:off x="-1680222" y="1243249"/>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9" name="Google Shape;1969;p110"/>
          <p:cNvSpPr/>
          <p:nvPr/>
        </p:nvSpPr>
        <p:spPr>
          <a:xfrm>
            <a:off x="2844300" y="3688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70" name="Google Shape;1970;p110"/>
          <p:cNvGrpSpPr/>
          <p:nvPr/>
        </p:nvGrpSpPr>
        <p:grpSpPr>
          <a:xfrm>
            <a:off x="950958" y="2702441"/>
            <a:ext cx="3027913" cy="3013779"/>
            <a:chOff x="6762468" y="1386456"/>
            <a:chExt cx="2270935" cy="2260334"/>
          </a:xfrm>
        </p:grpSpPr>
        <p:sp>
          <p:nvSpPr>
            <p:cNvPr id="1971" name="Google Shape;1971;p110"/>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2" name="Google Shape;1972;p110"/>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3" name="Google Shape;1973;p110"/>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4" name="Google Shape;1974;p110"/>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5" name="Google Shape;1975;p110"/>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6" name="Google Shape;1976;p110"/>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110"/>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110"/>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110"/>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0" name="Google Shape;1980;p110"/>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1" name="Google Shape;1981;p110"/>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2" name="Google Shape;1982;p110"/>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3" name="Google Shape;1983;p110"/>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4" name="Google Shape;1984;p110"/>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5" name="Google Shape;1985;p110"/>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6" name="Google Shape;1986;p110"/>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7" name="Google Shape;1987;p110"/>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110"/>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110"/>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110"/>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110"/>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110"/>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110"/>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110"/>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5" name="Google Shape;1995;p110"/>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6" name="Google Shape;1996;p110"/>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110"/>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8" name="Google Shape;1998;p110"/>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9" name="Google Shape;1999;p110"/>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0" name="Google Shape;2000;p110"/>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1" name="Google Shape;2001;p110"/>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110"/>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110"/>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6878416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ackground 7">
  <p:cSld name="Background 7">
    <p:spTree>
      <p:nvGrpSpPr>
        <p:cNvPr id="1" name="Shape 2004"/>
        <p:cNvGrpSpPr/>
        <p:nvPr/>
      </p:nvGrpSpPr>
      <p:grpSpPr>
        <a:xfrm>
          <a:off x="0" y="0"/>
          <a:ext cx="0" cy="0"/>
          <a:chOff x="0" y="0"/>
          <a:chExt cx="0" cy="0"/>
        </a:xfrm>
      </p:grpSpPr>
      <p:sp>
        <p:nvSpPr>
          <p:cNvPr id="2005" name="Google Shape;2005;p111"/>
          <p:cNvSpPr/>
          <p:nvPr/>
        </p:nvSpPr>
        <p:spPr>
          <a:xfrm>
            <a:off x="6188600" y="712300"/>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06" name="Google Shape;2006;p111"/>
          <p:cNvSpPr/>
          <p:nvPr/>
        </p:nvSpPr>
        <p:spPr>
          <a:xfrm>
            <a:off x="10334734" y="4576559"/>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07" name="Google Shape;2007;p111"/>
          <p:cNvGrpSpPr/>
          <p:nvPr/>
        </p:nvGrpSpPr>
        <p:grpSpPr>
          <a:xfrm>
            <a:off x="-507993" y="-107265"/>
            <a:ext cx="3036423" cy="7072503"/>
            <a:chOff x="224725" y="566950"/>
            <a:chExt cx="1850875" cy="4311100"/>
          </a:xfrm>
        </p:grpSpPr>
        <p:sp>
          <p:nvSpPr>
            <p:cNvPr id="2008" name="Google Shape;2008;p11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11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0" name="Google Shape;2010;p11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1" name="Google Shape;2011;p11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11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11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11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11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11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11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11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9" name="Google Shape;2019;p11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0" name="Google Shape;2020;p11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11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11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11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11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11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11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11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8" name="Google Shape;2028;p11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9" name="Google Shape;2029;p11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11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11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32" name="Google Shape;2032;p111"/>
          <p:cNvSpPr/>
          <p:nvPr/>
        </p:nvSpPr>
        <p:spPr>
          <a:xfrm>
            <a:off x="2700393" y="853631"/>
            <a:ext cx="2553600" cy="25536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33" name="Google Shape;2033;p111"/>
          <p:cNvGrpSpPr/>
          <p:nvPr/>
        </p:nvGrpSpPr>
        <p:grpSpPr>
          <a:xfrm>
            <a:off x="3726405" y="1892204"/>
            <a:ext cx="2441296" cy="2429881"/>
            <a:chOff x="2414491" y="671177"/>
            <a:chExt cx="1830972" cy="1822411"/>
          </a:xfrm>
        </p:grpSpPr>
        <p:sp>
          <p:nvSpPr>
            <p:cNvPr id="2034" name="Google Shape;2034;p11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5" name="Google Shape;2035;p11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6" name="Google Shape;2036;p11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7" name="Google Shape;2037;p11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8" name="Google Shape;2038;p11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11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11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11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2" name="Google Shape;2042;p11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3" name="Google Shape;2043;p11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11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11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11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11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11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11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11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1" name="Google Shape;2051;p11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2" name="Google Shape;2052;p11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11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11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11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11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11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11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11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0" name="Google Shape;2060;p11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1" name="Google Shape;2061;p11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11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11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11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5" name="Google Shape;2065;p11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6" name="Google Shape;2066;p11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7" name="Google Shape;2067;p11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6832079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ackground 8">
  <p:cSld name="Background 8">
    <p:spTree>
      <p:nvGrpSpPr>
        <p:cNvPr id="1" name="Shape 2068"/>
        <p:cNvGrpSpPr/>
        <p:nvPr/>
      </p:nvGrpSpPr>
      <p:grpSpPr>
        <a:xfrm>
          <a:off x="0" y="0"/>
          <a:ext cx="0" cy="0"/>
          <a:chOff x="0" y="0"/>
          <a:chExt cx="0" cy="0"/>
        </a:xfrm>
      </p:grpSpPr>
      <p:sp>
        <p:nvSpPr>
          <p:cNvPr id="2069" name="Google Shape;2069;p112"/>
          <p:cNvSpPr/>
          <p:nvPr/>
        </p:nvSpPr>
        <p:spPr>
          <a:xfrm>
            <a:off x="6188600"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0" name="Google Shape;2070;p112"/>
          <p:cNvSpPr/>
          <p:nvPr/>
        </p:nvSpPr>
        <p:spPr>
          <a:xfrm rot="10800000">
            <a:off x="-1578566" y="-831456"/>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1" name="Google Shape;2071;p112"/>
          <p:cNvSpPr/>
          <p:nvPr/>
        </p:nvSpPr>
        <p:spPr>
          <a:xfrm>
            <a:off x="2481301" y="2175134"/>
            <a:ext cx="2344201" cy="306163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2" name="Google Shape;2072;p112"/>
          <p:cNvSpPr/>
          <p:nvPr/>
        </p:nvSpPr>
        <p:spPr>
          <a:xfrm rot="-1848056" flipH="1">
            <a:off x="4562600" y="3178382"/>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3" name="Google Shape;2073;p112"/>
          <p:cNvSpPr/>
          <p:nvPr/>
        </p:nvSpPr>
        <p:spPr>
          <a:xfrm rot="10800000">
            <a:off x="-1189627" y="3673609"/>
            <a:ext cx="4281177" cy="426342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3712041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Background 9">
  <p:cSld name="Background 9">
    <p:spTree>
      <p:nvGrpSpPr>
        <p:cNvPr id="1" name="Shape 2074"/>
        <p:cNvGrpSpPr/>
        <p:nvPr/>
      </p:nvGrpSpPr>
      <p:grpSpPr>
        <a:xfrm>
          <a:off x="0" y="0"/>
          <a:ext cx="0" cy="0"/>
          <a:chOff x="0" y="0"/>
          <a:chExt cx="0" cy="0"/>
        </a:xfrm>
      </p:grpSpPr>
      <p:sp>
        <p:nvSpPr>
          <p:cNvPr id="2075" name="Google Shape;2075;p113"/>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6" name="Google Shape;2076;p113"/>
          <p:cNvSpPr/>
          <p:nvPr/>
        </p:nvSpPr>
        <p:spPr>
          <a:xfrm rot="-5400000" flipH="1">
            <a:off x="7115771" y="14556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7" name="Google Shape;2077;p113"/>
          <p:cNvSpPr/>
          <p:nvPr/>
        </p:nvSpPr>
        <p:spPr>
          <a:xfrm flipH="1">
            <a:off x="4564880" y="458086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78" name="Google Shape;2078;p113"/>
          <p:cNvGrpSpPr/>
          <p:nvPr/>
        </p:nvGrpSpPr>
        <p:grpSpPr>
          <a:xfrm flipH="1">
            <a:off x="6047215" y="731541"/>
            <a:ext cx="3027913" cy="3013779"/>
            <a:chOff x="6762468" y="1386456"/>
            <a:chExt cx="2270935" cy="2260334"/>
          </a:xfrm>
        </p:grpSpPr>
        <p:sp>
          <p:nvSpPr>
            <p:cNvPr id="2079" name="Google Shape;2079;p11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0" name="Google Shape;2080;p11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1" name="Google Shape;2081;p11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11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11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11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11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11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7" name="Google Shape;2087;p11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11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11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11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1" name="Google Shape;2091;p11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2" name="Google Shape;2092;p11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11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11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11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11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11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11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11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11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11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11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11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11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11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11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11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11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11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0" name="Google Shape;2110;p11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1" name="Google Shape;2111;p11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2254038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Background 10">
  <p:cSld name="Background 10">
    <p:spTree>
      <p:nvGrpSpPr>
        <p:cNvPr id="1" name="Shape 2112"/>
        <p:cNvGrpSpPr/>
        <p:nvPr/>
      </p:nvGrpSpPr>
      <p:grpSpPr>
        <a:xfrm>
          <a:off x="0" y="0"/>
          <a:ext cx="0" cy="0"/>
          <a:chOff x="0" y="0"/>
          <a:chExt cx="0" cy="0"/>
        </a:xfrm>
      </p:grpSpPr>
      <p:sp>
        <p:nvSpPr>
          <p:cNvPr id="2113" name="Google Shape;2113;p114"/>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14" name="Google Shape;2114;p114"/>
          <p:cNvSpPr/>
          <p:nvPr/>
        </p:nvSpPr>
        <p:spPr>
          <a:xfrm rot="-2266405" flipH="1">
            <a:off x="8570297" y="3337685"/>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5" name="Google Shape;2115;p114"/>
          <p:cNvSpPr/>
          <p:nvPr/>
        </p:nvSpPr>
        <p:spPr>
          <a:xfrm>
            <a:off x="7555351" y="-1409166"/>
            <a:ext cx="5289932" cy="526799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6" name="Google Shape;2116;p114"/>
          <p:cNvSpPr/>
          <p:nvPr/>
        </p:nvSpPr>
        <p:spPr>
          <a:xfrm flipH="1">
            <a:off x="6657948" y="1301968"/>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8073556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Background 11">
  <p:cSld name="Background 11">
    <p:spTree>
      <p:nvGrpSpPr>
        <p:cNvPr id="1" name="Shape 2117"/>
        <p:cNvGrpSpPr/>
        <p:nvPr/>
      </p:nvGrpSpPr>
      <p:grpSpPr>
        <a:xfrm>
          <a:off x="0" y="0"/>
          <a:ext cx="0" cy="0"/>
          <a:chOff x="0" y="0"/>
          <a:chExt cx="0" cy="0"/>
        </a:xfrm>
      </p:grpSpPr>
      <p:sp>
        <p:nvSpPr>
          <p:cNvPr id="2118" name="Google Shape;2118;p115"/>
          <p:cNvSpPr/>
          <p:nvPr/>
        </p:nvSpPr>
        <p:spPr>
          <a:xfrm flipH="1">
            <a:off x="1356251" y="718867"/>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grpSp>
        <p:nvGrpSpPr>
          <p:cNvPr id="2119" name="Google Shape;2119;p115"/>
          <p:cNvGrpSpPr/>
          <p:nvPr/>
        </p:nvGrpSpPr>
        <p:grpSpPr>
          <a:xfrm rot="5400000" flipH="1">
            <a:off x="7214390" y="1769918"/>
            <a:ext cx="3036423" cy="7072503"/>
            <a:chOff x="224725" y="566950"/>
            <a:chExt cx="1850875" cy="4311100"/>
          </a:xfrm>
        </p:grpSpPr>
        <p:sp>
          <p:nvSpPr>
            <p:cNvPr id="2120" name="Google Shape;2120;p11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1" name="Google Shape;2121;p11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2" name="Google Shape;2122;p11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3" name="Google Shape;2123;p11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4" name="Google Shape;2124;p11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5" name="Google Shape;2125;p11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6" name="Google Shape;2126;p11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7" name="Google Shape;2127;p11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8" name="Google Shape;2128;p11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9" name="Google Shape;2129;p11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0" name="Google Shape;2130;p11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1" name="Google Shape;2131;p11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2" name="Google Shape;2132;p11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3" name="Google Shape;2133;p11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4" name="Google Shape;2134;p11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5" name="Google Shape;2135;p11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6" name="Google Shape;2136;p11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7" name="Google Shape;2137;p11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8" name="Google Shape;2138;p11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9" name="Google Shape;2139;p11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0" name="Google Shape;2140;p11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1" name="Google Shape;2141;p11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2" name="Google Shape;2142;p11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3" name="Google Shape;2143;p11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44" name="Google Shape;2144;p115"/>
          <p:cNvSpPr/>
          <p:nvPr/>
        </p:nvSpPr>
        <p:spPr>
          <a:xfrm rot="-3415034" flipH="1">
            <a:off x="7145186" y="6987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5" name="Google Shape;2145;p115"/>
          <p:cNvSpPr/>
          <p:nvPr/>
        </p:nvSpPr>
        <p:spPr>
          <a:xfrm rot="-1379372" flipH="1">
            <a:off x="6864847" y="15782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6" name="Google Shape;2146;p115"/>
          <p:cNvSpPr/>
          <p:nvPr/>
        </p:nvSpPr>
        <p:spPr>
          <a:xfrm flipH="1">
            <a:off x="1058735" y="4889870"/>
            <a:ext cx="1416279" cy="124927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6307116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Background 12">
  <p:cSld name="Background 12">
    <p:spTree>
      <p:nvGrpSpPr>
        <p:cNvPr id="1" name="Shape 2147"/>
        <p:cNvGrpSpPr/>
        <p:nvPr/>
      </p:nvGrpSpPr>
      <p:grpSpPr>
        <a:xfrm>
          <a:off x="0" y="0"/>
          <a:ext cx="0" cy="0"/>
          <a:chOff x="0" y="0"/>
          <a:chExt cx="0" cy="0"/>
        </a:xfrm>
      </p:grpSpPr>
      <p:sp>
        <p:nvSpPr>
          <p:cNvPr id="2148" name="Google Shape;2148;p116"/>
          <p:cNvSpPr/>
          <p:nvPr/>
        </p:nvSpPr>
        <p:spPr>
          <a:xfrm flipH="1">
            <a:off x="1344784"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49" name="Google Shape;2149;p116"/>
          <p:cNvSpPr/>
          <p:nvPr/>
        </p:nvSpPr>
        <p:spPr>
          <a:xfrm rot="-5096759" flipH="1">
            <a:off x="7965336" y="3058936"/>
            <a:ext cx="6551409" cy="403060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50" name="Google Shape;2150;p116"/>
          <p:cNvSpPr/>
          <p:nvPr/>
        </p:nvSpPr>
        <p:spPr>
          <a:xfrm>
            <a:off x="5648700" y="4950492"/>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51" name="Google Shape;2151;p116"/>
          <p:cNvGrpSpPr/>
          <p:nvPr/>
        </p:nvGrpSpPr>
        <p:grpSpPr>
          <a:xfrm>
            <a:off x="8197639" y="1668970"/>
            <a:ext cx="2441296" cy="2429881"/>
            <a:chOff x="2414491" y="671177"/>
            <a:chExt cx="1830972" cy="1822411"/>
          </a:xfrm>
        </p:grpSpPr>
        <p:sp>
          <p:nvSpPr>
            <p:cNvPr id="2152" name="Google Shape;2152;p11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3" name="Google Shape;2153;p11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4" name="Google Shape;2154;p11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5" name="Google Shape;2155;p11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6" name="Google Shape;2156;p11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7" name="Google Shape;2157;p11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8" name="Google Shape;2158;p11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9" name="Google Shape;2159;p11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0" name="Google Shape;2160;p11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1" name="Google Shape;2161;p11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2" name="Google Shape;2162;p11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3" name="Google Shape;2163;p11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4" name="Google Shape;2164;p11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5" name="Google Shape;2165;p11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6" name="Google Shape;2166;p11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7" name="Google Shape;2167;p11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8" name="Google Shape;2168;p11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9" name="Google Shape;2169;p11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0" name="Google Shape;2170;p11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1" name="Google Shape;2171;p11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2" name="Google Shape;2172;p11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3" name="Google Shape;2173;p11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4" name="Google Shape;2174;p11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5" name="Google Shape;2175;p11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6" name="Google Shape;2176;p11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7" name="Google Shape;2177;p11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8" name="Google Shape;2178;p11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9" name="Google Shape;2179;p11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0" name="Google Shape;2180;p11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1" name="Google Shape;2181;p11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2" name="Google Shape;2182;p11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3" name="Google Shape;2183;p11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4" name="Google Shape;2184;p11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5" name="Google Shape;2185;p11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86" name="Google Shape;2186;p116"/>
          <p:cNvSpPr/>
          <p:nvPr/>
        </p:nvSpPr>
        <p:spPr>
          <a:xfrm rot="-4619829">
            <a:off x="7117705" y="-1856871"/>
            <a:ext cx="4281136" cy="426338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9884566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2" name="Google Shape;22;p4"/>
          <p:cNvPicPr preferRelativeResize="0"/>
          <p:nvPr/>
        </p:nvPicPr>
        <p:blipFill>
          <a:blip r:embed="rId2">
            <a:alphaModFix/>
          </a:blip>
          <a:stretch>
            <a:fillRect/>
          </a:stretch>
        </p:blipFill>
        <p:spPr>
          <a:xfrm>
            <a:off x="8636601" y="3318500"/>
            <a:ext cx="3555401" cy="3539499"/>
          </a:xfrm>
          <a:prstGeom prst="rect">
            <a:avLst/>
          </a:prstGeom>
          <a:noFill/>
          <a:ln>
            <a:noFill/>
          </a:ln>
        </p:spPr>
      </p:pic>
      <p:sp>
        <p:nvSpPr>
          <p:cNvPr id="23" name="Google Shape;23;p4"/>
          <p:cNvSpPr txBox="1">
            <a:spLocks noGrp="1"/>
          </p:cNvSpPr>
          <p:nvPr>
            <p:ph type="title"/>
          </p:nvPr>
        </p:nvSpPr>
        <p:spPr>
          <a:xfrm>
            <a:off x="842900" y="1227500"/>
            <a:ext cx="86468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24" name="Google Shape;24;p4"/>
          <p:cNvSpPr txBox="1">
            <a:spLocks noGrp="1"/>
          </p:cNvSpPr>
          <p:nvPr>
            <p:ph type="subTitle" idx="1"/>
          </p:nvPr>
        </p:nvSpPr>
        <p:spPr>
          <a:xfrm>
            <a:off x="856933" y="2119201"/>
            <a:ext cx="8632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402394895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A_Introduction_Slide_1">
  <p:cSld name="SA_Introduction_Slide_1">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976200" y="2087189"/>
            <a:ext cx="10239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69" name="Google Shape;69;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0" name="Google Shape;70;p14"/>
          <p:cNvSpPr txBox="1">
            <a:spLocks noGrp="1"/>
          </p:cNvSpPr>
          <p:nvPr>
            <p:ph type="body" idx="1"/>
          </p:nvPr>
        </p:nvSpPr>
        <p:spPr>
          <a:xfrm>
            <a:off x="976200" y="2972667"/>
            <a:ext cx="10239600" cy="491323"/>
          </a:xfrm>
          <a:prstGeom prst="rect">
            <a:avLst/>
          </a:prstGeom>
        </p:spPr>
        <p:txBody>
          <a:bodyPr spcFirstLastPara="1" wrap="square" lIns="91425" tIns="91425" rIns="91425" bIns="91425" anchor="t" anchorCtr="0">
            <a:spAutoFit/>
          </a:bodyPr>
          <a:lstStyle>
            <a:lvl1pPr marL="609585" lvl="0" indent="-414856" algn="ctr" rtl="0">
              <a:spcBef>
                <a:spcPts val="0"/>
              </a:spcBef>
              <a:spcAft>
                <a:spcPts val="0"/>
              </a:spcAft>
              <a:buSzPts val="1300"/>
              <a:buChar char="●"/>
              <a:defRPr sz="1733"/>
            </a:lvl1pPr>
            <a:lvl2pPr marL="1219170" lvl="1" indent="-406390" algn="ctr" rtl="0">
              <a:spcBef>
                <a:spcPts val="0"/>
              </a:spcBef>
              <a:spcAft>
                <a:spcPts val="0"/>
              </a:spcAft>
              <a:buSzPts val="1200"/>
              <a:buChar char="○"/>
              <a:defRPr sz="1600"/>
            </a:lvl2pPr>
            <a:lvl3pPr marL="1828754" lvl="2" indent="-406390" algn="ctr" rtl="0">
              <a:spcBef>
                <a:spcPts val="0"/>
              </a:spcBef>
              <a:spcAft>
                <a:spcPts val="0"/>
              </a:spcAft>
              <a:buSzPts val="1200"/>
              <a:buChar char="■"/>
              <a:defRPr sz="1600"/>
            </a:lvl3pPr>
            <a:lvl4pPr marL="2438339" lvl="3" indent="-406390" algn="ctr" rtl="0">
              <a:spcBef>
                <a:spcPts val="0"/>
              </a:spcBef>
              <a:spcAft>
                <a:spcPts val="0"/>
              </a:spcAft>
              <a:buSzPts val="1200"/>
              <a:buChar char="●"/>
              <a:defRPr sz="1600"/>
            </a:lvl4pPr>
            <a:lvl5pPr marL="3047924" lvl="4" indent="-406390" algn="ctr" rtl="0">
              <a:spcBef>
                <a:spcPts val="0"/>
              </a:spcBef>
              <a:spcAft>
                <a:spcPts val="0"/>
              </a:spcAft>
              <a:buSzPts val="1200"/>
              <a:buChar char="○"/>
              <a:defRPr sz="1600"/>
            </a:lvl5pPr>
            <a:lvl6pPr marL="3657509" lvl="5" indent="-406390" algn="ctr" rtl="0">
              <a:spcBef>
                <a:spcPts val="0"/>
              </a:spcBef>
              <a:spcAft>
                <a:spcPts val="0"/>
              </a:spcAft>
              <a:buSzPts val="1200"/>
              <a:buChar char="■"/>
              <a:defRPr sz="1600"/>
            </a:lvl6pPr>
            <a:lvl7pPr marL="4267093" lvl="6" indent="-406390" algn="ctr" rtl="0">
              <a:spcBef>
                <a:spcPts val="0"/>
              </a:spcBef>
              <a:spcAft>
                <a:spcPts val="0"/>
              </a:spcAft>
              <a:buSzPts val="1200"/>
              <a:buChar char="●"/>
              <a:defRPr sz="1600"/>
            </a:lvl7pPr>
            <a:lvl8pPr marL="4876678" lvl="7" indent="-406390" algn="ctr" rtl="0">
              <a:spcBef>
                <a:spcPts val="0"/>
              </a:spcBef>
              <a:spcAft>
                <a:spcPts val="0"/>
              </a:spcAft>
              <a:buSzPts val="1200"/>
              <a:buChar char="○"/>
              <a:defRPr sz="1600"/>
            </a:lvl8pPr>
            <a:lvl9pPr marL="5486263" lvl="8" indent="-406390" algn="ctr" rtl="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591128364"/>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71"/>
        <p:cNvGrpSpPr/>
        <p:nvPr/>
      </p:nvGrpSpPr>
      <p:grpSpPr>
        <a:xfrm>
          <a:off x="0" y="0"/>
          <a:ext cx="0" cy="0"/>
          <a:chOff x="0" y="0"/>
          <a:chExt cx="0" cy="0"/>
        </a:xfrm>
      </p:grpSpPr>
      <p:sp>
        <p:nvSpPr>
          <p:cNvPr id="72" name="Google Shape;72;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3" name="Google Shape;73;p15"/>
          <p:cNvSpPr>
            <a:spLocks noGrp="1"/>
          </p:cNvSpPr>
          <p:nvPr>
            <p:ph type="pic" idx="2"/>
          </p:nvPr>
        </p:nvSpPr>
        <p:spPr>
          <a:xfrm>
            <a:off x="7675215" y="89300"/>
            <a:ext cx="4516800" cy="6768800"/>
          </a:xfrm>
          <a:prstGeom prst="roundRect">
            <a:avLst>
              <a:gd name="adj" fmla="val 0"/>
            </a:avLst>
          </a:prstGeom>
          <a:noFill/>
          <a:ln>
            <a:noFill/>
          </a:ln>
        </p:spPr>
      </p:sp>
      <p:sp>
        <p:nvSpPr>
          <p:cNvPr id="74" name="Google Shape;74;p15"/>
          <p:cNvSpPr txBox="1">
            <a:spLocks noGrp="1"/>
          </p:cNvSpPr>
          <p:nvPr>
            <p:ph type="title"/>
          </p:nvPr>
        </p:nvSpPr>
        <p:spPr>
          <a:xfrm>
            <a:off x="842900" y="1013061"/>
            <a:ext cx="672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75" name="Google Shape;75;p15"/>
          <p:cNvSpPr txBox="1">
            <a:spLocks noGrp="1"/>
          </p:cNvSpPr>
          <p:nvPr>
            <p:ph type="subTitle" idx="1"/>
          </p:nvPr>
        </p:nvSpPr>
        <p:spPr>
          <a:xfrm>
            <a:off x="856933" y="2083333"/>
            <a:ext cx="57832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85289409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A_Title_Body_2">
  <p:cSld name="SA_Title_Body_2">
    <p:spTree>
      <p:nvGrpSpPr>
        <p:cNvPr id="1" name="Shape 76"/>
        <p:cNvGrpSpPr/>
        <p:nvPr/>
      </p:nvGrpSpPr>
      <p:grpSpPr>
        <a:xfrm>
          <a:off x="0" y="0"/>
          <a:ext cx="0" cy="0"/>
          <a:chOff x="0" y="0"/>
          <a:chExt cx="0" cy="0"/>
        </a:xfrm>
      </p:grpSpPr>
      <p:sp>
        <p:nvSpPr>
          <p:cNvPr id="77" name="Google Shape;7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8" name="Google Shape;78;p16"/>
          <p:cNvSpPr>
            <a:spLocks noGrp="1"/>
          </p:cNvSpPr>
          <p:nvPr>
            <p:ph type="pic" idx="2"/>
          </p:nvPr>
        </p:nvSpPr>
        <p:spPr>
          <a:xfrm>
            <a:off x="0" y="76933"/>
            <a:ext cx="4525200" cy="6781200"/>
          </a:xfrm>
          <a:prstGeom prst="roundRect">
            <a:avLst>
              <a:gd name="adj" fmla="val 0"/>
            </a:avLst>
          </a:prstGeom>
          <a:noFill/>
          <a:ln>
            <a:noFill/>
          </a:ln>
        </p:spPr>
      </p:sp>
      <p:sp>
        <p:nvSpPr>
          <p:cNvPr id="79" name="Google Shape;79;p16"/>
          <p:cNvSpPr txBox="1">
            <a:spLocks noGrp="1"/>
          </p:cNvSpPr>
          <p:nvPr>
            <p:ph type="subTitle" idx="1"/>
          </p:nvPr>
        </p:nvSpPr>
        <p:spPr>
          <a:xfrm>
            <a:off x="5513600" y="2126900"/>
            <a:ext cx="5568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0" name="Google Shape;80;p16"/>
          <p:cNvSpPr txBox="1">
            <a:spLocks noGrp="1"/>
          </p:cNvSpPr>
          <p:nvPr>
            <p:ph type="title"/>
          </p:nvPr>
        </p:nvSpPr>
        <p:spPr>
          <a:xfrm>
            <a:off x="5513600" y="1013061"/>
            <a:ext cx="5694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93933374"/>
      </p:ext>
    </p:extLst>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A_Title_Body_3">
  <p:cSld name="SA_Title_Body_3">
    <p:spTree>
      <p:nvGrpSpPr>
        <p:cNvPr id="1" name="Shape 81"/>
        <p:cNvGrpSpPr/>
        <p:nvPr/>
      </p:nvGrpSpPr>
      <p:grpSpPr>
        <a:xfrm>
          <a:off x="0" y="0"/>
          <a:ext cx="0" cy="0"/>
          <a:chOff x="0" y="0"/>
          <a:chExt cx="0" cy="0"/>
        </a:xfrm>
      </p:grpSpPr>
      <p:sp>
        <p:nvSpPr>
          <p:cNvPr id="82" name="Google Shape;8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3" name="Google Shape;83;p17"/>
          <p:cNvSpPr txBox="1">
            <a:spLocks noGrp="1"/>
          </p:cNvSpPr>
          <p:nvPr>
            <p:ph type="subTitle" idx="1"/>
          </p:nvPr>
        </p:nvSpPr>
        <p:spPr>
          <a:xfrm>
            <a:off x="510767" y="2397733"/>
            <a:ext cx="3292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4" name="Google Shape;84;p17"/>
          <p:cNvSpPr txBox="1">
            <a:spLocks noGrp="1"/>
          </p:cNvSpPr>
          <p:nvPr>
            <p:ph type="subTitle" idx="2"/>
          </p:nvPr>
        </p:nvSpPr>
        <p:spPr>
          <a:xfrm>
            <a:off x="4379684"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5" name="Google Shape;85;p17"/>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86" name="Google Shape;86;p17"/>
          <p:cNvSpPr txBox="1">
            <a:spLocks noGrp="1"/>
          </p:cNvSpPr>
          <p:nvPr>
            <p:ph type="subTitle" idx="3"/>
          </p:nvPr>
        </p:nvSpPr>
        <p:spPr>
          <a:xfrm>
            <a:off x="8248600"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06793284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6994781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91"/>
        <p:cNvGrpSpPr/>
        <p:nvPr/>
      </p:nvGrpSpPr>
      <p:grpSpPr>
        <a:xfrm>
          <a:off x="0" y="0"/>
          <a:ext cx="0" cy="0"/>
          <a:chOff x="0" y="0"/>
          <a:chExt cx="0" cy="0"/>
        </a:xfrm>
      </p:grpSpPr>
      <p:sp>
        <p:nvSpPr>
          <p:cNvPr id="92" name="Google Shape;92;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3" name="Google Shape;93;p19"/>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944886694"/>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363686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3.xml"/><Relationship Id="rId21" Type="http://schemas.openxmlformats.org/officeDocument/2006/relationships/slideLayout" Target="../slideLayouts/slideLayout48.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63" Type="http://schemas.openxmlformats.org/officeDocument/2006/relationships/slideLayout" Target="../slideLayouts/slideLayout90.xml"/><Relationship Id="rId68" Type="http://schemas.openxmlformats.org/officeDocument/2006/relationships/slideLayout" Target="../slideLayouts/slideLayout95.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9" Type="http://schemas.openxmlformats.org/officeDocument/2006/relationships/slideLayout" Target="../slideLayouts/slideLayout56.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3" Type="http://schemas.openxmlformats.org/officeDocument/2006/relationships/slideLayout" Target="../slideLayouts/slideLayout80.xml"/><Relationship Id="rId58" Type="http://schemas.openxmlformats.org/officeDocument/2006/relationships/slideLayout" Target="../slideLayouts/slideLayout85.xml"/><Relationship Id="rId66" Type="http://schemas.openxmlformats.org/officeDocument/2006/relationships/slideLayout" Target="../slideLayouts/slideLayout93.xml"/><Relationship Id="rId74" Type="http://schemas.openxmlformats.org/officeDocument/2006/relationships/slideLayout" Target="../slideLayouts/slideLayout101.xml"/><Relationship Id="rId5" Type="http://schemas.openxmlformats.org/officeDocument/2006/relationships/slideLayout" Target="../slideLayouts/slideLayout32.xml"/><Relationship Id="rId61" Type="http://schemas.openxmlformats.org/officeDocument/2006/relationships/slideLayout" Target="../slideLayouts/slideLayout88.xml"/><Relationship Id="rId19" Type="http://schemas.openxmlformats.org/officeDocument/2006/relationships/slideLayout" Target="../slideLayouts/slideLayout4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56" Type="http://schemas.openxmlformats.org/officeDocument/2006/relationships/slideLayout" Target="../slideLayouts/slideLayout83.xml"/><Relationship Id="rId64" Type="http://schemas.openxmlformats.org/officeDocument/2006/relationships/slideLayout" Target="../slideLayouts/slideLayout91.xml"/><Relationship Id="rId69" Type="http://schemas.openxmlformats.org/officeDocument/2006/relationships/slideLayout" Target="../slideLayouts/slideLayout96.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72" Type="http://schemas.openxmlformats.org/officeDocument/2006/relationships/slideLayout" Target="../slideLayouts/slideLayout99.xml"/><Relationship Id="rId3" Type="http://schemas.openxmlformats.org/officeDocument/2006/relationships/slideLayout" Target="../slideLayouts/slideLayout30.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59" Type="http://schemas.openxmlformats.org/officeDocument/2006/relationships/slideLayout" Target="../slideLayouts/slideLayout86.xml"/><Relationship Id="rId67" Type="http://schemas.openxmlformats.org/officeDocument/2006/relationships/slideLayout" Target="../slideLayouts/slideLayout94.xml"/><Relationship Id="rId20" Type="http://schemas.openxmlformats.org/officeDocument/2006/relationships/slideLayout" Target="../slideLayouts/slideLayout47.xml"/><Relationship Id="rId41" Type="http://schemas.openxmlformats.org/officeDocument/2006/relationships/slideLayout" Target="../slideLayouts/slideLayout68.xml"/><Relationship Id="rId54" Type="http://schemas.openxmlformats.org/officeDocument/2006/relationships/slideLayout" Target="../slideLayouts/slideLayout81.xml"/><Relationship Id="rId62" Type="http://schemas.openxmlformats.org/officeDocument/2006/relationships/slideLayout" Target="../slideLayouts/slideLayout89.xml"/><Relationship Id="rId70" Type="http://schemas.openxmlformats.org/officeDocument/2006/relationships/slideLayout" Target="../slideLayouts/slideLayout97.xml"/><Relationship Id="rId75" Type="http://schemas.openxmlformats.org/officeDocument/2006/relationships/theme" Target="../theme/theme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57" Type="http://schemas.openxmlformats.org/officeDocument/2006/relationships/slideLayout" Target="../slideLayouts/slideLayout84.xml"/><Relationship Id="rId10" Type="http://schemas.openxmlformats.org/officeDocument/2006/relationships/slideLayout" Target="../slideLayouts/slideLayout37.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slideLayout" Target="../slideLayouts/slideLayout79.xml"/><Relationship Id="rId60" Type="http://schemas.openxmlformats.org/officeDocument/2006/relationships/slideLayout" Target="../slideLayouts/slideLayout87.xml"/><Relationship Id="rId65" Type="http://schemas.openxmlformats.org/officeDocument/2006/relationships/slideLayout" Target="../slideLayouts/slideLayout92.xml"/><Relationship Id="rId73" Type="http://schemas.openxmlformats.org/officeDocument/2006/relationships/slideLayout" Target="../slideLayouts/slideLayout10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9" Type="http://schemas.openxmlformats.org/officeDocument/2006/relationships/slideLayout" Target="../slideLayouts/slideLayout66.xml"/><Relationship Id="rId34" Type="http://schemas.openxmlformats.org/officeDocument/2006/relationships/slideLayout" Target="../slideLayouts/slideLayout61.xml"/><Relationship Id="rId50" Type="http://schemas.openxmlformats.org/officeDocument/2006/relationships/slideLayout" Target="../slideLayouts/slideLayout77.xml"/><Relationship Id="rId55" Type="http://schemas.openxmlformats.org/officeDocument/2006/relationships/slideLayout" Target="../slideLayouts/slideLayout82.xml"/><Relationship Id="rId7" Type="http://schemas.openxmlformats.org/officeDocument/2006/relationships/slideLayout" Target="../slideLayouts/slideLayout34.xml"/><Relationship Id="rId71" Type="http://schemas.openxmlformats.org/officeDocument/2006/relationships/slideLayout" Target="../slideLayouts/slideLayout98.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5" Type="http://schemas.openxmlformats.org/officeDocument/2006/relationships/slideLayout" Target="../slideLayouts/slideLayout106.xml"/><Relationship Id="rId4"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2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9pPr>
          </a:lstStyle>
          <a:p>
            <a:endParaRPr/>
          </a:p>
        </p:txBody>
      </p:sp>
      <p:sp>
        <p:nvSpPr>
          <p:cNvPr id="97" name="Google Shape;97;p2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780456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League Spartan Medium"/>
              <a:buNone/>
              <a:defRPr sz="2800">
                <a:solidFill>
                  <a:schemeClr val="dk1"/>
                </a:solidFill>
                <a:latin typeface="League Spartan Medium"/>
                <a:ea typeface="League Spartan Medium"/>
                <a:cs typeface="League Spartan Medium"/>
                <a:sym typeface="League Spartan Medium"/>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415600" y="1536634"/>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sym typeface="Inter"/>
              </a:defRPr>
            </a:lvl1pPr>
            <a:lvl2pPr marL="914400" lvl="1"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marL="1371600" lvl="2"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marL="1828800" lvl="3"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marL="2286000" lvl="4"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marL="2743200" lvl="5"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marL="3200400" lvl="6"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marL="3657600" lvl="7"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marL="4114800" lvl="8"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a:endParaRPr dirty="0"/>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latin typeface="Helvetica" pitchFamily="2" charset="0"/>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527083512"/>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5" r:id="rId3"/>
    <p:sldLayoutId id="2147483686" r:id="rId4"/>
    <p:sldLayoutId id="2147483687" r:id="rId5"/>
    <p:sldLayoutId id="2147483688" r:id="rId6"/>
    <p:sldLayoutId id="2147483689" r:id="rId7"/>
    <p:sldLayoutId id="214748369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5"/>
        <p:cNvGrpSpPr/>
        <p:nvPr/>
      </p:nvGrpSpPr>
      <p:grpSpPr>
        <a:xfrm>
          <a:off x="0" y="0"/>
          <a:ext cx="0" cy="0"/>
          <a:chOff x="0" y="0"/>
          <a:chExt cx="0" cy="0"/>
        </a:xfrm>
      </p:grpSpPr>
      <p:sp>
        <p:nvSpPr>
          <p:cNvPr id="206" name="Google Shape;206;p42"/>
          <p:cNvSpPr txBox="1">
            <a:spLocks noGrp="1"/>
          </p:cNvSpPr>
          <p:nvPr>
            <p:ph type="title"/>
          </p:nvPr>
        </p:nvSpPr>
        <p:spPr>
          <a:xfrm>
            <a:off x="725667" y="593367"/>
            <a:ext cx="1074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1pPr>
            <a:lvl2pPr lvl="1"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2pPr>
            <a:lvl3pPr lvl="2"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3pPr>
            <a:lvl4pPr lvl="3"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4pPr>
            <a:lvl5pPr lvl="4"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5pPr>
            <a:lvl6pPr lvl="5"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6pPr>
            <a:lvl7pPr lvl="6"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7pPr>
            <a:lvl8pPr lvl="7"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8pPr>
            <a:lvl9pPr lvl="8"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9pPr>
          </a:lstStyle>
          <a:p>
            <a:endParaRPr/>
          </a:p>
        </p:txBody>
      </p:sp>
      <p:sp>
        <p:nvSpPr>
          <p:cNvPr id="207" name="Google Shape;207;p42"/>
          <p:cNvSpPr txBox="1">
            <a:spLocks noGrp="1"/>
          </p:cNvSpPr>
          <p:nvPr>
            <p:ph type="body" idx="1"/>
          </p:nvPr>
        </p:nvSpPr>
        <p:spPr>
          <a:xfrm>
            <a:off x="725667" y="1536633"/>
            <a:ext cx="1074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marL="914400" lvl="1"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marL="1371600" lvl="2"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marL="1828800" lvl="3"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marL="2286000" lvl="4"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marL="2743200" lvl="5"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marL="3200400" lvl="6"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marL="3657600" lvl="7"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marL="4114800" lvl="8"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a:endParaRPr/>
          </a:p>
        </p:txBody>
      </p:sp>
    </p:spTree>
    <p:extLst>
      <p:ext uri="{BB962C8B-B14F-4D97-AF65-F5344CB8AC3E}">
        <p14:creationId xmlns:p14="http://schemas.microsoft.com/office/powerpoint/2010/main" val="2494924351"/>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 id="2147483741" r:id="rId49"/>
    <p:sldLayoutId id="2147483742" r:id="rId50"/>
    <p:sldLayoutId id="2147483743" r:id="rId51"/>
    <p:sldLayoutId id="2147483744" r:id="rId52"/>
    <p:sldLayoutId id="2147483745" r:id="rId53"/>
    <p:sldLayoutId id="2147483746" r:id="rId54"/>
    <p:sldLayoutId id="2147483747" r:id="rId55"/>
    <p:sldLayoutId id="2147483748" r:id="rId56"/>
    <p:sldLayoutId id="2147483749" r:id="rId57"/>
    <p:sldLayoutId id="2147483750" r:id="rId58"/>
    <p:sldLayoutId id="2147483751" r:id="rId59"/>
    <p:sldLayoutId id="2147483752" r:id="rId60"/>
    <p:sldLayoutId id="2147483753" r:id="rId61"/>
    <p:sldLayoutId id="2147483754" r:id="rId62"/>
    <p:sldLayoutId id="2147483755" r:id="rId63"/>
    <p:sldLayoutId id="2147483756" r:id="rId64"/>
    <p:sldLayoutId id="2147483757" r:id="rId65"/>
    <p:sldLayoutId id="2147483758" r:id="rId66"/>
    <p:sldLayoutId id="2147483759" r:id="rId67"/>
    <p:sldLayoutId id="2147483760" r:id="rId68"/>
    <p:sldLayoutId id="2147483761" r:id="rId69"/>
    <p:sldLayoutId id="2147483762" r:id="rId70"/>
    <p:sldLayoutId id="2147483763" r:id="rId71"/>
    <p:sldLayoutId id="2147483764" r:id="rId72"/>
    <p:sldLayoutId id="2147483765" r:id="rId73"/>
    <p:sldLayoutId id="2147483774" r:id="rId74"/>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3"/>
          <p:cNvSpPr txBox="1">
            <a:spLocks noGrp="1"/>
          </p:cNvSpPr>
          <p:nvPr>
            <p:ph type="body" idx="1"/>
          </p:nvPr>
        </p:nvSpPr>
        <p:spPr>
          <a:xfrm>
            <a:off x="415600" y="1536633"/>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Open Sans"/>
              <a:buChar char="●"/>
              <a:defRPr sz="1300">
                <a:solidFill>
                  <a:schemeClr val="dk2"/>
                </a:solidFill>
                <a:latin typeface="Open Sans"/>
                <a:ea typeface="Open Sans"/>
                <a:cs typeface="Open Sans"/>
                <a:sym typeface="Open Sans"/>
              </a:defRPr>
            </a:lvl1pPr>
            <a:lvl2pPr marL="914400" lvl="1"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2pPr>
            <a:lvl3pPr marL="1371600" lvl="2"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3pPr>
            <a:lvl4pPr marL="1828800" lvl="3"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4pPr>
            <a:lvl5pPr marL="2286000" lvl="4"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5pPr>
            <a:lvl6pPr marL="2743200" lvl="5"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6pPr>
            <a:lvl7pPr marL="3200400" lvl="6"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7pPr>
            <a:lvl8pPr marL="3657600" lvl="7"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8pPr>
            <a:lvl9pPr marL="4114800" lvl="8"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9pPr>
          </a:lstStyle>
          <a:p>
            <a:endParaRPr/>
          </a:p>
        </p:txBody>
      </p:sp>
      <p:sp>
        <p:nvSpPr>
          <p:cNvPr id="65" name="Google Shape;65;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
        <p:nvSpPr>
          <p:cNvPr id="66" name="Google Shape;66;p13"/>
          <p:cNvSpPr/>
          <p:nvPr/>
        </p:nvSpPr>
        <p:spPr>
          <a:xfrm>
            <a:off x="0" y="0"/>
            <a:ext cx="12192000" cy="85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3885557"/>
      </p:ext>
    </p:extLst>
  </p:cSld>
  <p:clrMap bg1="lt1" tx1="dk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0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101.xml"/><Relationship Id="rId5" Type="http://schemas.openxmlformats.org/officeDocument/2006/relationships/image" Target="../media/image11.png"/><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0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0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0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2.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0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0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0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0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0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0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0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06.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06.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06.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06.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06.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06.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06.xml"/></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01.xml"/></Relationships>
</file>

<file path=ppt/slides/_rels/slide31.xml.rels><?xml version="1.0" encoding="UTF-8" standalone="yes"?>
<Relationships xmlns="http://schemas.openxmlformats.org/package/2006/relationships"><Relationship Id="rId3" Type="http://schemas.openxmlformats.org/officeDocument/2006/relationships/hyperlink" Target="https://www.desmos.com/calculator/genbtg0df6" TargetMode="External"/><Relationship Id="rId2" Type="http://schemas.openxmlformats.org/officeDocument/2006/relationships/notesSlide" Target="../notesSlides/notesSlide27.xml"/><Relationship Id="rId1" Type="http://schemas.openxmlformats.org/officeDocument/2006/relationships/slideLayout" Target="../slideLayouts/slideLayout106.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0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7.xml"/><Relationship Id="rId1" Type="http://schemas.openxmlformats.org/officeDocument/2006/relationships/themeOverride" Target="../theme/themeOverride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0"/>
        <p:cNvGrpSpPr/>
        <p:nvPr/>
      </p:nvGrpSpPr>
      <p:grpSpPr>
        <a:xfrm>
          <a:off x="0" y="0"/>
          <a:ext cx="0" cy="0"/>
          <a:chOff x="0" y="0"/>
          <a:chExt cx="0" cy="0"/>
        </a:xfrm>
      </p:grpSpPr>
      <p:pic>
        <p:nvPicPr>
          <p:cNvPr id="2191" name="Google Shape;2191;p117"/>
          <p:cNvPicPr preferRelativeResize="0"/>
          <p:nvPr/>
        </p:nvPicPr>
        <p:blipFill rotWithShape="1">
          <a:blip r:embed="rId3">
            <a:alphaModFix/>
          </a:blip>
          <a:srcRect l="3901"/>
          <a:stretch/>
        </p:blipFill>
        <p:spPr>
          <a:xfrm>
            <a:off x="590167" y="5968"/>
            <a:ext cx="11716131" cy="6846065"/>
          </a:xfrm>
          <a:prstGeom prst="rect">
            <a:avLst/>
          </a:prstGeom>
          <a:noFill/>
          <a:ln>
            <a:noFill/>
          </a:ln>
        </p:spPr>
      </p:pic>
      <p:sp>
        <p:nvSpPr>
          <p:cNvPr id="2192" name="Google Shape;2192;p117"/>
          <p:cNvSpPr/>
          <p:nvPr/>
        </p:nvSpPr>
        <p:spPr>
          <a:xfrm rot="5400000">
            <a:off x="1701967" y="18467"/>
            <a:ext cx="4478400" cy="6702000"/>
          </a:xfrm>
          <a:prstGeom prst="rect">
            <a:avLst/>
          </a:prstGeom>
          <a:solidFill>
            <a:schemeClr val="accent1">
              <a:alpha val="86160"/>
            </a:scheme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3" name="Google Shape;2193;p117"/>
          <p:cNvSpPr txBox="1">
            <a:spLocks noGrp="1"/>
          </p:cNvSpPr>
          <p:nvPr>
            <p:ph type="subTitle" idx="1"/>
          </p:nvPr>
        </p:nvSpPr>
        <p:spPr>
          <a:xfrm>
            <a:off x="1386100" y="4249800"/>
            <a:ext cx="3988981" cy="1300000"/>
          </a:xfrm>
          <a:prstGeom prst="rect">
            <a:avLst/>
          </a:prstGeom>
        </p:spPr>
        <p:txBody>
          <a:bodyPr spcFirstLastPara="1" wrap="square" lIns="121900" tIns="121900" rIns="121900" bIns="121900" anchor="b" anchorCtr="0">
            <a:noAutofit/>
          </a:bodyPr>
          <a:lstStyle/>
          <a:p>
            <a:pPr marL="0" indent="0">
              <a:lnSpc>
                <a:spcPct val="150000"/>
              </a:lnSpc>
            </a:pPr>
            <a:r>
              <a:rPr lang="en-GB" i="1" dirty="0">
                <a:solidFill>
                  <a:schemeClr val="lt1"/>
                </a:solidFill>
              </a:rPr>
              <a:t>Vladimir Yeghiazaryan, Arthur Grigoryan</a:t>
            </a:r>
          </a:p>
          <a:p>
            <a:pPr marL="0" indent="0">
              <a:lnSpc>
                <a:spcPct val="150000"/>
              </a:lnSpc>
            </a:pPr>
            <a:r>
              <a:rPr lang="en" dirty="0">
                <a:solidFill>
                  <a:schemeClr val="lt1"/>
                </a:solidFill>
              </a:rPr>
              <a:t>Central Bank of Armenia</a:t>
            </a:r>
            <a:endParaRPr dirty="0">
              <a:solidFill>
                <a:schemeClr val="lt1"/>
              </a:solidFill>
            </a:endParaRPr>
          </a:p>
        </p:txBody>
      </p:sp>
      <p:sp>
        <p:nvSpPr>
          <p:cNvPr id="2194" name="Google Shape;2194;p117"/>
          <p:cNvSpPr txBox="1">
            <a:spLocks noGrp="1"/>
          </p:cNvSpPr>
          <p:nvPr>
            <p:ph type="ctrTitle"/>
          </p:nvPr>
        </p:nvSpPr>
        <p:spPr>
          <a:xfrm>
            <a:off x="1182900" y="1612900"/>
            <a:ext cx="6123200" cy="3032000"/>
          </a:xfrm>
          <a:prstGeom prst="rect">
            <a:avLst/>
          </a:prstGeom>
        </p:spPr>
        <p:txBody>
          <a:bodyPr spcFirstLastPara="1" wrap="square" lIns="121900" tIns="121900" rIns="121900" bIns="121900" anchor="ctr" anchorCtr="0">
            <a:noAutofit/>
          </a:bodyPr>
          <a:lstStyle/>
          <a:p>
            <a:r>
              <a:rPr lang="en-US" sz="4400" dirty="0">
                <a:solidFill>
                  <a:schemeClr val="lt1"/>
                </a:solidFill>
              </a:rPr>
              <a:t>Measuring the risk build up in Armenian financial system: A Growth-at-Risk approach</a:t>
            </a:r>
            <a:endParaRPr sz="4400" dirty="0">
              <a:solidFill>
                <a:schemeClr val="lt1"/>
              </a:solidFill>
            </a:endParaRPr>
          </a:p>
        </p:txBody>
      </p:sp>
      <p:sp>
        <p:nvSpPr>
          <p:cNvPr id="2195" name="Google Shape;2195;p117"/>
          <p:cNvSpPr/>
          <p:nvPr/>
        </p:nvSpPr>
        <p:spPr>
          <a:xfrm rot="-5400000" flipH="1">
            <a:off x="9805600" y="3222067"/>
            <a:ext cx="4478400" cy="2948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7" name="Google Shape;136;p25">
            <a:extLst>
              <a:ext uri="{FF2B5EF4-FFF2-40B4-BE49-F238E27FC236}">
                <a16:creationId xmlns:a16="http://schemas.microsoft.com/office/drawing/2014/main" id="{CCC976B6-CF1A-4760-B6DD-6AE3D1BE3885}"/>
              </a:ext>
            </a:extLst>
          </p:cNvPr>
          <p:cNvSpPr txBox="1"/>
          <p:nvPr/>
        </p:nvSpPr>
        <p:spPr>
          <a:xfrm>
            <a:off x="1091900" y="5925633"/>
            <a:ext cx="10063780" cy="52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solidFill>
                  <a:schemeClr val="bg1"/>
                </a:solidFill>
                <a:latin typeface="Catamaran ExtraLight"/>
                <a:ea typeface="Catamaran ExtraLight"/>
                <a:cs typeface="Catamaran ExtraLight"/>
                <a:sym typeface="Catamaran ExtraLight"/>
              </a:rPr>
              <a:t>Important disclaimer</a:t>
            </a:r>
            <a:r>
              <a:rPr lang="en-US" sz="1100" dirty="0">
                <a:solidFill>
                  <a:schemeClr val="bg1"/>
                </a:solidFill>
                <a:latin typeface="Catamaran ExtraLight"/>
                <a:ea typeface="Catamaran ExtraLight"/>
                <a:cs typeface="Catamaran ExtraLight"/>
                <a:sym typeface="Catamaran ExtraLight"/>
              </a:rPr>
              <a:t>: The views expressed in this paper are those of authors, and do not necessarily represent the views of the Central Bank of Armenia</a:t>
            </a:r>
            <a:endParaRPr sz="1100" dirty="0">
              <a:solidFill>
                <a:schemeClr val="bg1"/>
              </a:solidFill>
              <a:latin typeface="Catamaran ExtraLight"/>
              <a:ea typeface="Catamaran ExtraLight"/>
              <a:cs typeface="Catamaran ExtraLight"/>
              <a:sym typeface="Catamaran Extra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 b="1" dirty="0">
                <a:solidFill>
                  <a:srgbClr val="9E5416"/>
                </a:solidFill>
              </a:rPr>
              <a:t>What is it about?</a:t>
            </a:r>
            <a:endParaRPr b="1" dirty="0">
              <a:solidFill>
                <a:srgbClr val="9E5416"/>
              </a:solidFill>
            </a:endParaRPr>
          </a:p>
        </p:txBody>
      </p:sp>
      <p:sp>
        <p:nvSpPr>
          <p:cNvPr id="2201" name="Google Shape;2201;p118"/>
          <p:cNvSpPr txBox="1">
            <a:spLocks noGrp="1"/>
          </p:cNvSpPr>
          <p:nvPr>
            <p:ph type="body" idx="1"/>
          </p:nvPr>
        </p:nvSpPr>
        <p:spPr>
          <a:xfrm>
            <a:off x="733172" y="1364596"/>
            <a:ext cx="8182228" cy="4568400"/>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2000" dirty="0">
                <a:solidFill>
                  <a:srgbClr val="434343"/>
                </a:solidFill>
                <a:latin typeface="Catamaran ExtraLight" panose="020B0604020202020204" charset="0"/>
                <a:cs typeface="Catamaran ExtraLight" panose="020B0604020202020204" charset="0"/>
              </a:rPr>
              <a:t>Recent years have seen a rapid </a:t>
            </a:r>
            <a:r>
              <a:rPr lang="en-US" sz="2000" b="1" dirty="0">
                <a:solidFill>
                  <a:srgbClr val="9E5416"/>
                </a:solidFill>
                <a:latin typeface="Catamaran ExtraLight" panose="020B0604020202020204" charset="0"/>
                <a:cs typeface="Catamaran ExtraLight" panose="020B0604020202020204" charset="0"/>
              </a:rPr>
              <a:t>operationalization of Macroprudential policy (MP)</a:t>
            </a:r>
            <a:r>
              <a:rPr lang="en-US" sz="2000" dirty="0">
                <a:solidFill>
                  <a:srgbClr val="434343"/>
                </a:solidFill>
                <a:latin typeface="Catamaran ExtraLight" panose="020B0604020202020204" charset="0"/>
                <a:cs typeface="Catamaran ExtraLight" panose="020B0604020202020204" charset="0"/>
              </a:rPr>
              <a:t> in many countries. But it still lacks reliable quantitative measurement framework and a criteria for policy rule (as in case of Monetary Policy).</a:t>
            </a:r>
          </a:p>
          <a:p>
            <a:pPr marL="0" indent="0" algn="just">
              <a:spcBef>
                <a:spcPts val="1333"/>
              </a:spcBef>
              <a:buNone/>
            </a:pPr>
            <a:r>
              <a:rPr lang="en-US" sz="2000" dirty="0">
                <a:solidFill>
                  <a:srgbClr val="434343"/>
                </a:solidFill>
                <a:latin typeface="Catamaran ExtraLight" panose="020B0604020202020204" charset="0"/>
                <a:cs typeface="Catamaran ExtraLight" panose="020B0604020202020204" charset="0"/>
              </a:rPr>
              <a:t>The main problems of MP are that:</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Wide diversity of tools with </a:t>
            </a:r>
            <a:r>
              <a:rPr lang="en-US" sz="2000" b="1" dirty="0">
                <a:solidFill>
                  <a:srgbClr val="9E5416"/>
                </a:solidFill>
                <a:latin typeface="Catamaran ExtraLight" panose="020B0604020202020204" charset="0"/>
                <a:cs typeface="Catamaran ExtraLight" panose="020B0604020202020204" charset="0"/>
              </a:rPr>
              <a:t>overlapping coverage</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The impact is </a:t>
            </a:r>
            <a:r>
              <a:rPr lang="en-US" sz="2000" b="1" dirty="0">
                <a:solidFill>
                  <a:srgbClr val="9E5416"/>
                </a:solidFill>
                <a:latin typeface="Catamaran ExtraLight" panose="020B0604020202020204" charset="0"/>
                <a:cs typeface="Catamaran ExtraLight" panose="020B0604020202020204" charset="0"/>
              </a:rPr>
              <a:t>difficult to quantify</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Strong </a:t>
            </a:r>
            <a:r>
              <a:rPr lang="en-US" sz="2000" b="1" dirty="0">
                <a:solidFill>
                  <a:srgbClr val="9E5416"/>
                </a:solidFill>
                <a:latin typeface="Catamaran ExtraLight" panose="020B0604020202020204" charset="0"/>
                <a:cs typeface="Catamaran ExtraLight" panose="020B0604020202020204" charset="0"/>
              </a:rPr>
              <a:t>non-linearities</a:t>
            </a:r>
            <a:r>
              <a:rPr lang="en-US" sz="2000" dirty="0">
                <a:solidFill>
                  <a:srgbClr val="434343"/>
                </a:solidFill>
                <a:latin typeface="Catamaran ExtraLight" panose="020B0604020202020204" charset="0"/>
                <a:cs typeface="Catamaran ExtraLight" panose="020B0604020202020204" charset="0"/>
              </a:rPr>
              <a:t> in the effects of MP</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The absence of a clear and well-defined </a:t>
            </a:r>
            <a:r>
              <a:rPr lang="en-US" sz="2000" b="1" dirty="0">
                <a:solidFill>
                  <a:srgbClr val="9E5416"/>
                </a:solidFill>
                <a:latin typeface="Catamaran ExtraLight" panose="020B0604020202020204" charset="0"/>
                <a:cs typeface="Catamaran ExtraLight" panose="020B0604020202020204" charset="0"/>
              </a:rPr>
              <a:t>target</a:t>
            </a: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342900" indent="-342900" algn="just">
              <a:spcBef>
                <a:spcPts val="1333"/>
              </a:spcBef>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sz="2000" dirty="0">
              <a:solidFill>
                <a:srgbClr val="434343"/>
              </a:solidFill>
              <a:latin typeface="Catamaran ExtraLight" panose="020B0604020202020204" charset="0"/>
              <a:cs typeface="Catamaran ExtraLight"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What is Growth-at-Risk?</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In simple terms, Growth-at-Risk framework is used to model the impact of exogenous variables </a:t>
            </a:r>
            <a:r>
              <a:rPr lang="en-US" sz="2000" b="1" kern="0" dirty="0">
                <a:solidFill>
                  <a:srgbClr val="9E5416"/>
                </a:solidFill>
                <a:latin typeface="Catamaran ExtraLight" panose="020B0604020202020204" charset="0"/>
                <a:cs typeface="Catamaran ExtraLight" panose="020B0604020202020204" charset="0"/>
              </a:rPr>
              <a:t>not on the mean value </a:t>
            </a:r>
            <a:r>
              <a:rPr lang="en-US" sz="2000" kern="0" dirty="0">
                <a:solidFill>
                  <a:srgbClr val="434343"/>
                </a:solidFill>
                <a:latin typeface="Catamaran ExtraLight" panose="020B0604020202020204" charset="0"/>
                <a:cs typeface="Catamaran ExtraLight" panose="020B0604020202020204" charset="0"/>
              </a:rPr>
              <a:t>of dependent variable, </a:t>
            </a:r>
            <a:r>
              <a:rPr lang="en-US" sz="2000" b="1" kern="0" dirty="0">
                <a:solidFill>
                  <a:srgbClr val="9E5416"/>
                </a:solidFill>
                <a:latin typeface="Catamaran ExtraLight" panose="020B0604020202020204" charset="0"/>
                <a:cs typeface="Catamaran ExtraLight" panose="020B0604020202020204" charset="0"/>
              </a:rPr>
              <a:t>but on its entire distribution</a:t>
            </a:r>
            <a:r>
              <a:rPr lang="en-US" sz="2000" kern="0" dirty="0">
                <a:solidFill>
                  <a:srgbClr val="434343"/>
                </a:solidFill>
                <a:latin typeface="Catamaran ExtraLight" panose="020B0604020202020204" charset="0"/>
                <a:cs typeface="Catamaran ExtraLight" panose="020B0604020202020204" charset="0"/>
              </a:rPr>
              <a:t>.</a:t>
            </a:r>
          </a:p>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To do this, </a:t>
            </a:r>
            <a:r>
              <a:rPr lang="en-US" sz="2000" b="1" kern="0" dirty="0">
                <a:solidFill>
                  <a:srgbClr val="9E5416"/>
                </a:solidFill>
                <a:latin typeface="Catamaran ExtraLight" panose="020B0604020202020204" charset="0"/>
                <a:cs typeface="Catamaran ExtraLight" panose="020B0604020202020204" charset="0"/>
              </a:rPr>
              <a:t>it uses quantile regression approach </a:t>
            </a:r>
            <a:r>
              <a:rPr lang="en-US" sz="1800" dirty="0">
                <a:effectLst/>
                <a:latin typeface="GHEA Grapalat" panose="02000506050000020003" pitchFamily="50" charset="0"/>
                <a:ea typeface="Calibri" panose="020F0502020204030204" pitchFamily="34" charset="0"/>
                <a:cs typeface="Times New Roman" panose="02020603050405020304" pitchFamily="18" charset="0"/>
              </a:rPr>
              <a:t>(</a:t>
            </a:r>
            <a:r>
              <a:rPr lang="en-US" sz="1800" dirty="0" err="1">
                <a:effectLst/>
                <a:latin typeface="GHEA Grapalat" panose="02000506050000020003" pitchFamily="50" charset="0"/>
                <a:ea typeface="Calibri" panose="020F0502020204030204" pitchFamily="34" charset="0"/>
                <a:cs typeface="Times New Roman" panose="02020603050405020304" pitchFamily="18" charset="0"/>
              </a:rPr>
              <a:t>Koenker</a:t>
            </a:r>
            <a:r>
              <a:rPr lang="en-US" sz="1800" dirty="0">
                <a:effectLst/>
                <a:latin typeface="GHEA Grapalat" panose="02000506050000020003" pitchFamily="50" charset="0"/>
                <a:ea typeface="Calibri" panose="020F0502020204030204" pitchFamily="34" charset="0"/>
                <a:cs typeface="Times New Roman" panose="02020603050405020304" pitchFamily="18" charset="0"/>
              </a:rPr>
              <a:t> &amp; </a:t>
            </a:r>
            <a:r>
              <a:rPr lang="en-US" sz="1800" dirty="0" err="1">
                <a:effectLst/>
                <a:latin typeface="GHEA Grapalat" panose="02000506050000020003" pitchFamily="50" charset="0"/>
                <a:ea typeface="Calibri" panose="020F0502020204030204" pitchFamily="34" charset="0"/>
                <a:cs typeface="Times New Roman" panose="02020603050405020304" pitchFamily="18" charset="0"/>
              </a:rPr>
              <a:t>Basett</a:t>
            </a:r>
            <a:r>
              <a:rPr lang="en-US" sz="1800" dirty="0">
                <a:effectLst/>
                <a:latin typeface="GHEA Grapalat" panose="02000506050000020003" pitchFamily="50" charset="0"/>
                <a:ea typeface="Calibri" panose="020F0502020204030204" pitchFamily="34" charset="0"/>
                <a:cs typeface="Times New Roman" panose="02020603050405020304" pitchFamily="18" charset="0"/>
              </a:rPr>
              <a:t>, 1978).</a:t>
            </a:r>
          </a:p>
          <a:p>
            <a:pPr marL="0" indent="0" algn="just">
              <a:spcBef>
                <a:spcPts val="1333"/>
              </a:spcBef>
            </a:pPr>
            <a:endParaRPr lang="en-US" sz="1800" dirty="0">
              <a:effectLst/>
              <a:latin typeface="GHEA Grapalat" panose="02000506050000020003" pitchFamily="50" charset="0"/>
              <a:ea typeface="Calibri" panose="020F0502020204030204" pitchFamily="34" charset="0"/>
              <a:cs typeface="Times New Roman" panose="02020603050405020304" pitchFamily="18" charset="0"/>
            </a:endParaRPr>
          </a:p>
          <a:p>
            <a:pPr marL="0" indent="0" algn="just">
              <a:spcBef>
                <a:spcPts val="1333"/>
              </a:spcBef>
              <a:buNone/>
            </a:pPr>
            <a:r>
              <a:rPr lang="en-US" sz="1800" dirty="0">
                <a:solidFill>
                  <a:srgbClr val="434343"/>
                </a:solidFill>
                <a:latin typeface="Catamaran ExtraLight" panose="020B0604020202020204" charset="0"/>
                <a:cs typeface="Catamaran ExtraLight" panose="020B0604020202020204" charset="0"/>
              </a:rPr>
              <a:t>The benefits of </a:t>
            </a:r>
            <a:r>
              <a:rPr lang="en-US" sz="1800" dirty="0" err="1">
                <a:solidFill>
                  <a:srgbClr val="434343"/>
                </a:solidFill>
                <a:latin typeface="Catamaran ExtraLight" panose="020B0604020202020204" charset="0"/>
                <a:cs typeface="Catamaran ExtraLight" panose="020B0604020202020204" charset="0"/>
              </a:rPr>
              <a:t>GaR</a:t>
            </a:r>
            <a:r>
              <a:rPr lang="en-US" sz="1800" dirty="0">
                <a:solidFill>
                  <a:srgbClr val="434343"/>
                </a:solidFill>
                <a:latin typeface="Catamaran ExtraLight" panose="020B0604020202020204" charset="0"/>
                <a:cs typeface="Catamaran ExtraLight" panose="020B0604020202020204" charset="0"/>
              </a:rPr>
              <a:t> framework:</a:t>
            </a:r>
          </a:p>
          <a:p>
            <a:pPr marL="342900" indent="-342900" algn="just">
              <a:spcBef>
                <a:spcPts val="1333"/>
              </a:spcBef>
              <a:buFont typeface="Arial" panose="020B0604020202020204" pitchFamily="34" charset="0"/>
              <a:buChar char="•"/>
            </a:pPr>
            <a:r>
              <a:rPr lang="en-US" sz="1600" i="1" dirty="0">
                <a:solidFill>
                  <a:srgbClr val="434343"/>
                </a:solidFill>
                <a:latin typeface="Catamaran ExtraLight" panose="020B0604020202020204" charset="0"/>
                <a:cs typeface="Catamaran ExtraLight" panose="020B0604020202020204" charset="0"/>
              </a:rPr>
              <a:t>Measure </a:t>
            </a:r>
            <a:r>
              <a:rPr lang="en-US" sz="1600" b="1" i="1" dirty="0">
                <a:solidFill>
                  <a:srgbClr val="9E5416"/>
                </a:solidFill>
                <a:latin typeface="Catamaran ExtraLight" panose="020B0604020202020204" charset="0"/>
                <a:cs typeface="Catamaran ExtraLight" panose="020B0604020202020204" charset="0"/>
              </a:rPr>
              <a:t>short-term costs vs long-term benefits </a:t>
            </a:r>
            <a:r>
              <a:rPr lang="en-US" sz="1600" i="1" dirty="0">
                <a:solidFill>
                  <a:srgbClr val="434343"/>
                </a:solidFill>
                <a:latin typeface="Catamaran ExtraLight" panose="020B0604020202020204" charset="0"/>
                <a:cs typeface="Catamaran ExtraLight" panose="020B0604020202020204" charset="0"/>
              </a:rPr>
              <a:t>of Macroprudential policy tools,</a:t>
            </a:r>
          </a:p>
          <a:p>
            <a:pPr marL="742950" lvl="1" indent="-285750" algn="just">
              <a:spcBef>
                <a:spcPts val="1333"/>
              </a:spcBef>
              <a:buFont typeface="Arial" panose="020B0604020202020204" pitchFamily="34" charset="0"/>
              <a:buChar char="•"/>
            </a:pPr>
            <a:r>
              <a:rPr lang="en-US" sz="1400" kern="0" dirty="0">
                <a:solidFill>
                  <a:srgbClr val="434343"/>
                </a:solidFill>
                <a:latin typeface="Catamaran ExtraLight" panose="020B0604020202020204" charset="0"/>
                <a:cs typeface="Catamaran ExtraLight" panose="020B0604020202020204" charset="0"/>
              </a:rPr>
              <a:t>The mean/median of distribution as indicator for </a:t>
            </a:r>
            <a:r>
              <a:rPr lang="en-US" sz="1400" b="1" kern="0" dirty="0">
                <a:solidFill>
                  <a:srgbClr val="9E5416"/>
                </a:solidFill>
                <a:latin typeface="Catamaran ExtraLight" panose="020B0604020202020204" charset="0"/>
                <a:cs typeface="Catamaran ExtraLight" panose="020B0604020202020204" charset="0"/>
              </a:rPr>
              <a:t>potential benefits. </a:t>
            </a:r>
          </a:p>
          <a:p>
            <a:pPr marL="742950" lvl="1" indent="-285750" algn="just">
              <a:spcBef>
                <a:spcPts val="1333"/>
              </a:spcBef>
              <a:buFont typeface="Arial" panose="020B0604020202020204" pitchFamily="34" charset="0"/>
              <a:buChar char="•"/>
            </a:pPr>
            <a:r>
              <a:rPr lang="en-US" sz="1400" kern="0" dirty="0">
                <a:solidFill>
                  <a:srgbClr val="434343"/>
                </a:solidFill>
                <a:latin typeface="Catamaran ExtraLight" panose="020B0604020202020204" charset="0"/>
                <a:cs typeface="Catamaran ExtraLight" panose="020B0604020202020204" charset="0"/>
              </a:rPr>
              <a:t>And the tail (usually 5</a:t>
            </a:r>
            <a:r>
              <a:rPr lang="en-US" sz="1400" kern="0" baseline="30000" dirty="0">
                <a:solidFill>
                  <a:srgbClr val="434343"/>
                </a:solidFill>
                <a:latin typeface="Catamaran ExtraLight" panose="020B0604020202020204" charset="0"/>
                <a:cs typeface="Catamaran ExtraLight" panose="020B0604020202020204" charset="0"/>
              </a:rPr>
              <a:t>th</a:t>
            </a:r>
            <a:r>
              <a:rPr lang="en-US" sz="1400" kern="0" dirty="0">
                <a:solidFill>
                  <a:srgbClr val="434343"/>
                </a:solidFill>
                <a:latin typeface="Catamaran ExtraLight" panose="020B0604020202020204" charset="0"/>
                <a:cs typeface="Catamaran ExtraLight" panose="020B0604020202020204" charset="0"/>
              </a:rPr>
              <a:t> or 10</a:t>
            </a:r>
            <a:r>
              <a:rPr lang="en-US" sz="1400" kern="0" baseline="30000" dirty="0">
                <a:solidFill>
                  <a:srgbClr val="434343"/>
                </a:solidFill>
                <a:latin typeface="Catamaran ExtraLight" panose="020B0604020202020204" charset="0"/>
                <a:cs typeface="Catamaran ExtraLight" panose="020B0604020202020204" charset="0"/>
              </a:rPr>
              <a:t>th</a:t>
            </a:r>
            <a:r>
              <a:rPr lang="en-US" sz="1400" kern="0" dirty="0">
                <a:solidFill>
                  <a:srgbClr val="434343"/>
                </a:solidFill>
                <a:latin typeface="Catamaran ExtraLight" panose="020B0604020202020204" charset="0"/>
                <a:cs typeface="Catamaran ExtraLight" panose="020B0604020202020204" charset="0"/>
              </a:rPr>
              <a:t> quantile) as a measure of </a:t>
            </a:r>
            <a:r>
              <a:rPr lang="en-US" sz="1400" b="1" kern="0" dirty="0">
                <a:solidFill>
                  <a:srgbClr val="9E5416"/>
                </a:solidFill>
                <a:latin typeface="Catamaran ExtraLight" panose="020B0604020202020204" charset="0"/>
                <a:cs typeface="Catamaran ExtraLight" panose="020B0604020202020204" charset="0"/>
              </a:rPr>
              <a:t>risks</a:t>
            </a:r>
          </a:p>
          <a:p>
            <a:pPr marL="342900" indent="-342900" algn="just">
              <a:spcBef>
                <a:spcPts val="1333"/>
              </a:spcBef>
              <a:buFont typeface="Arial" panose="020B0604020202020204" pitchFamily="34" charset="0"/>
              <a:buChar char="•"/>
            </a:pPr>
            <a:r>
              <a:rPr lang="en-US" sz="1600" i="1" dirty="0">
                <a:solidFill>
                  <a:srgbClr val="434343"/>
                </a:solidFill>
                <a:latin typeface="Catamaran ExtraLight" panose="020B0604020202020204" charset="0"/>
                <a:cs typeface="Catamaran ExtraLight" panose="020B0604020202020204" charset="0"/>
              </a:rPr>
              <a:t>Perform </a:t>
            </a:r>
            <a:r>
              <a:rPr lang="en-US" sz="1600" b="1" i="1" dirty="0">
                <a:solidFill>
                  <a:srgbClr val="9E5416"/>
                </a:solidFill>
                <a:latin typeface="Catamaran ExtraLight" panose="020B0604020202020204" charset="0"/>
                <a:cs typeface="Catamaran ExtraLight" panose="020B0604020202020204" charset="0"/>
              </a:rPr>
              <a:t>policy simulations</a:t>
            </a:r>
            <a:r>
              <a:rPr lang="en-US" sz="1600" i="1" dirty="0">
                <a:solidFill>
                  <a:srgbClr val="434343"/>
                </a:solidFill>
                <a:latin typeface="Catamaran ExtraLight" panose="020B0604020202020204" charset="0"/>
                <a:cs typeface="Catamaran ExtraLight" panose="020B0604020202020204" charset="0"/>
              </a:rPr>
              <a:t>,</a:t>
            </a:r>
          </a:p>
          <a:p>
            <a:pPr marL="342900" indent="-342900" algn="just">
              <a:spcBef>
                <a:spcPts val="1333"/>
              </a:spcBef>
              <a:buFont typeface="Arial" panose="020B0604020202020204" pitchFamily="34" charset="0"/>
              <a:buChar char="•"/>
            </a:pPr>
            <a:r>
              <a:rPr lang="en-US" sz="1600" i="1" dirty="0">
                <a:solidFill>
                  <a:srgbClr val="434343"/>
                </a:solidFill>
                <a:latin typeface="Catamaran ExtraLight" panose="020B0604020202020204" charset="0"/>
                <a:cs typeface="Catamaran ExtraLight" panose="020B0604020202020204" charset="0"/>
              </a:rPr>
              <a:t>Design an intuitive </a:t>
            </a:r>
            <a:r>
              <a:rPr lang="en-US" sz="1600" b="1" i="1" dirty="0">
                <a:solidFill>
                  <a:srgbClr val="9E5416"/>
                </a:solidFill>
                <a:latin typeface="Catamaran ExtraLight" panose="020B0604020202020204" charset="0"/>
                <a:cs typeface="Catamaran ExtraLight" panose="020B0604020202020204" charset="0"/>
              </a:rPr>
              <a:t>policy decision rule</a:t>
            </a:r>
            <a:endParaRPr lang="en-US" sz="1600" kern="0" dirty="0">
              <a:solidFill>
                <a:srgbClr val="434343"/>
              </a:solidFill>
              <a:latin typeface="GHEA Grapalat" panose="02000506050000020003" pitchFamily="50" charset="0"/>
              <a:cs typeface="Times New Roman" panose="02020603050405020304" pitchFamily="18" charset="0"/>
            </a:endParaRPr>
          </a:p>
        </p:txBody>
      </p:sp>
    </p:spTree>
    <p:extLst>
      <p:ext uri="{BB962C8B-B14F-4D97-AF65-F5344CB8AC3E}">
        <p14:creationId xmlns:p14="http://schemas.microsoft.com/office/powerpoint/2010/main" val="2960164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Growth-at-Risk Framework</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53;p125">
            <a:extLst>
              <a:ext uri="{FF2B5EF4-FFF2-40B4-BE49-F238E27FC236}">
                <a16:creationId xmlns:a16="http://schemas.microsoft.com/office/drawing/2014/main" id="{F642F099-0354-DC86-2B32-B67A07EDAA95}"/>
              </a:ext>
            </a:extLst>
          </p:cNvPr>
          <p:cNvSpPr txBox="1">
            <a:spLocks noGrp="1"/>
          </p:cNvSpPr>
          <p:nvPr>
            <p:ph type="subTitle" idx="1"/>
          </p:nvPr>
        </p:nvSpPr>
        <p:spPr>
          <a:xfrm>
            <a:off x="9067800" y="1439667"/>
            <a:ext cx="2801112" cy="4262800"/>
          </a:xfrm>
          <a:prstGeom prst="rect">
            <a:avLst/>
          </a:prstGeom>
        </p:spPr>
        <p:txBody>
          <a:bodyPr spcFirstLastPara="1" wrap="square" lIns="121900" tIns="121900" rIns="121900" bIns="121900" anchor="t" anchorCtr="0">
            <a:noAutofit/>
          </a:bodyPr>
          <a:lstStyle/>
          <a:p>
            <a:pPr marL="0" indent="0">
              <a:lnSpc>
                <a:spcPct val="150000"/>
              </a:lnSpc>
              <a:spcBef>
                <a:spcPts val="1333"/>
              </a:spcBef>
            </a:pPr>
            <a:r>
              <a:rPr lang="en" dirty="0">
                <a:solidFill>
                  <a:srgbClr val="434343"/>
                </a:solidFill>
              </a:rPr>
              <a:t>Data </a:t>
            </a:r>
            <a:r>
              <a:rPr lang="en-GB" dirty="0">
                <a:solidFill>
                  <a:srgbClr val="434343"/>
                </a:solidFill>
              </a:rPr>
              <a:t>sources</a:t>
            </a:r>
            <a:r>
              <a:rPr lang="en" dirty="0">
                <a:solidFill>
                  <a:srgbClr val="434343"/>
                </a:solidFill>
              </a:rPr>
              <a:t>:</a:t>
            </a:r>
          </a:p>
          <a:p>
            <a:pPr marL="609585" indent="-406390">
              <a:lnSpc>
                <a:spcPct val="150000"/>
              </a:lnSpc>
              <a:spcBef>
                <a:spcPts val="1600"/>
              </a:spcBef>
              <a:buChar char="●"/>
            </a:pPr>
            <a:r>
              <a:rPr lang="en-GB" b="1" dirty="0">
                <a:solidFill>
                  <a:srgbClr val="434343"/>
                </a:solidFill>
              </a:rPr>
              <a:t>IMF (FSI and IFS)</a:t>
            </a:r>
          </a:p>
          <a:p>
            <a:pPr marL="609585" indent="-406390">
              <a:lnSpc>
                <a:spcPct val="150000"/>
              </a:lnSpc>
              <a:spcBef>
                <a:spcPts val="1600"/>
              </a:spcBef>
              <a:buChar char="●"/>
            </a:pPr>
            <a:r>
              <a:rPr lang="en-GB" b="1" dirty="0">
                <a:solidFill>
                  <a:srgbClr val="434343"/>
                </a:solidFill>
              </a:rPr>
              <a:t>World Bank</a:t>
            </a:r>
          </a:p>
          <a:p>
            <a:pPr marL="609585" indent="-406390">
              <a:lnSpc>
                <a:spcPct val="150000"/>
              </a:lnSpc>
              <a:spcBef>
                <a:spcPts val="1600"/>
              </a:spcBef>
              <a:buChar char="●"/>
            </a:pPr>
            <a:r>
              <a:rPr lang="en-GB" b="1" dirty="0">
                <a:solidFill>
                  <a:srgbClr val="434343"/>
                </a:solidFill>
              </a:rPr>
              <a:t>BIS</a:t>
            </a:r>
          </a:p>
          <a:p>
            <a:pPr marL="609585" indent="-406390">
              <a:lnSpc>
                <a:spcPct val="150000"/>
              </a:lnSpc>
              <a:spcBef>
                <a:spcPts val="1600"/>
              </a:spcBef>
              <a:buChar char="●"/>
            </a:pPr>
            <a:r>
              <a:rPr lang="en-GB" b="1" dirty="0" err="1">
                <a:solidFill>
                  <a:srgbClr val="434343"/>
                </a:solidFill>
              </a:rPr>
              <a:t>TradingView</a:t>
            </a:r>
            <a:r>
              <a:rPr lang="en-GB" b="1" dirty="0">
                <a:solidFill>
                  <a:srgbClr val="434343"/>
                </a:solidFill>
              </a:rPr>
              <a:t> (for Gov bond data)</a:t>
            </a:r>
          </a:p>
          <a:p>
            <a:pPr marL="609585" indent="-406390">
              <a:lnSpc>
                <a:spcPct val="150000"/>
              </a:lnSpc>
              <a:spcBef>
                <a:spcPts val="1600"/>
              </a:spcBef>
              <a:buChar char="●"/>
            </a:pPr>
            <a:r>
              <a:rPr lang="en-GB" b="1" dirty="0">
                <a:solidFill>
                  <a:srgbClr val="434343"/>
                </a:solidFill>
              </a:rPr>
              <a:t>OECD (house prices)</a:t>
            </a:r>
          </a:p>
          <a:p>
            <a:pPr marL="609585" indent="-406390">
              <a:lnSpc>
                <a:spcPct val="150000"/>
              </a:lnSpc>
              <a:spcBef>
                <a:spcPts val="1600"/>
              </a:spcBef>
              <a:buChar char="●"/>
            </a:pPr>
            <a:r>
              <a:rPr lang="en-GB" b="1" dirty="0">
                <a:solidFill>
                  <a:srgbClr val="434343"/>
                </a:solidFill>
              </a:rPr>
              <a:t>CBA</a:t>
            </a:r>
          </a:p>
          <a:p>
            <a:pPr marL="609585" indent="-406390">
              <a:lnSpc>
                <a:spcPct val="150000"/>
              </a:lnSpc>
              <a:spcBef>
                <a:spcPts val="1600"/>
              </a:spcBef>
              <a:buChar char="●"/>
            </a:pPr>
            <a:endParaRPr lang="en-GB" b="1" dirty="0">
              <a:solidFill>
                <a:srgbClr val="434343"/>
              </a:solidFill>
            </a:endParaRPr>
          </a:p>
        </p:txBody>
      </p:sp>
      <p:pic>
        <p:nvPicPr>
          <p:cNvPr id="4" name="Picture 3">
            <a:extLst>
              <a:ext uri="{FF2B5EF4-FFF2-40B4-BE49-F238E27FC236}">
                <a16:creationId xmlns:a16="http://schemas.microsoft.com/office/drawing/2014/main" id="{A3951597-D2A2-438D-9190-FDBAF5950D86}"/>
              </a:ext>
            </a:extLst>
          </p:cNvPr>
          <p:cNvPicPr>
            <a:picLocks noChangeAspect="1"/>
          </p:cNvPicPr>
          <p:nvPr/>
        </p:nvPicPr>
        <p:blipFill>
          <a:blip r:embed="rId3"/>
          <a:stretch>
            <a:fillRect/>
          </a:stretch>
        </p:blipFill>
        <p:spPr>
          <a:xfrm>
            <a:off x="137160" y="1572519"/>
            <a:ext cx="9067800" cy="3790950"/>
          </a:xfrm>
          <a:prstGeom prst="rect">
            <a:avLst/>
          </a:prstGeom>
        </p:spPr>
      </p:pic>
      <p:sp>
        <p:nvSpPr>
          <p:cNvPr id="2" name="TextBox 1">
            <a:extLst>
              <a:ext uri="{FF2B5EF4-FFF2-40B4-BE49-F238E27FC236}">
                <a16:creationId xmlns:a16="http://schemas.microsoft.com/office/drawing/2014/main" id="{E78991B0-3128-BDED-22C1-B84909473868}"/>
              </a:ext>
            </a:extLst>
          </p:cNvPr>
          <p:cNvSpPr txBox="1"/>
          <p:nvPr/>
        </p:nvSpPr>
        <p:spPr>
          <a:xfrm>
            <a:off x="510767" y="5363469"/>
            <a:ext cx="1342034" cy="307777"/>
          </a:xfrm>
          <a:prstGeom prst="rect">
            <a:avLst/>
          </a:prstGeom>
          <a:noFill/>
        </p:spPr>
        <p:txBody>
          <a:bodyPr wrap="none" rtlCol="0">
            <a:spAutoFit/>
          </a:bodyPr>
          <a:lstStyle/>
          <a:p>
            <a:r>
              <a:rPr lang="en-GB" sz="1400" dirty="0"/>
              <a:t>Source: </a:t>
            </a:r>
            <a:r>
              <a:rPr lang="en-AM" sz="1400" dirty="0"/>
              <a:t>ESRB</a:t>
            </a:r>
          </a:p>
        </p:txBody>
      </p:sp>
    </p:spTree>
    <p:extLst>
      <p:ext uri="{BB962C8B-B14F-4D97-AF65-F5344CB8AC3E}">
        <p14:creationId xmlns:p14="http://schemas.microsoft.com/office/powerpoint/2010/main" val="686451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How to grow? Boom-busts vs steady growth paths</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859536" y="1294404"/>
            <a:ext cx="10599292" cy="738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Going over the risk-reward relationship, we observe </a:t>
            </a:r>
            <a:r>
              <a:rPr lang="en-US" sz="2000" b="1" kern="0" dirty="0">
                <a:solidFill>
                  <a:srgbClr val="9E5416"/>
                </a:solidFill>
                <a:latin typeface="Catamaran ExtraLight" panose="020B0604020202020204" charset="0"/>
                <a:cs typeface="Catamaran ExtraLight" panose="020B0604020202020204" charset="0"/>
              </a:rPr>
              <a:t>diminishing returns </a:t>
            </a:r>
            <a:r>
              <a:rPr lang="en-US" sz="2000" kern="0" dirty="0">
                <a:solidFill>
                  <a:srgbClr val="434343"/>
                </a:solidFill>
                <a:latin typeface="Catamaran ExtraLight" panose="020B0604020202020204" charset="0"/>
                <a:cs typeface="Catamaran ExtraLight" panose="020B0604020202020204" charset="0"/>
              </a:rPr>
              <a:t>for countries with boom-bust growth fundamentals.</a:t>
            </a:r>
          </a:p>
        </p:txBody>
      </p:sp>
      <p:pic>
        <p:nvPicPr>
          <p:cNvPr id="3" name="Picture 2">
            <a:extLst>
              <a:ext uri="{FF2B5EF4-FFF2-40B4-BE49-F238E27FC236}">
                <a16:creationId xmlns:a16="http://schemas.microsoft.com/office/drawing/2014/main" id="{B368932E-EC01-4CAA-A4B2-F65F6C50DA38}"/>
              </a:ext>
            </a:extLst>
          </p:cNvPr>
          <p:cNvPicPr>
            <a:picLocks noChangeAspect="1"/>
          </p:cNvPicPr>
          <p:nvPr/>
        </p:nvPicPr>
        <p:blipFill>
          <a:blip r:embed="rId3"/>
          <a:stretch>
            <a:fillRect/>
          </a:stretch>
        </p:blipFill>
        <p:spPr>
          <a:xfrm>
            <a:off x="454141" y="2199783"/>
            <a:ext cx="9329939" cy="4651814"/>
          </a:xfrm>
          <a:prstGeom prst="rect">
            <a:avLst/>
          </a:prstGeom>
        </p:spPr>
      </p:pic>
    </p:spTree>
    <p:extLst>
      <p:ext uri="{BB962C8B-B14F-4D97-AF65-F5344CB8AC3E}">
        <p14:creationId xmlns:p14="http://schemas.microsoft.com/office/powerpoint/2010/main" val="3951867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Use of Macroprudential policy </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733172" y="1373740"/>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Over time MP used different tools. </a:t>
            </a:r>
            <a:r>
              <a:rPr lang="en-US" sz="2000" b="1" kern="0" dirty="0">
                <a:solidFill>
                  <a:srgbClr val="9E5416"/>
                </a:solidFill>
                <a:latin typeface="Catamaran ExtraLight" panose="020B0604020202020204" charset="0"/>
                <a:cs typeface="Catamaran ExtraLight" panose="020B0604020202020204" charset="0"/>
              </a:rPr>
              <a:t>Capital-based tools </a:t>
            </a:r>
            <a:r>
              <a:rPr lang="en-US" sz="2000" kern="0" dirty="0">
                <a:solidFill>
                  <a:srgbClr val="434343"/>
                </a:solidFill>
                <a:latin typeface="Catamaran ExtraLight" panose="020B0604020202020204" charset="0"/>
                <a:cs typeface="Catamaran ExtraLight" panose="020B0604020202020204" charset="0"/>
              </a:rPr>
              <a:t>were extensively used during COVID shock in 2020-2021.</a:t>
            </a:r>
          </a:p>
        </p:txBody>
      </p:sp>
      <p:pic>
        <p:nvPicPr>
          <p:cNvPr id="6" name="Picture 5">
            <a:extLst>
              <a:ext uri="{FF2B5EF4-FFF2-40B4-BE49-F238E27FC236}">
                <a16:creationId xmlns:a16="http://schemas.microsoft.com/office/drawing/2014/main" id="{22477541-B2B6-42B5-B5F5-D8D77413D2C1}"/>
              </a:ext>
            </a:extLst>
          </p:cNvPr>
          <p:cNvPicPr>
            <a:picLocks noChangeAspect="1"/>
          </p:cNvPicPr>
          <p:nvPr/>
        </p:nvPicPr>
        <p:blipFill>
          <a:blip r:embed="rId3"/>
          <a:stretch>
            <a:fillRect/>
          </a:stretch>
        </p:blipFill>
        <p:spPr>
          <a:xfrm>
            <a:off x="598921" y="2429344"/>
            <a:ext cx="8929954" cy="4428656"/>
          </a:xfrm>
          <a:prstGeom prst="rect">
            <a:avLst/>
          </a:prstGeom>
        </p:spPr>
      </p:pic>
    </p:spTree>
    <p:extLst>
      <p:ext uri="{BB962C8B-B14F-4D97-AF65-F5344CB8AC3E}">
        <p14:creationId xmlns:p14="http://schemas.microsoft.com/office/powerpoint/2010/main" val="3960141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0;p126">
            <a:extLst>
              <a:ext uri="{FF2B5EF4-FFF2-40B4-BE49-F238E27FC236}">
                <a16:creationId xmlns:a16="http://schemas.microsoft.com/office/drawing/2014/main" id="{1168D831-8A87-4E33-B067-4016BB33167F}"/>
              </a:ext>
            </a:extLst>
          </p:cNvPr>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lgn="l">
              <a:buFont typeface="League Spartan Medium"/>
            </a:pPr>
            <a:r>
              <a:rPr lang="en" b="1" dirty="0">
                <a:solidFill>
                  <a:srgbClr val="9E5416"/>
                </a:solidFill>
                <a:latin typeface="Arial" panose="020B0604020202020204" pitchFamily="34" charset="0"/>
                <a:cs typeface="Arial" panose="020B0604020202020204" pitchFamily="34" charset="0"/>
                <a:sym typeface="League Spartan Medium"/>
              </a:rPr>
              <a:t>Use of Macroprudential policy </a:t>
            </a:r>
            <a:endParaRPr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4E0CC850-D043-4168-86DF-F3A70B1AA9E8}"/>
              </a:ext>
            </a:extLst>
          </p:cNvPr>
          <p:cNvSpPr txBox="1">
            <a:spLocks/>
          </p:cNvSpPr>
          <p:nvPr/>
        </p:nvSpPr>
        <p:spPr>
          <a:xfrm>
            <a:off x="733172" y="1664698"/>
            <a:ext cx="2768980" cy="46376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spcBef>
                <a:spcPts val="1333"/>
              </a:spcBef>
            </a:pPr>
            <a:r>
              <a:rPr lang="en-US" sz="2400" kern="0" dirty="0">
                <a:solidFill>
                  <a:srgbClr val="434343"/>
                </a:solidFill>
                <a:latin typeface="Catamaran ExtraLight" panose="020B0604020202020204" charset="0"/>
                <a:cs typeface="Catamaran ExtraLight" panose="020B0604020202020204" charset="0"/>
              </a:rPr>
              <a:t>Over time the policymakers </a:t>
            </a:r>
            <a:r>
              <a:rPr lang="en-US" sz="2400" b="1" kern="0" dirty="0">
                <a:solidFill>
                  <a:srgbClr val="9E5416"/>
                </a:solidFill>
                <a:latin typeface="Catamaran ExtraLight" panose="020B0604020202020204" charset="0"/>
                <a:cs typeface="Catamaran ExtraLight" panose="020B0604020202020204" charset="0"/>
              </a:rPr>
              <a:t>increased the usage </a:t>
            </a:r>
            <a:r>
              <a:rPr lang="en-US" sz="2400" kern="0" dirty="0">
                <a:solidFill>
                  <a:srgbClr val="434343"/>
                </a:solidFill>
                <a:latin typeface="Catamaran ExtraLight" panose="020B0604020202020204" charset="0"/>
                <a:cs typeface="Catamaran ExtraLight" panose="020B0604020202020204" charset="0"/>
              </a:rPr>
              <a:t>of MP tools. Mainly it has been </a:t>
            </a:r>
            <a:r>
              <a:rPr lang="en-US" sz="2400" b="1" kern="0" dirty="0">
                <a:solidFill>
                  <a:srgbClr val="9E5416"/>
                </a:solidFill>
                <a:latin typeface="Catamaran ExtraLight" panose="020B0604020202020204" charset="0"/>
                <a:cs typeface="Catamaran ExtraLight" panose="020B0604020202020204" charset="0"/>
              </a:rPr>
              <a:t>restrictive</a:t>
            </a:r>
            <a:r>
              <a:rPr lang="en-US" sz="2400" kern="0" dirty="0">
                <a:solidFill>
                  <a:srgbClr val="434343"/>
                </a:solidFill>
                <a:latin typeface="Catamaran ExtraLight" panose="020B0604020202020204" charset="0"/>
                <a:cs typeface="Catamaran ExtraLight" panose="020B0604020202020204" charset="0"/>
              </a:rPr>
              <a:t>, except for crisis periods (2008, 2020 etc.)</a:t>
            </a:r>
          </a:p>
        </p:txBody>
      </p:sp>
      <p:pic>
        <p:nvPicPr>
          <p:cNvPr id="6" name="Picture 5">
            <a:extLst>
              <a:ext uri="{FF2B5EF4-FFF2-40B4-BE49-F238E27FC236}">
                <a16:creationId xmlns:a16="http://schemas.microsoft.com/office/drawing/2014/main" id="{F533FCD7-CB8E-4CD1-AD42-6F7235439FA9}"/>
              </a:ext>
            </a:extLst>
          </p:cNvPr>
          <p:cNvPicPr>
            <a:picLocks noChangeAspect="1"/>
          </p:cNvPicPr>
          <p:nvPr/>
        </p:nvPicPr>
        <p:blipFill>
          <a:blip r:embed="rId2"/>
          <a:stretch>
            <a:fillRect/>
          </a:stretch>
        </p:blipFill>
        <p:spPr>
          <a:xfrm>
            <a:off x="3877056" y="4042983"/>
            <a:ext cx="8020388" cy="2542032"/>
          </a:xfrm>
          <a:prstGeom prst="rect">
            <a:avLst/>
          </a:prstGeom>
        </p:spPr>
      </p:pic>
      <p:pic>
        <p:nvPicPr>
          <p:cNvPr id="7" name="Picture 6">
            <a:extLst>
              <a:ext uri="{FF2B5EF4-FFF2-40B4-BE49-F238E27FC236}">
                <a16:creationId xmlns:a16="http://schemas.microsoft.com/office/drawing/2014/main" id="{362DFBBB-E8EE-452E-A086-6B52E3D3D2E5}"/>
              </a:ext>
            </a:extLst>
          </p:cNvPr>
          <p:cNvPicPr>
            <a:picLocks noChangeAspect="1"/>
          </p:cNvPicPr>
          <p:nvPr/>
        </p:nvPicPr>
        <p:blipFill>
          <a:blip r:embed="rId3"/>
          <a:stretch>
            <a:fillRect/>
          </a:stretch>
        </p:blipFill>
        <p:spPr>
          <a:xfrm>
            <a:off x="3877056" y="1353840"/>
            <a:ext cx="8020388" cy="2689143"/>
          </a:xfrm>
          <a:prstGeom prst="rect">
            <a:avLst/>
          </a:prstGeom>
        </p:spPr>
      </p:pic>
    </p:spTree>
    <p:extLst>
      <p:ext uri="{BB962C8B-B14F-4D97-AF65-F5344CB8AC3E}">
        <p14:creationId xmlns:p14="http://schemas.microsoft.com/office/powerpoint/2010/main" val="3222877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Panel model</a:t>
            </a:r>
            <a:endParaRPr sz="2800" dirty="0">
              <a:solidFill>
                <a:srgbClr val="9E5416"/>
              </a:solidFill>
              <a:sym typeface="League Spartan Medium"/>
            </a:endParaRPr>
          </a:p>
        </p:txBody>
      </p:sp>
      <p:pic>
        <p:nvPicPr>
          <p:cNvPr id="10" name="Picture 9">
            <a:extLst>
              <a:ext uri="{FF2B5EF4-FFF2-40B4-BE49-F238E27FC236}">
                <a16:creationId xmlns:a16="http://schemas.microsoft.com/office/drawing/2014/main" id="{79A353FF-E299-4849-B7AF-7E7661CD9D4C}"/>
              </a:ext>
            </a:extLst>
          </p:cNvPr>
          <p:cNvPicPr>
            <a:picLocks noChangeAspect="1"/>
          </p:cNvPicPr>
          <p:nvPr/>
        </p:nvPicPr>
        <p:blipFill rotWithShape="1">
          <a:blip r:embed="rId3"/>
          <a:srcRect l="28680" t="-806" r="32818" b="50403"/>
          <a:stretch/>
        </p:blipFill>
        <p:spPr>
          <a:xfrm>
            <a:off x="2167022" y="2250961"/>
            <a:ext cx="5834358" cy="496119"/>
          </a:xfrm>
          <a:prstGeom prst="rect">
            <a:avLst/>
          </a:prstGeom>
        </p:spPr>
      </p:pic>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main benefit of </a:t>
            </a:r>
            <a:r>
              <a:rPr lang="en-US" sz="2000" b="1" kern="0" dirty="0">
                <a:solidFill>
                  <a:srgbClr val="9E5416"/>
                </a:solidFill>
                <a:latin typeface="Catamaran ExtraLight" panose="020B0604020202020204" charset="0"/>
                <a:cs typeface="Catamaran ExtraLight" panose="020B0604020202020204" charset="0"/>
              </a:rPr>
              <a:t>quantile regression </a:t>
            </a:r>
            <a:r>
              <a:rPr lang="en-US" sz="2000" kern="0" dirty="0">
                <a:solidFill>
                  <a:srgbClr val="434343"/>
                </a:solidFill>
                <a:latin typeface="Catamaran ExtraLight" panose="020B0604020202020204" charset="0"/>
                <a:cs typeface="Catamaran ExtraLight" panose="020B0604020202020204" charset="0"/>
              </a:rPr>
              <a:t>is that it allows us to model the non-linear relationships, that can affect the GDP distribution.</a:t>
            </a:r>
          </a:p>
        </p:txBody>
      </p:sp>
      <p:pic>
        <p:nvPicPr>
          <p:cNvPr id="15" name="Picture 14">
            <a:extLst>
              <a:ext uri="{FF2B5EF4-FFF2-40B4-BE49-F238E27FC236}">
                <a16:creationId xmlns:a16="http://schemas.microsoft.com/office/drawing/2014/main" id="{856F1AF6-D025-495D-848D-B7CD5BA8118B}"/>
              </a:ext>
            </a:extLst>
          </p:cNvPr>
          <p:cNvPicPr>
            <a:picLocks noChangeAspect="1"/>
          </p:cNvPicPr>
          <p:nvPr/>
        </p:nvPicPr>
        <p:blipFill rotWithShape="1">
          <a:blip r:embed="rId4"/>
          <a:srcRect l="30645" t="14367" r="32740" b="24663"/>
          <a:stretch/>
        </p:blipFill>
        <p:spPr>
          <a:xfrm>
            <a:off x="3126331" y="2869209"/>
            <a:ext cx="4490621" cy="848012"/>
          </a:xfrm>
          <a:prstGeom prst="rect">
            <a:avLst/>
          </a:prstGeom>
        </p:spPr>
      </p:pic>
      <p:sp>
        <p:nvSpPr>
          <p:cNvPr id="19" name="Google Shape;2201;p118">
            <a:extLst>
              <a:ext uri="{FF2B5EF4-FFF2-40B4-BE49-F238E27FC236}">
                <a16:creationId xmlns:a16="http://schemas.microsoft.com/office/drawing/2014/main" id="{01A78051-94AD-4D14-B067-F43C55786D5E}"/>
              </a:ext>
            </a:extLst>
          </p:cNvPr>
          <p:cNvSpPr txBox="1">
            <a:spLocks/>
          </p:cNvSpPr>
          <p:nvPr/>
        </p:nvSpPr>
        <p:spPr>
          <a:xfrm>
            <a:off x="714884" y="3651257"/>
            <a:ext cx="5559552" cy="73880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pseudo R2 for our model is around</a:t>
            </a:r>
          </a:p>
        </p:txBody>
      </p:sp>
      <p:pic>
        <p:nvPicPr>
          <p:cNvPr id="18" name="Picture 17">
            <a:extLst>
              <a:ext uri="{FF2B5EF4-FFF2-40B4-BE49-F238E27FC236}">
                <a16:creationId xmlns:a16="http://schemas.microsoft.com/office/drawing/2014/main" id="{5288EF5D-75C5-4B59-8FFF-FF043E6E9CD8}"/>
              </a:ext>
            </a:extLst>
          </p:cNvPr>
          <p:cNvPicPr>
            <a:picLocks noChangeAspect="1"/>
          </p:cNvPicPr>
          <p:nvPr/>
        </p:nvPicPr>
        <p:blipFill>
          <a:blip r:embed="rId5"/>
          <a:stretch>
            <a:fillRect/>
          </a:stretch>
        </p:blipFill>
        <p:spPr>
          <a:xfrm>
            <a:off x="366115" y="4390058"/>
            <a:ext cx="7809893" cy="2282163"/>
          </a:xfrm>
          <a:prstGeom prst="rect">
            <a:avLst/>
          </a:prstGeom>
        </p:spPr>
      </p:pic>
    </p:spTree>
    <p:extLst>
      <p:ext uri="{BB962C8B-B14F-4D97-AF65-F5344CB8AC3E}">
        <p14:creationId xmlns:p14="http://schemas.microsoft.com/office/powerpoint/2010/main" val="4242510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Armenia risk-return vs world</a:t>
            </a:r>
            <a:endParaRPr sz="2800" dirty="0">
              <a:solidFill>
                <a:srgbClr val="9E5416"/>
              </a:solidFill>
              <a:sym typeface="League Spartan Medium"/>
            </a:endParaRPr>
          </a:p>
        </p:txBody>
      </p:sp>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According to panel estimations, Armenia’s growth pattern is generally in </a:t>
            </a:r>
            <a:r>
              <a:rPr lang="en-US" sz="2000" b="1" kern="0" dirty="0">
                <a:solidFill>
                  <a:srgbClr val="9E5416"/>
                </a:solidFill>
                <a:latin typeface="Catamaran ExtraLight" panose="020B0604020202020204" charset="0"/>
                <a:cs typeface="Catamaran ExtraLight" panose="020B0604020202020204" charset="0"/>
              </a:rPr>
              <a:t>boom-bust territory</a:t>
            </a:r>
            <a:r>
              <a:rPr lang="en-US" sz="2000" kern="0" dirty="0">
                <a:solidFill>
                  <a:srgbClr val="434343"/>
                </a:solidFill>
                <a:latin typeface="Catamaran ExtraLight" panose="020B0604020202020204" charset="0"/>
                <a:cs typeface="Catamaran ExtraLight" panose="020B0604020202020204" charset="0"/>
              </a:rPr>
              <a:t>.   </a:t>
            </a:r>
          </a:p>
        </p:txBody>
      </p:sp>
      <p:pic>
        <p:nvPicPr>
          <p:cNvPr id="12" name="Picture 11">
            <a:extLst>
              <a:ext uri="{FF2B5EF4-FFF2-40B4-BE49-F238E27FC236}">
                <a16:creationId xmlns:a16="http://schemas.microsoft.com/office/drawing/2014/main" id="{4D550811-3985-4C20-BBB2-9607A9296305}"/>
              </a:ext>
            </a:extLst>
          </p:cNvPr>
          <p:cNvPicPr>
            <a:picLocks noChangeAspect="1"/>
          </p:cNvPicPr>
          <p:nvPr/>
        </p:nvPicPr>
        <p:blipFill>
          <a:blip r:embed="rId3"/>
          <a:stretch>
            <a:fillRect/>
          </a:stretch>
        </p:blipFill>
        <p:spPr>
          <a:xfrm>
            <a:off x="372573" y="2220935"/>
            <a:ext cx="9685774" cy="4463329"/>
          </a:xfrm>
          <a:prstGeom prst="rect">
            <a:avLst/>
          </a:prstGeom>
        </p:spPr>
      </p:pic>
    </p:spTree>
    <p:extLst>
      <p:ext uri="{BB962C8B-B14F-4D97-AF65-F5344CB8AC3E}">
        <p14:creationId xmlns:p14="http://schemas.microsoft.com/office/powerpoint/2010/main" val="2771098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Frontier for best risk-return cases</a:t>
            </a:r>
            <a:endParaRPr sz="2800" dirty="0">
              <a:solidFill>
                <a:srgbClr val="9E5416"/>
              </a:solidFill>
              <a:sym typeface="League Spartan Medium"/>
            </a:endParaRPr>
          </a:p>
        </p:txBody>
      </p:sp>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Using LOF method, we estimate the frontier for the </a:t>
            </a:r>
            <a:r>
              <a:rPr lang="en-US" sz="2000" b="1" kern="0" dirty="0">
                <a:solidFill>
                  <a:srgbClr val="9E5416"/>
                </a:solidFill>
                <a:latin typeface="Catamaran ExtraLight" panose="020B0604020202020204" charset="0"/>
                <a:cs typeface="Catamaran ExtraLight" panose="020B0604020202020204" charset="0"/>
              </a:rPr>
              <a:t>best risk-return </a:t>
            </a:r>
            <a:r>
              <a:rPr lang="en-US" sz="2000" kern="0" dirty="0">
                <a:solidFill>
                  <a:srgbClr val="434343"/>
                </a:solidFill>
                <a:latin typeface="Catamaran ExtraLight" panose="020B0604020202020204" charset="0"/>
                <a:cs typeface="Catamaran ExtraLight" panose="020B0604020202020204" charset="0"/>
              </a:rPr>
              <a:t>performing countries</a:t>
            </a:r>
          </a:p>
        </p:txBody>
      </p:sp>
      <p:pic>
        <p:nvPicPr>
          <p:cNvPr id="5" name="Picture 4">
            <a:extLst>
              <a:ext uri="{FF2B5EF4-FFF2-40B4-BE49-F238E27FC236}">
                <a16:creationId xmlns:a16="http://schemas.microsoft.com/office/drawing/2014/main" id="{8E3DBFC4-5542-4C8E-A777-B484DDAC9228}"/>
              </a:ext>
            </a:extLst>
          </p:cNvPr>
          <p:cNvPicPr>
            <a:picLocks noChangeAspect="1"/>
          </p:cNvPicPr>
          <p:nvPr/>
        </p:nvPicPr>
        <p:blipFill>
          <a:blip r:embed="rId3"/>
          <a:stretch>
            <a:fillRect/>
          </a:stretch>
        </p:blipFill>
        <p:spPr>
          <a:xfrm>
            <a:off x="356616" y="2319562"/>
            <a:ext cx="9427464" cy="4346414"/>
          </a:xfrm>
          <a:prstGeom prst="rect">
            <a:avLst/>
          </a:prstGeom>
        </p:spPr>
      </p:pic>
    </p:spTree>
    <p:extLst>
      <p:ext uri="{BB962C8B-B14F-4D97-AF65-F5344CB8AC3E}">
        <p14:creationId xmlns:p14="http://schemas.microsoft.com/office/powerpoint/2010/main" val="2281735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Country cases that shape the boundary</a:t>
            </a:r>
            <a:endParaRPr sz="2800" dirty="0">
              <a:solidFill>
                <a:srgbClr val="9E5416"/>
              </a:solidFill>
              <a:sym typeface="League Spartan Medium"/>
            </a:endParaRPr>
          </a:p>
        </p:txBody>
      </p:sp>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According to the estimations, beyond the 4-5% GDP shortfall, additional </a:t>
            </a:r>
            <a:r>
              <a:rPr lang="en-US" sz="2000" b="1" kern="0" dirty="0">
                <a:solidFill>
                  <a:srgbClr val="9E5416"/>
                </a:solidFill>
                <a:latin typeface="Catamaran ExtraLight" panose="020B0604020202020204" charset="0"/>
                <a:cs typeface="Catamaran ExtraLight" panose="020B0604020202020204" charset="0"/>
              </a:rPr>
              <a:t>risk-taking is suboptimal</a:t>
            </a:r>
            <a:r>
              <a:rPr lang="en-US" sz="2000" kern="0" dirty="0">
                <a:solidFill>
                  <a:srgbClr val="434343"/>
                </a:solidFill>
                <a:latin typeface="Catamaran ExtraLight" panose="020B0604020202020204" charset="0"/>
                <a:cs typeface="Catamaran ExtraLight" panose="020B0604020202020204" charset="0"/>
              </a:rPr>
              <a:t>. Countries should aim to manage their risks so that it is less than this threshold.</a:t>
            </a:r>
          </a:p>
        </p:txBody>
      </p:sp>
      <p:pic>
        <p:nvPicPr>
          <p:cNvPr id="3" name="Picture 2">
            <a:extLst>
              <a:ext uri="{FF2B5EF4-FFF2-40B4-BE49-F238E27FC236}">
                <a16:creationId xmlns:a16="http://schemas.microsoft.com/office/drawing/2014/main" id="{B385FBE6-19E5-4587-9112-697C2ABAA841}"/>
              </a:ext>
            </a:extLst>
          </p:cNvPr>
          <p:cNvPicPr>
            <a:picLocks noChangeAspect="1"/>
          </p:cNvPicPr>
          <p:nvPr/>
        </p:nvPicPr>
        <p:blipFill>
          <a:blip r:embed="rId3"/>
          <a:stretch>
            <a:fillRect/>
          </a:stretch>
        </p:blipFill>
        <p:spPr>
          <a:xfrm>
            <a:off x="466343" y="2459736"/>
            <a:ext cx="9364999" cy="4320201"/>
          </a:xfrm>
          <a:prstGeom prst="rect">
            <a:avLst/>
          </a:prstGeom>
        </p:spPr>
      </p:pic>
    </p:spTree>
    <p:extLst>
      <p:ext uri="{BB962C8B-B14F-4D97-AF65-F5344CB8AC3E}">
        <p14:creationId xmlns:p14="http://schemas.microsoft.com/office/powerpoint/2010/main" val="268010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Possibility curve and the frontier</a:t>
            </a:r>
            <a:endParaRPr sz="2800" dirty="0">
              <a:solidFill>
                <a:srgbClr val="9E5416"/>
              </a:solidFill>
              <a:sym typeface="League Spartan Medium"/>
            </a:endParaRPr>
          </a:p>
        </p:txBody>
      </p:sp>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a:t>
            </a:r>
            <a:r>
              <a:rPr lang="en-US" sz="2000" b="1" kern="0" dirty="0">
                <a:solidFill>
                  <a:srgbClr val="9E5416"/>
                </a:solidFill>
                <a:latin typeface="Catamaran ExtraLight" panose="020B0604020202020204" charset="0"/>
                <a:cs typeface="Catamaran ExtraLight" panose="020B0604020202020204" charset="0"/>
              </a:rPr>
              <a:t>possibility curve </a:t>
            </a:r>
            <a:r>
              <a:rPr lang="en-US" sz="2000" kern="0" dirty="0">
                <a:solidFill>
                  <a:srgbClr val="434343"/>
                </a:solidFill>
                <a:latin typeface="Catamaran ExtraLight" panose="020B0604020202020204" charset="0"/>
                <a:cs typeface="Catamaran ExtraLight" panose="020B0604020202020204" charset="0"/>
              </a:rPr>
              <a:t>is bundle of the risk-return values that are </a:t>
            </a:r>
            <a:r>
              <a:rPr lang="en-US" sz="2000" b="1" kern="0" dirty="0">
                <a:solidFill>
                  <a:srgbClr val="9E5416"/>
                </a:solidFill>
                <a:latin typeface="Catamaran ExtraLight" panose="020B0604020202020204" charset="0"/>
                <a:cs typeface="Catamaran ExtraLight" panose="020B0604020202020204" charset="0"/>
              </a:rPr>
              <a:t>achievable</a:t>
            </a:r>
            <a:r>
              <a:rPr lang="en-US" sz="2000" kern="0" dirty="0">
                <a:solidFill>
                  <a:srgbClr val="434343"/>
                </a:solidFill>
                <a:latin typeface="Catamaran ExtraLight" panose="020B0604020202020204" charset="0"/>
                <a:cs typeface="Catamaran ExtraLight" panose="020B0604020202020204" charset="0"/>
              </a:rPr>
              <a:t> through the tightening and loosening of MP </a:t>
            </a:r>
          </a:p>
        </p:txBody>
      </p:sp>
      <p:pic>
        <p:nvPicPr>
          <p:cNvPr id="3" name="Picture 2">
            <a:extLst>
              <a:ext uri="{FF2B5EF4-FFF2-40B4-BE49-F238E27FC236}">
                <a16:creationId xmlns:a16="http://schemas.microsoft.com/office/drawing/2014/main" id="{50B8E2BF-A481-40E1-8648-780092DC2D10}"/>
              </a:ext>
            </a:extLst>
          </p:cNvPr>
          <p:cNvPicPr>
            <a:picLocks noChangeAspect="1"/>
          </p:cNvPicPr>
          <p:nvPr/>
        </p:nvPicPr>
        <p:blipFill>
          <a:blip r:embed="rId3"/>
          <a:stretch>
            <a:fillRect/>
          </a:stretch>
        </p:blipFill>
        <p:spPr>
          <a:xfrm>
            <a:off x="502920" y="2295144"/>
            <a:ext cx="9630533" cy="4437874"/>
          </a:xfrm>
          <a:prstGeom prst="rect">
            <a:avLst/>
          </a:prstGeom>
        </p:spPr>
      </p:pic>
    </p:spTree>
    <p:extLst>
      <p:ext uri="{BB962C8B-B14F-4D97-AF65-F5344CB8AC3E}">
        <p14:creationId xmlns:p14="http://schemas.microsoft.com/office/powerpoint/2010/main" val="3495176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5E75336-B2B6-4650-85EB-A039DA707D78}"/>
              </a:ext>
            </a:extLst>
          </p:cNvPr>
          <p:cNvSpPr txBox="1">
            <a:spLocks/>
          </p:cNvSpPr>
          <p:nvPr/>
        </p:nvSpPr>
        <p:spPr>
          <a:xfrm>
            <a:off x="838200" y="365125"/>
            <a:ext cx="10515600" cy="827067"/>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2800"/>
              <a:buFont typeface="League Spartan Medium"/>
              <a:buNone/>
            </a:pPr>
            <a:r>
              <a:rPr lang="en-US" sz="2800" b="1">
                <a:solidFill>
                  <a:srgbClr val="9E5416"/>
                </a:solidFill>
                <a:latin typeface="Arial" panose="020B0604020202020204" pitchFamily="34" charset="0"/>
                <a:cs typeface="Arial" panose="020B0604020202020204" pitchFamily="34" charset="0"/>
                <a:sym typeface="Hammersmith One"/>
              </a:rPr>
              <a:t>Risk absorption capacity remains high</a:t>
            </a:r>
            <a:endParaRPr lang="en-GB" sz="2800" b="1" dirty="0">
              <a:solidFill>
                <a:srgbClr val="9E5416"/>
              </a:solidFill>
              <a:latin typeface="Arial" panose="020B0604020202020204" pitchFamily="34" charset="0"/>
              <a:cs typeface="Arial" panose="020B0604020202020204" pitchFamily="34" charset="0"/>
              <a:sym typeface="Hammersmith One"/>
            </a:endParaRPr>
          </a:p>
        </p:txBody>
      </p:sp>
      <p:sp>
        <p:nvSpPr>
          <p:cNvPr id="10" name="TextBox 9">
            <a:extLst>
              <a:ext uri="{FF2B5EF4-FFF2-40B4-BE49-F238E27FC236}">
                <a16:creationId xmlns:a16="http://schemas.microsoft.com/office/drawing/2014/main" id="{1A79402A-159D-4609-8965-ECD1346BBA40}"/>
              </a:ext>
            </a:extLst>
          </p:cNvPr>
          <p:cNvSpPr txBox="1"/>
          <p:nvPr/>
        </p:nvSpPr>
        <p:spPr>
          <a:xfrm>
            <a:off x="6083169" y="1735396"/>
            <a:ext cx="4949164" cy="307777"/>
          </a:xfrm>
          <a:prstGeom prst="rect">
            <a:avLst/>
          </a:prstGeom>
          <a:noFill/>
        </p:spPr>
        <p:txBody>
          <a:bodyPr wrap="square" rtlCol="0">
            <a:spAutoFit/>
          </a:bodyPr>
          <a:lstStyle/>
          <a:p>
            <a:pPr>
              <a:defRPr sz="1400" b="0" i="0" u="none" strike="noStrike" kern="1200" spc="0" baseline="0">
                <a:solidFill>
                  <a:prstClr val="black">
                    <a:lumMod val="65000"/>
                    <a:lumOff val="35000"/>
                  </a:prstClr>
                </a:solidFill>
                <a:latin typeface="+mn-lt"/>
                <a:ea typeface="+mn-ea"/>
                <a:cs typeface="+mn-cs"/>
              </a:defRPr>
            </a:pPr>
            <a:r>
              <a:rPr lang="en-US" sz="1400" i="1" dirty="0" err="1">
                <a:solidFill>
                  <a:prstClr val="black">
                    <a:lumMod val="65000"/>
                    <a:lumOff val="35000"/>
                  </a:prstClr>
                </a:solidFill>
                <a:latin typeface="GHEA Grapalat" panose="02000506050000020003" pitchFamily="50" charset="0"/>
              </a:rPr>
              <a:t>RoE</a:t>
            </a:r>
            <a:r>
              <a:rPr lang="en-US" sz="1400" i="1" dirty="0">
                <a:solidFill>
                  <a:prstClr val="black">
                    <a:lumMod val="65000"/>
                    <a:lumOff val="35000"/>
                  </a:prstClr>
                </a:solidFill>
                <a:latin typeface="GHEA Grapalat" panose="02000506050000020003" pitchFamily="50" charset="0"/>
              </a:rPr>
              <a:t> and leverage</a:t>
            </a:r>
          </a:p>
        </p:txBody>
      </p:sp>
      <p:graphicFrame>
        <p:nvGraphicFramePr>
          <p:cNvPr id="11" name="Chart 10">
            <a:extLst>
              <a:ext uri="{FF2B5EF4-FFF2-40B4-BE49-F238E27FC236}">
                <a16:creationId xmlns:a16="http://schemas.microsoft.com/office/drawing/2014/main" id="{FDC5EF74-1B0C-4FDF-8190-78082D360769}"/>
              </a:ext>
            </a:extLst>
          </p:cNvPr>
          <p:cNvGraphicFramePr/>
          <p:nvPr/>
        </p:nvGraphicFramePr>
        <p:xfrm>
          <a:off x="6083169" y="2043173"/>
          <a:ext cx="5054861" cy="3309877"/>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223A9B6D-9E55-41FA-9B37-885044263E5B}"/>
              </a:ext>
            </a:extLst>
          </p:cNvPr>
          <p:cNvSpPr txBox="1"/>
          <p:nvPr/>
        </p:nvSpPr>
        <p:spPr>
          <a:xfrm>
            <a:off x="986103" y="1735395"/>
            <a:ext cx="4949164" cy="307777"/>
          </a:xfrm>
          <a:prstGeom prst="rect">
            <a:avLst/>
          </a:prstGeom>
          <a:noFill/>
        </p:spPr>
        <p:txBody>
          <a:bodyPr wrap="square" rtlCol="0">
            <a:spAutoFit/>
          </a:bodyPr>
          <a:lstStyle/>
          <a:p>
            <a:pPr>
              <a:defRPr sz="1400" b="0" i="0" u="none" strike="noStrike" kern="1200" spc="0" baseline="0">
                <a:solidFill>
                  <a:prstClr val="black">
                    <a:lumMod val="65000"/>
                    <a:lumOff val="35000"/>
                  </a:prstClr>
                </a:solidFill>
                <a:latin typeface="+mn-lt"/>
                <a:ea typeface="+mn-ea"/>
                <a:cs typeface="+mn-cs"/>
              </a:defRPr>
            </a:pPr>
            <a:r>
              <a:rPr lang="en-US" sz="1400" i="1" dirty="0">
                <a:solidFill>
                  <a:prstClr val="black">
                    <a:lumMod val="65000"/>
                    <a:lumOff val="35000"/>
                  </a:prstClr>
                </a:solidFill>
                <a:latin typeface="GHEA Grapalat" panose="02000506050000020003" pitchFamily="50" charset="0"/>
              </a:rPr>
              <a:t>Capital adequacy</a:t>
            </a:r>
          </a:p>
        </p:txBody>
      </p:sp>
      <p:graphicFrame>
        <p:nvGraphicFramePr>
          <p:cNvPr id="13" name="Chart 12">
            <a:extLst>
              <a:ext uri="{FF2B5EF4-FFF2-40B4-BE49-F238E27FC236}">
                <a16:creationId xmlns:a16="http://schemas.microsoft.com/office/drawing/2014/main" id="{43B6DD00-9C5C-4931-8EDB-59EF6872EFFB}"/>
              </a:ext>
            </a:extLst>
          </p:cNvPr>
          <p:cNvGraphicFramePr/>
          <p:nvPr/>
        </p:nvGraphicFramePr>
        <p:xfrm>
          <a:off x="838200" y="1971675"/>
          <a:ext cx="5097067" cy="38096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60598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78B8DCE-7D3D-4536-8186-7A11F34AC69C}"/>
              </a:ext>
            </a:extLst>
          </p:cNvPr>
          <p:cNvSpPr txBox="1">
            <a:spLocks/>
          </p:cNvSpPr>
          <p:nvPr/>
        </p:nvSpPr>
        <p:spPr>
          <a:xfrm>
            <a:off x="624765" y="443094"/>
            <a:ext cx="10298874" cy="68614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2800"/>
              <a:buFont typeface="League Spartan Medium"/>
              <a:buNone/>
            </a:pPr>
            <a:r>
              <a:rPr lang="en-US" sz="2800" b="1">
                <a:solidFill>
                  <a:srgbClr val="9E5416"/>
                </a:solidFill>
                <a:latin typeface="Arial" panose="020B0604020202020204" pitchFamily="34" charset="0"/>
                <a:cs typeface="Arial" panose="020B0604020202020204" pitchFamily="34" charset="0"/>
              </a:rPr>
              <a:t>Real estate prices have grown.</a:t>
            </a:r>
            <a:r>
              <a:rPr lang="hy-AM" sz="2800" b="1">
                <a:solidFill>
                  <a:srgbClr val="9E5416"/>
                </a:solidFill>
                <a:latin typeface="Arial" panose="020B0604020202020204" pitchFamily="34" charset="0"/>
                <a:cs typeface="Arial" panose="020B0604020202020204" pitchFamily="34" charset="0"/>
              </a:rPr>
              <a:t> </a:t>
            </a:r>
            <a:r>
              <a:rPr lang="en-US" sz="2800" b="1">
                <a:solidFill>
                  <a:srgbClr val="9E5416"/>
                </a:solidFill>
                <a:latin typeface="Arial" panose="020B0604020202020204" pitchFamily="34" charset="0"/>
                <a:cs typeface="Arial" panose="020B0604020202020204" pitchFamily="34" charset="0"/>
              </a:rPr>
              <a:t>There are possible overvaluation risks</a:t>
            </a:r>
            <a:endParaRPr lang="en-GB" sz="2800" b="1" dirty="0">
              <a:solidFill>
                <a:srgbClr val="9E5416"/>
              </a:solidFill>
              <a:latin typeface="Arial" panose="020B0604020202020204" pitchFamily="34" charset="0"/>
              <a:cs typeface="Arial" panose="020B0604020202020204" pitchFamily="34" charset="0"/>
            </a:endParaRPr>
          </a:p>
        </p:txBody>
      </p:sp>
      <p:graphicFrame>
        <p:nvGraphicFramePr>
          <p:cNvPr id="11" name="Chart 10">
            <a:extLst>
              <a:ext uri="{FF2B5EF4-FFF2-40B4-BE49-F238E27FC236}">
                <a16:creationId xmlns:a16="http://schemas.microsoft.com/office/drawing/2014/main" id="{AA4F7079-A281-4057-97E3-53DAAEF18273}"/>
              </a:ext>
            </a:extLst>
          </p:cNvPr>
          <p:cNvGraphicFramePr/>
          <p:nvPr/>
        </p:nvGraphicFramePr>
        <p:xfrm>
          <a:off x="655320" y="1951179"/>
          <a:ext cx="5168572" cy="3620946"/>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CCF9DDB6-5CFD-4489-9203-BEE619080558}"/>
              </a:ext>
            </a:extLst>
          </p:cNvPr>
          <p:cNvSpPr/>
          <p:nvPr/>
        </p:nvSpPr>
        <p:spPr>
          <a:xfrm>
            <a:off x="788720" y="1513267"/>
            <a:ext cx="5383480" cy="437912"/>
          </a:xfrm>
          <a:prstGeom prst="rect">
            <a:avLst/>
          </a:prstGeom>
          <a:no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1" u="none" strike="noStrike" kern="0" cap="none" spc="94" normalizeH="0" baseline="0" noProof="0" dirty="0">
                <a:ln>
                  <a:noFill/>
                </a:ln>
                <a:solidFill>
                  <a:prstClr val="black"/>
                </a:solidFill>
                <a:effectLst/>
                <a:uLnTx/>
                <a:uFillTx/>
                <a:latin typeface="GHEA Grapalat" panose="02000506050000020003" pitchFamily="50" charset="0"/>
                <a:ea typeface="+mn-ea"/>
                <a:cs typeface="Lucida Sans Unicode"/>
              </a:rPr>
              <a:t>The growth rate of average real estate price*</a:t>
            </a:r>
            <a:endParaRPr kumimoji="0" lang="hy-AM" sz="1400" b="0" i="1" u="none" strike="noStrike" kern="0" cap="none" spc="143" normalizeH="0" baseline="0" noProof="0" dirty="0">
              <a:ln>
                <a:noFill/>
              </a:ln>
              <a:solidFill>
                <a:prstClr val="black"/>
              </a:solidFill>
              <a:effectLst/>
              <a:uLnTx/>
              <a:uFillTx/>
              <a:latin typeface="GHEA Grapalat" panose="02000506050000020003" pitchFamily="50" charset="0"/>
              <a:ea typeface="+mn-ea"/>
              <a:cs typeface="Lucida Sans Unicode"/>
            </a:endParaRPr>
          </a:p>
        </p:txBody>
      </p:sp>
      <p:sp>
        <p:nvSpPr>
          <p:cNvPr id="13" name="Rectangle 12">
            <a:extLst>
              <a:ext uri="{FF2B5EF4-FFF2-40B4-BE49-F238E27FC236}">
                <a16:creationId xmlns:a16="http://schemas.microsoft.com/office/drawing/2014/main" id="{B7AE8F20-4815-4C62-A272-56C52C2EC4EB}"/>
              </a:ext>
            </a:extLst>
          </p:cNvPr>
          <p:cNvSpPr/>
          <p:nvPr/>
        </p:nvSpPr>
        <p:spPr>
          <a:xfrm>
            <a:off x="6036936" y="1443831"/>
            <a:ext cx="5383480" cy="437912"/>
          </a:xfrm>
          <a:prstGeom prst="rect">
            <a:avLst/>
          </a:prstGeom>
          <a:no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1" u="none" strike="noStrike" kern="0" cap="none" spc="94" normalizeH="0" baseline="0" noProof="0" dirty="0">
                <a:ln>
                  <a:noFill/>
                </a:ln>
                <a:solidFill>
                  <a:prstClr val="black"/>
                </a:solidFill>
                <a:effectLst/>
                <a:uLnTx/>
                <a:uFillTx/>
                <a:latin typeface="GHEA Grapalat" panose="02000506050000020003" pitchFamily="50" charset="0"/>
                <a:ea typeface="+mn-ea"/>
                <a:cs typeface="Lucida Sans Unicode"/>
              </a:rPr>
              <a:t>The estimated size of deviation of real estate prices from their fundamental levels **</a:t>
            </a:r>
            <a:endParaRPr kumimoji="0" lang="hy-AM" sz="1400" b="0" i="1" u="none" strike="noStrike" kern="0" cap="none" spc="143" normalizeH="0" baseline="0" noProof="0" dirty="0">
              <a:ln>
                <a:noFill/>
              </a:ln>
              <a:solidFill>
                <a:prstClr val="black"/>
              </a:solidFill>
              <a:effectLst/>
              <a:uLnTx/>
              <a:uFillTx/>
              <a:latin typeface="GHEA Grapalat" panose="02000506050000020003" pitchFamily="50" charset="0"/>
              <a:ea typeface="+mn-ea"/>
              <a:cs typeface="Lucida Sans Unicode"/>
            </a:endParaRPr>
          </a:p>
        </p:txBody>
      </p:sp>
      <p:sp>
        <p:nvSpPr>
          <p:cNvPr id="14" name="Rectangle 13">
            <a:extLst>
              <a:ext uri="{FF2B5EF4-FFF2-40B4-BE49-F238E27FC236}">
                <a16:creationId xmlns:a16="http://schemas.microsoft.com/office/drawing/2014/main" id="{92702E89-710A-4CF4-8358-F50FDDEF46CF}"/>
              </a:ext>
            </a:extLst>
          </p:cNvPr>
          <p:cNvSpPr/>
          <p:nvPr/>
        </p:nvSpPr>
        <p:spPr>
          <a:xfrm>
            <a:off x="1168604" y="2026148"/>
            <a:ext cx="1878207" cy="60016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4472C4">
                    <a:lumMod val="50000"/>
                  </a:srgbClr>
                </a:solidFill>
                <a:effectLst/>
                <a:uLnTx/>
                <a:uFillTx/>
                <a:latin typeface="Calibri" panose="020F0502020204030204"/>
              </a:rPr>
              <a:t>During last 5 years real estate prices have risen by almost 50%</a:t>
            </a:r>
            <a:endParaRPr kumimoji="0" lang="hy-AM" sz="1100" b="0" i="0" u="none" strike="noStrike" kern="0" cap="none" spc="0" normalizeH="0" baseline="0" noProof="0" dirty="0">
              <a:ln>
                <a:noFill/>
              </a:ln>
              <a:solidFill>
                <a:srgbClr val="4472C4">
                  <a:lumMod val="50000"/>
                </a:srgbClr>
              </a:solidFill>
              <a:effectLst/>
              <a:uLnTx/>
              <a:uFillTx/>
            </a:endParaRPr>
          </a:p>
        </p:txBody>
      </p:sp>
      <p:sp>
        <p:nvSpPr>
          <p:cNvPr id="15" name="TextBox 14">
            <a:extLst>
              <a:ext uri="{FF2B5EF4-FFF2-40B4-BE49-F238E27FC236}">
                <a16:creationId xmlns:a16="http://schemas.microsoft.com/office/drawing/2014/main" id="{ACCA6B59-444F-4DD3-8982-75282A8705A4}"/>
              </a:ext>
            </a:extLst>
          </p:cNvPr>
          <p:cNvSpPr txBox="1"/>
          <p:nvPr/>
        </p:nvSpPr>
        <p:spPr>
          <a:xfrm>
            <a:off x="6096000" y="6071836"/>
            <a:ext cx="5559671" cy="400110"/>
          </a:xfrm>
          <a:prstGeom prst="rect">
            <a:avLst/>
          </a:prstGeom>
          <a:noFill/>
        </p:spPr>
        <p:txBody>
          <a:bodyPr wrap="square" rtlCol="0">
            <a:spAutoFit/>
          </a:bodyPr>
          <a:lstStyle>
            <a:defPPr>
              <a:defRPr lang="en-US"/>
            </a:defPPr>
            <a:lvl1pPr>
              <a:defRPr sz="1000" i="1">
                <a:solidFill>
                  <a:schemeClr val="accent1">
                    <a:lumMod val="50000"/>
                  </a:schemeClr>
                </a:solidFill>
                <a:latin typeface="GHEA Grapalat" panose="02000506050000020003" pitchFamily="50"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rPr>
              <a:t>**It is worth to mention, that this estimate is only a warning sign for possible overvaluation risks in real estate market and should not be interpreted as a forecast of real estate prices</a:t>
            </a:r>
          </a:p>
        </p:txBody>
      </p:sp>
      <p:graphicFrame>
        <p:nvGraphicFramePr>
          <p:cNvPr id="16" name="Chart 15">
            <a:extLst>
              <a:ext uri="{FF2B5EF4-FFF2-40B4-BE49-F238E27FC236}">
                <a16:creationId xmlns:a16="http://schemas.microsoft.com/office/drawing/2014/main" id="{CB529458-07DF-4250-8AB3-137C6D45353B}"/>
              </a:ext>
            </a:extLst>
          </p:cNvPr>
          <p:cNvGraphicFramePr>
            <a:graphicFrameLocks/>
          </p:cNvGraphicFramePr>
          <p:nvPr/>
        </p:nvGraphicFramePr>
        <p:xfrm>
          <a:off x="5799772" y="1999272"/>
          <a:ext cx="5559671" cy="3572854"/>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a:extLst>
              <a:ext uri="{FF2B5EF4-FFF2-40B4-BE49-F238E27FC236}">
                <a16:creationId xmlns:a16="http://schemas.microsoft.com/office/drawing/2014/main" id="{AF7B0B1D-AD16-4D0A-838C-4492523D7C6F}"/>
              </a:ext>
            </a:extLst>
          </p:cNvPr>
          <p:cNvSpPr txBox="1"/>
          <p:nvPr/>
        </p:nvSpPr>
        <p:spPr>
          <a:xfrm>
            <a:off x="477265" y="5947177"/>
            <a:ext cx="5559671" cy="707886"/>
          </a:xfrm>
          <a:prstGeom prst="rect">
            <a:avLst/>
          </a:prstGeom>
          <a:noFill/>
        </p:spPr>
        <p:txBody>
          <a:bodyPr wrap="square" rtlCol="0">
            <a:spAutoFit/>
          </a:bodyPr>
          <a:lstStyle>
            <a:defPPr>
              <a:defRPr lang="en-US"/>
            </a:defPPr>
            <a:lvl1pPr>
              <a:defRPr sz="1000" i="1">
                <a:solidFill>
                  <a:schemeClr val="accent1">
                    <a:lumMod val="50000"/>
                  </a:schemeClr>
                </a:solidFill>
                <a:latin typeface="GHEA Grapalat" panose="02000506050000020003" pitchFamily="50"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rPr>
              <a:t>* For 1 sq. meter of multi-flat apartment building in Yerevan</a:t>
            </a:r>
            <a:endParaRPr kumimoji="0" lang="hy-AM"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hy-AM"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rPr>
              <a:t>Source`</a:t>
            </a:r>
            <a:r>
              <a:rPr kumimoji="0" lang="hy-AM"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rPr>
              <a:t> </a:t>
            </a:r>
            <a:r>
              <a:rPr kumimoji="0" lang="en-US"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rPr>
              <a:t>Real estate </a:t>
            </a:r>
            <a:r>
              <a:rPr kumimoji="0" lang="en-US" sz="1000" b="0" i="1" u="none" strike="noStrike" kern="0" cap="none" spc="0" normalizeH="0" baseline="0" noProof="0" dirty="0" err="1">
                <a:ln>
                  <a:noFill/>
                </a:ln>
                <a:solidFill>
                  <a:srgbClr val="5B9BD5">
                    <a:lumMod val="50000"/>
                  </a:srgbClr>
                </a:solidFill>
                <a:effectLst/>
                <a:uLnTx/>
                <a:uFillTx/>
                <a:latin typeface="GHEA Grapalat" panose="02000506050000020003" pitchFamily="50" charset="0"/>
              </a:rPr>
              <a:t>cadastre</a:t>
            </a:r>
            <a:r>
              <a:rPr kumimoji="0" lang="en-US"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rPr>
              <a:t> RA, CB calculations</a:t>
            </a:r>
            <a:endParaRPr kumimoji="0" lang="hy-AM"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1" u="none" strike="noStrike" kern="0" cap="none" spc="0" normalizeH="0" baseline="0" noProof="0" dirty="0">
              <a:ln>
                <a:noFill/>
              </a:ln>
              <a:solidFill>
                <a:srgbClr val="5B9BD5">
                  <a:lumMod val="50000"/>
                </a:srgbClr>
              </a:solidFill>
              <a:effectLst/>
              <a:uLnTx/>
              <a:uFillTx/>
              <a:latin typeface="GHEA Grapalat" panose="02000506050000020003" pitchFamily="50" charset="0"/>
            </a:endParaRPr>
          </a:p>
        </p:txBody>
      </p:sp>
    </p:spTree>
    <p:extLst>
      <p:ext uri="{BB962C8B-B14F-4D97-AF65-F5344CB8AC3E}">
        <p14:creationId xmlns:p14="http://schemas.microsoft.com/office/powerpoint/2010/main" val="3255930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Growth-at-Risk Framework</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53;p125">
            <a:extLst>
              <a:ext uri="{FF2B5EF4-FFF2-40B4-BE49-F238E27FC236}">
                <a16:creationId xmlns:a16="http://schemas.microsoft.com/office/drawing/2014/main" id="{F642F099-0354-DC86-2B32-B67A07EDAA95}"/>
              </a:ext>
            </a:extLst>
          </p:cNvPr>
          <p:cNvSpPr txBox="1">
            <a:spLocks noGrp="1"/>
          </p:cNvSpPr>
          <p:nvPr>
            <p:ph type="subTitle" idx="1"/>
          </p:nvPr>
        </p:nvSpPr>
        <p:spPr>
          <a:xfrm>
            <a:off x="9067800" y="1439667"/>
            <a:ext cx="2801112" cy="4262800"/>
          </a:xfrm>
          <a:prstGeom prst="rect">
            <a:avLst/>
          </a:prstGeom>
        </p:spPr>
        <p:txBody>
          <a:bodyPr spcFirstLastPara="1" wrap="square" lIns="121900" tIns="121900" rIns="121900" bIns="121900" anchor="t" anchorCtr="0">
            <a:noAutofit/>
          </a:bodyPr>
          <a:lstStyle/>
          <a:p>
            <a:pPr marL="0" indent="0">
              <a:lnSpc>
                <a:spcPct val="150000"/>
              </a:lnSpc>
              <a:spcBef>
                <a:spcPts val="1333"/>
              </a:spcBef>
            </a:pPr>
            <a:r>
              <a:rPr lang="en" dirty="0">
                <a:solidFill>
                  <a:srgbClr val="434343"/>
                </a:solidFill>
              </a:rPr>
              <a:t>Data </a:t>
            </a:r>
            <a:r>
              <a:rPr lang="en-GB" dirty="0">
                <a:solidFill>
                  <a:srgbClr val="434343"/>
                </a:solidFill>
              </a:rPr>
              <a:t>sources</a:t>
            </a:r>
            <a:r>
              <a:rPr lang="en" dirty="0">
                <a:solidFill>
                  <a:srgbClr val="434343"/>
                </a:solidFill>
              </a:rPr>
              <a:t>:</a:t>
            </a:r>
          </a:p>
          <a:p>
            <a:pPr marL="609585" indent="-406390">
              <a:lnSpc>
                <a:spcPct val="150000"/>
              </a:lnSpc>
              <a:spcBef>
                <a:spcPts val="1600"/>
              </a:spcBef>
              <a:buChar char="●"/>
            </a:pPr>
            <a:r>
              <a:rPr lang="en-GB" b="1" dirty="0">
                <a:solidFill>
                  <a:srgbClr val="434343"/>
                </a:solidFill>
              </a:rPr>
              <a:t>IMF (FSI and IFS)</a:t>
            </a:r>
          </a:p>
          <a:p>
            <a:pPr marL="609585" indent="-406390">
              <a:lnSpc>
                <a:spcPct val="150000"/>
              </a:lnSpc>
              <a:spcBef>
                <a:spcPts val="1600"/>
              </a:spcBef>
              <a:buChar char="●"/>
            </a:pPr>
            <a:r>
              <a:rPr lang="en-GB" b="1" dirty="0">
                <a:solidFill>
                  <a:srgbClr val="434343"/>
                </a:solidFill>
              </a:rPr>
              <a:t>World Bank</a:t>
            </a:r>
          </a:p>
          <a:p>
            <a:pPr marL="609585" indent="-406390">
              <a:lnSpc>
                <a:spcPct val="150000"/>
              </a:lnSpc>
              <a:spcBef>
                <a:spcPts val="1600"/>
              </a:spcBef>
              <a:buChar char="●"/>
            </a:pPr>
            <a:r>
              <a:rPr lang="en-GB" b="1" dirty="0">
                <a:solidFill>
                  <a:srgbClr val="434343"/>
                </a:solidFill>
              </a:rPr>
              <a:t>BIS</a:t>
            </a:r>
          </a:p>
          <a:p>
            <a:pPr marL="609585" indent="-406390">
              <a:lnSpc>
                <a:spcPct val="150000"/>
              </a:lnSpc>
              <a:spcBef>
                <a:spcPts val="1600"/>
              </a:spcBef>
              <a:buChar char="●"/>
            </a:pPr>
            <a:r>
              <a:rPr lang="en-GB" b="1" dirty="0" err="1">
                <a:solidFill>
                  <a:srgbClr val="434343"/>
                </a:solidFill>
              </a:rPr>
              <a:t>TradingView</a:t>
            </a:r>
            <a:r>
              <a:rPr lang="en-GB" b="1" dirty="0">
                <a:solidFill>
                  <a:srgbClr val="434343"/>
                </a:solidFill>
              </a:rPr>
              <a:t> (for Gov bond data)</a:t>
            </a:r>
          </a:p>
          <a:p>
            <a:pPr marL="609585" indent="-406390">
              <a:lnSpc>
                <a:spcPct val="150000"/>
              </a:lnSpc>
              <a:spcBef>
                <a:spcPts val="1600"/>
              </a:spcBef>
              <a:buChar char="●"/>
            </a:pPr>
            <a:r>
              <a:rPr lang="en-GB" b="1" dirty="0">
                <a:solidFill>
                  <a:srgbClr val="434343"/>
                </a:solidFill>
              </a:rPr>
              <a:t>OECD (house prices)</a:t>
            </a:r>
          </a:p>
          <a:p>
            <a:pPr marL="609585" indent="-406390">
              <a:lnSpc>
                <a:spcPct val="150000"/>
              </a:lnSpc>
              <a:spcBef>
                <a:spcPts val="1600"/>
              </a:spcBef>
              <a:buChar char="●"/>
            </a:pPr>
            <a:r>
              <a:rPr lang="en-GB" b="1" dirty="0">
                <a:solidFill>
                  <a:srgbClr val="434343"/>
                </a:solidFill>
              </a:rPr>
              <a:t>CBA</a:t>
            </a:r>
          </a:p>
          <a:p>
            <a:pPr marL="609585" indent="-406390">
              <a:lnSpc>
                <a:spcPct val="150000"/>
              </a:lnSpc>
              <a:spcBef>
                <a:spcPts val="1600"/>
              </a:spcBef>
              <a:buChar char="●"/>
            </a:pPr>
            <a:endParaRPr lang="en-GB" b="1" dirty="0">
              <a:solidFill>
                <a:srgbClr val="434343"/>
              </a:solidFill>
            </a:endParaRPr>
          </a:p>
        </p:txBody>
      </p:sp>
      <p:pic>
        <p:nvPicPr>
          <p:cNvPr id="4" name="Picture 3">
            <a:extLst>
              <a:ext uri="{FF2B5EF4-FFF2-40B4-BE49-F238E27FC236}">
                <a16:creationId xmlns:a16="http://schemas.microsoft.com/office/drawing/2014/main" id="{A3951597-D2A2-438D-9190-FDBAF5950D86}"/>
              </a:ext>
            </a:extLst>
          </p:cNvPr>
          <p:cNvPicPr>
            <a:picLocks noChangeAspect="1"/>
          </p:cNvPicPr>
          <p:nvPr/>
        </p:nvPicPr>
        <p:blipFill>
          <a:blip r:embed="rId3"/>
          <a:stretch>
            <a:fillRect/>
          </a:stretch>
        </p:blipFill>
        <p:spPr>
          <a:xfrm>
            <a:off x="137160" y="1572519"/>
            <a:ext cx="9067800" cy="3790950"/>
          </a:xfrm>
          <a:prstGeom prst="rect">
            <a:avLst/>
          </a:prstGeom>
        </p:spPr>
      </p:pic>
      <p:sp>
        <p:nvSpPr>
          <p:cNvPr id="2" name="TextBox 1">
            <a:extLst>
              <a:ext uri="{FF2B5EF4-FFF2-40B4-BE49-F238E27FC236}">
                <a16:creationId xmlns:a16="http://schemas.microsoft.com/office/drawing/2014/main" id="{F6E2F19C-166C-CD39-02FE-8544B1E1D7F9}"/>
              </a:ext>
            </a:extLst>
          </p:cNvPr>
          <p:cNvSpPr txBox="1"/>
          <p:nvPr/>
        </p:nvSpPr>
        <p:spPr>
          <a:xfrm>
            <a:off x="510767" y="5363469"/>
            <a:ext cx="1342034" cy="307777"/>
          </a:xfrm>
          <a:prstGeom prst="rect">
            <a:avLst/>
          </a:prstGeom>
          <a:noFill/>
        </p:spPr>
        <p:txBody>
          <a:bodyPr wrap="none" rtlCol="0">
            <a:spAutoFit/>
          </a:bodyPr>
          <a:lstStyle/>
          <a:p>
            <a:r>
              <a:rPr lang="en-GB" sz="1400" dirty="0"/>
              <a:t>Source: </a:t>
            </a:r>
            <a:r>
              <a:rPr lang="en-AM" sz="1400" dirty="0"/>
              <a:t>ESRB</a:t>
            </a:r>
          </a:p>
        </p:txBody>
      </p:sp>
    </p:spTree>
    <p:extLst>
      <p:ext uri="{BB962C8B-B14F-4D97-AF65-F5344CB8AC3E}">
        <p14:creationId xmlns:p14="http://schemas.microsoft.com/office/powerpoint/2010/main" val="1127626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D84386D5-7EAB-4187-9995-B75D1CCFF654}"/>
              </a:ext>
            </a:extLst>
          </p:cNvPr>
          <p:cNvSpPr txBox="1">
            <a:spLocks noGrp="1"/>
          </p:cNvSpPr>
          <p:nvPr>
            <p:ph type="title"/>
          </p:nvPr>
        </p:nvSpPr>
        <p:spPr>
          <a:xfrm>
            <a:off x="739367" y="58252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Key indicators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2AB93AA3-EFE3-4F09-A05E-879975A39727}"/>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342900" algn="just">
              <a:spcBef>
                <a:spcPts val="1333"/>
              </a:spcBef>
              <a:buFont typeface="+mj-lt"/>
              <a:buAutoNum type="arabicPeriod"/>
            </a:pPr>
            <a:r>
              <a:rPr lang="en-US" sz="1600" b="1" kern="0" dirty="0">
                <a:solidFill>
                  <a:srgbClr val="9E5416"/>
                </a:solidFill>
                <a:latin typeface="GHEA Grapalat" panose="02000506050000020003" pitchFamily="50" charset="0"/>
                <a:cs typeface="Times New Roman" panose="02020603050405020304" pitchFamily="18" charset="0"/>
              </a:rPr>
              <a:t>Financial vulnerability </a:t>
            </a:r>
            <a:r>
              <a:rPr lang="en-US" sz="1600" kern="0" dirty="0">
                <a:solidFill>
                  <a:srgbClr val="434343"/>
                </a:solidFill>
                <a:latin typeface="GHEA Grapalat" panose="02000506050000020003" pitchFamily="50" charset="0"/>
                <a:cs typeface="Times New Roman" panose="02020603050405020304" pitchFamily="18" charset="0"/>
              </a:rPr>
              <a:t>– captures cyclical system risk arising from credit and external imbalances. It has good early warning properties (Lang et al., 2019). </a:t>
            </a:r>
          </a:p>
          <a:p>
            <a:pPr marL="342900" algn="just">
              <a:spcBef>
                <a:spcPts val="1333"/>
              </a:spcBef>
              <a:buFont typeface="+mj-lt"/>
              <a:buAutoNum type="arabicPeriod"/>
            </a:pPr>
            <a:r>
              <a:rPr lang="en-US" sz="1600" b="1" kern="0" dirty="0">
                <a:solidFill>
                  <a:srgbClr val="9E5416"/>
                </a:solidFill>
                <a:latin typeface="GHEA Grapalat" panose="02000506050000020003" pitchFamily="50" charset="0"/>
                <a:cs typeface="Times New Roman" panose="02020603050405020304" pitchFamily="18" charset="0"/>
              </a:rPr>
              <a:t>Financial stress </a:t>
            </a:r>
            <a:r>
              <a:rPr lang="en-US" sz="1600" kern="0" dirty="0">
                <a:solidFill>
                  <a:srgbClr val="434343"/>
                </a:solidFill>
                <a:latin typeface="GHEA Grapalat" panose="02000506050000020003" pitchFamily="50" charset="0"/>
                <a:cs typeface="Times New Roman" panose="02020603050405020304" pitchFamily="18" charset="0"/>
              </a:rPr>
              <a:t>– periods in which risks have materialized, reflected in stress episodes with larger asset price volatility, interest rate spreads, and deteriorated risk sentiment. Incorporates variables from financial markets, including interest rates with different maturities (Koop and </a:t>
            </a:r>
            <a:r>
              <a:rPr lang="en-US" sz="1600" kern="0" dirty="0" err="1">
                <a:solidFill>
                  <a:srgbClr val="434343"/>
                </a:solidFill>
                <a:latin typeface="GHEA Grapalat" panose="02000506050000020003" pitchFamily="50" charset="0"/>
                <a:cs typeface="Times New Roman" panose="02020603050405020304" pitchFamily="18" charset="0"/>
              </a:rPr>
              <a:t>Korobilis</a:t>
            </a:r>
            <a:r>
              <a:rPr lang="en-US" sz="1600" kern="0" dirty="0">
                <a:solidFill>
                  <a:srgbClr val="434343"/>
                </a:solidFill>
                <a:latin typeface="GHEA Grapalat" panose="02000506050000020003" pitchFamily="50" charset="0"/>
                <a:cs typeface="Times New Roman" panose="02020603050405020304" pitchFamily="18" charset="0"/>
              </a:rPr>
              <a:t>, 2014).</a:t>
            </a:r>
          </a:p>
          <a:p>
            <a:pPr marL="342900" algn="just">
              <a:spcBef>
                <a:spcPts val="1333"/>
              </a:spcBef>
              <a:buFont typeface="+mj-lt"/>
              <a:buAutoNum type="arabicPeriod"/>
            </a:pPr>
            <a:r>
              <a:rPr lang="en-US" sz="1600" b="1" kern="0" dirty="0">
                <a:solidFill>
                  <a:srgbClr val="9E5416"/>
                </a:solidFill>
                <a:latin typeface="GHEA Grapalat" panose="02000506050000020003" pitchFamily="50" charset="0"/>
                <a:cs typeface="Times New Roman" panose="02020603050405020304" pitchFamily="18" charset="0"/>
              </a:rPr>
              <a:t>Macroprudential policy index </a:t>
            </a:r>
            <a:r>
              <a:rPr lang="en-US" sz="1600" kern="0" dirty="0">
                <a:solidFill>
                  <a:srgbClr val="434343"/>
                </a:solidFill>
                <a:latin typeface="GHEA Grapalat" panose="02000506050000020003" pitchFamily="50" charset="0"/>
                <a:cs typeface="Times New Roman" panose="02020603050405020304" pitchFamily="18" charset="0"/>
              </a:rPr>
              <a:t>– a dummy variable, where a value of – 1 indicates loosening, +1 tightening and no actions are defined as 0. To account for the persistence in MP tools, a 4 quarter rolling sum is used (Galan, 2020).</a:t>
            </a:r>
          </a:p>
          <a:p>
            <a:pPr marL="342900" algn="just">
              <a:spcBef>
                <a:spcPts val="1333"/>
              </a:spcBef>
              <a:buFont typeface="+mj-lt"/>
              <a:buAutoNum type="arabicPeriod"/>
            </a:pPr>
            <a:r>
              <a:rPr lang="en-US" sz="1600" b="1" kern="0" dirty="0">
                <a:solidFill>
                  <a:srgbClr val="9E5416"/>
                </a:solidFill>
                <a:latin typeface="GHEA Grapalat" panose="02000506050000020003" pitchFamily="50" charset="0"/>
                <a:cs typeface="Times New Roman" panose="02020603050405020304" pitchFamily="18" charset="0"/>
              </a:rPr>
              <a:t>Structural variables </a:t>
            </a:r>
            <a:r>
              <a:rPr lang="en-US" sz="1600" kern="0" dirty="0">
                <a:solidFill>
                  <a:srgbClr val="434343"/>
                </a:solidFill>
                <a:latin typeface="GHEA Grapalat" panose="02000506050000020003" pitchFamily="50" charset="0"/>
                <a:cs typeface="Times New Roman" panose="02020603050405020304" pitchFamily="18" charset="0"/>
              </a:rPr>
              <a:t>– includes a range of variables from financial sector, such as indicators for risk absorption capacity (capital, liquidity, profitability ratios), as well as risk-related variables (NPL ratio etc.).</a:t>
            </a:r>
          </a:p>
          <a:p>
            <a:pPr marL="342900" algn="just">
              <a:spcBef>
                <a:spcPts val="1333"/>
              </a:spcBef>
              <a:buFont typeface="+mj-lt"/>
              <a:buAutoNum type="arabicPeriod"/>
            </a:pPr>
            <a:r>
              <a:rPr lang="en-US" sz="1600" b="1" kern="0" dirty="0">
                <a:solidFill>
                  <a:srgbClr val="9E5416"/>
                </a:solidFill>
                <a:latin typeface="GHEA Grapalat" panose="02000506050000020003" pitchFamily="50" charset="0"/>
                <a:cs typeface="Times New Roman" panose="02020603050405020304" pitchFamily="18" charset="0"/>
              </a:rPr>
              <a:t>Control variables </a:t>
            </a:r>
            <a:r>
              <a:rPr lang="en-US" sz="1600" kern="0" dirty="0">
                <a:solidFill>
                  <a:srgbClr val="434343"/>
                </a:solidFill>
                <a:latin typeface="GHEA Grapalat" panose="02000506050000020003" pitchFamily="50" charset="0"/>
                <a:cs typeface="Times New Roman" panose="02020603050405020304" pitchFamily="18" charset="0"/>
              </a:rPr>
              <a:t>– variables from macroeconomy</a:t>
            </a:r>
          </a:p>
          <a:p>
            <a:pPr marL="342900" algn="just">
              <a:spcBef>
                <a:spcPts val="1333"/>
              </a:spcBef>
              <a:buFont typeface="+mj-lt"/>
              <a:buAutoNum type="arabicPeriod"/>
            </a:pPr>
            <a:endParaRPr lang="en-US" sz="1600" kern="0" dirty="0">
              <a:solidFill>
                <a:srgbClr val="434343"/>
              </a:solidFill>
              <a:latin typeface="GHEA Grapalat" panose="02000506050000020003" pitchFamily="50" charset="0"/>
              <a:cs typeface="Times New Roman" panose="02020603050405020304" pitchFamily="18" charset="0"/>
            </a:endParaRPr>
          </a:p>
        </p:txBody>
      </p:sp>
    </p:spTree>
    <p:extLst>
      <p:ext uri="{BB962C8B-B14F-4D97-AF65-F5344CB8AC3E}">
        <p14:creationId xmlns:p14="http://schemas.microsoft.com/office/powerpoint/2010/main" val="2734423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Financial vulnerabilities, stress and real GDP growth</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7" y="2526846"/>
            <a:ext cx="9607187" cy="3944003"/>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a:t>
            </a:r>
            <a:r>
              <a:rPr lang="en-US" sz="2000" b="1" kern="0" dirty="0">
                <a:solidFill>
                  <a:srgbClr val="9E5416"/>
                </a:solidFill>
                <a:latin typeface="Catamaran ExtraLight" panose="020B0604020202020204" charset="0"/>
                <a:cs typeface="Catamaran ExtraLight" panose="020B0604020202020204" charset="0"/>
              </a:rPr>
              <a:t>Financial cycle index </a:t>
            </a:r>
            <a:r>
              <a:rPr lang="en-US" sz="2000" kern="0" dirty="0">
                <a:solidFill>
                  <a:srgbClr val="434343"/>
                </a:solidFill>
                <a:latin typeface="Catamaran ExtraLight" panose="020B0604020202020204" charset="0"/>
                <a:cs typeface="Catamaran ExtraLight" panose="020B0604020202020204" charset="0"/>
              </a:rPr>
              <a:t>tracks the risk build-ups in our financial system and is used as a forward looking indicator. The </a:t>
            </a:r>
            <a:r>
              <a:rPr lang="en-US" sz="2000" b="1" kern="0" dirty="0">
                <a:solidFill>
                  <a:srgbClr val="9E5416"/>
                </a:solidFill>
                <a:latin typeface="Catamaran ExtraLight" panose="020B0604020202020204" charset="0"/>
                <a:cs typeface="Catamaran ExtraLight" panose="020B0604020202020204" charset="0"/>
              </a:rPr>
              <a:t>Financial conditions index </a:t>
            </a:r>
            <a:r>
              <a:rPr lang="en-US" sz="2000" kern="0" dirty="0">
                <a:solidFill>
                  <a:srgbClr val="434343"/>
                </a:solidFill>
                <a:latin typeface="Catamaran ExtraLight" panose="020B0604020202020204" charset="0"/>
                <a:cs typeface="Catamaran ExtraLight" panose="020B0604020202020204" charset="0"/>
              </a:rPr>
              <a:t>is meant to show the current tension level in the financial markets.</a:t>
            </a:r>
          </a:p>
        </p:txBody>
      </p:sp>
    </p:spTree>
    <p:extLst>
      <p:ext uri="{BB962C8B-B14F-4D97-AF65-F5344CB8AC3E}">
        <p14:creationId xmlns:p14="http://schemas.microsoft.com/office/powerpoint/2010/main" val="917805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Macroprudential policy usage in Armenia</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10767" y="2754966"/>
            <a:ext cx="9145220" cy="3596434"/>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05156" y="115322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MP has been increasingly used </a:t>
            </a:r>
            <a:r>
              <a:rPr lang="en-US" sz="2000" b="1" kern="0" dirty="0">
                <a:solidFill>
                  <a:srgbClr val="9E5416"/>
                </a:solidFill>
                <a:latin typeface="Catamaran ExtraLight" panose="020B0604020202020204" charset="0"/>
                <a:cs typeface="Catamaran ExtraLight" panose="020B0604020202020204" charset="0"/>
              </a:rPr>
              <a:t>after the Great Recession </a:t>
            </a:r>
            <a:r>
              <a:rPr lang="en-US" sz="2000" kern="0" dirty="0">
                <a:solidFill>
                  <a:srgbClr val="434343"/>
                </a:solidFill>
                <a:latin typeface="Catamaran ExtraLight" panose="020B0604020202020204" charset="0"/>
                <a:cs typeface="Catamaran ExtraLight" panose="020B0604020202020204" charset="0"/>
              </a:rPr>
              <a:t>of 2008, as a result the MP history in Armenia is short. To improve the robustness of the results, we generalize the MP coefficient using the </a:t>
            </a:r>
            <a:r>
              <a:rPr lang="en-US" sz="2000" b="1" kern="0" dirty="0">
                <a:solidFill>
                  <a:srgbClr val="9E5416"/>
                </a:solidFill>
                <a:latin typeface="Catamaran ExtraLight" panose="020B0604020202020204" charset="0"/>
                <a:cs typeface="Catamaran ExtraLight" panose="020B0604020202020204" charset="0"/>
              </a:rPr>
              <a:t>panel estimates</a:t>
            </a:r>
            <a:r>
              <a:rPr lang="en-US" sz="2000" kern="0" dirty="0">
                <a:solidFill>
                  <a:srgbClr val="434343"/>
                </a:solidFill>
                <a:latin typeface="Catamaran ExtraLight" panose="020B0604020202020204" charset="0"/>
                <a:cs typeface="Catamaran ExtraLight" panose="020B0604020202020204" charset="0"/>
              </a:rPr>
              <a:t>.</a:t>
            </a:r>
          </a:p>
        </p:txBody>
      </p:sp>
    </p:spTree>
    <p:extLst>
      <p:ext uri="{BB962C8B-B14F-4D97-AF65-F5344CB8AC3E}">
        <p14:creationId xmlns:p14="http://schemas.microsoft.com/office/powerpoint/2010/main" val="1506545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Panel estimation results: The effect of MPI</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23444" y="1568965"/>
            <a:ext cx="9791572" cy="15210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In the short-run the tightening of MP </a:t>
            </a:r>
            <a:r>
              <a:rPr lang="en-US" sz="2000" b="1" kern="0" dirty="0">
                <a:solidFill>
                  <a:srgbClr val="9E5416"/>
                </a:solidFill>
                <a:latin typeface="Catamaran ExtraLight" panose="020B0604020202020204" charset="0"/>
                <a:cs typeface="Catamaran ExtraLight" panose="020B0604020202020204" charset="0"/>
              </a:rPr>
              <a:t>mitigates the systemic risks</a:t>
            </a:r>
            <a:r>
              <a:rPr lang="en-US" sz="2000" kern="0" dirty="0">
                <a:solidFill>
                  <a:srgbClr val="434343"/>
                </a:solidFill>
                <a:latin typeface="Catamaran ExtraLight" panose="020B0604020202020204" charset="0"/>
                <a:cs typeface="Catamaran ExtraLight" panose="020B0604020202020204" charset="0"/>
              </a:rPr>
              <a:t> (the left tail shrinkage), and has an </a:t>
            </a:r>
            <a:r>
              <a:rPr lang="en-US" sz="2000" b="1" kern="0" dirty="0">
                <a:solidFill>
                  <a:srgbClr val="9E5416"/>
                </a:solidFill>
                <a:latin typeface="Catamaran ExtraLight" panose="020B0604020202020204" charset="0"/>
                <a:cs typeface="Catamaran ExtraLight" panose="020B0604020202020204" charset="0"/>
              </a:rPr>
              <a:t>insignificant impact on the median</a:t>
            </a:r>
            <a:r>
              <a:rPr lang="en-US" sz="2000" kern="0" dirty="0">
                <a:solidFill>
                  <a:srgbClr val="434343"/>
                </a:solidFill>
                <a:latin typeface="Catamaran ExtraLight" panose="020B0604020202020204" charset="0"/>
                <a:cs typeface="Catamaran ExtraLight" panose="020B0604020202020204" charset="0"/>
              </a:rPr>
              <a:t>. A similar pattern can be observed for the long run effects.</a:t>
            </a:r>
          </a:p>
        </p:txBody>
      </p:sp>
      <p:pic>
        <p:nvPicPr>
          <p:cNvPr id="7" name="Picture 6">
            <a:extLst>
              <a:ext uri="{FF2B5EF4-FFF2-40B4-BE49-F238E27FC236}">
                <a16:creationId xmlns:a16="http://schemas.microsoft.com/office/drawing/2014/main" id="{84640E8B-0A91-4007-8595-4545978FC0A8}"/>
              </a:ext>
            </a:extLst>
          </p:cNvPr>
          <p:cNvPicPr>
            <a:picLocks noChangeAspect="1"/>
          </p:cNvPicPr>
          <p:nvPr/>
        </p:nvPicPr>
        <p:blipFill>
          <a:blip r:embed="rId3"/>
          <a:stretch>
            <a:fillRect/>
          </a:stretch>
        </p:blipFill>
        <p:spPr>
          <a:xfrm>
            <a:off x="412876" y="3248465"/>
            <a:ext cx="11173968" cy="2706490"/>
          </a:xfrm>
          <a:prstGeom prst="rect">
            <a:avLst/>
          </a:prstGeom>
        </p:spPr>
      </p:pic>
    </p:spTree>
    <p:extLst>
      <p:ext uri="{BB962C8B-B14F-4D97-AF65-F5344CB8AC3E}">
        <p14:creationId xmlns:p14="http://schemas.microsoft.com/office/powerpoint/2010/main" val="1072041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Local estimation results: The effect of MPI</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23444" y="1568965"/>
            <a:ext cx="9791572" cy="15210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a:t>
            </a:r>
            <a:r>
              <a:rPr lang="en-US" sz="2000" b="1" kern="0" dirty="0">
                <a:solidFill>
                  <a:srgbClr val="9E5416"/>
                </a:solidFill>
                <a:latin typeface="Catamaran ExtraLight" panose="020B0604020202020204" charset="0"/>
                <a:cs typeface="Catamaran ExtraLight" panose="020B0604020202020204" charset="0"/>
              </a:rPr>
              <a:t>short-run</a:t>
            </a:r>
            <a:r>
              <a:rPr lang="en-US" sz="2000" kern="0" dirty="0">
                <a:solidFill>
                  <a:srgbClr val="434343"/>
                </a:solidFill>
                <a:latin typeface="Catamaran ExtraLight" panose="020B0604020202020204" charset="0"/>
                <a:cs typeface="Catamaran ExtraLight" panose="020B0604020202020204" charset="0"/>
              </a:rPr>
              <a:t> local model results are </a:t>
            </a:r>
            <a:r>
              <a:rPr lang="en-US" sz="2000" b="1" kern="0" dirty="0">
                <a:solidFill>
                  <a:srgbClr val="9E5416"/>
                </a:solidFill>
                <a:latin typeface="Catamaran ExtraLight" panose="020B0604020202020204" charset="0"/>
                <a:cs typeface="Catamaran ExtraLight" panose="020B0604020202020204" charset="0"/>
              </a:rPr>
              <a:t>in line with panel</a:t>
            </a:r>
            <a:r>
              <a:rPr lang="en-US" sz="2000" kern="0" dirty="0">
                <a:solidFill>
                  <a:srgbClr val="434343"/>
                </a:solidFill>
                <a:latin typeface="Catamaran ExtraLight" panose="020B0604020202020204" charset="0"/>
                <a:cs typeface="Catamaran ExtraLight" panose="020B0604020202020204" charset="0"/>
              </a:rPr>
              <a:t> estimates. The coefficients for the </a:t>
            </a:r>
            <a:r>
              <a:rPr lang="en-US" sz="2000" b="1" kern="0" dirty="0">
                <a:solidFill>
                  <a:srgbClr val="9E5416"/>
                </a:solidFill>
                <a:latin typeface="Catamaran ExtraLight" panose="020B0604020202020204" charset="0"/>
                <a:cs typeface="Catamaran ExtraLight" panose="020B0604020202020204" charset="0"/>
              </a:rPr>
              <a:t>long-run</a:t>
            </a:r>
            <a:r>
              <a:rPr lang="en-US" sz="2000" kern="0" dirty="0">
                <a:solidFill>
                  <a:srgbClr val="434343"/>
                </a:solidFill>
                <a:latin typeface="Catamaran ExtraLight" panose="020B0604020202020204" charset="0"/>
                <a:cs typeface="Catamaran ExtraLight" panose="020B0604020202020204" charset="0"/>
              </a:rPr>
              <a:t> model indicate </a:t>
            </a:r>
            <a:r>
              <a:rPr lang="en-US" sz="2000" b="1" kern="0" dirty="0">
                <a:solidFill>
                  <a:srgbClr val="9E5416"/>
                </a:solidFill>
                <a:latin typeface="Catamaran ExtraLight" panose="020B0604020202020204" charset="0"/>
                <a:cs typeface="Catamaran ExtraLight" panose="020B0604020202020204" charset="0"/>
              </a:rPr>
              <a:t>positive</a:t>
            </a:r>
            <a:r>
              <a:rPr lang="en-US" sz="2000" kern="0" dirty="0">
                <a:solidFill>
                  <a:srgbClr val="434343"/>
                </a:solidFill>
                <a:latin typeface="Catamaran ExtraLight" panose="020B0604020202020204" charset="0"/>
                <a:cs typeface="Catamaran ExtraLight" panose="020B0604020202020204" charset="0"/>
              </a:rPr>
              <a:t> effects across the entire distribution. </a:t>
            </a:r>
          </a:p>
        </p:txBody>
      </p:sp>
      <p:pic>
        <p:nvPicPr>
          <p:cNvPr id="7" name="Picture 6">
            <a:extLst>
              <a:ext uri="{FF2B5EF4-FFF2-40B4-BE49-F238E27FC236}">
                <a16:creationId xmlns:a16="http://schemas.microsoft.com/office/drawing/2014/main" id="{84640E8B-0A91-4007-8595-4545978FC0A8}"/>
              </a:ext>
            </a:extLst>
          </p:cNvPr>
          <p:cNvPicPr>
            <a:picLocks noChangeAspect="1"/>
          </p:cNvPicPr>
          <p:nvPr/>
        </p:nvPicPr>
        <p:blipFill>
          <a:blip r:embed="rId3"/>
          <a:srcRect/>
          <a:stretch/>
        </p:blipFill>
        <p:spPr>
          <a:xfrm>
            <a:off x="510767" y="3090040"/>
            <a:ext cx="11057944" cy="2706490"/>
          </a:xfrm>
          <a:prstGeom prst="rect">
            <a:avLst/>
          </a:prstGeom>
        </p:spPr>
      </p:pic>
    </p:spTree>
    <p:extLst>
      <p:ext uri="{BB962C8B-B14F-4D97-AF65-F5344CB8AC3E}">
        <p14:creationId xmlns:p14="http://schemas.microsoft.com/office/powerpoint/2010/main" val="1743012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724792"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Panel estimation results: the effect of financial vulnerabilities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10767" y="1555562"/>
            <a:ext cx="9791572" cy="161856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A positive shock to financial intermediation (excessive credit growth) causes the </a:t>
            </a:r>
            <a:r>
              <a:rPr lang="en-US" sz="2000" b="1" kern="0" dirty="0">
                <a:solidFill>
                  <a:srgbClr val="9E5416"/>
                </a:solidFill>
                <a:latin typeface="Catamaran ExtraLight" panose="020B0604020202020204" charset="0"/>
                <a:cs typeface="Catamaran ExtraLight" panose="020B0604020202020204" charset="0"/>
              </a:rPr>
              <a:t>risks to rise </a:t>
            </a:r>
            <a:r>
              <a:rPr lang="en-US" sz="2000" kern="0" dirty="0">
                <a:solidFill>
                  <a:srgbClr val="434343"/>
                </a:solidFill>
                <a:latin typeface="Catamaran ExtraLight" panose="020B0604020202020204" charset="0"/>
                <a:cs typeface="Catamaran ExtraLight" panose="020B0604020202020204" charset="0"/>
              </a:rPr>
              <a:t>in both short- and long-term, to simultaneously </a:t>
            </a:r>
            <a:r>
              <a:rPr lang="en-US" sz="2000" b="1" kern="0" dirty="0">
                <a:solidFill>
                  <a:srgbClr val="9E5416"/>
                </a:solidFill>
                <a:latin typeface="Catamaran ExtraLight" panose="020B0604020202020204" charset="0"/>
                <a:cs typeface="Catamaran ExtraLight" panose="020B0604020202020204" charset="0"/>
              </a:rPr>
              <a:t>deteriorate the average GDP growth </a:t>
            </a:r>
            <a:r>
              <a:rPr lang="en-US" sz="2000" kern="0" dirty="0">
                <a:solidFill>
                  <a:srgbClr val="434343"/>
                </a:solidFill>
                <a:latin typeface="Catamaran ExtraLight" panose="020B0604020202020204" charset="0"/>
                <a:cs typeface="Catamaran ExtraLight" panose="020B0604020202020204" charset="0"/>
              </a:rPr>
              <a:t>prospects in the long-run.</a:t>
            </a:r>
          </a:p>
        </p:txBody>
      </p:sp>
      <p:pic>
        <p:nvPicPr>
          <p:cNvPr id="7" name="Picture 6">
            <a:extLst>
              <a:ext uri="{FF2B5EF4-FFF2-40B4-BE49-F238E27FC236}">
                <a16:creationId xmlns:a16="http://schemas.microsoft.com/office/drawing/2014/main" id="{08663893-7AB6-425D-BBA3-068CC2F94AC2}"/>
              </a:ext>
            </a:extLst>
          </p:cNvPr>
          <p:cNvPicPr>
            <a:picLocks noChangeAspect="1"/>
          </p:cNvPicPr>
          <p:nvPr/>
        </p:nvPicPr>
        <p:blipFill>
          <a:blip r:embed="rId3"/>
          <a:stretch>
            <a:fillRect/>
          </a:stretch>
        </p:blipFill>
        <p:spPr>
          <a:xfrm>
            <a:off x="255383" y="3429000"/>
            <a:ext cx="11681233" cy="2831814"/>
          </a:xfrm>
          <a:prstGeom prst="rect">
            <a:avLst/>
          </a:prstGeom>
        </p:spPr>
      </p:pic>
    </p:spTree>
    <p:extLst>
      <p:ext uri="{BB962C8B-B14F-4D97-AF65-F5344CB8AC3E}">
        <p14:creationId xmlns:p14="http://schemas.microsoft.com/office/powerpoint/2010/main" val="3235635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724792"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Local estimation results: the effect of financial vulnerabilities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10767" y="1555563"/>
            <a:ext cx="9791572" cy="119814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rPr>
              <a:t>The </a:t>
            </a:r>
            <a:r>
              <a:rPr lang="en-US" sz="2000" b="1" kern="0" dirty="0">
                <a:solidFill>
                  <a:srgbClr val="9E5416"/>
                </a:solidFill>
                <a:latin typeface="Catamaran ExtraLight" panose="020B0604020202020204" charset="0"/>
              </a:rPr>
              <a:t>deteriorate</a:t>
            </a:r>
            <a:r>
              <a:rPr lang="en-US" sz="2000" kern="0" dirty="0">
                <a:solidFill>
                  <a:srgbClr val="434343"/>
                </a:solidFill>
                <a:latin typeface="Catamaran ExtraLight" panose="020B0604020202020204" charset="0"/>
              </a:rPr>
              <a:t> the average GDP growth as a result of </a:t>
            </a:r>
            <a:r>
              <a:rPr lang="en-US" sz="2000" kern="0" dirty="0">
                <a:solidFill>
                  <a:srgbClr val="434343"/>
                </a:solidFill>
                <a:latin typeface="Catamaran ExtraLight" panose="020B0604020202020204" charset="0"/>
                <a:cs typeface="Catamaran ExtraLight" panose="020B0604020202020204" charset="0"/>
              </a:rPr>
              <a:t>excessive credit growth continues to </a:t>
            </a:r>
            <a:r>
              <a:rPr lang="en-US" sz="2000" b="1" kern="0" dirty="0">
                <a:solidFill>
                  <a:srgbClr val="9E5416"/>
                </a:solidFill>
                <a:latin typeface="Catamaran ExtraLight" panose="020B0604020202020204" charset="0"/>
                <a:cs typeface="Catamaran ExtraLight" panose="020B0604020202020204" charset="0"/>
              </a:rPr>
              <a:t>persist</a:t>
            </a:r>
            <a:r>
              <a:rPr lang="en-US" sz="2000" kern="0" dirty="0">
                <a:solidFill>
                  <a:srgbClr val="434343"/>
                </a:solidFill>
                <a:latin typeface="Catamaran ExtraLight" panose="020B0604020202020204" charset="0"/>
                <a:cs typeface="Catamaran ExtraLight" panose="020B0604020202020204" charset="0"/>
              </a:rPr>
              <a:t> in the long-run. </a:t>
            </a:r>
          </a:p>
        </p:txBody>
      </p:sp>
      <p:pic>
        <p:nvPicPr>
          <p:cNvPr id="7" name="Picture 6">
            <a:extLst>
              <a:ext uri="{FF2B5EF4-FFF2-40B4-BE49-F238E27FC236}">
                <a16:creationId xmlns:a16="http://schemas.microsoft.com/office/drawing/2014/main" id="{08663893-7AB6-425D-BBA3-068CC2F94AC2}"/>
              </a:ext>
            </a:extLst>
          </p:cNvPr>
          <p:cNvPicPr>
            <a:picLocks noChangeAspect="1"/>
          </p:cNvPicPr>
          <p:nvPr/>
        </p:nvPicPr>
        <p:blipFill>
          <a:blip r:embed="rId3"/>
          <a:srcRect/>
          <a:stretch/>
        </p:blipFill>
        <p:spPr>
          <a:xfrm>
            <a:off x="311009" y="3072259"/>
            <a:ext cx="11569982" cy="2831814"/>
          </a:xfrm>
          <a:prstGeom prst="rect">
            <a:avLst/>
          </a:prstGeom>
        </p:spPr>
      </p:pic>
    </p:spTree>
    <p:extLst>
      <p:ext uri="{BB962C8B-B14F-4D97-AF65-F5344CB8AC3E}">
        <p14:creationId xmlns:p14="http://schemas.microsoft.com/office/powerpoint/2010/main" val="4034007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Panel estimation results: effects by horizons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05156" y="115322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The usage of MP </a:t>
            </a:r>
            <a:r>
              <a:rPr lang="en-US" sz="2000" b="1" kern="0" dirty="0">
                <a:solidFill>
                  <a:srgbClr val="9E5416"/>
                </a:solidFill>
                <a:latin typeface="Catamaran ExtraLight" panose="020B0604020202020204" charset="0"/>
                <a:cs typeface="Catamaran ExtraLight" panose="020B0604020202020204" charset="0"/>
              </a:rPr>
              <a:t>heavily affects the risky tail </a:t>
            </a:r>
            <a:r>
              <a:rPr lang="en-US" sz="2000" kern="0" dirty="0">
                <a:solidFill>
                  <a:srgbClr val="434343"/>
                </a:solidFill>
                <a:latin typeface="Catamaran ExtraLight" panose="020B0604020202020204" charset="0"/>
                <a:cs typeface="Catamaran ExtraLight" panose="020B0604020202020204" charset="0"/>
              </a:rPr>
              <a:t>of GDP growth distribution within 1.5 years, while having </a:t>
            </a:r>
            <a:r>
              <a:rPr lang="en-US" sz="2000" b="1" kern="0" dirty="0">
                <a:solidFill>
                  <a:srgbClr val="9E5416"/>
                </a:solidFill>
                <a:latin typeface="Catamaran ExtraLight" panose="020B0604020202020204" charset="0"/>
                <a:cs typeface="Catamaran ExtraLight" panose="020B0604020202020204" charset="0"/>
              </a:rPr>
              <a:t>virtually no impact on average GDP growth</a:t>
            </a:r>
            <a:r>
              <a:rPr lang="en-US" sz="2000" kern="0" dirty="0">
                <a:solidFill>
                  <a:srgbClr val="434343"/>
                </a:solidFill>
                <a:latin typeface="Catamaran ExtraLight" panose="020B0604020202020204" charset="0"/>
                <a:cs typeface="Catamaran ExtraLight" panose="020B0604020202020204" charset="0"/>
              </a:rPr>
              <a:t>.</a:t>
            </a:r>
          </a:p>
        </p:txBody>
      </p:sp>
      <p:pic>
        <p:nvPicPr>
          <p:cNvPr id="3" name="Picture 2">
            <a:extLst>
              <a:ext uri="{FF2B5EF4-FFF2-40B4-BE49-F238E27FC236}">
                <a16:creationId xmlns:a16="http://schemas.microsoft.com/office/drawing/2014/main" id="{215BDB24-CBEC-4314-BFBB-C46FAA172D90}"/>
              </a:ext>
            </a:extLst>
          </p:cNvPr>
          <p:cNvPicPr>
            <a:picLocks noChangeAspect="1"/>
          </p:cNvPicPr>
          <p:nvPr/>
        </p:nvPicPr>
        <p:blipFill>
          <a:blip r:embed="rId3"/>
          <a:stretch>
            <a:fillRect/>
          </a:stretch>
        </p:blipFill>
        <p:spPr>
          <a:xfrm>
            <a:off x="605156" y="4566814"/>
            <a:ext cx="10404529" cy="2275917"/>
          </a:xfrm>
          <a:prstGeom prst="rect">
            <a:avLst/>
          </a:prstGeom>
        </p:spPr>
      </p:pic>
      <p:pic>
        <p:nvPicPr>
          <p:cNvPr id="7" name="Picture 6">
            <a:extLst>
              <a:ext uri="{FF2B5EF4-FFF2-40B4-BE49-F238E27FC236}">
                <a16:creationId xmlns:a16="http://schemas.microsoft.com/office/drawing/2014/main" id="{D571610D-5698-4B22-AF75-3D9A0975CA2B}"/>
              </a:ext>
            </a:extLst>
          </p:cNvPr>
          <p:cNvPicPr>
            <a:picLocks noChangeAspect="1"/>
          </p:cNvPicPr>
          <p:nvPr/>
        </p:nvPicPr>
        <p:blipFill>
          <a:blip r:embed="rId4"/>
          <a:stretch>
            <a:fillRect/>
          </a:stretch>
        </p:blipFill>
        <p:spPr>
          <a:xfrm>
            <a:off x="704601" y="2489046"/>
            <a:ext cx="10305084" cy="2141776"/>
          </a:xfrm>
          <a:prstGeom prst="rect">
            <a:avLst/>
          </a:prstGeom>
        </p:spPr>
      </p:pic>
    </p:spTree>
    <p:extLst>
      <p:ext uri="{BB962C8B-B14F-4D97-AF65-F5344CB8AC3E}">
        <p14:creationId xmlns:p14="http://schemas.microsoft.com/office/powerpoint/2010/main" val="3375249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Panel estimation results: interaction effects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10767" y="1164050"/>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According to the estimates the </a:t>
            </a:r>
            <a:r>
              <a:rPr lang="en-US" sz="2000" b="1" kern="0" dirty="0">
                <a:solidFill>
                  <a:srgbClr val="9E5416"/>
                </a:solidFill>
                <a:latin typeface="Catamaran ExtraLight" panose="020B0604020202020204" charset="0"/>
                <a:cs typeface="Catamaran ExtraLight" panose="020B0604020202020204" charset="0"/>
              </a:rPr>
              <a:t>loosening of MP when the financial conditions are tight </a:t>
            </a:r>
            <a:r>
              <a:rPr lang="en-US" sz="2000" kern="0" dirty="0">
                <a:solidFill>
                  <a:srgbClr val="434343"/>
                </a:solidFill>
                <a:latin typeface="Catamaran ExtraLight" panose="020B0604020202020204" charset="0"/>
                <a:cs typeface="Catamaran ExtraLight" panose="020B0604020202020204" charset="0"/>
              </a:rPr>
              <a:t>(stress is high), will have a </a:t>
            </a:r>
            <a:r>
              <a:rPr lang="en-US" sz="2000" b="1" kern="0" dirty="0">
                <a:solidFill>
                  <a:srgbClr val="9E5416"/>
                </a:solidFill>
                <a:latin typeface="Catamaran ExtraLight" panose="020B0604020202020204" charset="0"/>
                <a:cs typeface="Catamaran ExtraLight" panose="020B0604020202020204" charset="0"/>
              </a:rPr>
              <a:t>positive effect </a:t>
            </a:r>
            <a:r>
              <a:rPr lang="en-US" sz="2000" kern="0" dirty="0">
                <a:solidFill>
                  <a:srgbClr val="434343"/>
                </a:solidFill>
                <a:latin typeface="Catamaran ExtraLight" panose="020B0604020202020204" charset="0"/>
                <a:cs typeface="Catamaran ExtraLight" panose="020B0604020202020204" charset="0"/>
              </a:rPr>
              <a:t>on the tail reducing the risks up to 0.5% in the long-run.</a:t>
            </a:r>
          </a:p>
        </p:txBody>
      </p:sp>
      <p:pic>
        <p:nvPicPr>
          <p:cNvPr id="3" name="Picture 2">
            <a:extLst>
              <a:ext uri="{FF2B5EF4-FFF2-40B4-BE49-F238E27FC236}">
                <a16:creationId xmlns:a16="http://schemas.microsoft.com/office/drawing/2014/main" id="{6F162E4C-4627-4B74-A395-F26C95D25601}"/>
              </a:ext>
            </a:extLst>
          </p:cNvPr>
          <p:cNvPicPr>
            <a:picLocks noChangeAspect="1"/>
          </p:cNvPicPr>
          <p:nvPr/>
        </p:nvPicPr>
        <p:blipFill>
          <a:blip r:embed="rId3"/>
          <a:stretch>
            <a:fillRect/>
          </a:stretch>
        </p:blipFill>
        <p:spPr>
          <a:xfrm>
            <a:off x="636851" y="4717682"/>
            <a:ext cx="10085832" cy="2170941"/>
          </a:xfrm>
          <a:prstGeom prst="rect">
            <a:avLst/>
          </a:prstGeom>
        </p:spPr>
      </p:pic>
      <p:pic>
        <p:nvPicPr>
          <p:cNvPr id="6" name="Picture 5">
            <a:extLst>
              <a:ext uri="{FF2B5EF4-FFF2-40B4-BE49-F238E27FC236}">
                <a16:creationId xmlns:a16="http://schemas.microsoft.com/office/drawing/2014/main" id="{DA213832-922B-4308-8DD0-C7FC7EF4EE5A}"/>
              </a:ext>
            </a:extLst>
          </p:cNvPr>
          <p:cNvPicPr>
            <a:picLocks noChangeAspect="1"/>
          </p:cNvPicPr>
          <p:nvPr/>
        </p:nvPicPr>
        <p:blipFill>
          <a:blip r:embed="rId4"/>
          <a:stretch>
            <a:fillRect/>
          </a:stretch>
        </p:blipFill>
        <p:spPr>
          <a:xfrm>
            <a:off x="636851" y="2495985"/>
            <a:ext cx="10085832" cy="2257543"/>
          </a:xfrm>
          <a:prstGeom prst="rect">
            <a:avLst/>
          </a:prstGeom>
        </p:spPr>
      </p:pic>
    </p:spTree>
    <p:extLst>
      <p:ext uri="{BB962C8B-B14F-4D97-AF65-F5344CB8AC3E}">
        <p14:creationId xmlns:p14="http://schemas.microsoft.com/office/powerpoint/2010/main" val="559504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Historical quantile fit</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6" name="Picture 5">
            <a:extLst>
              <a:ext uri="{FF2B5EF4-FFF2-40B4-BE49-F238E27FC236}">
                <a16:creationId xmlns:a16="http://schemas.microsoft.com/office/drawing/2014/main" id="{9D894CE1-3E28-4BDC-AFF5-694E9A824CED}"/>
              </a:ext>
            </a:extLst>
          </p:cNvPr>
          <p:cNvPicPr>
            <a:picLocks noChangeAspect="1"/>
          </p:cNvPicPr>
          <p:nvPr/>
        </p:nvPicPr>
        <p:blipFill>
          <a:blip r:embed="rId3"/>
          <a:srcRect/>
          <a:stretch/>
        </p:blipFill>
        <p:spPr>
          <a:xfrm>
            <a:off x="388438" y="1616387"/>
            <a:ext cx="10554693" cy="4585832"/>
          </a:xfrm>
          <a:prstGeom prst="rect">
            <a:avLst/>
          </a:prstGeom>
        </p:spPr>
      </p:pic>
    </p:spTree>
    <p:extLst>
      <p:ext uri="{BB962C8B-B14F-4D97-AF65-F5344CB8AC3E}">
        <p14:creationId xmlns:p14="http://schemas.microsoft.com/office/powerpoint/2010/main" val="571150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65631" y="24761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Historical quantile fit</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E49379DE-7C51-43B1-A8A5-8426C6D753CB}"/>
              </a:ext>
            </a:extLst>
          </p:cNvPr>
          <p:cNvPicPr>
            <a:picLocks noChangeAspect="1"/>
          </p:cNvPicPr>
          <p:nvPr/>
        </p:nvPicPr>
        <p:blipFill>
          <a:blip r:embed="rId3"/>
          <a:srcRect/>
          <a:stretch/>
        </p:blipFill>
        <p:spPr>
          <a:xfrm>
            <a:off x="972585" y="1158261"/>
            <a:ext cx="9076671" cy="5637090"/>
          </a:xfrm>
          <a:prstGeom prst="rect">
            <a:avLst/>
          </a:prstGeom>
        </p:spPr>
      </p:pic>
    </p:spTree>
    <p:extLst>
      <p:ext uri="{BB962C8B-B14F-4D97-AF65-F5344CB8AC3E}">
        <p14:creationId xmlns:p14="http://schemas.microsoft.com/office/powerpoint/2010/main" val="3925349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Where is Armenia today?</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42118" y="2754966"/>
            <a:ext cx="9082519" cy="3596434"/>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8" y="1249076"/>
            <a:ext cx="979157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distribution for 2024 shows a mode of around 4%. The GaR is -5%. Thusly,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 to tail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is 9%. </a:t>
            </a:r>
            <a:r>
              <a:rPr lang="en-US" sz="2000" kern="0" dirty="0">
                <a:solidFill>
                  <a:srgbClr val="434343"/>
                </a:solidFill>
                <a:latin typeface="Catamaran ExtraLight" panose="020B0604020202020204" charset="0"/>
                <a:cs typeface="Catamaran ExtraLight" panose="020B0604020202020204" charset="0"/>
              </a:rPr>
              <a:t>We can also observe that the distribution is left skewed. </a:t>
            </a:r>
            <a:endPar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endParaRPr>
          </a:p>
        </p:txBody>
      </p:sp>
    </p:spTree>
    <p:extLst>
      <p:ext uri="{BB962C8B-B14F-4D97-AF65-F5344CB8AC3E}">
        <p14:creationId xmlns:p14="http://schemas.microsoft.com/office/powerpoint/2010/main" val="3222284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Where is Armenia today?</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42118" y="2754966"/>
            <a:ext cx="9082519" cy="3596433"/>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8" y="1249076"/>
            <a:ext cx="979157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kernel-based estimation</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allows us to more closely detect and follow the accumulation of systemic risks stemming from the financial system.</a:t>
            </a:r>
          </a:p>
        </p:txBody>
      </p:sp>
    </p:spTree>
    <p:extLst>
      <p:ext uri="{BB962C8B-B14F-4D97-AF65-F5344CB8AC3E}">
        <p14:creationId xmlns:p14="http://schemas.microsoft.com/office/powerpoint/2010/main" val="640258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Comparing distributions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42119" y="2754966"/>
            <a:ext cx="9082517" cy="3596433"/>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8" y="1249076"/>
            <a:ext cx="979157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lnSpc>
                <a:spcPct val="150000"/>
              </a:lnSpc>
              <a:spcBef>
                <a:spcPts val="1333"/>
              </a:spcBef>
              <a:buClr>
                <a:srgbClr val="212121"/>
              </a:buCl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Given two arbitrary yet close distributions that offer a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trade-off</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in the risk-reward paradigm, what should be our preference?</a:t>
            </a:r>
          </a:p>
        </p:txBody>
      </p:sp>
    </p:spTree>
    <p:extLst>
      <p:ext uri="{BB962C8B-B14F-4D97-AF65-F5344CB8AC3E}">
        <p14:creationId xmlns:p14="http://schemas.microsoft.com/office/powerpoint/2010/main" val="9669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Selecting the better distribution</a:t>
            </a:r>
            <a:endParaRPr sz="2800" dirty="0">
              <a:solidFill>
                <a:srgbClr val="9E5416"/>
              </a:solidFill>
              <a:sym typeface="League Spartan Medium"/>
            </a:endParaRPr>
          </a:p>
        </p:txBody>
      </p:sp>
      <mc:AlternateContent xmlns:mc="http://schemas.openxmlformats.org/markup-compatibility/2006" xmlns:a14="http://schemas.microsoft.com/office/drawing/2010/main">
        <mc:Choice Requires="a14">
          <p:sp>
            <p:nvSpPr>
              <p:cNvPr id="2261" name="Google Shape;2261;p126"/>
              <p:cNvSpPr txBox="1">
                <a:spLocks noGrp="1"/>
              </p:cNvSpPr>
              <p:nvPr>
                <p:ph type="body" idx="4294967295"/>
              </p:nvPr>
            </p:nvSpPr>
            <p:spPr>
              <a:xfrm>
                <a:off x="510767" y="1588300"/>
                <a:ext cx="8005200" cy="4202800"/>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
                  </a:rPr>
                  <a:t>Welfare function by Suarez (2022):</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r>
                        <a:rPr lang="en-GB" sz="2000" i="1">
                          <a:solidFill>
                            <a:srgbClr val="434343"/>
                          </a:solidFill>
                          <a:latin typeface="Cambria Math" panose="02040503050406030204" pitchFamily="18" charset="0"/>
                          <a:ea typeface="Cambria Math" panose="02040503050406030204" pitchFamily="18" charset="0"/>
                        </a:rPr>
                        <m:t>𝑊</m:t>
                      </m:r>
                      <m:r>
                        <a:rPr lang="en-US" sz="2000" i="1">
                          <a:solidFill>
                            <a:srgbClr val="434343"/>
                          </a:solidFill>
                          <a:latin typeface="Cambria Math" panose="02040503050406030204" pitchFamily="18" charset="0"/>
                          <a:ea typeface="Cambria Math" panose="02040503050406030204" pitchFamily="18" charset="0"/>
                        </a:rPr>
                        <m:t>=</m:t>
                      </m:r>
                      <m:acc>
                        <m:accPr>
                          <m:chr m:val="̅"/>
                          <m:ctrlPr>
                            <a:rPr lang="en-US" sz="2000" i="1">
                              <a:solidFill>
                                <a:srgbClr val="434343"/>
                              </a:solidFill>
                              <a:latin typeface="Cambria Math" panose="02040503050406030204" pitchFamily="18" charset="0"/>
                              <a:ea typeface="Cambria Math" panose="02040503050406030204" pitchFamily="18" charset="0"/>
                            </a:rPr>
                          </m:ctrlPr>
                        </m:accPr>
                        <m:e>
                          <m:r>
                            <a:rPr lang="en-US" sz="2000" i="1">
                              <a:solidFill>
                                <a:srgbClr val="434343"/>
                              </a:solidFill>
                              <a:latin typeface="Cambria Math" panose="02040503050406030204" pitchFamily="18" charset="0"/>
                              <a:ea typeface="Cambria Math" panose="02040503050406030204" pitchFamily="18" charset="0"/>
                            </a:rPr>
                            <m:t>𝑦</m:t>
                          </m:r>
                        </m:e>
                      </m:acc>
                      <m:r>
                        <a:rPr lang="en-US" sz="2000" i="1" dirty="0">
                          <a:solidFill>
                            <a:srgbClr val="434343"/>
                          </a:solidFill>
                          <a:latin typeface="Cambria Math" panose="02040503050406030204" pitchFamily="18" charset="0"/>
                          <a:ea typeface="Cambria Math" panose="02040503050406030204" pitchFamily="18" charset="0"/>
                        </a:rPr>
                        <m:t>−</m:t>
                      </m:r>
                      <m:f>
                        <m:fPr>
                          <m:ctrlPr>
                            <a:rPr lang="en-US" sz="2000" i="1" dirty="0">
                              <a:solidFill>
                                <a:srgbClr val="434343"/>
                              </a:solidFill>
                              <a:latin typeface="Cambria Math" panose="02040503050406030204" pitchFamily="18" charset="0"/>
                              <a:ea typeface="Cambria Math" panose="02040503050406030204" pitchFamily="18" charset="0"/>
                            </a:rPr>
                          </m:ctrlPr>
                        </m:fPr>
                        <m:num>
                          <m:r>
                            <a:rPr lang="en-US" sz="2000" i="1" dirty="0">
                              <a:solidFill>
                                <a:srgbClr val="434343"/>
                              </a:solidFill>
                              <a:latin typeface="Cambria Math" panose="02040503050406030204" pitchFamily="18" charset="0"/>
                              <a:ea typeface="Cambria Math" panose="02040503050406030204" pitchFamily="18" charset="0"/>
                            </a:rPr>
                            <m:t>1</m:t>
                          </m:r>
                        </m:num>
                        <m:den>
                          <m:r>
                            <a:rPr lang="en-US" sz="2000" i="1" dirty="0">
                              <a:solidFill>
                                <a:srgbClr val="434343"/>
                              </a:solidFill>
                              <a:latin typeface="Cambria Math" panose="02040503050406030204" pitchFamily="18" charset="0"/>
                              <a:ea typeface="Cambria Math" panose="02040503050406030204" pitchFamily="18" charset="0"/>
                            </a:rPr>
                            <m:t>2</m:t>
                          </m:r>
                        </m:den>
                      </m:f>
                      <m:r>
                        <a:rPr lang="en-US" sz="2000" i="1" dirty="0">
                          <a:solidFill>
                            <a:srgbClr val="434343"/>
                          </a:solidFill>
                          <a:latin typeface="Cambria Math" panose="02040503050406030204" pitchFamily="18" charset="0"/>
                          <a:ea typeface="Cambria Math" panose="02040503050406030204" pitchFamily="18" charset="0"/>
                        </a:rPr>
                        <m:t>𝑤</m:t>
                      </m:r>
                      <m:sSup>
                        <m:sSupPr>
                          <m:ctrlPr>
                            <a:rPr lang="en-US" sz="2000" i="1" dirty="0">
                              <a:solidFill>
                                <a:srgbClr val="434343"/>
                              </a:solidFill>
                              <a:latin typeface="Cambria Math" panose="02040503050406030204" pitchFamily="18" charset="0"/>
                              <a:ea typeface="Cambria Math" panose="02040503050406030204" pitchFamily="18" charset="0"/>
                            </a:rPr>
                          </m:ctrlPr>
                        </m:sSupPr>
                        <m:e>
                          <m:d>
                            <m:dPr>
                              <m:ctrlPr>
                                <a:rPr lang="en-US" sz="2000" i="1" dirty="0">
                                  <a:solidFill>
                                    <a:srgbClr val="434343"/>
                                  </a:solidFill>
                                  <a:latin typeface="Cambria Math" panose="02040503050406030204" pitchFamily="18" charset="0"/>
                                  <a:ea typeface="Cambria Math" panose="02040503050406030204" pitchFamily="18" charset="0"/>
                                </a:rPr>
                              </m:ctrlPr>
                            </m:dPr>
                            <m:e>
                              <m:acc>
                                <m:accPr>
                                  <m:chr m:val="̅"/>
                                  <m:ctrlPr>
                                    <a:rPr lang="en-US" sz="2000" i="1">
                                      <a:solidFill>
                                        <a:srgbClr val="434343"/>
                                      </a:solidFill>
                                      <a:latin typeface="Cambria Math" panose="02040503050406030204" pitchFamily="18" charset="0"/>
                                      <a:ea typeface="Cambria Math" panose="02040503050406030204" pitchFamily="18" charset="0"/>
                                    </a:rPr>
                                  </m:ctrlPr>
                                </m:accPr>
                                <m:e>
                                  <m:r>
                                    <a:rPr lang="en-US" sz="2000" i="1">
                                      <a:solidFill>
                                        <a:srgbClr val="434343"/>
                                      </a:solidFill>
                                      <a:latin typeface="Cambria Math" panose="02040503050406030204" pitchFamily="18" charset="0"/>
                                      <a:ea typeface="Cambria Math" panose="02040503050406030204" pitchFamily="18" charset="0"/>
                                    </a:rPr>
                                    <m:t>𝑦</m:t>
                                  </m:r>
                                </m:e>
                              </m:acc>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a:solidFill>
                            <a:srgbClr val="434343"/>
                          </a:solidFill>
                          <a:latin typeface="Cambria Math" panose="02040503050406030204" pitchFamily="18" charset="0"/>
                          <a:ea typeface="Cambria Math" panose="02040503050406030204" pitchFamily="18" charset="0"/>
                        </a:rPr>
                        <m:t>,</m:t>
                      </m:r>
                    </m:oMath>
                  </m:oMathPara>
                </a14:m>
                <a:endParaRPr lang="en-GB" sz="2000" dirty="0">
                  <a:solidFill>
                    <a:srgbClr val="434343"/>
                  </a:solidFill>
                  <a:latin typeface=""/>
                  <a:ea typeface="Cambria Math" panose="02040503050406030204" pitchFamily="18" charset="0"/>
                </a:endParaRPr>
              </a:p>
              <a:p>
                <a:pPr marL="0" indent="0" algn="just">
                  <a:spcBef>
                    <a:spcPts val="1600"/>
                  </a:spcBef>
                  <a:spcAft>
                    <a:spcPts val="1600"/>
                  </a:spcAft>
                  <a:buNone/>
                </a:pPr>
                <a:r>
                  <a:rPr lang="en-GB" sz="2000" dirty="0">
                    <a:solidFill>
                      <a:srgbClr val="434343"/>
                    </a:solidFill>
                    <a:latin typeface=""/>
                  </a:rPr>
                  <a:t>Loss function in general form:</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func>
                        <m:funcPr>
                          <m:ctrlPr>
                            <a:rPr lang="en-US" sz="2400" i="1">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𝐸</m:t>
                          </m:r>
                        </m:e>
                        <m:sub>
                          <m:r>
                            <a:rPr lang="en-US" sz="2400" i="1">
                              <a:solidFill>
                                <a:srgbClr val="434343"/>
                              </a:solidFill>
                              <a:latin typeface="Cambria Math" panose="02040503050406030204" pitchFamily="18" charset="0"/>
                              <a:ea typeface="Cambria Math" panose="02040503050406030204" pitchFamily="18" charset="0"/>
                            </a:rPr>
                            <m:t>𝑡</m:t>
                          </m:r>
                        </m:sub>
                      </m:sSub>
                      <m:d>
                        <m:dPr>
                          <m:begChr m:val="{"/>
                          <m:endChr m:val="}"/>
                          <m:ctrlPr>
                            <a:rPr lang="en-US" sz="2400" i="1">
                              <a:solidFill>
                                <a:srgbClr val="434343"/>
                              </a:solidFill>
                              <a:latin typeface="Cambria Math" panose="02040503050406030204" pitchFamily="18" charset="0"/>
                              <a:ea typeface="Cambria Math" panose="02040503050406030204" pitchFamily="18" charset="0"/>
                            </a:rPr>
                          </m:ctrlPr>
                        </m:dPr>
                        <m:e>
                          <m:nary>
                            <m:naryPr>
                              <m:chr m:val="∑"/>
                              <m:ctrlPr>
                                <a:rPr lang="en-US" sz="2400" i="1">
                                  <a:solidFill>
                                    <a:srgbClr val="434343"/>
                                  </a:solidFill>
                                  <a:latin typeface="Cambria Math" panose="02040503050406030204" pitchFamily="18" charset="0"/>
                                  <a:ea typeface="Cambria Math" panose="02040503050406030204" pitchFamily="18" charset="0"/>
                                </a:rPr>
                              </m:ctrlPr>
                            </m:naryPr>
                            <m:sub>
                              <m:r>
                                <m:rPr>
                                  <m:brk m:alnAt="23"/>
                                </m:rPr>
                                <a:rPr lang="en-US" sz="2400" i="1">
                                  <a:solidFill>
                                    <a:srgbClr val="434343"/>
                                  </a:solidFill>
                                  <a:latin typeface="Cambria Math" panose="02040503050406030204" pitchFamily="18" charset="0"/>
                                  <a:ea typeface="Cambria Math" panose="02040503050406030204" pitchFamily="18" charset="0"/>
                                </a:rPr>
                                <m:t>𝑖</m:t>
                              </m:r>
                              <m:r>
                                <a:rPr lang="en-US" sz="2400" i="1">
                                  <a:solidFill>
                                    <a:srgbClr val="434343"/>
                                  </a:solidFill>
                                  <a:latin typeface="Cambria Math" panose="02040503050406030204" pitchFamily="18" charset="0"/>
                                  <a:ea typeface="Cambria Math" panose="02040503050406030204" pitchFamily="18" charset="0"/>
                                </a:rPr>
                                <m:t>=0</m:t>
                              </m:r>
                            </m:sub>
                            <m:sup>
                              <m:r>
                                <a:rPr lang="en-US" sz="2400" i="1">
                                  <a:solidFill>
                                    <a:srgbClr val="434343"/>
                                  </a:solidFill>
                                  <a:latin typeface="Cambria Math" panose="02040503050406030204" pitchFamily="18" charset="0"/>
                                  <a:ea typeface="Cambria Math" panose="02040503050406030204" pitchFamily="18" charset="0"/>
                                </a:rPr>
                                <m:t>𝑇</m:t>
                              </m:r>
                            </m:sup>
                            <m:e>
                              <m:sSup>
                                <m:sSupPr>
                                  <m:ctrlPr>
                                    <a:rPr lang="en-US" sz="2400" i="1">
                                      <a:solidFill>
                                        <a:srgbClr val="434343"/>
                                      </a:solidFill>
                                      <a:latin typeface="Cambria Math" panose="02040503050406030204" pitchFamily="18" charset="0"/>
                                      <a:ea typeface="Cambria Math" panose="02040503050406030204" pitchFamily="18" charset="0"/>
                                    </a:rPr>
                                  </m:ctrlPr>
                                </m:sSupPr>
                                <m:e>
                                  <m:r>
                                    <a:rPr lang="en-US" sz="2400" i="1">
                                      <a:solidFill>
                                        <a:srgbClr val="434343"/>
                                      </a:solidFill>
                                      <a:latin typeface="Cambria Math" panose="02040503050406030204" pitchFamily="18" charset="0"/>
                                      <a:ea typeface="Cambria Math" panose="02040503050406030204" pitchFamily="18" charset="0"/>
                                    </a:rPr>
                                    <m:t>𝛽</m:t>
                                  </m:r>
                                </m:e>
                                <m:sup>
                                  <m:r>
                                    <a:rPr lang="en-US" sz="2400" i="1">
                                      <a:solidFill>
                                        <a:srgbClr val="434343"/>
                                      </a:solidFill>
                                      <a:latin typeface="Cambria Math" panose="02040503050406030204" pitchFamily="18" charset="0"/>
                                      <a:ea typeface="Cambria Math" panose="02040503050406030204" pitchFamily="18" charset="0"/>
                                    </a:rPr>
                                    <m:t>𝑖</m:t>
                                  </m:r>
                                </m:sup>
                              </m:sSup>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𝑓</m:t>
                              </m:r>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𝐺</m:t>
                              </m:r>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𝑅</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𝑖</m:t>
                                  </m:r>
                                </m:sub>
                              </m:sSub>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𝜙</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𝑦</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𝑖</m:t>
                                  </m:r>
                                </m:sub>
                              </m:sSub>
                              <m:r>
                                <a:rPr lang="en-US" sz="2400" i="1">
                                  <a:solidFill>
                                    <a:srgbClr val="434343"/>
                                  </a:solidFill>
                                  <a:latin typeface="Cambria Math" panose="02040503050406030204" pitchFamily="18" charset="0"/>
                                  <a:ea typeface="Cambria Math" panose="02040503050406030204" pitchFamily="18" charset="0"/>
                                </a:rPr>
                                <m:t>]</m:t>
                              </m:r>
                            </m:e>
                          </m:nary>
                        </m:e>
                      </m:d>
                    </m:oMath>
                  </m:oMathPara>
                </a14:m>
                <a:endParaRPr lang="en-GB" sz="2400" dirty="0">
                  <a:solidFill>
                    <a:srgbClr val="434343"/>
                  </a:solidFill>
                  <a:latin typeface=""/>
                  <a:ea typeface="Cambria Math" panose="02040503050406030204" pitchFamily="18" charset="0"/>
                </a:endParaRPr>
              </a:p>
            </p:txBody>
          </p:sp>
        </mc:Choice>
        <mc:Fallback xmlns="">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300"/>
                <a:ext cx="8005200" cy="4202800"/>
              </a:xfrm>
              <a:prstGeom prst="rect">
                <a:avLst/>
              </a:prstGeom>
              <a:blipFill>
                <a:blip r:embed="rId3"/>
                <a:stretch>
                  <a:fillRect l="-475" b="-30422"/>
                </a:stretch>
              </a:blipFill>
            </p:spPr>
            <p:txBody>
              <a:bodyPr/>
              <a:lstStyle/>
              <a:p>
                <a:r>
                  <a:rPr lang="en-AM">
                    <a:noFill/>
                  </a:rPr>
                  <a:t> </a:t>
                </a:r>
              </a:p>
            </p:txBody>
          </p:sp>
        </mc:Fallback>
      </mc:AlternateContent>
    </p:spTree>
    <p:extLst>
      <p:ext uri="{BB962C8B-B14F-4D97-AF65-F5344CB8AC3E}">
        <p14:creationId xmlns:p14="http://schemas.microsoft.com/office/powerpoint/2010/main" val="2387043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6" y="434011"/>
            <a:ext cx="108552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Possibility line, Suarez indifference curves and optimal policy</a:t>
            </a:r>
          </a:p>
        </p:txBody>
      </p:sp>
      <p:pic>
        <p:nvPicPr>
          <p:cNvPr id="4" name="Picture 3">
            <a:hlinkClick r:id="rId3"/>
            <a:extLst>
              <a:ext uri="{FF2B5EF4-FFF2-40B4-BE49-F238E27FC236}">
                <a16:creationId xmlns:a16="http://schemas.microsoft.com/office/drawing/2014/main" id="{6ED24249-6A01-4175-B418-97587B1F03B2}"/>
              </a:ext>
            </a:extLst>
          </p:cNvPr>
          <p:cNvPicPr>
            <a:picLocks noChangeAspect="1"/>
          </p:cNvPicPr>
          <p:nvPr/>
        </p:nvPicPr>
        <p:blipFill rotWithShape="1">
          <a:blip r:embed="rId4"/>
          <a:srcRect l="3697" t="3654" r="20919" b="23077"/>
          <a:stretch/>
        </p:blipFill>
        <p:spPr>
          <a:xfrm>
            <a:off x="3950208" y="1828799"/>
            <a:ext cx="7104888" cy="4603677"/>
          </a:xfrm>
          <a:prstGeom prst="rect">
            <a:avLst/>
          </a:prstGeom>
        </p:spPr>
      </p:pic>
      <p:sp>
        <p:nvSpPr>
          <p:cNvPr id="6" name="Google Shape;2201;p118">
            <a:extLst>
              <a:ext uri="{FF2B5EF4-FFF2-40B4-BE49-F238E27FC236}">
                <a16:creationId xmlns:a16="http://schemas.microsoft.com/office/drawing/2014/main" id="{915F5F86-0672-4AAE-BAF8-53F22632EE71}"/>
              </a:ext>
            </a:extLst>
          </p:cNvPr>
          <p:cNvSpPr txBox="1">
            <a:spLocks/>
          </p:cNvSpPr>
          <p:nvPr/>
        </p:nvSpPr>
        <p:spPr>
          <a:xfrm>
            <a:off x="733172" y="1664698"/>
            <a:ext cx="3345052" cy="46376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spcBef>
                <a:spcPts val="1333"/>
              </a:spcBef>
            </a:pPr>
            <a:r>
              <a:rPr lang="en-US" sz="2400" kern="0" dirty="0">
                <a:solidFill>
                  <a:srgbClr val="434343"/>
                </a:solidFill>
                <a:latin typeface="Catamaran ExtraLight" panose="020B0604020202020204" charset="0"/>
                <a:cs typeface="Catamaran ExtraLight" panose="020B0604020202020204" charset="0"/>
              </a:rPr>
              <a:t>The </a:t>
            </a:r>
            <a:r>
              <a:rPr lang="en-US" sz="2400" b="1" kern="0" dirty="0">
                <a:solidFill>
                  <a:srgbClr val="9E5416"/>
                </a:solidFill>
                <a:latin typeface="Catamaran ExtraLight" panose="020B0604020202020204" charset="0"/>
                <a:cs typeface="Catamaran ExtraLight" panose="020B0604020202020204" charset="0"/>
              </a:rPr>
              <a:t>optimal policy </a:t>
            </a:r>
            <a:r>
              <a:rPr lang="en-US" sz="2400" kern="0" dirty="0">
                <a:solidFill>
                  <a:srgbClr val="434343"/>
                </a:solidFill>
                <a:latin typeface="Catamaran ExtraLight" panose="020B0604020202020204" charset="0"/>
                <a:cs typeface="Catamaran ExtraLight" panose="020B0604020202020204" charset="0"/>
              </a:rPr>
              <a:t>is subject to the choice of “w” term, which we can interpreted as the </a:t>
            </a:r>
            <a:r>
              <a:rPr lang="en-US" sz="2400" b="1" kern="0" dirty="0">
                <a:solidFill>
                  <a:srgbClr val="9E5416"/>
                </a:solidFill>
                <a:latin typeface="Catamaran ExtraLight" panose="020B0604020202020204" charset="0"/>
                <a:cs typeface="Catamaran ExtraLight" panose="020B0604020202020204" charset="0"/>
              </a:rPr>
              <a:t>aversion for financial instability</a:t>
            </a:r>
            <a:r>
              <a:rPr lang="en-US" sz="2400" kern="0" dirty="0">
                <a:solidFill>
                  <a:srgbClr val="434343"/>
                </a:solidFill>
                <a:latin typeface="Catamaran ExtraLight" panose="020B0604020202020204" charset="0"/>
                <a:cs typeface="Catamaran ExtraLight" panose="020B0604020202020204" charset="0"/>
              </a:rPr>
              <a:t>. This includes the policymakers </a:t>
            </a:r>
            <a:r>
              <a:rPr lang="en-US" sz="2400" b="1" kern="0" dirty="0">
                <a:solidFill>
                  <a:srgbClr val="9E5416"/>
                </a:solidFill>
                <a:latin typeface="Catamaran ExtraLight" panose="020B0604020202020204" charset="0"/>
                <a:cs typeface="Catamaran ExtraLight" panose="020B0604020202020204" charset="0"/>
              </a:rPr>
              <a:t>appetite for risk </a:t>
            </a:r>
            <a:r>
              <a:rPr lang="en-US" sz="2400" kern="0" dirty="0">
                <a:solidFill>
                  <a:srgbClr val="434343"/>
                </a:solidFill>
                <a:latin typeface="Catamaran ExtraLight" panose="020B0604020202020204" charset="0"/>
                <a:cs typeface="Catamaran ExtraLight" panose="020B0604020202020204" charset="0"/>
              </a:rPr>
              <a:t>but also the probability of shock.</a:t>
            </a:r>
          </a:p>
          <a:p>
            <a:pPr marL="0" indent="0">
              <a:spcBef>
                <a:spcPts val="1333"/>
              </a:spcBef>
            </a:pPr>
            <a:endParaRPr lang="en-US" sz="2400" kern="0" dirty="0">
              <a:solidFill>
                <a:srgbClr val="434343"/>
              </a:solidFill>
              <a:latin typeface="Catamaran ExtraLight" panose="020B0604020202020204" charset="0"/>
              <a:cs typeface="Catamaran ExtraLight" panose="020B0604020202020204" charset="0"/>
            </a:endParaRPr>
          </a:p>
        </p:txBody>
      </p:sp>
    </p:spTree>
    <p:extLst>
      <p:ext uri="{BB962C8B-B14F-4D97-AF65-F5344CB8AC3E}">
        <p14:creationId xmlns:p14="http://schemas.microsoft.com/office/powerpoint/2010/main" val="2354436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434011"/>
            <a:ext cx="10338000"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One year ahead GDP distribution forecast and optimal policy calibration</a:t>
            </a:r>
          </a:p>
        </p:txBody>
      </p:sp>
      <p:pic>
        <p:nvPicPr>
          <p:cNvPr id="3" name="Picture 2">
            <a:extLst>
              <a:ext uri="{FF2B5EF4-FFF2-40B4-BE49-F238E27FC236}">
                <a16:creationId xmlns:a16="http://schemas.microsoft.com/office/drawing/2014/main" id="{33021B53-AED7-3479-BB3F-D5771DD43C18}"/>
              </a:ext>
            </a:extLst>
          </p:cNvPr>
          <p:cNvPicPr>
            <a:picLocks noChangeAspect="1"/>
          </p:cNvPicPr>
          <p:nvPr/>
        </p:nvPicPr>
        <p:blipFill>
          <a:blip r:embed="rId3"/>
          <a:stretch>
            <a:fillRect/>
          </a:stretch>
        </p:blipFill>
        <p:spPr>
          <a:xfrm>
            <a:off x="510768" y="1618592"/>
            <a:ext cx="10337999" cy="5132902"/>
          </a:xfrm>
          <a:prstGeom prst="rect">
            <a:avLst/>
          </a:prstGeom>
        </p:spPr>
      </p:pic>
    </p:spTree>
    <p:extLst>
      <p:ext uri="{BB962C8B-B14F-4D97-AF65-F5344CB8AC3E}">
        <p14:creationId xmlns:p14="http://schemas.microsoft.com/office/powerpoint/2010/main" val="158704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D84386D5-7EAB-4187-9995-B75D1CCFF654}"/>
              </a:ext>
            </a:extLst>
          </p:cNvPr>
          <p:cNvSpPr txBox="1">
            <a:spLocks noGrp="1"/>
          </p:cNvSpPr>
          <p:nvPr>
            <p:ph type="title"/>
          </p:nvPr>
        </p:nvSpPr>
        <p:spPr>
          <a:xfrm>
            <a:off x="739367" y="58252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Limitations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2AB93AA3-EFE3-4F09-A05E-879975A39727}"/>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342900" marR="0" lvl="0" indent="-342900" algn="just" defTabSz="914400" rtl="0" eaLnBrk="1" fontAlgn="auto" latinLnBrk="0" hangingPunct="1">
              <a:lnSpc>
                <a:spcPct val="100000"/>
              </a:lnSpc>
              <a:spcBef>
                <a:spcPts val="1333"/>
              </a:spcBef>
              <a:spcAft>
                <a:spcPts val="120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Endogeneity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subject to “reverse causality,” and reduced-form regressions cannot estimate the endogenous changes </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Transmission channels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econometrics methods are unable to model transmission mechanisms, specifically how the MP effects will propagate through the financial system to the real economy.</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Limited data</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lang="en-US" sz="2200" b="1" kern="0" dirty="0">
                <a:solidFill>
                  <a:srgbClr val="9E5416"/>
                </a:solidFill>
                <a:latin typeface="GHEA Grapalat" panose="02000506050000020003" pitchFamily="50" charset="0"/>
                <a:cs typeface="Times New Roman" panose="02020603050405020304" pitchFamily="18" charset="0"/>
              </a:rPr>
              <a:t>MPI is an aggregate indicator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as a result of generalization, the specific effects of the MP instruments are lost. MPI is better suited for determining the direction of MP, but the specific tool or the magnitude of the policy action.</a:t>
            </a:r>
          </a:p>
        </p:txBody>
      </p:sp>
    </p:spTree>
    <p:extLst>
      <p:ext uri="{BB962C8B-B14F-4D97-AF65-F5344CB8AC3E}">
        <p14:creationId xmlns:p14="http://schemas.microsoft.com/office/powerpoint/2010/main" val="214050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72779"/>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Conclusion</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E9389442-B5AD-466E-85F6-6DB98B7E6C6C}"/>
              </a:ext>
            </a:extLst>
          </p:cNvPr>
          <p:cNvSpPr txBox="1">
            <a:spLocks/>
          </p:cNvSpPr>
          <p:nvPr/>
        </p:nvSpPr>
        <p:spPr>
          <a:xfrm>
            <a:off x="714884" y="1419460"/>
            <a:ext cx="7926196"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1200"/>
              </a:spcAft>
              <a:buClr>
                <a:srgbClr val="212121"/>
              </a:buClr>
              <a:buSzPts val="1300"/>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This project aims to quantify systemic risks and the effects of macroprudential policy on them, through the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use of empirical growth-at-risk</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t>
            </a:r>
            <a:r>
              <a:rPr kumimoji="0" lang="en-US" sz="2200" b="0" i="0" u="none" strike="noStrike" kern="0" cap="none" spc="0" normalizeH="0" baseline="0" noProof="0" dirty="0" err="1">
                <a:ln>
                  <a:noFill/>
                </a:ln>
                <a:solidFill>
                  <a:srgbClr val="434343"/>
                </a:solidFill>
                <a:effectLst/>
                <a:uLnTx/>
                <a:uFillTx/>
                <a:latin typeface="GHEA Grapalat" panose="02000506050000020003" pitchFamily="50" charset="0"/>
                <a:cs typeface="Times New Roman" panose="02020603050405020304" pitchFamily="18" charset="0"/>
                <a:sym typeface="Manjari"/>
              </a:rPr>
              <a:t>GaR</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frameworks. </a:t>
            </a:r>
          </a:p>
          <a:p>
            <a:pPr marL="0" marR="0" lvl="0" indent="0" algn="just" defTabSz="914400" rtl="0" eaLnBrk="1" fontAlgn="auto" latinLnBrk="0" hangingPunct="1">
              <a:lnSpc>
                <a:spcPct val="100000"/>
              </a:lnSpc>
              <a:spcBef>
                <a:spcPts val="1333"/>
              </a:spcBef>
              <a:spcAft>
                <a:spcPts val="1200"/>
              </a:spcAft>
              <a:buClr>
                <a:srgbClr val="212121"/>
              </a:buClr>
              <a:buSzPts val="1300"/>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It aims to augment the process of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decision-making</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by proposing methods for designing a policy rule for macroprudential policy.</a:t>
            </a:r>
          </a:p>
          <a:p>
            <a:pPr marL="0" marR="0" lvl="0" indent="0" algn="just" defTabSz="914400" rtl="0" eaLnBrk="1" fontAlgn="auto" latinLnBrk="0" hangingPunct="1">
              <a:lnSpc>
                <a:spcPct val="100000"/>
              </a:lnSpc>
              <a:spcBef>
                <a:spcPts val="1333"/>
              </a:spcBef>
              <a:spcAft>
                <a:spcPts val="1200"/>
              </a:spcAft>
              <a:buClr>
                <a:srgbClr val="212121"/>
              </a:buClr>
              <a:buSzPts val="1300"/>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This rule shouldn't be viewed as a binding constraint, but rather as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guideline</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that could serve as a basis for preemptive action.</a:t>
            </a:r>
          </a:p>
        </p:txBody>
      </p:sp>
    </p:spTree>
    <p:extLst>
      <p:ext uri="{BB962C8B-B14F-4D97-AF65-F5344CB8AC3E}">
        <p14:creationId xmlns:p14="http://schemas.microsoft.com/office/powerpoint/2010/main" val="3616457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283;p130">
            <a:extLst>
              <a:ext uri="{FF2B5EF4-FFF2-40B4-BE49-F238E27FC236}">
                <a16:creationId xmlns:a16="http://schemas.microsoft.com/office/drawing/2014/main" id="{0A9A4FF8-441D-4822-A17F-82E2DBAC9534}"/>
              </a:ext>
            </a:extLst>
          </p:cNvPr>
          <p:cNvSpPr txBox="1">
            <a:spLocks noGrp="1"/>
          </p:cNvSpPr>
          <p:nvPr>
            <p:ph type="title"/>
          </p:nvPr>
        </p:nvSpPr>
        <p:spPr>
          <a:xfrm>
            <a:off x="579184" y="2944400"/>
            <a:ext cx="10777600" cy="969200"/>
          </a:xfrm>
          <a:prstGeom prst="rect">
            <a:avLst/>
          </a:prstGeom>
          <a:noFill/>
          <a:ln>
            <a:noFill/>
          </a:ln>
        </p:spPr>
        <p:txBody>
          <a:bodyPr spcFirstLastPara="1" wrap="square" lIns="121900" tIns="121900" rIns="121900" bIns="121900" anchor="ctr" anchorCtr="0">
            <a:noAutofit/>
          </a:bodyPr>
          <a:lstStyle/>
          <a:p>
            <a:pPr algn="ctr">
              <a:buFont typeface="League Spartan Medium"/>
            </a:pPr>
            <a:r>
              <a:rPr lang="en" sz="4000" b="1" dirty="0">
                <a:solidFill>
                  <a:srgbClr val="9E5416"/>
                </a:solidFill>
                <a:latin typeface="Arial" panose="020B0604020202020204" pitchFamily="34" charset="0"/>
                <a:cs typeface="Arial" panose="020B0604020202020204" pitchFamily="34" charset="0"/>
                <a:sym typeface="Hammersmith One"/>
              </a:rPr>
              <a:t>Thank you</a:t>
            </a:r>
            <a:endParaRPr sz="4000" b="1" dirty="0">
              <a:solidFill>
                <a:srgbClr val="9E5416"/>
              </a:solidFill>
              <a:latin typeface="Arial" panose="020B0604020202020204" pitchFamily="34" charset="0"/>
              <a:cs typeface="Arial" panose="020B0604020202020204" pitchFamily="34" charset="0"/>
              <a:sym typeface="Hammersmith One"/>
            </a:endParaRPr>
          </a:p>
        </p:txBody>
      </p:sp>
    </p:spTree>
    <p:extLst>
      <p:ext uri="{BB962C8B-B14F-4D97-AF65-F5344CB8AC3E}">
        <p14:creationId xmlns:p14="http://schemas.microsoft.com/office/powerpoint/2010/main" val="2797191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2"/>
        <p:cNvGrpSpPr/>
        <p:nvPr/>
      </p:nvGrpSpPr>
      <p:grpSpPr>
        <a:xfrm>
          <a:off x="0" y="0"/>
          <a:ext cx="0" cy="0"/>
          <a:chOff x="0" y="0"/>
          <a:chExt cx="0" cy="0"/>
        </a:xfrm>
      </p:grpSpPr>
      <p:sp>
        <p:nvSpPr>
          <p:cNvPr id="2283" name="Google Shape;2283;p130"/>
          <p:cNvSpPr txBox="1">
            <a:spLocks noGrp="1"/>
          </p:cNvSpPr>
          <p:nvPr>
            <p:ph type="title"/>
          </p:nvPr>
        </p:nvSpPr>
        <p:spPr>
          <a:xfrm>
            <a:off x="707200" y="2944400"/>
            <a:ext cx="10777600" cy="969200"/>
          </a:xfrm>
          <a:prstGeom prst="rect">
            <a:avLst/>
          </a:prstGeom>
          <a:noFill/>
          <a:ln>
            <a:noFill/>
          </a:ln>
        </p:spPr>
        <p:txBody>
          <a:bodyPr spcFirstLastPara="1" wrap="square" lIns="121900" tIns="121900" rIns="121900" bIns="121900" anchor="ctr" anchorCtr="0">
            <a:noAutofit/>
          </a:bodyPr>
          <a:lstStyle/>
          <a:p>
            <a:pPr>
              <a:buFont typeface="League Spartan Medium"/>
            </a:pPr>
            <a:r>
              <a:rPr lang="en" sz="4000" b="1" dirty="0">
                <a:solidFill>
                  <a:srgbClr val="9E5416"/>
                </a:solidFill>
                <a:latin typeface="Arial" panose="020B0604020202020204" pitchFamily="34" charset="0"/>
                <a:cs typeface="Arial" panose="020B0604020202020204" pitchFamily="34" charset="0"/>
              </a:rPr>
              <a:t>Appendix</a:t>
            </a:r>
            <a:endParaRPr sz="4000" b="1" dirty="0">
              <a:solidFill>
                <a:srgbClr val="9E541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008215"/>
      </p:ext>
    </p:extLst>
  </p:cSld>
  <p:clrMapOvr>
    <a:overrideClrMapping bg1="lt1" tx1="dk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625796"/>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Literature review</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733172" y="1364596"/>
            <a:ext cx="8182228" cy="4568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Several prominent works published in this area:</a:t>
            </a:r>
          </a:p>
          <a:p>
            <a:pPr marL="285750" indent="-285750" algn="just">
              <a:spcBef>
                <a:spcPts val="1333"/>
              </a:spcBef>
              <a:buFont typeface="Arial" panose="020B0604020202020204" pitchFamily="34" charset="0"/>
              <a:buChar char="•"/>
            </a:pPr>
            <a:r>
              <a:rPr lang="en-US" sz="1600" b="1" dirty="0">
                <a:solidFill>
                  <a:srgbClr val="9E5416"/>
                </a:solidFill>
                <a:effectLst/>
                <a:latin typeface="Catamaran ExtraLight" panose="020B0604020202020204" charset="0"/>
                <a:ea typeface="Calibri" panose="020F0502020204030204" pitchFamily="34" charset="0"/>
                <a:cs typeface="Catamaran ExtraLight" panose="020B0604020202020204" charset="0"/>
              </a:rPr>
              <a:t>(Aikman, et al., 2019)</a:t>
            </a:r>
            <a:r>
              <a:rPr lang="en-US" sz="1600" b="1" kern="0" dirty="0">
                <a:solidFill>
                  <a:srgbClr val="9E5416"/>
                </a:solidFill>
                <a:effectLst/>
                <a:latin typeface="Catamaran ExtraLight" panose="020B0604020202020204" charset="0"/>
                <a:ea typeface="Calibri" panose="020F0502020204030204" pitchFamily="34" charset="0"/>
                <a:cs typeface="Catamaran ExtraLight" panose="020B0604020202020204" charset="0"/>
              </a:rPr>
              <a:t> </a:t>
            </a:r>
            <a:r>
              <a:rPr lang="en-US" sz="1600" kern="0" dirty="0">
                <a:solidFill>
                  <a:srgbClr val="434343"/>
                </a:solidFill>
                <a:effectLst/>
                <a:latin typeface="Catamaran ExtraLight" panose="020B0604020202020204" charset="0"/>
                <a:ea typeface="Calibri" panose="020F0502020204030204" pitchFamily="34" charset="0"/>
                <a:cs typeface="Catamaran ExtraLight" panose="020B0604020202020204" charset="0"/>
              </a:rPr>
              <a:t>applied </a:t>
            </a:r>
            <a:r>
              <a:rPr lang="en-US" sz="1600" kern="0" dirty="0" err="1">
                <a:solidFill>
                  <a:srgbClr val="434343"/>
                </a:solidFill>
                <a:effectLst/>
                <a:latin typeface="Catamaran ExtraLight" panose="020B0604020202020204" charset="0"/>
                <a:ea typeface="Calibri" panose="020F0502020204030204" pitchFamily="34" charset="0"/>
                <a:cs typeface="Catamaran ExtraLight" panose="020B0604020202020204" charset="0"/>
              </a:rPr>
              <a:t>GaR</a:t>
            </a:r>
            <a:r>
              <a:rPr lang="en-US" sz="1600" kern="0" dirty="0">
                <a:solidFill>
                  <a:srgbClr val="434343"/>
                </a:solidFill>
                <a:effectLst/>
                <a:latin typeface="Catamaran ExtraLight" panose="020B0604020202020204" charset="0"/>
                <a:ea typeface="Calibri" panose="020F0502020204030204" pitchFamily="34" charset="0"/>
                <a:cs typeface="Catamaran ExtraLight" panose="020B0604020202020204" charset="0"/>
              </a:rPr>
              <a:t> to a set of 16 advanced economies and found that credit booms and house price overvaluation episodes preceding crisis episodes are expected to significantly deteriorate </a:t>
            </a:r>
            <a:r>
              <a:rPr lang="en-US" sz="1600" kern="0" dirty="0" err="1">
                <a:solidFill>
                  <a:srgbClr val="434343"/>
                </a:solidFill>
                <a:effectLst/>
                <a:latin typeface="Catamaran ExtraLight" panose="020B0604020202020204" charset="0"/>
                <a:ea typeface="Calibri" panose="020F0502020204030204" pitchFamily="34" charset="0"/>
                <a:cs typeface="Catamaran ExtraLight" panose="020B0604020202020204" charset="0"/>
              </a:rPr>
              <a:t>GaR</a:t>
            </a:r>
            <a:r>
              <a:rPr lang="en-US" sz="1600" kern="0" dirty="0">
                <a:solidFill>
                  <a:srgbClr val="434343"/>
                </a:solidFill>
                <a:effectLst/>
                <a:latin typeface="Catamaran ExtraLight" panose="020B0604020202020204" charset="0"/>
                <a:ea typeface="Calibri" panose="020F0502020204030204" pitchFamily="34" charset="0"/>
                <a:cs typeface="Catamaran ExtraLight" panose="020B0604020202020204" charset="0"/>
              </a:rPr>
              <a:t> measure (which is lowest 5th or 10th percentile of GDP growth distribution) in the medium term.</a:t>
            </a:r>
          </a:p>
          <a:p>
            <a:pPr marL="285750" indent="-285750" algn="just">
              <a:spcBef>
                <a:spcPts val="1333"/>
              </a:spcBef>
              <a:buFont typeface="Arial" panose="020B0604020202020204" pitchFamily="34" charset="0"/>
              <a:buChar char="•"/>
            </a:pPr>
            <a:r>
              <a:rPr lang="en-US" sz="1600" b="1" kern="0" dirty="0">
                <a:solidFill>
                  <a:srgbClr val="9E5416"/>
                </a:solidFill>
                <a:latin typeface="Catamaran ExtraLight" panose="020B0604020202020204" charset="0"/>
                <a:cs typeface="Catamaran ExtraLight" panose="020B0604020202020204" charset="0"/>
              </a:rPr>
              <a:t>(Prasad, et al., 2019) </a:t>
            </a:r>
            <a:r>
              <a:rPr lang="en-US" sz="1600" kern="0" dirty="0">
                <a:solidFill>
                  <a:srgbClr val="434343"/>
                </a:solidFill>
                <a:latin typeface="Catamaran ExtraLight" panose="020B0604020202020204" charset="0"/>
                <a:cs typeface="Catamaran ExtraLight" panose="020B0604020202020204" charset="0"/>
              </a:rPr>
              <a:t>describe the results of use of </a:t>
            </a:r>
            <a:r>
              <a:rPr lang="en-US" sz="1600" kern="0" dirty="0" err="1">
                <a:solidFill>
                  <a:srgbClr val="434343"/>
                </a:solidFill>
                <a:latin typeface="Catamaran ExtraLight" panose="020B0604020202020204" charset="0"/>
                <a:cs typeface="Catamaran ExtraLight" panose="020B0604020202020204" charset="0"/>
              </a:rPr>
              <a:t>GaR</a:t>
            </a:r>
            <a:r>
              <a:rPr lang="en-US" sz="1600" kern="0" dirty="0">
                <a:solidFill>
                  <a:srgbClr val="434343"/>
                </a:solidFill>
                <a:latin typeface="Catamaran ExtraLight" panose="020B0604020202020204" charset="0"/>
                <a:cs typeface="Catamaran ExtraLight" panose="020B0604020202020204" charset="0"/>
              </a:rPr>
              <a:t> by IMF in Peru, Portugal and Singapore, and also present a standardized and easy-to-use Excel based tool for </a:t>
            </a:r>
            <a:r>
              <a:rPr lang="en-US" sz="1600" kern="0" dirty="0" err="1">
                <a:solidFill>
                  <a:srgbClr val="434343"/>
                </a:solidFill>
                <a:latin typeface="Catamaran ExtraLight" panose="020B0604020202020204" charset="0"/>
                <a:cs typeface="Catamaran ExtraLight" panose="020B0604020202020204" charset="0"/>
              </a:rPr>
              <a:t>GaR</a:t>
            </a:r>
            <a:r>
              <a:rPr lang="en-US" sz="1600" kern="0" dirty="0">
                <a:solidFill>
                  <a:srgbClr val="434343"/>
                </a:solidFill>
                <a:latin typeface="Catamaran ExtraLight" panose="020B0604020202020204" charset="0"/>
                <a:cs typeface="Catamaran ExtraLight" panose="020B0604020202020204" charset="0"/>
              </a:rPr>
              <a:t> estimation.</a:t>
            </a:r>
          </a:p>
          <a:p>
            <a:pPr marL="285750" indent="-285750" algn="just">
              <a:spcBef>
                <a:spcPts val="1333"/>
              </a:spcBef>
              <a:buFont typeface="Arial" panose="020B0604020202020204" pitchFamily="34" charset="0"/>
              <a:buChar char="•"/>
            </a:pPr>
            <a:r>
              <a:rPr lang="en-US" sz="1600" b="1" kern="0" dirty="0">
                <a:solidFill>
                  <a:srgbClr val="9E5416"/>
                </a:solidFill>
                <a:latin typeface="Catamaran ExtraLight" panose="020B0604020202020204" charset="0"/>
                <a:cs typeface="Catamaran ExtraLight" panose="020B0604020202020204" charset="0"/>
              </a:rPr>
              <a:t>ESRB (ESRB, 2021) </a:t>
            </a:r>
            <a:r>
              <a:rPr lang="en-US" sz="1600" kern="0" dirty="0">
                <a:solidFill>
                  <a:srgbClr val="434343"/>
                </a:solidFill>
                <a:latin typeface="Catamaran ExtraLight" panose="020B0604020202020204" charset="0"/>
                <a:cs typeface="Catamaran ExtraLight" panose="020B0604020202020204" charset="0"/>
              </a:rPr>
              <a:t>acknowledges 3 main approaches for measuring the so called “macroprudential stance”, which is essentially the measure of direction of macroprudential policy based on difference between risk accumulation level and </a:t>
            </a:r>
            <a:r>
              <a:rPr lang="en-US" sz="1600" kern="0" dirty="0" err="1">
                <a:solidFill>
                  <a:srgbClr val="434343"/>
                </a:solidFill>
                <a:latin typeface="Catamaran ExtraLight" panose="020B0604020202020204" charset="0"/>
                <a:cs typeface="Catamaran ExtraLight" panose="020B0604020202020204" charset="0"/>
              </a:rPr>
              <a:t>resilence</a:t>
            </a:r>
            <a:r>
              <a:rPr lang="en-US" sz="1600" kern="0" dirty="0">
                <a:solidFill>
                  <a:srgbClr val="434343"/>
                </a:solidFill>
                <a:latin typeface="Catamaran ExtraLight" panose="020B0604020202020204" charset="0"/>
                <a:cs typeface="Catamaran ExtraLight" panose="020B0604020202020204" charset="0"/>
              </a:rPr>
              <a:t>: 1. </a:t>
            </a:r>
            <a:r>
              <a:rPr lang="en-US" sz="1600" kern="0" dirty="0" err="1">
                <a:solidFill>
                  <a:srgbClr val="434343"/>
                </a:solidFill>
                <a:latin typeface="Catamaran ExtraLight" panose="020B0604020202020204" charset="0"/>
                <a:cs typeface="Catamaran ExtraLight" panose="020B0604020202020204" charset="0"/>
              </a:rPr>
              <a:t>GaR</a:t>
            </a:r>
            <a:r>
              <a:rPr lang="en-US" sz="1600" kern="0" dirty="0">
                <a:solidFill>
                  <a:srgbClr val="434343"/>
                </a:solidFill>
                <a:latin typeface="Catamaran ExtraLight" panose="020B0604020202020204" charset="0"/>
                <a:cs typeface="Catamaran ExtraLight" panose="020B0604020202020204" charset="0"/>
              </a:rPr>
              <a:t> approach, 2. semi-structural models and 3. indicator-based approach. Authors view the </a:t>
            </a:r>
            <a:r>
              <a:rPr lang="en-US" sz="1600" kern="0" dirty="0" err="1">
                <a:solidFill>
                  <a:srgbClr val="434343"/>
                </a:solidFill>
                <a:latin typeface="Catamaran ExtraLight" panose="020B0604020202020204" charset="0"/>
                <a:cs typeface="Catamaran ExtraLight" panose="020B0604020202020204" charset="0"/>
              </a:rPr>
              <a:t>GaR</a:t>
            </a:r>
            <a:r>
              <a:rPr lang="en-US" sz="1600" kern="0" dirty="0">
                <a:solidFill>
                  <a:srgbClr val="434343"/>
                </a:solidFill>
                <a:latin typeface="Catamaran ExtraLight" panose="020B0604020202020204" charset="0"/>
                <a:cs typeface="Catamaran ExtraLight" panose="020B0604020202020204" charset="0"/>
              </a:rPr>
              <a:t> (technically, the distance between lower percentile and median) as a measure of systemic risk in the system and examine the impacts of systemic risk and stress parameters on it.</a:t>
            </a:r>
          </a:p>
          <a:p>
            <a:pPr marL="342900" algn="just">
              <a:spcBef>
                <a:spcPts val="1333"/>
              </a:spcBef>
              <a:buFont typeface="Arial" panose="020B0604020202020204" pitchFamily="34" charset="0"/>
              <a:buChar char="•"/>
            </a:pPr>
            <a:endParaRPr lang="en-US" sz="2000" kern="0" dirty="0">
              <a:solidFill>
                <a:srgbClr val="434343"/>
              </a:solidFill>
              <a:latin typeface="Catamaran ExtraLight" panose="020B0604020202020204" charset="0"/>
              <a:cs typeface="Catamaran ExtraLight" panose="020B0604020202020204" charset="0"/>
            </a:endParaRPr>
          </a:p>
          <a:p>
            <a:pPr marL="0" indent="0" algn="just">
              <a:spcBef>
                <a:spcPts val="1333"/>
              </a:spcBef>
            </a:pPr>
            <a:endParaRPr lang="en-US" sz="2000" kern="0" dirty="0">
              <a:solidFill>
                <a:srgbClr val="434343"/>
              </a:solidFill>
              <a:latin typeface="Catamaran ExtraLight" panose="020B0604020202020204" charset="0"/>
              <a:cs typeface="Catamaran ExtraLight" panose="020B0604020202020204" charset="0"/>
            </a:endParaRPr>
          </a:p>
          <a:p>
            <a:pPr marL="0" indent="0" algn="just">
              <a:spcBef>
                <a:spcPts val="1333"/>
              </a:spcBef>
            </a:pPr>
            <a:endParaRPr lang="en-US" sz="2000" kern="0" dirty="0">
              <a:solidFill>
                <a:srgbClr val="434343"/>
              </a:solidFill>
              <a:latin typeface="Catamaran ExtraLight" panose="020B0604020202020204" charset="0"/>
              <a:cs typeface="Catamaran ExtraLight" panose="020B0604020202020204" charset="0"/>
            </a:endParaRPr>
          </a:p>
          <a:p>
            <a:pPr marL="0" indent="0" algn="just">
              <a:spcBef>
                <a:spcPts val="1333"/>
              </a:spcBef>
            </a:pPr>
            <a:endParaRPr lang="en-US" sz="2000" kern="0" dirty="0">
              <a:solidFill>
                <a:srgbClr val="434343"/>
              </a:solidFill>
              <a:latin typeface="Catamaran ExtraLight" panose="020B0604020202020204" charset="0"/>
              <a:cs typeface="Catamaran ExtraLight" panose="020B0604020202020204" charset="0"/>
            </a:endParaRPr>
          </a:p>
        </p:txBody>
      </p:sp>
    </p:spTree>
    <p:extLst>
      <p:ext uri="{BB962C8B-B14F-4D97-AF65-F5344CB8AC3E}">
        <p14:creationId xmlns:p14="http://schemas.microsoft.com/office/powerpoint/2010/main" val="4142443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625796"/>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Literature review</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733172" y="1364596"/>
            <a:ext cx="8182228" cy="4568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Several prominent works published in this area:</a:t>
            </a:r>
          </a:p>
          <a:p>
            <a:pPr marL="285750" indent="-285750" algn="just">
              <a:spcBef>
                <a:spcPts val="1333"/>
              </a:spcBef>
              <a:buFont typeface="Arial" panose="020B0604020202020204" pitchFamily="34" charset="0"/>
              <a:buChar char="•"/>
            </a:pPr>
            <a:r>
              <a:rPr lang="en-US" sz="1600" b="1" dirty="0">
                <a:solidFill>
                  <a:srgbClr val="9E5416"/>
                </a:solidFill>
                <a:effectLst/>
                <a:latin typeface="Catamaran ExtraLight" panose="020B0604020202020204" charset="0"/>
                <a:ea typeface="Calibri" panose="020F0502020204030204" pitchFamily="34" charset="0"/>
                <a:cs typeface="Catamaran ExtraLight" panose="020B0604020202020204" charset="0"/>
              </a:rPr>
              <a:t>(Galan, 2020) </a:t>
            </a:r>
            <a:r>
              <a:rPr lang="en-US" sz="1600" dirty="0">
                <a:solidFill>
                  <a:srgbClr val="003300"/>
                </a:solidFill>
                <a:effectLst/>
                <a:latin typeface="Catamaran ExtraLight" panose="020B0604020202020204" charset="0"/>
                <a:ea typeface="Calibri" panose="020F0502020204030204" pitchFamily="34" charset="0"/>
                <a:cs typeface="Catamaran ExtraLight" panose="020B0604020202020204" charset="0"/>
              </a:rPr>
              <a:t>conducts analysis based on a panel of 24 advanced and 12 emerging economies and finds, that effects of macroprudential policy can have differentiated impact on GDP mean growth and GDP tail based on number of dimensions (the phase of financial cycle, the direction of macroprudential policy and the type of instrument etc.). His findings confirm, that macroprudential policy effects have more medium-term impact when used in the expansionary phase of the cycle, while their use in downturns have more immediate and smaller effect.</a:t>
            </a:r>
          </a:p>
          <a:p>
            <a:pPr marL="285750" indent="-285750" algn="just">
              <a:spcBef>
                <a:spcPts val="1333"/>
              </a:spcBef>
              <a:buFont typeface="Arial" panose="020B0604020202020204" pitchFamily="34" charset="0"/>
              <a:buChar char="•"/>
            </a:pPr>
            <a:r>
              <a:rPr lang="en-US" sz="1600" b="1" dirty="0">
                <a:solidFill>
                  <a:srgbClr val="9E5416"/>
                </a:solidFill>
                <a:latin typeface="Catamaran ExtraLight" panose="020B0604020202020204" charset="0"/>
                <a:cs typeface="Catamaran ExtraLight" panose="020B0604020202020204" charset="0"/>
              </a:rPr>
              <a:t>(Suarez, 2022) </a:t>
            </a:r>
            <a:r>
              <a:rPr lang="en-US" sz="1600" dirty="0">
                <a:solidFill>
                  <a:srgbClr val="003300"/>
                </a:solidFill>
                <a:latin typeface="Catamaran ExtraLight" panose="020B0604020202020204" charset="0"/>
                <a:cs typeface="Catamaran ExtraLight" panose="020B0604020202020204" charset="0"/>
              </a:rPr>
              <a:t>offers a simple, yet very effective way for macroprudential policy decision rule by designing a welfare function, that connects future expected GDP growth with its and a parameter gauging the risk appetite of a policymaker. With his basic theoretical framework he suggests, that policymakers should not target the decrease of the tail of GDP distribution, but the distance between median and tail. </a:t>
            </a:r>
          </a:p>
          <a:p>
            <a:pPr marL="0" indent="0" algn="just">
              <a:spcBef>
                <a:spcPts val="1333"/>
              </a:spcBef>
            </a:pPr>
            <a:endParaRPr lang="en-US" sz="2000" kern="0" dirty="0">
              <a:solidFill>
                <a:srgbClr val="434343"/>
              </a:solidFill>
              <a:latin typeface="Catamaran ExtraLight" panose="020B0604020202020204" charset="0"/>
              <a:cs typeface="Catamaran ExtraLight" panose="020B0604020202020204" charset="0"/>
            </a:endParaRPr>
          </a:p>
          <a:p>
            <a:pPr marL="0" indent="0" algn="just">
              <a:spcBef>
                <a:spcPts val="1333"/>
              </a:spcBef>
            </a:pPr>
            <a:endParaRPr lang="en-US" sz="2000" kern="0" dirty="0">
              <a:solidFill>
                <a:srgbClr val="434343"/>
              </a:solidFill>
              <a:latin typeface="Catamaran ExtraLight" panose="020B0604020202020204" charset="0"/>
              <a:cs typeface="Catamaran ExtraLight" panose="020B0604020202020204" charset="0"/>
            </a:endParaRPr>
          </a:p>
        </p:txBody>
      </p:sp>
    </p:spTree>
    <p:extLst>
      <p:ext uri="{BB962C8B-B14F-4D97-AF65-F5344CB8AC3E}">
        <p14:creationId xmlns:p14="http://schemas.microsoft.com/office/powerpoint/2010/main" val="524218434"/>
      </p:ext>
    </p:extLst>
  </p:cSld>
  <p:clrMapOvr>
    <a:masterClrMapping/>
  </p:clrMapOvr>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D16138"/>
      </a:accent1>
      <a:accent2>
        <a:srgbClr val="212121"/>
      </a:accent2>
      <a:accent3>
        <a:srgbClr val="DF957A"/>
      </a:accent3>
      <a:accent4>
        <a:srgbClr val="CE5123"/>
      </a:accent4>
      <a:accent5>
        <a:srgbClr val="EB845F"/>
      </a:accent5>
      <a:accent6>
        <a:srgbClr val="99634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ern Monochrome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legant Education Pack for Students XL by Slidesgo">
  <a:themeElements>
    <a:clrScheme name="Simple Light">
      <a:dk1>
        <a:srgbClr val="FFFFFF"/>
      </a:dk1>
      <a:lt1>
        <a:srgbClr val="EDECDF"/>
      </a:lt1>
      <a:dk2>
        <a:srgbClr val="D16138"/>
      </a:dk2>
      <a:lt2>
        <a:srgbClr val="FFFFFF"/>
      </a:lt2>
      <a:accent1>
        <a:srgbClr val="A0A299"/>
      </a:accent1>
      <a:accent2>
        <a:srgbClr val="40474B"/>
      </a:accent2>
      <a:accent3>
        <a:srgbClr val="D16138"/>
      </a:accent3>
      <a:accent4>
        <a:srgbClr val="EDECDF"/>
      </a:accent4>
      <a:accent5>
        <a:srgbClr val="A0A299"/>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Contrast Light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626</TotalTime>
  <Words>1855</Words>
  <Application>Microsoft Macintosh PowerPoint</Application>
  <PresentationFormat>Widescreen</PresentationFormat>
  <Paragraphs>132</Paragraphs>
  <Slides>38</Slides>
  <Notes>32</Notes>
  <HiddenSlides>0</HiddenSlides>
  <MMClips>0</MMClips>
  <ScaleCrop>false</ScaleCrop>
  <HeadingPairs>
    <vt:vector size="6" baseType="variant">
      <vt:variant>
        <vt:lpstr>Fonts Used</vt:lpstr>
      </vt:variant>
      <vt:variant>
        <vt:i4>21</vt:i4>
      </vt:variant>
      <vt:variant>
        <vt:lpstr>Theme</vt:lpstr>
      </vt:variant>
      <vt:variant>
        <vt:i4>4</vt:i4>
      </vt:variant>
      <vt:variant>
        <vt:lpstr>Slide Titles</vt:lpstr>
      </vt:variant>
      <vt:variant>
        <vt:i4>38</vt:i4>
      </vt:variant>
    </vt:vector>
  </HeadingPairs>
  <TitlesOfParts>
    <vt:vector size="63" baseType="lpstr">
      <vt:lpstr>Anaheim</vt:lpstr>
      <vt:lpstr>Arial</vt:lpstr>
      <vt:lpstr>Cairo</vt:lpstr>
      <vt:lpstr>Calibri</vt:lpstr>
      <vt:lpstr>Cambria Math</vt:lpstr>
      <vt:lpstr>Catamaran ExtraLight</vt:lpstr>
      <vt:lpstr>Catamaran Light</vt:lpstr>
      <vt:lpstr>Fira Sans Extra Condensed Medium</vt:lpstr>
      <vt:lpstr>GHEA Grapalat</vt:lpstr>
      <vt:lpstr>Hammersmith One</vt:lpstr>
      <vt:lpstr>Helvetica</vt:lpstr>
      <vt:lpstr>Inter</vt:lpstr>
      <vt:lpstr>League Spartan Medium</vt:lpstr>
      <vt:lpstr>Livvic</vt:lpstr>
      <vt:lpstr>Manjari</vt:lpstr>
      <vt:lpstr>Montserrat SemiBold</vt:lpstr>
      <vt:lpstr>Nunito</vt:lpstr>
      <vt:lpstr>Open Sans</vt:lpstr>
      <vt:lpstr>Poppins</vt:lpstr>
      <vt:lpstr>Roboto Condensed Light</vt:lpstr>
      <vt:lpstr>Ubuntu</vt:lpstr>
      <vt:lpstr>Engineering Project Proposal by Slidesgo</vt:lpstr>
      <vt:lpstr>Modern Monochrome - v1</vt:lpstr>
      <vt:lpstr>Elegant Education Pack for Students XL by Slidesgo</vt:lpstr>
      <vt:lpstr>Simple Contrast Light - v1</vt:lpstr>
      <vt:lpstr>Measuring the risk build up in Armenian financial system: A Growth-at-Risk approach</vt:lpstr>
      <vt:lpstr>What is it about?</vt:lpstr>
      <vt:lpstr>What is Growth-at-Risk?</vt:lpstr>
      <vt:lpstr>Growth-at-Risk Framework</vt:lpstr>
      <vt:lpstr>How to grow? Boom-busts vs steady growth paths</vt:lpstr>
      <vt:lpstr>Use of Macroprudential policy </vt:lpstr>
      <vt:lpstr>Use of Macroprudential policy </vt:lpstr>
      <vt:lpstr>Panel model</vt:lpstr>
      <vt:lpstr>Armenia risk-return vs world</vt:lpstr>
      <vt:lpstr>Frontier for best risk-return cases</vt:lpstr>
      <vt:lpstr>Country cases that shape the boundary</vt:lpstr>
      <vt:lpstr>Possibility curve and the frontier</vt:lpstr>
      <vt:lpstr>PowerPoint Presentation</vt:lpstr>
      <vt:lpstr>PowerPoint Presentation</vt:lpstr>
      <vt:lpstr>Growth-at-Risk Framework</vt:lpstr>
      <vt:lpstr>Key indicators</vt:lpstr>
      <vt:lpstr>Financial vulnerabilities, stress and real GDP growth</vt:lpstr>
      <vt:lpstr>Macroprudential policy usage in Armenia</vt:lpstr>
      <vt:lpstr>Panel estimation results: The effect of MPI</vt:lpstr>
      <vt:lpstr>Local estimation results: The effect of MPI</vt:lpstr>
      <vt:lpstr>Panel estimation results: the effect of financial vulnerabilities</vt:lpstr>
      <vt:lpstr>Local estimation results: the effect of financial vulnerabilities</vt:lpstr>
      <vt:lpstr>Panel estimation results: effects by horizons</vt:lpstr>
      <vt:lpstr>Panel estimation results: interaction effects</vt:lpstr>
      <vt:lpstr>Historical quantile fit</vt:lpstr>
      <vt:lpstr>Historical quantile fit</vt:lpstr>
      <vt:lpstr>Where is Armenia today?</vt:lpstr>
      <vt:lpstr>Where is Armenia today?</vt:lpstr>
      <vt:lpstr>Comparing distributions</vt:lpstr>
      <vt:lpstr>Selecting the better distribution</vt:lpstr>
      <vt:lpstr>Possibility line, Suarez indifference curves and optimal policy</vt:lpstr>
      <vt:lpstr>One year ahead GDP distribution forecast and optimal policy calibration</vt:lpstr>
      <vt:lpstr>Limitations</vt:lpstr>
      <vt:lpstr>Conclusion</vt:lpstr>
      <vt:lpstr>Thank you</vt:lpstr>
      <vt:lpstr>Appendix</vt:lpstr>
      <vt:lpstr>Literature review</vt:lpstr>
      <vt:lpstr>Literature 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CCyB and Forward Looking Perspectives</dc:title>
  <dc:creator>Victor Yerz</dc:creator>
  <cp:lastModifiedBy>Victor Yerz</cp:lastModifiedBy>
  <cp:revision>64</cp:revision>
  <dcterms:created xsi:type="dcterms:W3CDTF">2024-06-19T08:09:51Z</dcterms:created>
  <dcterms:modified xsi:type="dcterms:W3CDTF">2024-07-05T10:45:40Z</dcterms:modified>
</cp:coreProperties>
</file>